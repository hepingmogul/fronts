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6" r:id="rId4"/>
    <p:sldId id="259" r:id="rId5"/>
    <p:sldId id="258" r:id="rId6"/>
    <p:sldId id="260" r:id="rId7"/>
    <p:sldId id="263" r:id="rId8"/>
    <p:sldId id="261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A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-1350" y="-8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2" descr="C:\Users\Administrator\Desktop\新品上市.png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2666999" y="-2667000"/>
            <a:ext cx="6857999" cy="12192001"/>
          </a:xfrm>
          <a:prstGeom prst="rect">
            <a:avLst/>
          </a:prstGeom>
          <a:solidFill>
            <a:srgbClr val="68A5A2"/>
          </a:solidFill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esktop\新品上市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666999" y="-2667000"/>
            <a:ext cx="6857999" cy="1219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1771737" y="2088212"/>
            <a:ext cx="864852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6000" dirty="0">
                <a:solidFill>
                  <a:srgbClr val="68A5A2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教育教学简约小清新通用</a:t>
            </a:r>
            <a:endParaRPr lang="zh-CN" altLang="en-US" sz="6000" dirty="0">
              <a:solidFill>
                <a:srgbClr val="68A5A2"/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44912" y="3006293"/>
            <a:ext cx="83021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dirty="0" smtClean="0">
                <a:latin typeface="Times New Roman" panose="02020603050405020304"/>
                <a:ea typeface="方正清刻本悦宋简体"/>
                <a:sym typeface="Times New Roman" panose="02020603050405020304"/>
              </a:rPr>
              <a:t>EDUCATIONAL TEACHING IS SIMPLE REFRESHING AND UNIVERSAL</a:t>
            </a:r>
            <a:endParaRPr lang="zh-CN" altLang="en-US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5646053" y="3462710"/>
            <a:ext cx="899888" cy="0"/>
          </a:xfrm>
          <a:prstGeom prst="line">
            <a:avLst/>
          </a:prstGeom>
          <a:ln w="28575">
            <a:solidFill>
              <a:srgbClr val="68A5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944910" y="3559628"/>
            <a:ext cx="8302171" cy="873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This is our general template for the teaching of free demonstration education, which is simple and </a:t>
            </a:r>
            <a:r>
              <a:rPr lang="en-US" altLang="zh-CN" dirty="0" smtClean="0">
                <a:latin typeface="Times New Roman" panose="02020603050405020304"/>
                <a:ea typeface="方正清刻本悦宋简体"/>
                <a:sym typeface="Times New Roman" panose="02020603050405020304"/>
              </a:rPr>
              <a:t>refreshing</a:t>
            </a:r>
            <a:r>
              <a:rPr lang="en-US" altLang="zh-CN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 This is our general template for the teaching </a:t>
            </a:r>
            <a:endParaRPr lang="zh-CN" altLang="en-US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esktop\新品上市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2666999" y="-2667000"/>
            <a:ext cx="6857999" cy="1219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椭圆 9"/>
          <p:cNvSpPr/>
          <p:nvPr/>
        </p:nvSpPr>
        <p:spPr>
          <a:xfrm>
            <a:off x="1404062" y="2420849"/>
            <a:ext cx="1712686" cy="1712686"/>
          </a:xfrm>
          <a:prstGeom prst="ellipse">
            <a:avLst/>
          </a:prstGeom>
          <a:solidFill>
            <a:srgbClr val="68A5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03816" y="2936497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dirty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目录</a:t>
            </a:r>
            <a:endParaRPr lang="zh-CN" altLang="en-US" sz="4400" dirty="0">
              <a:solidFill>
                <a:schemeClr val="bg1"/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3646130" y="2006796"/>
            <a:ext cx="762389" cy="762389"/>
          </a:xfrm>
          <a:prstGeom prst="ellipse">
            <a:avLst/>
          </a:prstGeom>
          <a:solidFill>
            <a:srgbClr val="68A5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latin typeface="Times New Roman" panose="02020603050405020304"/>
                <a:ea typeface="方正清刻本悦宋简体"/>
                <a:sym typeface="Times New Roman" panose="02020603050405020304"/>
              </a:rPr>
              <a:t>01</a:t>
            </a:r>
            <a:endParaRPr lang="zh-CN" altLang="en-US" sz="28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646130" y="3926306"/>
            <a:ext cx="762389" cy="762389"/>
          </a:xfrm>
          <a:prstGeom prst="ellipse">
            <a:avLst/>
          </a:prstGeom>
          <a:solidFill>
            <a:srgbClr val="68A5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latin typeface="Times New Roman" panose="02020603050405020304"/>
                <a:ea typeface="方正清刻本悦宋简体"/>
                <a:sym typeface="Times New Roman" panose="02020603050405020304"/>
              </a:rPr>
              <a:t>03</a:t>
            </a:r>
            <a:endParaRPr lang="zh-CN" altLang="en-US" sz="28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6957092" y="2006796"/>
            <a:ext cx="762389" cy="762389"/>
          </a:xfrm>
          <a:prstGeom prst="ellipse">
            <a:avLst/>
          </a:prstGeom>
          <a:solidFill>
            <a:srgbClr val="68A5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latin typeface="Times New Roman" panose="02020603050405020304"/>
                <a:ea typeface="方正清刻本悦宋简体"/>
                <a:sym typeface="Times New Roman" panose="02020603050405020304"/>
              </a:rPr>
              <a:t>02</a:t>
            </a:r>
            <a:endParaRPr lang="zh-CN" altLang="en-US" sz="28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6957092" y="3926306"/>
            <a:ext cx="762389" cy="762389"/>
          </a:xfrm>
          <a:prstGeom prst="ellipse">
            <a:avLst/>
          </a:prstGeom>
          <a:solidFill>
            <a:srgbClr val="68A5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latin typeface="Times New Roman" panose="02020603050405020304"/>
                <a:ea typeface="方正清刻本悦宋简体"/>
                <a:sym typeface="Times New Roman" panose="02020603050405020304"/>
              </a:rPr>
              <a:t>04</a:t>
            </a:r>
            <a:endParaRPr lang="zh-CN" altLang="en-US" sz="28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26340" y="205916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添加您的标题</a:t>
            </a:r>
            <a:endParaRPr lang="zh-CN" altLang="en-US" sz="20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526340" y="3933480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添加您的标题</a:t>
            </a:r>
            <a:endParaRPr lang="zh-CN" altLang="en-US" sz="20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895361" y="2044652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添加您的标题</a:t>
            </a:r>
            <a:endParaRPr lang="zh-CN" altLang="en-US" sz="20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895361" y="3933480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添加您的标题</a:t>
            </a:r>
            <a:endParaRPr lang="zh-CN" altLang="en-US" sz="20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526340" y="2415734"/>
            <a:ext cx="22926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smtClean="0">
                <a:latin typeface="Times New Roman" panose="02020603050405020304"/>
                <a:ea typeface="方正清刻本悦宋简体"/>
                <a:sym typeface="Times New Roman" panose="02020603050405020304"/>
              </a:rPr>
              <a:t>Demonstration Education</a:t>
            </a:r>
            <a:endParaRPr lang="zh-CN" altLang="en-US" sz="16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895361" y="2401220"/>
            <a:ext cx="22926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smtClean="0">
                <a:latin typeface="Times New Roman" panose="02020603050405020304"/>
                <a:ea typeface="方正清刻本悦宋简体"/>
                <a:sym typeface="Times New Roman" panose="02020603050405020304"/>
              </a:rPr>
              <a:t>Demonstration Education</a:t>
            </a:r>
            <a:endParaRPr lang="zh-CN" altLang="en-US" sz="16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526340" y="4294454"/>
            <a:ext cx="22926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smtClean="0">
                <a:latin typeface="Times New Roman" panose="02020603050405020304"/>
                <a:ea typeface="方正清刻本悦宋简体"/>
                <a:sym typeface="Times New Roman" panose="02020603050405020304"/>
              </a:rPr>
              <a:t>Demonstration Education</a:t>
            </a:r>
            <a:endParaRPr lang="zh-CN" altLang="en-US" sz="16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895361" y="4294454"/>
            <a:ext cx="22926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smtClean="0">
                <a:latin typeface="Times New Roman" panose="02020603050405020304"/>
                <a:ea typeface="方正清刻本悦宋简体"/>
                <a:sym typeface="Times New Roman" panose="02020603050405020304"/>
              </a:rPr>
              <a:t>Demonstration Education</a:t>
            </a:r>
            <a:endParaRPr lang="zh-CN" altLang="en-US" sz="16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esktop\新品上市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2666999" y="-2667000"/>
            <a:ext cx="6857999" cy="1219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椭圆 9"/>
          <p:cNvSpPr/>
          <p:nvPr/>
        </p:nvSpPr>
        <p:spPr>
          <a:xfrm>
            <a:off x="3839026" y="1152978"/>
            <a:ext cx="4513944" cy="4513944"/>
          </a:xfrm>
          <a:prstGeom prst="ellipse">
            <a:avLst/>
          </a:prstGeom>
          <a:solidFill>
            <a:srgbClr val="68A5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872822" y="2100324"/>
            <a:ext cx="2446351" cy="76238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500" dirty="0" smtClean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01</a:t>
            </a:r>
            <a:endParaRPr lang="zh-CN" altLang="en-US" sz="11500" dirty="0">
              <a:solidFill>
                <a:schemeClr val="bg1"/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618671" y="3236214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添加您的标题</a:t>
            </a:r>
            <a:endParaRPr lang="zh-CN" altLang="en-US" sz="3600" dirty="0">
              <a:solidFill>
                <a:schemeClr val="bg1"/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151084" y="4003440"/>
            <a:ext cx="3889829" cy="873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This is our general template for the teaching of </a:t>
            </a:r>
            <a:r>
              <a:rPr lang="en-US" altLang="zh-CN" dirty="0" smtClean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free</a:t>
            </a:r>
            <a:endParaRPr lang="zh-CN" altLang="en-US" dirty="0">
              <a:solidFill>
                <a:schemeClr val="bg1"/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5646054" y="3973405"/>
            <a:ext cx="89988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" descr="C:\Users\Administrator\Desktop\新品上市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2666999" y="-2667000"/>
            <a:ext cx="6857999" cy="12192001"/>
          </a:xfrm>
          <a:prstGeom prst="rect">
            <a:avLst/>
          </a:prstGeom>
          <a:solidFill>
            <a:srgbClr val="68A5A2"/>
          </a:solidFill>
        </p:spPr>
      </p:pic>
      <p:sp>
        <p:nvSpPr>
          <p:cNvPr id="30" name="TextBox 29"/>
          <p:cNvSpPr txBox="1"/>
          <p:nvPr/>
        </p:nvSpPr>
        <p:spPr>
          <a:xfrm>
            <a:off x="1700431" y="2348880"/>
            <a:ext cx="1472634" cy="369322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/>
          <a:p>
            <a:r>
              <a:rPr lang="zh-CN" altLang="en-US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添加内容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19957" y="2737757"/>
            <a:ext cx="2603041" cy="2713040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您的内容打在这里，或者通过复制您的文本后，在此框中选择粘贴</a:t>
            </a:r>
            <a:r>
              <a:rPr lang="zh-CN" altLang="en-US" sz="110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，</a:t>
            </a: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您的内容打在这里，或者通过复制您的文本后，在此框中选择粘贴，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您的内容打在这里，或者通过复制您的文本后，在此框中选择粘贴，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您的内容打在这里，或者通过复制您的文本后，在此框中选择粘贴，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  <a:p>
            <a:pPr>
              <a:lnSpc>
                <a:spcPct val="130000"/>
              </a:lnSpc>
            </a:pPr>
            <a:r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您的内容打在这里，或者通过复制您的文本后，在此框中选择粘贴，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  <a:p>
            <a:pPr>
              <a:lnSpc>
                <a:spcPct val="130000"/>
              </a:lnSpc>
            </a:pPr>
            <a:endParaRPr lang="zh-CN" altLang="en-US" sz="120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1429601" y="2024612"/>
            <a:ext cx="2937413" cy="3560407"/>
          </a:xfrm>
          <a:prstGeom prst="roundRect">
            <a:avLst/>
          </a:prstGeom>
          <a:noFill/>
          <a:ln w="15875">
            <a:solidFill>
              <a:srgbClr val="68A5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2109790" y="1790699"/>
            <a:ext cx="1677610" cy="432048"/>
            <a:chOff x="2109790" y="1790699"/>
            <a:chExt cx="1677610" cy="432048"/>
          </a:xfrm>
          <a:solidFill>
            <a:srgbClr val="68A5A2"/>
          </a:solidFill>
        </p:grpSpPr>
        <p:sp>
          <p:nvSpPr>
            <p:cNvPr id="34" name="圆角矩形 33"/>
            <p:cNvSpPr/>
            <p:nvPr/>
          </p:nvSpPr>
          <p:spPr>
            <a:xfrm>
              <a:off x="2109790" y="1790699"/>
              <a:ext cx="1440160" cy="43204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314766" y="1820153"/>
              <a:ext cx="1472634" cy="369322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spAutoFit/>
            </a:bodyPr>
            <a:lstStyle/>
            <a:p>
              <a:r>
                <a:rPr lang="zh-CN" altLang="en-US" dirty="0" smtClean="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教育教学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367013" y="2549219"/>
            <a:ext cx="2811053" cy="2680195"/>
            <a:chOff x="4367014" y="2549219"/>
            <a:chExt cx="681712" cy="2680195"/>
          </a:xfrm>
        </p:grpSpPr>
        <p:cxnSp>
          <p:nvCxnSpPr>
            <p:cNvPr id="37" name="直接连接符 36"/>
            <p:cNvCxnSpPr>
              <a:endCxn id="47" idx="1"/>
            </p:cNvCxnSpPr>
            <p:nvPr/>
          </p:nvCxnSpPr>
          <p:spPr>
            <a:xfrm>
              <a:off x="4367014" y="2549219"/>
              <a:ext cx="681712" cy="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4367014" y="3449940"/>
              <a:ext cx="681712" cy="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4367014" y="4313409"/>
              <a:ext cx="681712" cy="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4367014" y="5229413"/>
              <a:ext cx="681712" cy="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4" name="Picture 3" descr="F:\出售\PPT\______________图片素材\59f5225d4dd36b09f8ade3e55c75581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2416" r="914"/>
          <a:stretch>
            <a:fillRect/>
          </a:stretch>
        </p:blipFill>
        <p:spPr bwMode="auto">
          <a:xfrm>
            <a:off x="9213738" y="3893558"/>
            <a:ext cx="2103572" cy="1691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图片 4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14" r="15214"/>
          <a:stretch>
            <a:fillRect/>
          </a:stretch>
        </p:blipFill>
        <p:spPr>
          <a:xfrm>
            <a:off x="7178067" y="3893559"/>
            <a:ext cx="1927834" cy="1691460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067" y="1794000"/>
            <a:ext cx="4139243" cy="1825218"/>
          </a:xfrm>
          <a:prstGeom prst="rect">
            <a:avLst/>
          </a:prstGeom>
        </p:spPr>
      </p:pic>
      <p:grpSp>
        <p:nvGrpSpPr>
          <p:cNvPr id="46" name="组合 45"/>
          <p:cNvGrpSpPr/>
          <p:nvPr/>
        </p:nvGrpSpPr>
        <p:grpSpPr>
          <a:xfrm>
            <a:off x="5048726" y="2321898"/>
            <a:ext cx="1531822" cy="450830"/>
            <a:chOff x="5048726" y="2321898"/>
            <a:chExt cx="1531822" cy="450830"/>
          </a:xfrm>
          <a:solidFill>
            <a:srgbClr val="68A5A2"/>
          </a:solidFill>
        </p:grpSpPr>
        <p:sp>
          <p:nvSpPr>
            <p:cNvPr id="47" name="圆角矩形 46"/>
            <p:cNvSpPr/>
            <p:nvPr/>
          </p:nvSpPr>
          <p:spPr>
            <a:xfrm>
              <a:off x="5048726" y="2325711"/>
              <a:ext cx="1531822" cy="44701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231110" y="2321898"/>
              <a:ext cx="1244303" cy="369322"/>
            </a:xfrm>
            <a:prstGeom prst="rect">
              <a:avLst/>
            </a:prstGeom>
            <a:grpFill/>
          </p:spPr>
          <p:txBody>
            <a:bodyPr wrap="square" lIns="91431" tIns="45715" rIns="91431" bIns="45715" rtlCol="0">
              <a:spAutoFit/>
            </a:bodyPr>
            <a:lstStyle/>
            <a:p>
              <a:r>
                <a:rPr lang="zh-CN" altLang="en-US" smtClean="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添加内容</a:t>
              </a:r>
              <a:endParaRPr lang="zh-CN" altLang="en-US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5048726" y="3230247"/>
            <a:ext cx="1531822" cy="447017"/>
            <a:chOff x="5048726" y="3230247"/>
            <a:chExt cx="1531822" cy="447017"/>
          </a:xfrm>
          <a:solidFill>
            <a:srgbClr val="68A5A2"/>
          </a:solidFill>
        </p:grpSpPr>
        <p:sp>
          <p:nvSpPr>
            <p:cNvPr id="50" name="圆角矩形 49"/>
            <p:cNvSpPr/>
            <p:nvPr/>
          </p:nvSpPr>
          <p:spPr>
            <a:xfrm>
              <a:off x="5048726" y="3230247"/>
              <a:ext cx="1531822" cy="44701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231110" y="3257586"/>
              <a:ext cx="1244303" cy="369322"/>
            </a:xfrm>
            <a:prstGeom prst="rect">
              <a:avLst/>
            </a:prstGeom>
            <a:grpFill/>
          </p:spPr>
          <p:txBody>
            <a:bodyPr wrap="square" lIns="91431" tIns="45715" rIns="91431" bIns="45715" rtlCol="0">
              <a:spAutoFit/>
            </a:bodyPr>
            <a:lstStyle/>
            <a:p>
              <a:r>
                <a:rPr lang="zh-CN" altLang="en-US" smtClean="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添加内容</a:t>
              </a:r>
              <a:endParaRPr lang="zh-CN" altLang="en-US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5048726" y="4122663"/>
            <a:ext cx="1531822" cy="447067"/>
            <a:chOff x="5048726" y="4122663"/>
            <a:chExt cx="1531822" cy="447067"/>
          </a:xfrm>
          <a:solidFill>
            <a:srgbClr val="68A5A2"/>
          </a:solidFill>
        </p:grpSpPr>
        <p:sp>
          <p:nvSpPr>
            <p:cNvPr id="53" name="圆角矩形 52"/>
            <p:cNvSpPr/>
            <p:nvPr/>
          </p:nvSpPr>
          <p:spPr>
            <a:xfrm>
              <a:off x="5048726" y="4122713"/>
              <a:ext cx="1531822" cy="44701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231110" y="4122663"/>
              <a:ext cx="1244303" cy="369322"/>
            </a:xfrm>
            <a:prstGeom prst="rect">
              <a:avLst/>
            </a:prstGeom>
            <a:grpFill/>
          </p:spPr>
          <p:txBody>
            <a:bodyPr wrap="square" lIns="91431" tIns="45715" rIns="91431" bIns="45715" rtlCol="0">
              <a:spAutoFit/>
            </a:bodyPr>
            <a:lstStyle/>
            <a:p>
              <a:r>
                <a:rPr lang="zh-CN" altLang="en-US" smtClean="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添加内容</a:t>
              </a:r>
              <a:endParaRPr lang="zh-CN" altLang="en-US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5048726" y="5005906"/>
            <a:ext cx="1531822" cy="447017"/>
            <a:chOff x="5048726" y="5005906"/>
            <a:chExt cx="1531822" cy="447017"/>
          </a:xfrm>
          <a:solidFill>
            <a:srgbClr val="68A5A2"/>
          </a:solidFill>
        </p:grpSpPr>
        <p:sp>
          <p:nvSpPr>
            <p:cNvPr id="56" name="圆角矩形 55"/>
            <p:cNvSpPr/>
            <p:nvPr/>
          </p:nvSpPr>
          <p:spPr>
            <a:xfrm>
              <a:off x="5048726" y="5005906"/>
              <a:ext cx="1531822" cy="44701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231110" y="5015537"/>
              <a:ext cx="1244303" cy="369322"/>
            </a:xfrm>
            <a:prstGeom prst="rect">
              <a:avLst/>
            </a:prstGeom>
            <a:grpFill/>
          </p:spPr>
          <p:txBody>
            <a:bodyPr wrap="square" lIns="91431" tIns="45715" rIns="91431" bIns="45715" rtlCol="0">
              <a:spAutoFit/>
            </a:bodyPr>
            <a:lstStyle/>
            <a:p>
              <a:r>
                <a:rPr lang="zh-CN" altLang="en-US" smtClean="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添加内容</a:t>
              </a:r>
              <a:endParaRPr lang="zh-CN" altLang="en-US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</p:grpSp>
      <p:sp>
        <p:nvSpPr>
          <p:cNvPr id="58" name="燕尾形 57"/>
          <p:cNvSpPr/>
          <p:nvPr/>
        </p:nvSpPr>
        <p:spPr>
          <a:xfrm rot="5400000">
            <a:off x="5699144" y="1864573"/>
            <a:ext cx="216024" cy="320542"/>
          </a:xfrm>
          <a:prstGeom prst="chevron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59" name="燕尾形 58"/>
          <p:cNvSpPr/>
          <p:nvPr/>
        </p:nvSpPr>
        <p:spPr>
          <a:xfrm rot="5400000">
            <a:off x="5699144" y="2872869"/>
            <a:ext cx="216024" cy="320542"/>
          </a:xfrm>
          <a:prstGeom prst="chevron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60" name="燕尾形 59"/>
          <p:cNvSpPr/>
          <p:nvPr/>
        </p:nvSpPr>
        <p:spPr>
          <a:xfrm rot="5400000">
            <a:off x="5699144" y="3754497"/>
            <a:ext cx="216024" cy="320542"/>
          </a:xfrm>
          <a:prstGeom prst="chevron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61" name="燕尾形 60"/>
          <p:cNvSpPr/>
          <p:nvPr/>
        </p:nvSpPr>
        <p:spPr>
          <a:xfrm rot="5400000">
            <a:off x="5699144" y="4608150"/>
            <a:ext cx="216024" cy="320542"/>
          </a:xfrm>
          <a:prstGeom prst="chevron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518756" y="83996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添加您的标题</a:t>
            </a:r>
            <a:endParaRPr lang="zh-CN" altLang="en-US" sz="20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234223" y="1196534"/>
            <a:ext cx="22926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 smtClean="0">
                <a:latin typeface="Times New Roman" panose="02020603050405020304"/>
                <a:ea typeface="方正清刻本悦宋简体"/>
                <a:sym typeface="Times New Roman" panose="02020603050405020304"/>
              </a:rPr>
              <a:t>Demonstration Education</a:t>
            </a:r>
            <a:endParaRPr lang="zh-CN" altLang="en-US" sz="16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/>
          <p:cNvSpPr/>
          <p:nvPr/>
        </p:nvSpPr>
        <p:spPr>
          <a:xfrm>
            <a:off x="5518756" y="83996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添加您的标题</a:t>
            </a:r>
            <a:endParaRPr lang="zh-CN" altLang="en-US" sz="20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234223" y="1133034"/>
            <a:ext cx="22926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 smtClean="0">
                <a:latin typeface="Times New Roman" panose="02020603050405020304"/>
                <a:ea typeface="方正清刻本悦宋简体"/>
                <a:sym typeface="Times New Roman" panose="02020603050405020304"/>
              </a:rPr>
              <a:t>Demonstration Education</a:t>
            </a:r>
            <a:endParaRPr lang="zh-CN" altLang="en-US" sz="16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75" name="Freeform 9"/>
          <p:cNvSpPr>
            <a:spLocks noEditPoints="1"/>
          </p:cNvSpPr>
          <p:nvPr/>
        </p:nvSpPr>
        <p:spPr bwMode="auto">
          <a:xfrm>
            <a:off x="3972468" y="1793785"/>
            <a:ext cx="3703685" cy="3706168"/>
          </a:xfrm>
          <a:custGeom>
            <a:avLst/>
            <a:gdLst>
              <a:gd name="T0" fmla="*/ 566 w 741"/>
              <a:gd name="T1" fmla="*/ 225 h 741"/>
              <a:gd name="T2" fmla="*/ 413 w 741"/>
              <a:gd name="T3" fmla="*/ 348 h 741"/>
              <a:gd name="T4" fmla="*/ 495 w 741"/>
              <a:gd name="T5" fmla="*/ 225 h 741"/>
              <a:gd name="T6" fmla="*/ 495 w 741"/>
              <a:gd name="T7" fmla="*/ 125 h 741"/>
              <a:gd name="T8" fmla="*/ 245 w 741"/>
              <a:gd name="T9" fmla="*/ 125 h 741"/>
              <a:gd name="T10" fmla="*/ 245 w 741"/>
              <a:gd name="T11" fmla="*/ 225 h 741"/>
              <a:gd name="T12" fmla="*/ 327 w 741"/>
              <a:gd name="T13" fmla="*/ 348 h 741"/>
              <a:gd name="T14" fmla="*/ 175 w 741"/>
              <a:gd name="T15" fmla="*/ 225 h 741"/>
              <a:gd name="T16" fmla="*/ 0 w 741"/>
              <a:gd name="T17" fmla="*/ 371 h 741"/>
              <a:gd name="T18" fmla="*/ 175 w 741"/>
              <a:gd name="T19" fmla="*/ 516 h 741"/>
              <a:gd name="T20" fmla="*/ 327 w 741"/>
              <a:gd name="T21" fmla="*/ 393 h 741"/>
              <a:gd name="T22" fmla="*/ 245 w 741"/>
              <a:gd name="T23" fmla="*/ 516 h 741"/>
              <a:gd name="T24" fmla="*/ 245 w 741"/>
              <a:gd name="T25" fmla="*/ 616 h 741"/>
              <a:gd name="T26" fmla="*/ 495 w 741"/>
              <a:gd name="T27" fmla="*/ 616 h 741"/>
              <a:gd name="T28" fmla="*/ 495 w 741"/>
              <a:gd name="T29" fmla="*/ 516 h 741"/>
              <a:gd name="T30" fmla="*/ 413 w 741"/>
              <a:gd name="T31" fmla="*/ 393 h 741"/>
              <a:gd name="T32" fmla="*/ 566 w 741"/>
              <a:gd name="T33" fmla="*/ 516 h 741"/>
              <a:gd name="T34" fmla="*/ 741 w 741"/>
              <a:gd name="T35" fmla="*/ 371 h 741"/>
              <a:gd name="T36" fmla="*/ 268 w 741"/>
              <a:gd name="T37" fmla="*/ 203 h 741"/>
              <a:gd name="T38" fmla="*/ 268 w 741"/>
              <a:gd name="T39" fmla="*/ 148 h 741"/>
              <a:gd name="T40" fmla="*/ 473 w 741"/>
              <a:gd name="T41" fmla="*/ 148 h 741"/>
              <a:gd name="T42" fmla="*/ 473 w 741"/>
              <a:gd name="T43" fmla="*/ 203 h 741"/>
              <a:gd name="T44" fmla="*/ 268 w 741"/>
              <a:gd name="T45" fmla="*/ 203 h 741"/>
              <a:gd name="T46" fmla="*/ 175 w 741"/>
              <a:gd name="T47" fmla="*/ 484 h 741"/>
              <a:gd name="T48" fmla="*/ 45 w 741"/>
              <a:gd name="T49" fmla="*/ 371 h 741"/>
              <a:gd name="T50" fmla="*/ 175 w 741"/>
              <a:gd name="T51" fmla="*/ 257 h 741"/>
              <a:gd name="T52" fmla="*/ 305 w 741"/>
              <a:gd name="T53" fmla="*/ 371 h 741"/>
              <a:gd name="T54" fmla="*/ 473 w 741"/>
              <a:gd name="T55" fmla="*/ 539 h 741"/>
              <a:gd name="T56" fmla="*/ 473 w 741"/>
              <a:gd name="T57" fmla="*/ 594 h 741"/>
              <a:gd name="T58" fmla="*/ 268 w 741"/>
              <a:gd name="T59" fmla="*/ 594 h 741"/>
              <a:gd name="T60" fmla="*/ 268 w 741"/>
              <a:gd name="T61" fmla="*/ 539 h 741"/>
              <a:gd name="T62" fmla="*/ 473 w 741"/>
              <a:gd name="T63" fmla="*/ 539 h 741"/>
              <a:gd name="T64" fmla="*/ 350 w 741"/>
              <a:gd name="T65" fmla="*/ 371 h 741"/>
              <a:gd name="T66" fmla="*/ 391 w 741"/>
              <a:gd name="T67" fmla="*/ 371 h 741"/>
              <a:gd name="T68" fmla="*/ 593 w 741"/>
              <a:gd name="T69" fmla="*/ 473 h 741"/>
              <a:gd name="T70" fmla="*/ 538 w 741"/>
              <a:gd name="T71" fmla="*/ 473 h 741"/>
              <a:gd name="T72" fmla="*/ 538 w 741"/>
              <a:gd name="T73" fmla="*/ 268 h 741"/>
              <a:gd name="T74" fmla="*/ 593 w 741"/>
              <a:gd name="T75" fmla="*/ 268 h 741"/>
              <a:gd name="T76" fmla="*/ 593 w 741"/>
              <a:gd name="T77" fmla="*/ 473 h 7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741" h="741">
                <a:moveTo>
                  <a:pt x="616" y="246"/>
                </a:moveTo>
                <a:cubicBezTo>
                  <a:pt x="602" y="232"/>
                  <a:pt x="585" y="225"/>
                  <a:pt x="566" y="225"/>
                </a:cubicBezTo>
                <a:cubicBezTo>
                  <a:pt x="547" y="225"/>
                  <a:pt x="529" y="232"/>
                  <a:pt x="516" y="246"/>
                </a:cubicBezTo>
                <a:cubicBezTo>
                  <a:pt x="413" y="348"/>
                  <a:pt x="413" y="348"/>
                  <a:pt x="413" y="348"/>
                </a:cubicBezTo>
                <a:cubicBezTo>
                  <a:pt x="393" y="328"/>
                  <a:pt x="393" y="328"/>
                  <a:pt x="393" y="328"/>
                </a:cubicBezTo>
                <a:cubicBezTo>
                  <a:pt x="495" y="225"/>
                  <a:pt x="495" y="225"/>
                  <a:pt x="495" y="225"/>
                </a:cubicBezTo>
                <a:cubicBezTo>
                  <a:pt x="509" y="212"/>
                  <a:pt x="516" y="194"/>
                  <a:pt x="516" y="175"/>
                </a:cubicBezTo>
                <a:cubicBezTo>
                  <a:pt x="516" y="156"/>
                  <a:pt x="509" y="138"/>
                  <a:pt x="495" y="125"/>
                </a:cubicBezTo>
                <a:cubicBezTo>
                  <a:pt x="370" y="0"/>
                  <a:pt x="370" y="0"/>
                  <a:pt x="370" y="0"/>
                </a:cubicBezTo>
                <a:cubicBezTo>
                  <a:pt x="245" y="125"/>
                  <a:pt x="245" y="125"/>
                  <a:pt x="245" y="125"/>
                </a:cubicBezTo>
                <a:cubicBezTo>
                  <a:pt x="232" y="138"/>
                  <a:pt x="225" y="156"/>
                  <a:pt x="225" y="175"/>
                </a:cubicBezTo>
                <a:cubicBezTo>
                  <a:pt x="225" y="194"/>
                  <a:pt x="232" y="212"/>
                  <a:pt x="245" y="225"/>
                </a:cubicBezTo>
                <a:cubicBezTo>
                  <a:pt x="348" y="328"/>
                  <a:pt x="348" y="328"/>
                  <a:pt x="348" y="328"/>
                </a:cubicBezTo>
                <a:cubicBezTo>
                  <a:pt x="327" y="348"/>
                  <a:pt x="327" y="348"/>
                  <a:pt x="327" y="348"/>
                </a:cubicBezTo>
                <a:cubicBezTo>
                  <a:pt x="225" y="246"/>
                  <a:pt x="225" y="246"/>
                  <a:pt x="225" y="246"/>
                </a:cubicBezTo>
                <a:cubicBezTo>
                  <a:pt x="211" y="232"/>
                  <a:pt x="194" y="225"/>
                  <a:pt x="175" y="225"/>
                </a:cubicBezTo>
                <a:cubicBezTo>
                  <a:pt x="156" y="225"/>
                  <a:pt x="138" y="232"/>
                  <a:pt x="125" y="246"/>
                </a:cubicBezTo>
                <a:cubicBezTo>
                  <a:pt x="0" y="371"/>
                  <a:pt x="0" y="371"/>
                  <a:pt x="0" y="371"/>
                </a:cubicBezTo>
                <a:cubicBezTo>
                  <a:pt x="125" y="496"/>
                  <a:pt x="125" y="496"/>
                  <a:pt x="125" y="496"/>
                </a:cubicBezTo>
                <a:cubicBezTo>
                  <a:pt x="138" y="509"/>
                  <a:pt x="156" y="516"/>
                  <a:pt x="175" y="516"/>
                </a:cubicBezTo>
                <a:cubicBezTo>
                  <a:pt x="194" y="516"/>
                  <a:pt x="211" y="509"/>
                  <a:pt x="225" y="496"/>
                </a:cubicBezTo>
                <a:cubicBezTo>
                  <a:pt x="327" y="393"/>
                  <a:pt x="327" y="393"/>
                  <a:pt x="327" y="393"/>
                </a:cubicBezTo>
                <a:cubicBezTo>
                  <a:pt x="348" y="414"/>
                  <a:pt x="348" y="414"/>
                  <a:pt x="348" y="414"/>
                </a:cubicBezTo>
                <a:cubicBezTo>
                  <a:pt x="245" y="516"/>
                  <a:pt x="245" y="516"/>
                  <a:pt x="245" y="516"/>
                </a:cubicBezTo>
                <a:cubicBezTo>
                  <a:pt x="232" y="529"/>
                  <a:pt x="225" y="547"/>
                  <a:pt x="225" y="566"/>
                </a:cubicBezTo>
                <a:cubicBezTo>
                  <a:pt x="225" y="585"/>
                  <a:pt x="232" y="603"/>
                  <a:pt x="245" y="616"/>
                </a:cubicBezTo>
                <a:cubicBezTo>
                  <a:pt x="370" y="741"/>
                  <a:pt x="370" y="741"/>
                  <a:pt x="370" y="741"/>
                </a:cubicBezTo>
                <a:cubicBezTo>
                  <a:pt x="495" y="616"/>
                  <a:pt x="495" y="616"/>
                  <a:pt x="495" y="616"/>
                </a:cubicBezTo>
                <a:cubicBezTo>
                  <a:pt x="509" y="603"/>
                  <a:pt x="516" y="585"/>
                  <a:pt x="516" y="566"/>
                </a:cubicBezTo>
                <a:cubicBezTo>
                  <a:pt x="516" y="547"/>
                  <a:pt x="509" y="529"/>
                  <a:pt x="495" y="516"/>
                </a:cubicBezTo>
                <a:cubicBezTo>
                  <a:pt x="393" y="414"/>
                  <a:pt x="393" y="414"/>
                  <a:pt x="393" y="414"/>
                </a:cubicBezTo>
                <a:cubicBezTo>
                  <a:pt x="413" y="393"/>
                  <a:pt x="413" y="393"/>
                  <a:pt x="413" y="393"/>
                </a:cubicBezTo>
                <a:cubicBezTo>
                  <a:pt x="516" y="496"/>
                  <a:pt x="516" y="496"/>
                  <a:pt x="516" y="496"/>
                </a:cubicBezTo>
                <a:cubicBezTo>
                  <a:pt x="529" y="509"/>
                  <a:pt x="547" y="516"/>
                  <a:pt x="566" y="516"/>
                </a:cubicBezTo>
                <a:cubicBezTo>
                  <a:pt x="585" y="516"/>
                  <a:pt x="602" y="509"/>
                  <a:pt x="616" y="496"/>
                </a:cubicBezTo>
                <a:cubicBezTo>
                  <a:pt x="741" y="371"/>
                  <a:pt x="741" y="371"/>
                  <a:pt x="741" y="371"/>
                </a:cubicBezTo>
                <a:lnTo>
                  <a:pt x="616" y="246"/>
                </a:lnTo>
                <a:close/>
                <a:moveTo>
                  <a:pt x="268" y="203"/>
                </a:moveTo>
                <a:cubicBezTo>
                  <a:pt x="261" y="195"/>
                  <a:pt x="257" y="185"/>
                  <a:pt x="257" y="175"/>
                </a:cubicBezTo>
                <a:cubicBezTo>
                  <a:pt x="257" y="165"/>
                  <a:pt x="260" y="155"/>
                  <a:pt x="268" y="148"/>
                </a:cubicBezTo>
                <a:cubicBezTo>
                  <a:pt x="370" y="45"/>
                  <a:pt x="370" y="45"/>
                  <a:pt x="370" y="45"/>
                </a:cubicBezTo>
                <a:cubicBezTo>
                  <a:pt x="473" y="148"/>
                  <a:pt x="473" y="148"/>
                  <a:pt x="473" y="148"/>
                </a:cubicBezTo>
                <a:cubicBezTo>
                  <a:pt x="480" y="155"/>
                  <a:pt x="484" y="165"/>
                  <a:pt x="484" y="175"/>
                </a:cubicBezTo>
                <a:cubicBezTo>
                  <a:pt x="484" y="185"/>
                  <a:pt x="480" y="195"/>
                  <a:pt x="473" y="203"/>
                </a:cubicBezTo>
                <a:cubicBezTo>
                  <a:pt x="370" y="305"/>
                  <a:pt x="370" y="305"/>
                  <a:pt x="370" y="305"/>
                </a:cubicBezTo>
                <a:lnTo>
                  <a:pt x="268" y="203"/>
                </a:lnTo>
                <a:close/>
                <a:moveTo>
                  <a:pt x="202" y="473"/>
                </a:moveTo>
                <a:cubicBezTo>
                  <a:pt x="195" y="480"/>
                  <a:pt x="185" y="484"/>
                  <a:pt x="175" y="484"/>
                </a:cubicBezTo>
                <a:cubicBezTo>
                  <a:pt x="164" y="484"/>
                  <a:pt x="155" y="480"/>
                  <a:pt x="147" y="473"/>
                </a:cubicBezTo>
                <a:cubicBezTo>
                  <a:pt x="45" y="371"/>
                  <a:pt x="45" y="371"/>
                  <a:pt x="45" y="371"/>
                </a:cubicBezTo>
                <a:cubicBezTo>
                  <a:pt x="147" y="268"/>
                  <a:pt x="147" y="268"/>
                  <a:pt x="147" y="268"/>
                </a:cubicBezTo>
                <a:cubicBezTo>
                  <a:pt x="155" y="261"/>
                  <a:pt x="164" y="257"/>
                  <a:pt x="175" y="257"/>
                </a:cubicBezTo>
                <a:cubicBezTo>
                  <a:pt x="185" y="257"/>
                  <a:pt x="195" y="261"/>
                  <a:pt x="202" y="268"/>
                </a:cubicBezTo>
                <a:cubicBezTo>
                  <a:pt x="305" y="371"/>
                  <a:pt x="305" y="371"/>
                  <a:pt x="305" y="371"/>
                </a:cubicBezTo>
                <a:lnTo>
                  <a:pt x="202" y="473"/>
                </a:lnTo>
                <a:close/>
                <a:moveTo>
                  <a:pt x="473" y="539"/>
                </a:moveTo>
                <a:cubicBezTo>
                  <a:pt x="480" y="546"/>
                  <a:pt x="484" y="556"/>
                  <a:pt x="484" y="566"/>
                </a:cubicBezTo>
                <a:cubicBezTo>
                  <a:pt x="484" y="576"/>
                  <a:pt x="480" y="586"/>
                  <a:pt x="473" y="594"/>
                </a:cubicBezTo>
                <a:cubicBezTo>
                  <a:pt x="370" y="696"/>
                  <a:pt x="370" y="696"/>
                  <a:pt x="370" y="696"/>
                </a:cubicBezTo>
                <a:cubicBezTo>
                  <a:pt x="268" y="594"/>
                  <a:pt x="268" y="594"/>
                  <a:pt x="268" y="594"/>
                </a:cubicBezTo>
                <a:cubicBezTo>
                  <a:pt x="261" y="586"/>
                  <a:pt x="257" y="576"/>
                  <a:pt x="257" y="566"/>
                </a:cubicBezTo>
                <a:cubicBezTo>
                  <a:pt x="257" y="556"/>
                  <a:pt x="260" y="546"/>
                  <a:pt x="268" y="539"/>
                </a:cubicBezTo>
                <a:cubicBezTo>
                  <a:pt x="370" y="436"/>
                  <a:pt x="370" y="436"/>
                  <a:pt x="370" y="436"/>
                </a:cubicBezTo>
                <a:lnTo>
                  <a:pt x="473" y="539"/>
                </a:lnTo>
                <a:close/>
                <a:moveTo>
                  <a:pt x="370" y="391"/>
                </a:moveTo>
                <a:cubicBezTo>
                  <a:pt x="350" y="371"/>
                  <a:pt x="350" y="371"/>
                  <a:pt x="350" y="371"/>
                </a:cubicBezTo>
                <a:cubicBezTo>
                  <a:pt x="370" y="350"/>
                  <a:pt x="370" y="350"/>
                  <a:pt x="370" y="350"/>
                </a:cubicBezTo>
                <a:cubicBezTo>
                  <a:pt x="391" y="371"/>
                  <a:pt x="391" y="371"/>
                  <a:pt x="391" y="371"/>
                </a:cubicBezTo>
                <a:lnTo>
                  <a:pt x="370" y="391"/>
                </a:lnTo>
                <a:close/>
                <a:moveTo>
                  <a:pt x="593" y="473"/>
                </a:moveTo>
                <a:cubicBezTo>
                  <a:pt x="586" y="480"/>
                  <a:pt x="576" y="484"/>
                  <a:pt x="566" y="484"/>
                </a:cubicBezTo>
                <a:cubicBezTo>
                  <a:pt x="555" y="484"/>
                  <a:pt x="546" y="480"/>
                  <a:pt x="538" y="473"/>
                </a:cubicBezTo>
                <a:cubicBezTo>
                  <a:pt x="436" y="371"/>
                  <a:pt x="436" y="371"/>
                  <a:pt x="436" y="371"/>
                </a:cubicBezTo>
                <a:cubicBezTo>
                  <a:pt x="538" y="268"/>
                  <a:pt x="538" y="268"/>
                  <a:pt x="538" y="268"/>
                </a:cubicBezTo>
                <a:cubicBezTo>
                  <a:pt x="546" y="261"/>
                  <a:pt x="555" y="257"/>
                  <a:pt x="566" y="257"/>
                </a:cubicBezTo>
                <a:cubicBezTo>
                  <a:pt x="576" y="257"/>
                  <a:pt x="586" y="261"/>
                  <a:pt x="593" y="268"/>
                </a:cubicBezTo>
                <a:cubicBezTo>
                  <a:pt x="696" y="371"/>
                  <a:pt x="696" y="371"/>
                  <a:pt x="696" y="371"/>
                </a:cubicBezTo>
                <a:lnTo>
                  <a:pt x="593" y="473"/>
                </a:lnTo>
                <a:close/>
              </a:path>
            </a:pathLst>
          </a:custGeom>
          <a:solidFill>
            <a:srgbClr val="68A5A2"/>
          </a:solidFill>
          <a:ln>
            <a:noFill/>
          </a:ln>
        </p:spPr>
        <p:txBody>
          <a:bodyPr lIns="121926" tIns="60963" rIns="121926" bIns="60963"/>
          <a:lstStyle/>
          <a:p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76" name="Freeform 10"/>
          <p:cNvSpPr>
            <a:spLocks noEditPoints="1"/>
          </p:cNvSpPr>
          <p:nvPr/>
        </p:nvSpPr>
        <p:spPr bwMode="auto">
          <a:xfrm>
            <a:off x="6641236" y="3479561"/>
            <a:ext cx="340740" cy="338850"/>
          </a:xfrm>
          <a:custGeom>
            <a:avLst/>
            <a:gdLst>
              <a:gd name="T0" fmla="*/ 14 w 68"/>
              <a:gd name="T1" fmla="*/ 25 h 68"/>
              <a:gd name="T2" fmla="*/ 15 w 68"/>
              <a:gd name="T3" fmla="*/ 20 h 68"/>
              <a:gd name="T4" fmla="*/ 17 w 68"/>
              <a:gd name="T5" fmla="*/ 17 h 68"/>
              <a:gd name="T6" fmla="*/ 20 w 68"/>
              <a:gd name="T7" fmla="*/ 14 h 68"/>
              <a:gd name="T8" fmla="*/ 26 w 68"/>
              <a:gd name="T9" fmla="*/ 13 h 68"/>
              <a:gd name="T10" fmla="*/ 22 w 68"/>
              <a:gd name="T11" fmla="*/ 17 h 68"/>
              <a:gd name="T12" fmla="*/ 17 w 68"/>
              <a:gd name="T13" fmla="*/ 21 h 68"/>
              <a:gd name="T14" fmla="*/ 55 w 68"/>
              <a:gd name="T15" fmla="*/ 50 h 68"/>
              <a:gd name="T16" fmla="*/ 67 w 68"/>
              <a:gd name="T17" fmla="*/ 63 h 68"/>
              <a:gd name="T18" fmla="*/ 63 w 68"/>
              <a:gd name="T19" fmla="*/ 67 h 68"/>
              <a:gd name="T20" fmla="*/ 43 w 68"/>
              <a:gd name="T21" fmla="*/ 59 h 68"/>
              <a:gd name="T22" fmla="*/ 19 w 68"/>
              <a:gd name="T23" fmla="*/ 59 h 68"/>
              <a:gd name="T24" fmla="*/ 3 w 68"/>
              <a:gd name="T25" fmla="*/ 42 h 68"/>
              <a:gd name="T26" fmla="*/ 0 w 68"/>
              <a:gd name="T27" fmla="*/ 31 h 68"/>
              <a:gd name="T28" fmla="*/ 9 w 68"/>
              <a:gd name="T29" fmla="*/ 9 h 68"/>
              <a:gd name="T30" fmla="*/ 43 w 68"/>
              <a:gd name="T31" fmla="*/ 2 h 68"/>
              <a:gd name="T32" fmla="*/ 43 w 68"/>
              <a:gd name="T33" fmla="*/ 2 h 68"/>
              <a:gd name="T34" fmla="*/ 53 w 68"/>
              <a:gd name="T35" fmla="*/ 9 h 68"/>
              <a:gd name="T36" fmla="*/ 60 w 68"/>
              <a:gd name="T37" fmla="*/ 19 h 68"/>
              <a:gd name="T38" fmla="*/ 60 w 68"/>
              <a:gd name="T39" fmla="*/ 42 h 68"/>
              <a:gd name="T40" fmla="*/ 41 w 68"/>
              <a:gd name="T41" fmla="*/ 7 h 68"/>
              <a:gd name="T42" fmla="*/ 31 w 68"/>
              <a:gd name="T43" fmla="*/ 6 h 68"/>
              <a:gd name="T44" fmla="*/ 8 w 68"/>
              <a:gd name="T45" fmla="*/ 21 h 68"/>
              <a:gd name="T46" fmla="*/ 8 w 68"/>
              <a:gd name="T47" fmla="*/ 40 h 68"/>
              <a:gd name="T48" fmla="*/ 13 w 68"/>
              <a:gd name="T49" fmla="*/ 48 h 68"/>
              <a:gd name="T50" fmla="*/ 31 w 68"/>
              <a:gd name="T51" fmla="*/ 56 h 68"/>
              <a:gd name="T52" fmla="*/ 49 w 68"/>
              <a:gd name="T53" fmla="*/ 49 h 68"/>
              <a:gd name="T54" fmla="*/ 54 w 68"/>
              <a:gd name="T55" fmla="*/ 40 h 68"/>
              <a:gd name="T56" fmla="*/ 54 w 68"/>
              <a:gd name="T57" fmla="*/ 21 h 68"/>
              <a:gd name="T58" fmla="*/ 49 w 68"/>
              <a:gd name="T59" fmla="*/ 13 h 68"/>
              <a:gd name="T60" fmla="*/ 41 w 68"/>
              <a:gd name="T61" fmla="*/ 7 h 68"/>
              <a:gd name="T62" fmla="*/ 48 w 68"/>
              <a:gd name="T63" fmla="*/ 31 h 68"/>
              <a:gd name="T64" fmla="*/ 49 w 68"/>
              <a:gd name="T65" fmla="*/ 29 h 68"/>
              <a:gd name="T66" fmla="*/ 50 w 68"/>
              <a:gd name="T67" fmla="*/ 38 h 68"/>
              <a:gd name="T68" fmla="*/ 45 w 68"/>
              <a:gd name="T69" fmla="*/ 45 h 68"/>
              <a:gd name="T70" fmla="*/ 31 w 68"/>
              <a:gd name="T71" fmla="*/ 51 h 68"/>
              <a:gd name="T72" fmla="*/ 31 w 68"/>
              <a:gd name="T73" fmla="*/ 47 h 68"/>
              <a:gd name="T74" fmla="*/ 43 w 68"/>
              <a:gd name="T75" fmla="*/ 42 h 68"/>
              <a:gd name="T76" fmla="*/ 46 w 68"/>
              <a:gd name="T77" fmla="*/ 37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68" h="68">
                <a:moveTo>
                  <a:pt x="16" y="24"/>
                </a:moveTo>
                <a:cubicBezTo>
                  <a:pt x="16" y="25"/>
                  <a:pt x="15" y="25"/>
                  <a:pt x="14" y="25"/>
                </a:cubicBezTo>
                <a:cubicBezTo>
                  <a:pt x="13" y="25"/>
                  <a:pt x="12" y="24"/>
                  <a:pt x="13" y="23"/>
                </a:cubicBezTo>
                <a:cubicBezTo>
                  <a:pt x="13" y="22"/>
                  <a:pt x="14" y="21"/>
                  <a:pt x="15" y="20"/>
                </a:cubicBezTo>
                <a:cubicBezTo>
                  <a:pt x="15" y="19"/>
                  <a:pt x="16" y="18"/>
                  <a:pt x="17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8" y="16"/>
                  <a:pt x="19" y="15"/>
                  <a:pt x="20" y="14"/>
                </a:cubicBezTo>
                <a:cubicBezTo>
                  <a:pt x="21" y="13"/>
                  <a:pt x="22" y="13"/>
                  <a:pt x="23" y="12"/>
                </a:cubicBezTo>
                <a:cubicBezTo>
                  <a:pt x="24" y="12"/>
                  <a:pt x="25" y="12"/>
                  <a:pt x="26" y="13"/>
                </a:cubicBezTo>
                <a:cubicBezTo>
                  <a:pt x="26" y="14"/>
                  <a:pt x="26" y="15"/>
                  <a:pt x="25" y="15"/>
                </a:cubicBezTo>
                <a:cubicBezTo>
                  <a:pt x="24" y="16"/>
                  <a:pt x="23" y="16"/>
                  <a:pt x="22" y="17"/>
                </a:cubicBezTo>
                <a:cubicBezTo>
                  <a:pt x="21" y="18"/>
                  <a:pt x="20" y="18"/>
                  <a:pt x="19" y="19"/>
                </a:cubicBezTo>
                <a:cubicBezTo>
                  <a:pt x="19" y="20"/>
                  <a:pt x="18" y="21"/>
                  <a:pt x="17" y="21"/>
                </a:cubicBezTo>
                <a:cubicBezTo>
                  <a:pt x="17" y="22"/>
                  <a:pt x="16" y="23"/>
                  <a:pt x="16" y="24"/>
                </a:cubicBezTo>
                <a:close/>
                <a:moveTo>
                  <a:pt x="55" y="50"/>
                </a:moveTo>
                <a:cubicBezTo>
                  <a:pt x="55" y="50"/>
                  <a:pt x="55" y="50"/>
                  <a:pt x="55" y="50"/>
                </a:cubicBezTo>
                <a:cubicBezTo>
                  <a:pt x="67" y="63"/>
                  <a:pt x="67" y="63"/>
                  <a:pt x="67" y="63"/>
                </a:cubicBezTo>
                <a:cubicBezTo>
                  <a:pt x="68" y="64"/>
                  <a:pt x="68" y="65"/>
                  <a:pt x="67" y="67"/>
                </a:cubicBezTo>
                <a:cubicBezTo>
                  <a:pt x="66" y="68"/>
                  <a:pt x="64" y="68"/>
                  <a:pt x="63" y="67"/>
                </a:cubicBezTo>
                <a:cubicBezTo>
                  <a:pt x="51" y="54"/>
                  <a:pt x="51" y="54"/>
                  <a:pt x="51" y="54"/>
                </a:cubicBezTo>
                <a:cubicBezTo>
                  <a:pt x="48" y="56"/>
                  <a:pt x="46" y="58"/>
                  <a:pt x="43" y="59"/>
                </a:cubicBezTo>
                <a:cubicBezTo>
                  <a:pt x="39" y="61"/>
                  <a:pt x="35" y="61"/>
                  <a:pt x="31" y="61"/>
                </a:cubicBezTo>
                <a:cubicBezTo>
                  <a:pt x="27" y="61"/>
                  <a:pt x="23" y="61"/>
                  <a:pt x="19" y="59"/>
                </a:cubicBezTo>
                <a:cubicBezTo>
                  <a:pt x="16" y="58"/>
                  <a:pt x="12" y="55"/>
                  <a:pt x="9" y="52"/>
                </a:cubicBezTo>
                <a:cubicBezTo>
                  <a:pt x="7" y="50"/>
                  <a:pt x="4" y="46"/>
                  <a:pt x="3" y="42"/>
                </a:cubicBezTo>
                <a:cubicBezTo>
                  <a:pt x="3" y="42"/>
                  <a:pt x="3" y="42"/>
                  <a:pt x="3" y="42"/>
                </a:cubicBezTo>
                <a:cubicBezTo>
                  <a:pt x="1" y="39"/>
                  <a:pt x="0" y="35"/>
                  <a:pt x="0" y="31"/>
                </a:cubicBezTo>
                <a:cubicBezTo>
                  <a:pt x="0" y="27"/>
                  <a:pt x="1" y="23"/>
                  <a:pt x="3" y="19"/>
                </a:cubicBezTo>
                <a:cubicBezTo>
                  <a:pt x="4" y="15"/>
                  <a:pt x="7" y="12"/>
                  <a:pt x="9" y="9"/>
                </a:cubicBezTo>
                <a:cubicBezTo>
                  <a:pt x="15" y="3"/>
                  <a:pt x="23" y="0"/>
                  <a:pt x="31" y="0"/>
                </a:cubicBezTo>
                <a:cubicBezTo>
                  <a:pt x="35" y="0"/>
                  <a:pt x="39" y="1"/>
                  <a:pt x="43" y="2"/>
                </a:cubicBezTo>
                <a:cubicBezTo>
                  <a:pt x="43" y="2"/>
                  <a:pt x="43" y="2"/>
                  <a:pt x="43" y="2"/>
                </a:cubicBezTo>
                <a:cubicBezTo>
                  <a:pt x="43" y="2"/>
                  <a:pt x="43" y="2"/>
                  <a:pt x="43" y="2"/>
                </a:cubicBezTo>
                <a:cubicBezTo>
                  <a:pt x="47" y="4"/>
                  <a:pt x="50" y="6"/>
                  <a:pt x="53" y="9"/>
                </a:cubicBezTo>
                <a:cubicBezTo>
                  <a:pt x="53" y="9"/>
                  <a:pt x="53" y="9"/>
                  <a:pt x="53" y="9"/>
                </a:cubicBezTo>
                <a:cubicBezTo>
                  <a:pt x="56" y="12"/>
                  <a:pt x="58" y="15"/>
                  <a:pt x="60" y="19"/>
                </a:cubicBezTo>
                <a:cubicBezTo>
                  <a:pt x="60" y="19"/>
                  <a:pt x="60" y="19"/>
                  <a:pt x="60" y="19"/>
                </a:cubicBezTo>
                <a:cubicBezTo>
                  <a:pt x="61" y="23"/>
                  <a:pt x="62" y="27"/>
                  <a:pt x="62" y="31"/>
                </a:cubicBezTo>
                <a:cubicBezTo>
                  <a:pt x="62" y="35"/>
                  <a:pt x="61" y="39"/>
                  <a:pt x="60" y="42"/>
                </a:cubicBezTo>
                <a:cubicBezTo>
                  <a:pt x="58" y="45"/>
                  <a:pt x="57" y="48"/>
                  <a:pt x="55" y="50"/>
                </a:cubicBezTo>
                <a:close/>
                <a:moveTo>
                  <a:pt x="41" y="7"/>
                </a:moveTo>
                <a:cubicBezTo>
                  <a:pt x="41" y="7"/>
                  <a:pt x="41" y="7"/>
                  <a:pt x="41" y="7"/>
                </a:cubicBezTo>
                <a:cubicBezTo>
                  <a:pt x="38" y="6"/>
                  <a:pt x="35" y="6"/>
                  <a:pt x="31" y="6"/>
                </a:cubicBezTo>
                <a:cubicBezTo>
                  <a:pt x="24" y="6"/>
                  <a:pt x="18" y="8"/>
                  <a:pt x="13" y="13"/>
                </a:cubicBezTo>
                <a:cubicBezTo>
                  <a:pt x="11" y="15"/>
                  <a:pt x="9" y="18"/>
                  <a:pt x="8" y="21"/>
                </a:cubicBezTo>
                <a:cubicBezTo>
                  <a:pt x="7" y="24"/>
                  <a:pt x="6" y="27"/>
                  <a:pt x="6" y="31"/>
                </a:cubicBezTo>
                <a:cubicBezTo>
                  <a:pt x="6" y="34"/>
                  <a:pt x="7" y="37"/>
                  <a:pt x="8" y="40"/>
                </a:cubicBezTo>
                <a:cubicBezTo>
                  <a:pt x="8" y="40"/>
                  <a:pt x="8" y="40"/>
                  <a:pt x="8" y="40"/>
                </a:cubicBezTo>
                <a:cubicBezTo>
                  <a:pt x="9" y="43"/>
                  <a:pt x="11" y="46"/>
                  <a:pt x="13" y="48"/>
                </a:cubicBezTo>
                <a:cubicBezTo>
                  <a:pt x="16" y="51"/>
                  <a:pt x="18" y="53"/>
                  <a:pt x="22" y="54"/>
                </a:cubicBezTo>
                <a:cubicBezTo>
                  <a:pt x="24" y="55"/>
                  <a:pt x="28" y="56"/>
                  <a:pt x="31" y="56"/>
                </a:cubicBezTo>
                <a:cubicBezTo>
                  <a:pt x="35" y="56"/>
                  <a:pt x="38" y="55"/>
                  <a:pt x="41" y="54"/>
                </a:cubicBezTo>
                <a:cubicBezTo>
                  <a:pt x="44" y="53"/>
                  <a:pt x="47" y="51"/>
                  <a:pt x="49" y="49"/>
                </a:cubicBezTo>
                <a:cubicBezTo>
                  <a:pt x="49" y="48"/>
                  <a:pt x="49" y="48"/>
                  <a:pt x="49" y="48"/>
                </a:cubicBezTo>
                <a:cubicBezTo>
                  <a:pt x="51" y="46"/>
                  <a:pt x="53" y="43"/>
                  <a:pt x="54" y="40"/>
                </a:cubicBezTo>
                <a:cubicBezTo>
                  <a:pt x="56" y="37"/>
                  <a:pt x="56" y="34"/>
                  <a:pt x="56" y="31"/>
                </a:cubicBezTo>
                <a:cubicBezTo>
                  <a:pt x="56" y="27"/>
                  <a:pt x="56" y="24"/>
                  <a:pt x="54" y="21"/>
                </a:cubicBezTo>
                <a:cubicBezTo>
                  <a:pt x="54" y="21"/>
                  <a:pt x="54" y="21"/>
                  <a:pt x="54" y="21"/>
                </a:cubicBezTo>
                <a:cubicBezTo>
                  <a:pt x="53" y="18"/>
                  <a:pt x="51" y="15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7" y="11"/>
                  <a:pt x="44" y="9"/>
                  <a:pt x="41" y="7"/>
                </a:cubicBezTo>
                <a:cubicBezTo>
                  <a:pt x="41" y="7"/>
                  <a:pt x="41" y="7"/>
                  <a:pt x="41" y="7"/>
                </a:cubicBezTo>
                <a:close/>
                <a:moveTo>
                  <a:pt x="48" y="31"/>
                </a:moveTo>
                <a:cubicBezTo>
                  <a:pt x="48" y="31"/>
                  <a:pt x="48" y="31"/>
                  <a:pt x="48" y="31"/>
                </a:cubicBezTo>
                <a:cubicBezTo>
                  <a:pt x="48" y="30"/>
                  <a:pt x="48" y="29"/>
                  <a:pt x="49" y="29"/>
                </a:cubicBezTo>
                <a:cubicBezTo>
                  <a:pt x="50" y="29"/>
                  <a:pt x="51" y="30"/>
                  <a:pt x="51" y="31"/>
                </a:cubicBezTo>
                <a:cubicBezTo>
                  <a:pt x="51" y="33"/>
                  <a:pt x="51" y="36"/>
                  <a:pt x="50" y="38"/>
                </a:cubicBezTo>
                <a:cubicBezTo>
                  <a:pt x="50" y="38"/>
                  <a:pt x="50" y="38"/>
                  <a:pt x="50" y="38"/>
                </a:cubicBezTo>
                <a:cubicBezTo>
                  <a:pt x="49" y="41"/>
                  <a:pt x="47" y="43"/>
                  <a:pt x="45" y="45"/>
                </a:cubicBezTo>
                <a:cubicBezTo>
                  <a:pt x="43" y="47"/>
                  <a:pt x="41" y="48"/>
                  <a:pt x="39" y="49"/>
                </a:cubicBezTo>
                <a:cubicBezTo>
                  <a:pt x="36" y="50"/>
                  <a:pt x="34" y="51"/>
                  <a:pt x="31" y="51"/>
                </a:cubicBezTo>
                <a:cubicBezTo>
                  <a:pt x="30" y="51"/>
                  <a:pt x="29" y="50"/>
                  <a:pt x="29" y="49"/>
                </a:cubicBezTo>
                <a:cubicBezTo>
                  <a:pt x="29" y="48"/>
                  <a:pt x="30" y="47"/>
                  <a:pt x="31" y="47"/>
                </a:cubicBezTo>
                <a:cubicBezTo>
                  <a:pt x="33" y="47"/>
                  <a:pt x="35" y="47"/>
                  <a:pt x="37" y="46"/>
                </a:cubicBezTo>
                <a:cubicBezTo>
                  <a:pt x="39" y="45"/>
                  <a:pt x="41" y="44"/>
                  <a:pt x="43" y="42"/>
                </a:cubicBezTo>
                <a:cubicBezTo>
                  <a:pt x="44" y="41"/>
                  <a:pt x="46" y="39"/>
                  <a:pt x="46" y="37"/>
                </a:cubicBezTo>
                <a:cubicBezTo>
                  <a:pt x="46" y="37"/>
                  <a:pt x="46" y="37"/>
                  <a:pt x="46" y="37"/>
                </a:cubicBezTo>
                <a:cubicBezTo>
                  <a:pt x="47" y="35"/>
                  <a:pt x="48" y="33"/>
                  <a:pt x="48" y="31"/>
                </a:cubicBezTo>
                <a:close/>
              </a:path>
            </a:pathLst>
          </a:custGeom>
          <a:solidFill>
            <a:srgbClr val="68A5A2"/>
          </a:solidFill>
          <a:ln>
            <a:noFill/>
          </a:ln>
        </p:spPr>
        <p:txBody>
          <a:bodyPr lIns="121926" tIns="60963" rIns="121926" bIns="60963"/>
          <a:lstStyle/>
          <a:p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77" name="Freeform 11"/>
          <p:cNvSpPr>
            <a:spLocks noEditPoints="1"/>
          </p:cNvSpPr>
          <p:nvPr/>
        </p:nvSpPr>
        <p:spPr bwMode="auto">
          <a:xfrm>
            <a:off x="5667697" y="2479955"/>
            <a:ext cx="319576" cy="368499"/>
          </a:xfrm>
          <a:custGeom>
            <a:avLst/>
            <a:gdLst>
              <a:gd name="T0" fmla="*/ 14 w 64"/>
              <a:gd name="T1" fmla="*/ 55 h 74"/>
              <a:gd name="T2" fmla="*/ 49 w 64"/>
              <a:gd name="T3" fmla="*/ 53 h 74"/>
              <a:gd name="T4" fmla="*/ 49 w 64"/>
              <a:gd name="T5" fmla="*/ 57 h 74"/>
              <a:gd name="T6" fmla="*/ 8 w 64"/>
              <a:gd name="T7" fmla="*/ 0 h 74"/>
              <a:gd name="T8" fmla="*/ 41 w 64"/>
              <a:gd name="T9" fmla="*/ 0 h 74"/>
              <a:gd name="T10" fmla="*/ 64 w 64"/>
              <a:gd name="T11" fmla="*/ 22 h 74"/>
              <a:gd name="T12" fmla="*/ 64 w 64"/>
              <a:gd name="T13" fmla="*/ 24 h 74"/>
              <a:gd name="T14" fmla="*/ 62 w 64"/>
              <a:gd name="T15" fmla="*/ 72 h 74"/>
              <a:gd name="T16" fmla="*/ 62 w 64"/>
              <a:gd name="T17" fmla="*/ 72 h 74"/>
              <a:gd name="T18" fmla="*/ 8 w 64"/>
              <a:gd name="T19" fmla="*/ 74 h 74"/>
              <a:gd name="T20" fmla="*/ 0 w 64"/>
              <a:gd name="T21" fmla="*/ 66 h 74"/>
              <a:gd name="T22" fmla="*/ 2 w 64"/>
              <a:gd name="T23" fmla="*/ 3 h 74"/>
              <a:gd name="T24" fmla="*/ 39 w 64"/>
              <a:gd name="T25" fmla="*/ 6 h 74"/>
              <a:gd name="T26" fmla="*/ 8 w 64"/>
              <a:gd name="T27" fmla="*/ 6 h 74"/>
              <a:gd name="T28" fmla="*/ 6 w 64"/>
              <a:gd name="T29" fmla="*/ 8 h 74"/>
              <a:gd name="T30" fmla="*/ 6 w 64"/>
              <a:gd name="T31" fmla="*/ 68 h 74"/>
              <a:gd name="T32" fmla="*/ 8 w 64"/>
              <a:gd name="T33" fmla="*/ 68 h 74"/>
              <a:gd name="T34" fmla="*/ 58 w 64"/>
              <a:gd name="T35" fmla="*/ 68 h 74"/>
              <a:gd name="T36" fmla="*/ 59 w 64"/>
              <a:gd name="T37" fmla="*/ 66 h 74"/>
              <a:gd name="T38" fmla="*/ 46 w 64"/>
              <a:gd name="T39" fmla="*/ 25 h 74"/>
              <a:gd name="T40" fmla="*/ 41 w 64"/>
              <a:gd name="T41" fmla="*/ 23 h 74"/>
              <a:gd name="T42" fmla="*/ 39 w 64"/>
              <a:gd name="T43" fmla="*/ 6 h 74"/>
              <a:gd name="T44" fmla="*/ 56 w 64"/>
              <a:gd name="T45" fmla="*/ 22 h 74"/>
              <a:gd name="T46" fmla="*/ 43 w 64"/>
              <a:gd name="T47" fmla="*/ 19 h 74"/>
              <a:gd name="T48" fmla="*/ 44 w 64"/>
              <a:gd name="T49" fmla="*/ 21 h 74"/>
              <a:gd name="T50" fmla="*/ 56 w 64"/>
              <a:gd name="T51" fmla="*/ 22 h 74"/>
              <a:gd name="T52" fmla="*/ 16 w 64"/>
              <a:gd name="T53" fmla="*/ 33 h 74"/>
              <a:gd name="T54" fmla="*/ 16 w 64"/>
              <a:gd name="T55" fmla="*/ 29 h 74"/>
              <a:gd name="T56" fmla="*/ 50 w 64"/>
              <a:gd name="T57" fmla="*/ 31 h 74"/>
              <a:gd name="T58" fmla="*/ 16 w 64"/>
              <a:gd name="T59" fmla="*/ 33 h 74"/>
              <a:gd name="T60" fmla="*/ 16 w 64"/>
              <a:gd name="T61" fmla="*/ 45 h 74"/>
              <a:gd name="T62" fmla="*/ 16 w 64"/>
              <a:gd name="T63" fmla="*/ 41 h 74"/>
              <a:gd name="T64" fmla="*/ 50 w 64"/>
              <a:gd name="T65" fmla="*/ 43 h 74"/>
              <a:gd name="T66" fmla="*/ 16 w 64"/>
              <a:gd name="T67" fmla="*/ 45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64" h="74">
                <a:moveTo>
                  <a:pt x="16" y="57"/>
                </a:moveTo>
                <a:cubicBezTo>
                  <a:pt x="15" y="57"/>
                  <a:pt x="14" y="56"/>
                  <a:pt x="14" y="55"/>
                </a:cubicBezTo>
                <a:cubicBezTo>
                  <a:pt x="14" y="54"/>
                  <a:pt x="15" y="53"/>
                  <a:pt x="16" y="53"/>
                </a:cubicBezTo>
                <a:cubicBezTo>
                  <a:pt x="49" y="53"/>
                  <a:pt x="49" y="53"/>
                  <a:pt x="49" y="53"/>
                </a:cubicBezTo>
                <a:cubicBezTo>
                  <a:pt x="50" y="53"/>
                  <a:pt x="50" y="54"/>
                  <a:pt x="50" y="55"/>
                </a:cubicBezTo>
                <a:cubicBezTo>
                  <a:pt x="50" y="56"/>
                  <a:pt x="50" y="57"/>
                  <a:pt x="49" y="57"/>
                </a:cubicBezTo>
                <a:cubicBezTo>
                  <a:pt x="16" y="57"/>
                  <a:pt x="16" y="57"/>
                  <a:pt x="16" y="57"/>
                </a:cubicBezTo>
                <a:close/>
                <a:moveTo>
                  <a:pt x="8" y="0"/>
                </a:moveTo>
                <a:cubicBezTo>
                  <a:pt x="8" y="0"/>
                  <a:pt x="8" y="0"/>
                  <a:pt x="8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42" y="0"/>
                  <a:pt x="43" y="1"/>
                  <a:pt x="43" y="1"/>
                </a:cubicBezTo>
                <a:cubicBezTo>
                  <a:pt x="64" y="22"/>
                  <a:pt x="64" y="22"/>
                  <a:pt x="64" y="22"/>
                </a:cubicBezTo>
                <a:cubicBezTo>
                  <a:pt x="64" y="22"/>
                  <a:pt x="64" y="23"/>
                  <a:pt x="64" y="24"/>
                </a:cubicBezTo>
                <a:cubicBezTo>
                  <a:pt x="64" y="24"/>
                  <a:pt x="64" y="24"/>
                  <a:pt x="64" y="24"/>
                </a:cubicBezTo>
                <a:cubicBezTo>
                  <a:pt x="64" y="66"/>
                  <a:pt x="64" y="66"/>
                  <a:pt x="64" y="66"/>
                </a:cubicBezTo>
                <a:cubicBezTo>
                  <a:pt x="64" y="68"/>
                  <a:pt x="64" y="70"/>
                  <a:pt x="62" y="72"/>
                </a:cubicBezTo>
                <a:cubicBezTo>
                  <a:pt x="62" y="72"/>
                  <a:pt x="62" y="72"/>
                  <a:pt x="62" y="72"/>
                </a:cubicBezTo>
                <a:cubicBezTo>
                  <a:pt x="62" y="72"/>
                  <a:pt x="62" y="72"/>
                  <a:pt x="62" y="72"/>
                </a:cubicBezTo>
                <a:cubicBezTo>
                  <a:pt x="61" y="73"/>
                  <a:pt x="59" y="74"/>
                  <a:pt x="57" y="74"/>
                </a:cubicBezTo>
                <a:cubicBezTo>
                  <a:pt x="8" y="74"/>
                  <a:pt x="8" y="74"/>
                  <a:pt x="8" y="74"/>
                </a:cubicBezTo>
                <a:cubicBezTo>
                  <a:pt x="6" y="74"/>
                  <a:pt x="4" y="73"/>
                  <a:pt x="2" y="72"/>
                </a:cubicBezTo>
                <a:cubicBezTo>
                  <a:pt x="1" y="70"/>
                  <a:pt x="0" y="68"/>
                  <a:pt x="0" y="66"/>
                </a:cubicBezTo>
                <a:cubicBezTo>
                  <a:pt x="0" y="8"/>
                  <a:pt x="0" y="8"/>
                  <a:pt x="0" y="8"/>
                </a:cubicBezTo>
                <a:cubicBezTo>
                  <a:pt x="0" y="6"/>
                  <a:pt x="1" y="4"/>
                  <a:pt x="2" y="3"/>
                </a:cubicBezTo>
                <a:cubicBezTo>
                  <a:pt x="4" y="1"/>
                  <a:pt x="6" y="0"/>
                  <a:pt x="8" y="0"/>
                </a:cubicBezTo>
                <a:close/>
                <a:moveTo>
                  <a:pt x="39" y="6"/>
                </a:moveTo>
                <a:cubicBezTo>
                  <a:pt x="39" y="6"/>
                  <a:pt x="39" y="6"/>
                  <a:pt x="39" y="6"/>
                </a:cubicBezTo>
                <a:cubicBezTo>
                  <a:pt x="8" y="6"/>
                  <a:pt x="8" y="6"/>
                  <a:pt x="8" y="6"/>
                </a:cubicBezTo>
                <a:cubicBezTo>
                  <a:pt x="7" y="6"/>
                  <a:pt x="7" y="6"/>
                  <a:pt x="6" y="7"/>
                </a:cubicBezTo>
                <a:cubicBezTo>
                  <a:pt x="6" y="7"/>
                  <a:pt x="6" y="8"/>
                  <a:pt x="6" y="8"/>
                </a:cubicBezTo>
                <a:cubicBezTo>
                  <a:pt x="6" y="66"/>
                  <a:pt x="6" y="66"/>
                  <a:pt x="6" y="66"/>
                </a:cubicBezTo>
                <a:cubicBezTo>
                  <a:pt x="6" y="67"/>
                  <a:pt x="6" y="67"/>
                  <a:pt x="6" y="68"/>
                </a:cubicBezTo>
                <a:cubicBezTo>
                  <a:pt x="6" y="68"/>
                  <a:pt x="6" y="68"/>
                  <a:pt x="6" y="68"/>
                </a:cubicBezTo>
                <a:cubicBezTo>
                  <a:pt x="7" y="68"/>
                  <a:pt x="7" y="68"/>
                  <a:pt x="8" y="68"/>
                </a:cubicBezTo>
                <a:cubicBezTo>
                  <a:pt x="57" y="68"/>
                  <a:pt x="57" y="68"/>
                  <a:pt x="57" y="68"/>
                </a:cubicBezTo>
                <a:cubicBezTo>
                  <a:pt x="57" y="68"/>
                  <a:pt x="58" y="68"/>
                  <a:pt x="58" y="68"/>
                </a:cubicBezTo>
                <a:cubicBezTo>
                  <a:pt x="58" y="68"/>
                  <a:pt x="58" y="68"/>
                  <a:pt x="58" y="68"/>
                </a:cubicBezTo>
                <a:cubicBezTo>
                  <a:pt x="59" y="67"/>
                  <a:pt x="59" y="67"/>
                  <a:pt x="59" y="66"/>
                </a:cubicBezTo>
                <a:cubicBezTo>
                  <a:pt x="59" y="25"/>
                  <a:pt x="59" y="25"/>
                  <a:pt x="59" y="25"/>
                </a:cubicBezTo>
                <a:cubicBezTo>
                  <a:pt x="46" y="25"/>
                  <a:pt x="46" y="25"/>
                  <a:pt x="46" y="25"/>
                </a:cubicBezTo>
                <a:cubicBezTo>
                  <a:pt x="44" y="25"/>
                  <a:pt x="43" y="25"/>
                  <a:pt x="41" y="24"/>
                </a:cubicBezTo>
                <a:cubicBezTo>
                  <a:pt x="41" y="23"/>
                  <a:pt x="41" y="23"/>
                  <a:pt x="41" y="23"/>
                </a:cubicBezTo>
                <a:cubicBezTo>
                  <a:pt x="40" y="22"/>
                  <a:pt x="39" y="21"/>
                  <a:pt x="39" y="19"/>
                </a:cubicBezTo>
                <a:cubicBezTo>
                  <a:pt x="39" y="6"/>
                  <a:pt x="39" y="6"/>
                  <a:pt x="39" y="6"/>
                </a:cubicBezTo>
                <a:close/>
                <a:moveTo>
                  <a:pt x="56" y="22"/>
                </a:moveTo>
                <a:cubicBezTo>
                  <a:pt x="56" y="22"/>
                  <a:pt x="56" y="22"/>
                  <a:pt x="56" y="22"/>
                </a:cubicBezTo>
                <a:cubicBezTo>
                  <a:pt x="43" y="9"/>
                  <a:pt x="43" y="9"/>
                  <a:pt x="43" y="9"/>
                </a:cubicBezTo>
                <a:cubicBezTo>
                  <a:pt x="43" y="19"/>
                  <a:pt x="43" y="19"/>
                  <a:pt x="43" y="19"/>
                </a:cubicBezTo>
                <a:cubicBezTo>
                  <a:pt x="43" y="20"/>
                  <a:pt x="43" y="21"/>
                  <a:pt x="44" y="21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2"/>
                  <a:pt x="45" y="22"/>
                  <a:pt x="46" y="22"/>
                </a:cubicBezTo>
                <a:cubicBezTo>
                  <a:pt x="56" y="22"/>
                  <a:pt x="56" y="22"/>
                  <a:pt x="56" y="22"/>
                </a:cubicBezTo>
                <a:close/>
                <a:moveTo>
                  <a:pt x="16" y="33"/>
                </a:moveTo>
                <a:cubicBezTo>
                  <a:pt x="16" y="33"/>
                  <a:pt x="16" y="33"/>
                  <a:pt x="16" y="33"/>
                </a:cubicBezTo>
                <a:cubicBezTo>
                  <a:pt x="15" y="33"/>
                  <a:pt x="14" y="32"/>
                  <a:pt x="14" y="31"/>
                </a:cubicBezTo>
                <a:cubicBezTo>
                  <a:pt x="14" y="30"/>
                  <a:pt x="15" y="29"/>
                  <a:pt x="16" y="29"/>
                </a:cubicBezTo>
                <a:cubicBezTo>
                  <a:pt x="49" y="29"/>
                  <a:pt x="49" y="29"/>
                  <a:pt x="49" y="29"/>
                </a:cubicBezTo>
                <a:cubicBezTo>
                  <a:pt x="50" y="29"/>
                  <a:pt x="50" y="30"/>
                  <a:pt x="50" y="31"/>
                </a:cubicBezTo>
                <a:cubicBezTo>
                  <a:pt x="50" y="32"/>
                  <a:pt x="50" y="33"/>
                  <a:pt x="49" y="33"/>
                </a:cubicBezTo>
                <a:cubicBezTo>
                  <a:pt x="16" y="33"/>
                  <a:pt x="16" y="33"/>
                  <a:pt x="16" y="33"/>
                </a:cubicBezTo>
                <a:close/>
                <a:moveTo>
                  <a:pt x="16" y="45"/>
                </a:moveTo>
                <a:cubicBezTo>
                  <a:pt x="16" y="45"/>
                  <a:pt x="16" y="45"/>
                  <a:pt x="16" y="45"/>
                </a:cubicBezTo>
                <a:cubicBezTo>
                  <a:pt x="15" y="45"/>
                  <a:pt x="14" y="44"/>
                  <a:pt x="14" y="43"/>
                </a:cubicBezTo>
                <a:cubicBezTo>
                  <a:pt x="14" y="42"/>
                  <a:pt x="15" y="41"/>
                  <a:pt x="16" y="41"/>
                </a:cubicBezTo>
                <a:cubicBezTo>
                  <a:pt x="49" y="41"/>
                  <a:pt x="49" y="41"/>
                  <a:pt x="49" y="41"/>
                </a:cubicBezTo>
                <a:cubicBezTo>
                  <a:pt x="50" y="41"/>
                  <a:pt x="50" y="42"/>
                  <a:pt x="50" y="43"/>
                </a:cubicBezTo>
                <a:cubicBezTo>
                  <a:pt x="50" y="44"/>
                  <a:pt x="50" y="45"/>
                  <a:pt x="49" y="45"/>
                </a:cubicBezTo>
                <a:cubicBezTo>
                  <a:pt x="16" y="45"/>
                  <a:pt x="16" y="45"/>
                  <a:pt x="16" y="45"/>
                </a:cubicBezTo>
                <a:close/>
              </a:path>
            </a:pathLst>
          </a:custGeom>
          <a:solidFill>
            <a:srgbClr val="68A5A2"/>
          </a:solidFill>
          <a:ln>
            <a:noFill/>
          </a:ln>
        </p:spPr>
        <p:txBody>
          <a:bodyPr lIns="121926" tIns="60963" rIns="121926" bIns="60963"/>
          <a:lstStyle/>
          <a:p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78" name="Freeform 12"/>
          <p:cNvSpPr>
            <a:spLocks noEditPoints="1"/>
          </p:cNvSpPr>
          <p:nvPr/>
        </p:nvSpPr>
        <p:spPr bwMode="auto">
          <a:xfrm>
            <a:off x="5642301" y="4430459"/>
            <a:ext cx="370369" cy="345202"/>
          </a:xfrm>
          <a:custGeom>
            <a:avLst/>
            <a:gdLst>
              <a:gd name="T0" fmla="*/ 58 w 74"/>
              <a:gd name="T1" fmla="*/ 39 h 69"/>
              <a:gd name="T2" fmla="*/ 61 w 74"/>
              <a:gd name="T3" fmla="*/ 36 h 69"/>
              <a:gd name="T4" fmla="*/ 63 w 74"/>
              <a:gd name="T5" fmla="*/ 39 h 69"/>
              <a:gd name="T6" fmla="*/ 63 w 74"/>
              <a:gd name="T7" fmla="*/ 66 h 69"/>
              <a:gd name="T8" fmla="*/ 61 w 74"/>
              <a:gd name="T9" fmla="*/ 69 h 69"/>
              <a:gd name="T10" fmla="*/ 61 w 74"/>
              <a:gd name="T11" fmla="*/ 69 h 69"/>
              <a:gd name="T12" fmla="*/ 14 w 74"/>
              <a:gd name="T13" fmla="*/ 69 h 69"/>
              <a:gd name="T14" fmla="*/ 11 w 74"/>
              <a:gd name="T15" fmla="*/ 66 h 69"/>
              <a:gd name="T16" fmla="*/ 11 w 74"/>
              <a:gd name="T17" fmla="*/ 66 h 69"/>
              <a:gd name="T18" fmla="*/ 11 w 74"/>
              <a:gd name="T19" fmla="*/ 39 h 69"/>
              <a:gd name="T20" fmla="*/ 14 w 74"/>
              <a:gd name="T21" fmla="*/ 36 h 69"/>
              <a:gd name="T22" fmla="*/ 17 w 74"/>
              <a:gd name="T23" fmla="*/ 39 h 69"/>
              <a:gd name="T24" fmla="*/ 17 w 74"/>
              <a:gd name="T25" fmla="*/ 63 h 69"/>
              <a:gd name="T26" fmla="*/ 26 w 74"/>
              <a:gd name="T27" fmla="*/ 63 h 69"/>
              <a:gd name="T28" fmla="*/ 26 w 74"/>
              <a:gd name="T29" fmla="*/ 36 h 69"/>
              <a:gd name="T30" fmla="*/ 28 w 74"/>
              <a:gd name="T31" fmla="*/ 34 h 69"/>
              <a:gd name="T32" fmla="*/ 28 w 74"/>
              <a:gd name="T33" fmla="*/ 34 h 69"/>
              <a:gd name="T34" fmla="*/ 47 w 74"/>
              <a:gd name="T35" fmla="*/ 34 h 69"/>
              <a:gd name="T36" fmla="*/ 49 w 74"/>
              <a:gd name="T37" fmla="*/ 36 h 69"/>
              <a:gd name="T38" fmla="*/ 49 w 74"/>
              <a:gd name="T39" fmla="*/ 36 h 69"/>
              <a:gd name="T40" fmla="*/ 49 w 74"/>
              <a:gd name="T41" fmla="*/ 63 h 69"/>
              <a:gd name="T42" fmla="*/ 58 w 74"/>
              <a:gd name="T43" fmla="*/ 63 h 69"/>
              <a:gd name="T44" fmla="*/ 58 w 74"/>
              <a:gd name="T45" fmla="*/ 39 h 69"/>
              <a:gd name="T46" fmla="*/ 29 w 74"/>
              <a:gd name="T47" fmla="*/ 63 h 69"/>
              <a:gd name="T48" fmla="*/ 29 w 74"/>
              <a:gd name="T49" fmla="*/ 63 h 69"/>
              <a:gd name="T50" fmla="*/ 45 w 74"/>
              <a:gd name="T51" fmla="*/ 63 h 69"/>
              <a:gd name="T52" fmla="*/ 45 w 74"/>
              <a:gd name="T53" fmla="*/ 37 h 69"/>
              <a:gd name="T54" fmla="*/ 29 w 74"/>
              <a:gd name="T55" fmla="*/ 37 h 69"/>
              <a:gd name="T56" fmla="*/ 29 w 74"/>
              <a:gd name="T57" fmla="*/ 63 h 69"/>
              <a:gd name="T58" fmla="*/ 5 w 74"/>
              <a:gd name="T59" fmla="*/ 39 h 69"/>
              <a:gd name="T60" fmla="*/ 5 w 74"/>
              <a:gd name="T61" fmla="*/ 39 h 69"/>
              <a:gd name="T62" fmla="*/ 1 w 74"/>
              <a:gd name="T63" fmla="*/ 39 h 69"/>
              <a:gd name="T64" fmla="*/ 1 w 74"/>
              <a:gd name="T65" fmla="*/ 35 h 69"/>
              <a:gd name="T66" fmla="*/ 35 w 74"/>
              <a:gd name="T67" fmla="*/ 1 h 69"/>
              <a:gd name="T68" fmla="*/ 39 w 74"/>
              <a:gd name="T69" fmla="*/ 1 h 69"/>
              <a:gd name="T70" fmla="*/ 39 w 74"/>
              <a:gd name="T71" fmla="*/ 1 h 69"/>
              <a:gd name="T72" fmla="*/ 73 w 74"/>
              <a:gd name="T73" fmla="*/ 35 h 69"/>
              <a:gd name="T74" fmla="*/ 73 w 74"/>
              <a:gd name="T75" fmla="*/ 39 h 69"/>
              <a:gd name="T76" fmla="*/ 69 w 74"/>
              <a:gd name="T77" fmla="*/ 39 h 69"/>
              <a:gd name="T78" fmla="*/ 37 w 74"/>
              <a:gd name="T79" fmla="*/ 7 h 69"/>
              <a:gd name="T80" fmla="*/ 5 w 74"/>
              <a:gd name="T81" fmla="*/ 3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4" h="69">
                <a:moveTo>
                  <a:pt x="58" y="39"/>
                </a:moveTo>
                <a:cubicBezTo>
                  <a:pt x="58" y="37"/>
                  <a:pt x="59" y="36"/>
                  <a:pt x="61" y="36"/>
                </a:cubicBezTo>
                <a:cubicBezTo>
                  <a:pt x="62" y="36"/>
                  <a:pt x="63" y="37"/>
                  <a:pt x="63" y="39"/>
                </a:cubicBezTo>
                <a:cubicBezTo>
                  <a:pt x="63" y="66"/>
                  <a:pt x="63" y="66"/>
                  <a:pt x="63" y="66"/>
                </a:cubicBezTo>
                <a:cubicBezTo>
                  <a:pt x="63" y="68"/>
                  <a:pt x="62" y="69"/>
                  <a:pt x="61" y="69"/>
                </a:cubicBezTo>
                <a:cubicBezTo>
                  <a:pt x="61" y="69"/>
                  <a:pt x="61" y="69"/>
                  <a:pt x="61" y="69"/>
                </a:cubicBezTo>
                <a:cubicBezTo>
                  <a:pt x="14" y="69"/>
                  <a:pt x="14" y="69"/>
                  <a:pt x="14" y="69"/>
                </a:cubicBezTo>
                <a:cubicBezTo>
                  <a:pt x="12" y="69"/>
                  <a:pt x="11" y="68"/>
                  <a:pt x="11" y="66"/>
                </a:cubicBezTo>
                <a:cubicBezTo>
                  <a:pt x="11" y="66"/>
                  <a:pt x="11" y="66"/>
                  <a:pt x="11" y="66"/>
                </a:cubicBezTo>
                <a:cubicBezTo>
                  <a:pt x="11" y="39"/>
                  <a:pt x="11" y="39"/>
                  <a:pt x="11" y="39"/>
                </a:cubicBezTo>
                <a:cubicBezTo>
                  <a:pt x="11" y="37"/>
                  <a:pt x="12" y="36"/>
                  <a:pt x="14" y="36"/>
                </a:cubicBezTo>
                <a:cubicBezTo>
                  <a:pt x="16" y="36"/>
                  <a:pt x="17" y="37"/>
                  <a:pt x="17" y="39"/>
                </a:cubicBezTo>
                <a:cubicBezTo>
                  <a:pt x="17" y="63"/>
                  <a:pt x="17" y="63"/>
                  <a:pt x="17" y="63"/>
                </a:cubicBezTo>
                <a:cubicBezTo>
                  <a:pt x="26" y="63"/>
                  <a:pt x="26" y="63"/>
                  <a:pt x="26" y="63"/>
                </a:cubicBezTo>
                <a:cubicBezTo>
                  <a:pt x="26" y="36"/>
                  <a:pt x="26" y="36"/>
                  <a:pt x="26" y="36"/>
                </a:cubicBezTo>
                <a:cubicBezTo>
                  <a:pt x="26" y="35"/>
                  <a:pt x="27" y="34"/>
                  <a:pt x="28" y="34"/>
                </a:cubicBezTo>
                <a:cubicBezTo>
                  <a:pt x="28" y="34"/>
                  <a:pt x="28" y="34"/>
                  <a:pt x="28" y="34"/>
                </a:cubicBezTo>
                <a:cubicBezTo>
                  <a:pt x="47" y="34"/>
                  <a:pt x="47" y="34"/>
                  <a:pt x="47" y="34"/>
                </a:cubicBezTo>
                <a:cubicBezTo>
                  <a:pt x="48" y="34"/>
                  <a:pt x="49" y="35"/>
                  <a:pt x="49" y="36"/>
                </a:cubicBezTo>
                <a:cubicBezTo>
                  <a:pt x="49" y="36"/>
                  <a:pt x="49" y="36"/>
                  <a:pt x="49" y="36"/>
                </a:cubicBezTo>
                <a:cubicBezTo>
                  <a:pt x="49" y="63"/>
                  <a:pt x="49" y="63"/>
                  <a:pt x="49" y="63"/>
                </a:cubicBezTo>
                <a:cubicBezTo>
                  <a:pt x="58" y="63"/>
                  <a:pt x="58" y="63"/>
                  <a:pt x="58" y="63"/>
                </a:cubicBezTo>
                <a:cubicBezTo>
                  <a:pt x="58" y="39"/>
                  <a:pt x="58" y="39"/>
                  <a:pt x="58" y="39"/>
                </a:cubicBezTo>
                <a:close/>
                <a:moveTo>
                  <a:pt x="29" y="63"/>
                </a:moveTo>
                <a:cubicBezTo>
                  <a:pt x="29" y="63"/>
                  <a:pt x="29" y="63"/>
                  <a:pt x="29" y="63"/>
                </a:cubicBezTo>
                <a:cubicBezTo>
                  <a:pt x="45" y="63"/>
                  <a:pt x="45" y="63"/>
                  <a:pt x="45" y="63"/>
                </a:cubicBezTo>
                <a:cubicBezTo>
                  <a:pt x="45" y="37"/>
                  <a:pt x="45" y="37"/>
                  <a:pt x="45" y="37"/>
                </a:cubicBezTo>
                <a:cubicBezTo>
                  <a:pt x="29" y="37"/>
                  <a:pt x="29" y="37"/>
                  <a:pt x="29" y="37"/>
                </a:cubicBezTo>
                <a:cubicBezTo>
                  <a:pt x="29" y="63"/>
                  <a:pt x="29" y="63"/>
                  <a:pt x="29" y="63"/>
                </a:cubicBezTo>
                <a:close/>
                <a:moveTo>
                  <a:pt x="5" y="39"/>
                </a:moveTo>
                <a:cubicBezTo>
                  <a:pt x="5" y="39"/>
                  <a:pt x="5" y="39"/>
                  <a:pt x="5" y="39"/>
                </a:cubicBezTo>
                <a:cubicBezTo>
                  <a:pt x="4" y="40"/>
                  <a:pt x="2" y="40"/>
                  <a:pt x="1" y="39"/>
                </a:cubicBezTo>
                <a:cubicBezTo>
                  <a:pt x="0" y="38"/>
                  <a:pt x="0" y="36"/>
                  <a:pt x="1" y="35"/>
                </a:cubicBezTo>
                <a:cubicBezTo>
                  <a:pt x="35" y="1"/>
                  <a:pt x="35" y="1"/>
                  <a:pt x="35" y="1"/>
                </a:cubicBezTo>
                <a:cubicBezTo>
                  <a:pt x="36" y="0"/>
                  <a:pt x="38" y="0"/>
                  <a:pt x="39" y="1"/>
                </a:cubicBezTo>
                <a:cubicBezTo>
                  <a:pt x="39" y="1"/>
                  <a:pt x="39" y="1"/>
                  <a:pt x="39" y="1"/>
                </a:cubicBezTo>
                <a:cubicBezTo>
                  <a:pt x="73" y="35"/>
                  <a:pt x="73" y="35"/>
                  <a:pt x="73" y="35"/>
                </a:cubicBezTo>
                <a:cubicBezTo>
                  <a:pt x="74" y="36"/>
                  <a:pt x="74" y="38"/>
                  <a:pt x="73" y="39"/>
                </a:cubicBezTo>
                <a:cubicBezTo>
                  <a:pt x="72" y="40"/>
                  <a:pt x="70" y="40"/>
                  <a:pt x="69" y="39"/>
                </a:cubicBezTo>
                <a:cubicBezTo>
                  <a:pt x="37" y="7"/>
                  <a:pt x="37" y="7"/>
                  <a:pt x="37" y="7"/>
                </a:cubicBezTo>
                <a:cubicBezTo>
                  <a:pt x="5" y="39"/>
                  <a:pt x="5" y="39"/>
                  <a:pt x="5" y="39"/>
                </a:cubicBezTo>
                <a:close/>
              </a:path>
            </a:pathLst>
          </a:custGeom>
          <a:solidFill>
            <a:srgbClr val="68A5A2"/>
          </a:solidFill>
          <a:ln>
            <a:noFill/>
          </a:ln>
        </p:spPr>
        <p:txBody>
          <a:bodyPr lIns="121926" tIns="60963" rIns="121926" bIns="60963"/>
          <a:lstStyle/>
          <a:p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79" name="Freeform 13"/>
          <p:cNvSpPr>
            <a:spLocks noEditPoints="1"/>
          </p:cNvSpPr>
          <p:nvPr/>
        </p:nvSpPr>
        <p:spPr bwMode="auto">
          <a:xfrm>
            <a:off x="4658179" y="3464737"/>
            <a:ext cx="378833" cy="370616"/>
          </a:xfrm>
          <a:custGeom>
            <a:avLst/>
            <a:gdLst>
              <a:gd name="T0" fmla="*/ 27 w 76"/>
              <a:gd name="T1" fmla="*/ 29 h 74"/>
              <a:gd name="T2" fmla="*/ 76 w 76"/>
              <a:gd name="T3" fmla="*/ 32 h 74"/>
              <a:gd name="T4" fmla="*/ 76 w 76"/>
              <a:gd name="T5" fmla="*/ 65 h 74"/>
              <a:gd name="T6" fmla="*/ 73 w 76"/>
              <a:gd name="T7" fmla="*/ 68 h 74"/>
              <a:gd name="T8" fmla="*/ 52 w 76"/>
              <a:gd name="T9" fmla="*/ 70 h 74"/>
              <a:gd name="T10" fmla="*/ 62 w 76"/>
              <a:gd name="T11" fmla="*/ 72 h 74"/>
              <a:gd name="T12" fmla="*/ 39 w 76"/>
              <a:gd name="T13" fmla="*/ 74 h 74"/>
              <a:gd name="T14" fmla="*/ 39 w 76"/>
              <a:gd name="T15" fmla="*/ 70 h 74"/>
              <a:gd name="T16" fmla="*/ 47 w 76"/>
              <a:gd name="T17" fmla="*/ 68 h 74"/>
              <a:gd name="T18" fmla="*/ 24 w 76"/>
              <a:gd name="T19" fmla="*/ 65 h 74"/>
              <a:gd name="T20" fmla="*/ 24 w 76"/>
              <a:gd name="T21" fmla="*/ 32 h 74"/>
              <a:gd name="T22" fmla="*/ 37 w 76"/>
              <a:gd name="T23" fmla="*/ 0 h 74"/>
              <a:gd name="T24" fmla="*/ 11 w 76"/>
              <a:gd name="T25" fmla="*/ 10 h 74"/>
              <a:gd name="T26" fmla="*/ 11 w 76"/>
              <a:gd name="T27" fmla="*/ 62 h 74"/>
              <a:gd name="T28" fmla="*/ 19 w 76"/>
              <a:gd name="T29" fmla="*/ 62 h 74"/>
              <a:gd name="T30" fmla="*/ 17 w 76"/>
              <a:gd name="T31" fmla="*/ 38 h 74"/>
              <a:gd name="T32" fmla="*/ 21 w 76"/>
              <a:gd name="T33" fmla="*/ 43 h 74"/>
              <a:gd name="T34" fmla="*/ 21 w 76"/>
              <a:gd name="T35" fmla="*/ 43 h 74"/>
              <a:gd name="T36" fmla="*/ 25 w 76"/>
              <a:gd name="T37" fmla="*/ 18 h 74"/>
              <a:gd name="T38" fmla="*/ 35 w 76"/>
              <a:gd name="T39" fmla="*/ 25 h 74"/>
              <a:gd name="T40" fmla="*/ 39 w 76"/>
              <a:gd name="T41" fmla="*/ 21 h 74"/>
              <a:gd name="T42" fmla="*/ 51 w 76"/>
              <a:gd name="T43" fmla="*/ 18 h 74"/>
              <a:gd name="T44" fmla="*/ 56 w 76"/>
              <a:gd name="T45" fmla="*/ 25 h 74"/>
              <a:gd name="T46" fmla="*/ 58 w 76"/>
              <a:gd name="T47" fmla="*/ 14 h 74"/>
              <a:gd name="T48" fmla="*/ 66 w 76"/>
              <a:gd name="T49" fmla="*/ 25 h 74"/>
              <a:gd name="T50" fmla="*/ 63 w 76"/>
              <a:gd name="T51" fmla="*/ 10 h 74"/>
              <a:gd name="T52" fmla="*/ 56 w 76"/>
              <a:gd name="T53" fmla="*/ 11 h 74"/>
              <a:gd name="T54" fmla="*/ 53 w 76"/>
              <a:gd name="T55" fmla="*/ 13 h 74"/>
              <a:gd name="T56" fmla="*/ 49 w 76"/>
              <a:gd name="T57" fmla="*/ 8 h 74"/>
              <a:gd name="T58" fmla="*/ 42 w 76"/>
              <a:gd name="T59" fmla="*/ 6 h 74"/>
              <a:gd name="T60" fmla="*/ 49 w 76"/>
              <a:gd name="T61" fmla="*/ 13 h 74"/>
              <a:gd name="T62" fmla="*/ 48 w 76"/>
              <a:gd name="T63" fmla="*/ 15 h 74"/>
              <a:gd name="T64" fmla="*/ 39 w 76"/>
              <a:gd name="T65" fmla="*/ 5 h 74"/>
              <a:gd name="T66" fmla="*/ 35 w 76"/>
              <a:gd name="T67" fmla="*/ 5 h 74"/>
              <a:gd name="T68" fmla="*/ 35 w 76"/>
              <a:gd name="T69" fmla="*/ 17 h 74"/>
              <a:gd name="T70" fmla="*/ 25 w 76"/>
              <a:gd name="T71" fmla="*/ 15 h 74"/>
              <a:gd name="T72" fmla="*/ 32 w 76"/>
              <a:gd name="T73" fmla="*/ 6 h 74"/>
              <a:gd name="T74" fmla="*/ 25 w 76"/>
              <a:gd name="T75" fmla="*/ 8 h 74"/>
              <a:gd name="T76" fmla="*/ 22 w 76"/>
              <a:gd name="T77" fmla="*/ 11 h 74"/>
              <a:gd name="T78" fmla="*/ 19 w 76"/>
              <a:gd name="T79" fmla="*/ 11 h 74"/>
              <a:gd name="T80" fmla="*/ 16 w 76"/>
              <a:gd name="T81" fmla="*/ 14 h 74"/>
              <a:gd name="T82" fmla="*/ 20 w 76"/>
              <a:gd name="T83" fmla="*/ 16 h 74"/>
              <a:gd name="T84" fmla="*/ 6 w 76"/>
              <a:gd name="T85" fmla="*/ 35 h 74"/>
              <a:gd name="T86" fmla="*/ 16 w 76"/>
              <a:gd name="T87" fmla="*/ 14 h 74"/>
              <a:gd name="T88" fmla="*/ 70 w 76"/>
              <a:gd name="T89" fmla="*/ 35 h 74"/>
              <a:gd name="T90" fmla="*/ 29 w 76"/>
              <a:gd name="T91" fmla="*/ 62 h 74"/>
              <a:gd name="T92" fmla="*/ 70 w 76"/>
              <a:gd name="T93" fmla="*/ 35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76" h="74">
                <a:moveTo>
                  <a:pt x="26" y="29"/>
                </a:moveTo>
                <a:cubicBezTo>
                  <a:pt x="27" y="29"/>
                  <a:pt x="27" y="29"/>
                  <a:pt x="27" y="29"/>
                </a:cubicBezTo>
                <a:cubicBezTo>
                  <a:pt x="73" y="29"/>
                  <a:pt x="73" y="29"/>
                  <a:pt x="73" y="29"/>
                </a:cubicBezTo>
                <a:cubicBezTo>
                  <a:pt x="74" y="29"/>
                  <a:pt x="76" y="31"/>
                  <a:pt x="76" y="32"/>
                </a:cubicBezTo>
                <a:cubicBezTo>
                  <a:pt x="76" y="32"/>
                  <a:pt x="76" y="32"/>
                  <a:pt x="76" y="32"/>
                </a:cubicBezTo>
                <a:cubicBezTo>
                  <a:pt x="76" y="65"/>
                  <a:pt x="76" y="65"/>
                  <a:pt x="76" y="65"/>
                </a:cubicBezTo>
                <a:cubicBezTo>
                  <a:pt x="76" y="66"/>
                  <a:pt x="74" y="68"/>
                  <a:pt x="73" y="68"/>
                </a:cubicBezTo>
                <a:cubicBezTo>
                  <a:pt x="73" y="68"/>
                  <a:pt x="73" y="68"/>
                  <a:pt x="73" y="68"/>
                </a:cubicBezTo>
                <a:cubicBezTo>
                  <a:pt x="52" y="68"/>
                  <a:pt x="52" y="68"/>
                  <a:pt x="52" y="68"/>
                </a:cubicBezTo>
                <a:cubicBezTo>
                  <a:pt x="52" y="70"/>
                  <a:pt x="52" y="70"/>
                  <a:pt x="52" y="70"/>
                </a:cubicBezTo>
                <a:cubicBezTo>
                  <a:pt x="61" y="70"/>
                  <a:pt x="61" y="70"/>
                  <a:pt x="61" y="70"/>
                </a:cubicBezTo>
                <a:cubicBezTo>
                  <a:pt x="62" y="70"/>
                  <a:pt x="62" y="71"/>
                  <a:pt x="62" y="72"/>
                </a:cubicBezTo>
                <a:cubicBezTo>
                  <a:pt x="62" y="73"/>
                  <a:pt x="62" y="74"/>
                  <a:pt x="61" y="74"/>
                </a:cubicBezTo>
                <a:cubicBezTo>
                  <a:pt x="39" y="74"/>
                  <a:pt x="39" y="74"/>
                  <a:pt x="39" y="74"/>
                </a:cubicBezTo>
                <a:cubicBezTo>
                  <a:pt x="38" y="74"/>
                  <a:pt x="37" y="73"/>
                  <a:pt x="37" y="72"/>
                </a:cubicBezTo>
                <a:cubicBezTo>
                  <a:pt x="37" y="71"/>
                  <a:pt x="38" y="70"/>
                  <a:pt x="39" y="70"/>
                </a:cubicBezTo>
                <a:cubicBezTo>
                  <a:pt x="47" y="70"/>
                  <a:pt x="47" y="70"/>
                  <a:pt x="47" y="70"/>
                </a:cubicBezTo>
                <a:cubicBezTo>
                  <a:pt x="47" y="68"/>
                  <a:pt x="47" y="68"/>
                  <a:pt x="47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5" y="68"/>
                  <a:pt x="24" y="66"/>
                  <a:pt x="24" y="65"/>
                </a:cubicBezTo>
                <a:cubicBezTo>
                  <a:pt x="24" y="65"/>
                  <a:pt x="24" y="65"/>
                  <a:pt x="24" y="65"/>
                </a:cubicBezTo>
                <a:cubicBezTo>
                  <a:pt x="24" y="32"/>
                  <a:pt x="24" y="32"/>
                  <a:pt x="24" y="32"/>
                </a:cubicBezTo>
                <a:cubicBezTo>
                  <a:pt x="24" y="31"/>
                  <a:pt x="25" y="29"/>
                  <a:pt x="26" y="29"/>
                </a:cubicBezTo>
                <a:close/>
                <a:moveTo>
                  <a:pt x="37" y="0"/>
                </a:moveTo>
                <a:cubicBezTo>
                  <a:pt x="37" y="0"/>
                  <a:pt x="37" y="0"/>
                  <a:pt x="37" y="0"/>
                </a:cubicBezTo>
                <a:cubicBezTo>
                  <a:pt x="27" y="0"/>
                  <a:pt x="18" y="4"/>
                  <a:pt x="11" y="10"/>
                </a:cubicBezTo>
                <a:cubicBezTo>
                  <a:pt x="4" y="17"/>
                  <a:pt x="0" y="26"/>
                  <a:pt x="0" y="36"/>
                </a:cubicBezTo>
                <a:cubicBezTo>
                  <a:pt x="0" y="46"/>
                  <a:pt x="4" y="56"/>
                  <a:pt x="11" y="62"/>
                </a:cubicBezTo>
                <a:cubicBezTo>
                  <a:pt x="13" y="64"/>
                  <a:pt x="14" y="65"/>
                  <a:pt x="16" y="66"/>
                </a:cubicBezTo>
                <a:cubicBezTo>
                  <a:pt x="19" y="69"/>
                  <a:pt x="22" y="64"/>
                  <a:pt x="19" y="62"/>
                </a:cubicBezTo>
                <a:cubicBezTo>
                  <a:pt x="12" y="56"/>
                  <a:pt x="7" y="48"/>
                  <a:pt x="6" y="38"/>
                </a:cubicBezTo>
                <a:cubicBezTo>
                  <a:pt x="17" y="38"/>
                  <a:pt x="17" y="38"/>
                  <a:pt x="17" y="38"/>
                </a:cubicBezTo>
                <a:cubicBezTo>
                  <a:pt x="17" y="40"/>
                  <a:pt x="17" y="42"/>
                  <a:pt x="17" y="44"/>
                </a:cubicBezTo>
                <a:cubicBezTo>
                  <a:pt x="17" y="46"/>
                  <a:pt x="21" y="46"/>
                  <a:pt x="21" y="43"/>
                </a:cubicBezTo>
                <a:cubicBezTo>
                  <a:pt x="21" y="43"/>
                  <a:pt x="21" y="43"/>
                  <a:pt x="21" y="43"/>
                </a:cubicBezTo>
                <a:cubicBezTo>
                  <a:pt x="21" y="43"/>
                  <a:pt x="21" y="43"/>
                  <a:pt x="21" y="43"/>
                </a:cubicBezTo>
                <a:cubicBezTo>
                  <a:pt x="20" y="35"/>
                  <a:pt x="20" y="25"/>
                  <a:pt x="23" y="18"/>
                </a:cubicBezTo>
                <a:cubicBezTo>
                  <a:pt x="24" y="18"/>
                  <a:pt x="24" y="18"/>
                  <a:pt x="25" y="18"/>
                </a:cubicBezTo>
                <a:cubicBezTo>
                  <a:pt x="28" y="20"/>
                  <a:pt x="32" y="20"/>
                  <a:pt x="35" y="21"/>
                </a:cubicBezTo>
                <a:cubicBezTo>
                  <a:pt x="35" y="25"/>
                  <a:pt x="35" y="25"/>
                  <a:pt x="35" y="25"/>
                </a:cubicBezTo>
                <a:cubicBezTo>
                  <a:pt x="35" y="27"/>
                  <a:pt x="39" y="27"/>
                  <a:pt x="39" y="25"/>
                </a:cubicBezTo>
                <a:cubicBezTo>
                  <a:pt x="39" y="21"/>
                  <a:pt x="39" y="21"/>
                  <a:pt x="39" y="21"/>
                </a:cubicBezTo>
                <a:cubicBezTo>
                  <a:pt x="43" y="20"/>
                  <a:pt x="46" y="20"/>
                  <a:pt x="50" y="18"/>
                </a:cubicBezTo>
                <a:cubicBezTo>
                  <a:pt x="50" y="18"/>
                  <a:pt x="50" y="18"/>
                  <a:pt x="51" y="18"/>
                </a:cubicBezTo>
                <a:cubicBezTo>
                  <a:pt x="52" y="20"/>
                  <a:pt x="53" y="23"/>
                  <a:pt x="53" y="26"/>
                </a:cubicBezTo>
                <a:cubicBezTo>
                  <a:pt x="54" y="28"/>
                  <a:pt x="57" y="27"/>
                  <a:pt x="56" y="25"/>
                </a:cubicBezTo>
                <a:cubicBezTo>
                  <a:pt x="56" y="22"/>
                  <a:pt x="55" y="19"/>
                  <a:pt x="54" y="16"/>
                </a:cubicBezTo>
                <a:cubicBezTo>
                  <a:pt x="56" y="15"/>
                  <a:pt x="57" y="15"/>
                  <a:pt x="58" y="14"/>
                </a:cubicBezTo>
                <a:cubicBezTo>
                  <a:pt x="59" y="14"/>
                  <a:pt x="59" y="14"/>
                  <a:pt x="59" y="14"/>
                </a:cubicBezTo>
                <a:cubicBezTo>
                  <a:pt x="62" y="17"/>
                  <a:pt x="65" y="21"/>
                  <a:pt x="66" y="25"/>
                </a:cubicBezTo>
                <a:cubicBezTo>
                  <a:pt x="68" y="29"/>
                  <a:pt x="73" y="26"/>
                  <a:pt x="71" y="23"/>
                </a:cubicBezTo>
                <a:cubicBezTo>
                  <a:pt x="70" y="18"/>
                  <a:pt x="67" y="14"/>
                  <a:pt x="63" y="10"/>
                </a:cubicBezTo>
                <a:cubicBezTo>
                  <a:pt x="56" y="4"/>
                  <a:pt x="47" y="0"/>
                  <a:pt x="37" y="0"/>
                </a:cubicBezTo>
                <a:close/>
                <a:moveTo>
                  <a:pt x="56" y="11"/>
                </a:moveTo>
                <a:cubicBezTo>
                  <a:pt x="56" y="11"/>
                  <a:pt x="56" y="11"/>
                  <a:pt x="56" y="11"/>
                </a:cubicBezTo>
                <a:cubicBezTo>
                  <a:pt x="55" y="12"/>
                  <a:pt x="54" y="13"/>
                  <a:pt x="53" y="13"/>
                </a:cubicBezTo>
                <a:cubicBezTo>
                  <a:pt x="52" y="13"/>
                  <a:pt x="52" y="12"/>
                  <a:pt x="52" y="11"/>
                </a:cubicBezTo>
                <a:cubicBezTo>
                  <a:pt x="51" y="10"/>
                  <a:pt x="50" y="9"/>
                  <a:pt x="49" y="8"/>
                </a:cubicBezTo>
                <a:cubicBezTo>
                  <a:pt x="52" y="9"/>
                  <a:pt x="54" y="10"/>
                  <a:pt x="56" y="11"/>
                </a:cubicBezTo>
                <a:close/>
                <a:moveTo>
                  <a:pt x="42" y="6"/>
                </a:moveTo>
                <a:cubicBezTo>
                  <a:pt x="42" y="6"/>
                  <a:pt x="42" y="6"/>
                  <a:pt x="42" y="6"/>
                </a:cubicBezTo>
                <a:cubicBezTo>
                  <a:pt x="45" y="7"/>
                  <a:pt x="47" y="10"/>
                  <a:pt x="49" y="13"/>
                </a:cubicBezTo>
                <a:cubicBezTo>
                  <a:pt x="49" y="14"/>
                  <a:pt x="49" y="14"/>
                  <a:pt x="50" y="15"/>
                </a:cubicBezTo>
                <a:cubicBezTo>
                  <a:pt x="49" y="15"/>
                  <a:pt x="49" y="15"/>
                  <a:pt x="48" y="15"/>
                </a:cubicBezTo>
                <a:cubicBezTo>
                  <a:pt x="45" y="16"/>
                  <a:pt x="42" y="17"/>
                  <a:pt x="39" y="17"/>
                </a:cubicBezTo>
                <a:cubicBezTo>
                  <a:pt x="39" y="5"/>
                  <a:pt x="39" y="5"/>
                  <a:pt x="39" y="5"/>
                </a:cubicBezTo>
                <a:cubicBezTo>
                  <a:pt x="40" y="5"/>
                  <a:pt x="41" y="5"/>
                  <a:pt x="42" y="6"/>
                </a:cubicBezTo>
                <a:close/>
                <a:moveTo>
                  <a:pt x="35" y="5"/>
                </a:moveTo>
                <a:cubicBezTo>
                  <a:pt x="35" y="5"/>
                  <a:pt x="35" y="5"/>
                  <a:pt x="35" y="5"/>
                </a:cubicBezTo>
                <a:cubicBezTo>
                  <a:pt x="35" y="17"/>
                  <a:pt x="35" y="17"/>
                  <a:pt x="35" y="17"/>
                </a:cubicBezTo>
                <a:cubicBezTo>
                  <a:pt x="32" y="17"/>
                  <a:pt x="29" y="16"/>
                  <a:pt x="26" y="15"/>
                </a:cubicBezTo>
                <a:cubicBezTo>
                  <a:pt x="25" y="15"/>
                  <a:pt x="25" y="15"/>
                  <a:pt x="25" y="15"/>
                </a:cubicBezTo>
                <a:cubicBezTo>
                  <a:pt x="25" y="14"/>
                  <a:pt x="25" y="14"/>
                  <a:pt x="25" y="13"/>
                </a:cubicBezTo>
                <a:cubicBezTo>
                  <a:pt x="27" y="10"/>
                  <a:pt x="30" y="7"/>
                  <a:pt x="32" y="6"/>
                </a:cubicBezTo>
                <a:cubicBezTo>
                  <a:pt x="33" y="5"/>
                  <a:pt x="34" y="5"/>
                  <a:pt x="35" y="5"/>
                </a:cubicBezTo>
                <a:close/>
                <a:moveTo>
                  <a:pt x="25" y="8"/>
                </a:moveTo>
                <a:cubicBezTo>
                  <a:pt x="25" y="8"/>
                  <a:pt x="25" y="8"/>
                  <a:pt x="25" y="8"/>
                </a:cubicBezTo>
                <a:cubicBezTo>
                  <a:pt x="24" y="9"/>
                  <a:pt x="23" y="10"/>
                  <a:pt x="22" y="11"/>
                </a:cubicBezTo>
                <a:cubicBezTo>
                  <a:pt x="22" y="12"/>
                  <a:pt x="22" y="13"/>
                  <a:pt x="22" y="13"/>
                </a:cubicBezTo>
                <a:cubicBezTo>
                  <a:pt x="21" y="13"/>
                  <a:pt x="20" y="12"/>
                  <a:pt x="19" y="11"/>
                </a:cubicBezTo>
                <a:cubicBezTo>
                  <a:pt x="21" y="10"/>
                  <a:pt x="23" y="9"/>
                  <a:pt x="25" y="8"/>
                </a:cubicBezTo>
                <a:close/>
                <a:moveTo>
                  <a:pt x="16" y="14"/>
                </a:moveTo>
                <a:cubicBezTo>
                  <a:pt x="16" y="14"/>
                  <a:pt x="16" y="14"/>
                  <a:pt x="16" y="14"/>
                </a:cubicBezTo>
                <a:cubicBezTo>
                  <a:pt x="17" y="15"/>
                  <a:pt x="19" y="15"/>
                  <a:pt x="20" y="16"/>
                </a:cubicBezTo>
                <a:cubicBezTo>
                  <a:pt x="18" y="22"/>
                  <a:pt x="17" y="28"/>
                  <a:pt x="17" y="35"/>
                </a:cubicBezTo>
                <a:cubicBezTo>
                  <a:pt x="6" y="35"/>
                  <a:pt x="6" y="35"/>
                  <a:pt x="6" y="35"/>
                </a:cubicBezTo>
                <a:cubicBezTo>
                  <a:pt x="6" y="27"/>
                  <a:pt x="10" y="20"/>
                  <a:pt x="15" y="14"/>
                </a:cubicBezTo>
                <a:cubicBezTo>
                  <a:pt x="15" y="14"/>
                  <a:pt x="16" y="14"/>
                  <a:pt x="16" y="14"/>
                </a:cubicBezTo>
                <a:close/>
                <a:moveTo>
                  <a:pt x="70" y="35"/>
                </a:moveTo>
                <a:cubicBezTo>
                  <a:pt x="70" y="35"/>
                  <a:pt x="70" y="35"/>
                  <a:pt x="70" y="35"/>
                </a:cubicBezTo>
                <a:cubicBezTo>
                  <a:pt x="29" y="35"/>
                  <a:pt x="29" y="35"/>
                  <a:pt x="29" y="35"/>
                </a:cubicBezTo>
                <a:cubicBezTo>
                  <a:pt x="29" y="62"/>
                  <a:pt x="29" y="62"/>
                  <a:pt x="29" y="62"/>
                </a:cubicBezTo>
                <a:cubicBezTo>
                  <a:pt x="70" y="62"/>
                  <a:pt x="70" y="62"/>
                  <a:pt x="70" y="62"/>
                </a:cubicBezTo>
                <a:cubicBezTo>
                  <a:pt x="70" y="35"/>
                  <a:pt x="70" y="35"/>
                  <a:pt x="70" y="35"/>
                </a:cubicBezTo>
                <a:close/>
              </a:path>
            </a:pathLst>
          </a:custGeom>
          <a:solidFill>
            <a:srgbClr val="68A5A2"/>
          </a:solidFill>
          <a:ln>
            <a:noFill/>
          </a:ln>
        </p:spPr>
        <p:txBody>
          <a:bodyPr lIns="121926" tIns="60963" rIns="121926" bIns="60963"/>
          <a:lstStyle/>
          <a:p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80" name="Line 14"/>
          <p:cNvSpPr>
            <a:spLocks noChangeShapeType="1"/>
          </p:cNvSpPr>
          <p:nvPr/>
        </p:nvSpPr>
        <p:spPr bwMode="auto">
          <a:xfrm flipH="1">
            <a:off x="3845484" y="2206758"/>
            <a:ext cx="1343908" cy="0"/>
          </a:xfrm>
          <a:prstGeom prst="line">
            <a:avLst/>
          </a:prstGeom>
          <a:noFill/>
          <a:ln w="6350">
            <a:solidFill>
              <a:srgbClr val="68A5A2"/>
            </a:solidFill>
            <a:rou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26" tIns="60963" rIns="121926" bIns="60963"/>
          <a:lstStyle/>
          <a:p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81" name="Rectangle 15"/>
          <p:cNvSpPr>
            <a:spLocks noChangeArrowheads="1"/>
          </p:cNvSpPr>
          <p:nvPr/>
        </p:nvSpPr>
        <p:spPr bwMode="auto">
          <a:xfrm>
            <a:off x="1828563" y="2109339"/>
            <a:ext cx="201692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r">
              <a:buFont typeface="Arial" panose="020B0604020202020204" pitchFamily="34" charset="0"/>
              <a:buNone/>
            </a:pPr>
            <a:r>
              <a:rPr lang="zh-CN" altLang="en-US" sz="1300" b="1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点此替换文本 01</a:t>
            </a:r>
            <a:endParaRPr lang="zh-CN" altLang="en-US" sz="1300" b="1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  <a:p>
            <a:pPr algn="r">
              <a:buFont typeface="Arial" panose="020B0604020202020204" pitchFamily="34" charset="0"/>
              <a:buNone/>
            </a:pPr>
            <a:r>
              <a:rPr 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We have many PowerPoint </a:t>
            </a:r>
            <a:r>
              <a:rPr lang="zh-CN" alt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templates</a:t>
            </a:r>
            <a:r>
              <a:rPr 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 that has been specifically designed</a:t>
            </a:r>
            <a:r>
              <a:rPr lang="zh-CN" alt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.</a:t>
            </a:r>
            <a:endParaRPr lang="zh-CN" altLang="en-US" sz="11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82" name="Line 16"/>
          <p:cNvSpPr>
            <a:spLocks noChangeShapeType="1"/>
          </p:cNvSpPr>
          <p:nvPr/>
        </p:nvSpPr>
        <p:spPr bwMode="auto">
          <a:xfrm flipH="1">
            <a:off x="2946018" y="4178439"/>
            <a:ext cx="1343909" cy="0"/>
          </a:xfrm>
          <a:prstGeom prst="line">
            <a:avLst/>
          </a:prstGeom>
          <a:noFill/>
          <a:ln w="6350">
            <a:solidFill>
              <a:srgbClr val="68A5A2"/>
            </a:solidFill>
            <a:rou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26" tIns="60963" rIns="121926" bIns="60963"/>
          <a:lstStyle/>
          <a:p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83" name="Rectangle 17"/>
          <p:cNvSpPr>
            <a:spLocks noChangeArrowheads="1"/>
          </p:cNvSpPr>
          <p:nvPr/>
        </p:nvSpPr>
        <p:spPr bwMode="auto">
          <a:xfrm>
            <a:off x="831769" y="4081020"/>
            <a:ext cx="201692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r">
              <a:buFont typeface="Arial" panose="020B0604020202020204" pitchFamily="34" charset="0"/>
              <a:buNone/>
            </a:pPr>
            <a:r>
              <a:rPr lang="zh-CN" altLang="en-US" sz="1300" b="1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点此替换文本 0</a:t>
            </a:r>
            <a:r>
              <a:rPr lang="en-US" altLang="en-US" sz="1300" b="1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2</a:t>
            </a:r>
            <a:endParaRPr lang="zh-CN" altLang="en-US" sz="1300" b="1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  <a:p>
            <a:pPr algn="r">
              <a:buFont typeface="Arial" panose="020B0604020202020204" pitchFamily="34" charset="0"/>
              <a:buNone/>
            </a:pPr>
            <a:r>
              <a:rPr 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We have many PowerPoint </a:t>
            </a:r>
            <a:r>
              <a:rPr lang="zh-CN" alt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templates</a:t>
            </a:r>
            <a:r>
              <a:rPr 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 that has been specifically designed</a:t>
            </a:r>
            <a:r>
              <a:rPr lang="zh-CN" alt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.</a:t>
            </a:r>
            <a:endParaRPr lang="zh-CN" altLang="en-US" sz="11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84" name="Line 18"/>
          <p:cNvSpPr>
            <a:spLocks noChangeShapeType="1"/>
          </p:cNvSpPr>
          <p:nvPr/>
        </p:nvSpPr>
        <p:spPr bwMode="auto">
          <a:xfrm>
            <a:off x="7360810" y="3051764"/>
            <a:ext cx="1367189" cy="0"/>
          </a:xfrm>
          <a:prstGeom prst="line">
            <a:avLst/>
          </a:prstGeom>
          <a:noFill/>
          <a:ln w="6350">
            <a:solidFill>
              <a:srgbClr val="68A5A2"/>
            </a:solidFill>
            <a:rou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26" tIns="60963" rIns="121926" bIns="60963"/>
          <a:lstStyle/>
          <a:p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85" name="Rectangle 19"/>
          <p:cNvSpPr>
            <a:spLocks noChangeArrowheads="1"/>
          </p:cNvSpPr>
          <p:nvPr/>
        </p:nvSpPr>
        <p:spPr bwMode="auto">
          <a:xfrm>
            <a:off x="8852865" y="2954345"/>
            <a:ext cx="201692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1300" b="1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点此替换文本 0</a:t>
            </a:r>
            <a:r>
              <a:rPr lang="en-US" altLang="en-US" sz="1300" b="1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3</a:t>
            </a:r>
            <a:endParaRPr lang="zh-CN" altLang="en-US" sz="1300" b="1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100">
                <a:latin typeface="Times New Roman" panose="02020603050405020304"/>
                <a:ea typeface="方正清刻本悦宋简体"/>
                <a:sym typeface="Times New Roman" panose="02020603050405020304"/>
              </a:rPr>
              <a:t>We have many PowerPoint </a:t>
            </a:r>
            <a:r>
              <a:rPr lang="zh-CN" alt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templates</a:t>
            </a:r>
            <a:r>
              <a:rPr 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 that has been specifically designed</a:t>
            </a:r>
            <a:r>
              <a:rPr lang="zh-CN" alt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.</a:t>
            </a:r>
            <a:endParaRPr lang="zh-CN" altLang="en-US" sz="11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86" name="Line 20"/>
          <p:cNvSpPr>
            <a:spLocks noChangeShapeType="1"/>
          </p:cNvSpPr>
          <p:nvPr/>
        </p:nvSpPr>
        <p:spPr bwMode="auto">
          <a:xfrm>
            <a:off x="6552349" y="4985325"/>
            <a:ext cx="1367189" cy="0"/>
          </a:xfrm>
          <a:prstGeom prst="line">
            <a:avLst/>
          </a:prstGeom>
          <a:noFill/>
          <a:ln w="6350">
            <a:solidFill>
              <a:srgbClr val="68A5A2"/>
            </a:solidFill>
            <a:rou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26" tIns="60963" rIns="121926" bIns="60963"/>
          <a:lstStyle/>
          <a:p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87" name="Rectangle 21"/>
          <p:cNvSpPr>
            <a:spLocks noChangeArrowheads="1"/>
          </p:cNvSpPr>
          <p:nvPr/>
        </p:nvSpPr>
        <p:spPr bwMode="auto">
          <a:xfrm>
            <a:off x="8044404" y="4887906"/>
            <a:ext cx="201692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sz="1300" b="1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点此替换文本 0</a:t>
            </a:r>
            <a:r>
              <a:rPr lang="en-US" altLang="en-US" sz="1300" b="1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4</a:t>
            </a:r>
            <a:endParaRPr lang="zh-CN" altLang="en-US" sz="1300" b="1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We have many PowerPoint </a:t>
            </a:r>
            <a:r>
              <a:rPr lang="zh-CN" alt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templates</a:t>
            </a:r>
            <a:r>
              <a:rPr 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 that has been specifically designed</a:t>
            </a:r>
            <a:r>
              <a:rPr lang="zh-CN" alt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.</a:t>
            </a:r>
            <a:endParaRPr lang="zh-CN" altLang="en-US" sz="11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/>
      <p:bldP spid="82" grpId="0" animBg="1"/>
      <p:bldP spid="83" grpId="0"/>
      <p:bldP spid="84" grpId="0" animBg="1"/>
      <p:bldP spid="85" grpId="0"/>
      <p:bldP spid="86" grpId="0" animBg="1"/>
      <p:bldP spid="8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esktop\新品上市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2666999" y="-2667000"/>
            <a:ext cx="6857999" cy="1219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椭圆 9"/>
          <p:cNvSpPr/>
          <p:nvPr/>
        </p:nvSpPr>
        <p:spPr>
          <a:xfrm>
            <a:off x="3839026" y="1152978"/>
            <a:ext cx="4513944" cy="4513944"/>
          </a:xfrm>
          <a:prstGeom prst="ellipse">
            <a:avLst/>
          </a:prstGeom>
          <a:solidFill>
            <a:srgbClr val="68A5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778528" y="2080137"/>
            <a:ext cx="2634940" cy="76238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500" dirty="0" smtClean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02</a:t>
            </a:r>
            <a:endParaRPr lang="zh-CN" altLang="en-US" sz="11500" dirty="0">
              <a:solidFill>
                <a:schemeClr val="bg1"/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618671" y="3236214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添加您的标题</a:t>
            </a:r>
            <a:endParaRPr lang="zh-CN" altLang="en-US" sz="3600" dirty="0">
              <a:solidFill>
                <a:schemeClr val="bg1"/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151084" y="4003440"/>
            <a:ext cx="3889829" cy="873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This is our general template for the teaching of </a:t>
            </a:r>
            <a:r>
              <a:rPr lang="en-US" altLang="zh-CN" dirty="0" smtClean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free</a:t>
            </a:r>
            <a:endParaRPr lang="zh-CN" altLang="en-US" dirty="0">
              <a:solidFill>
                <a:schemeClr val="bg1"/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5646054" y="3973405"/>
            <a:ext cx="89988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/>
          <p:cNvSpPr/>
          <p:nvPr/>
        </p:nvSpPr>
        <p:spPr>
          <a:xfrm>
            <a:off x="5518756" y="83996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添加您的标题</a:t>
            </a:r>
            <a:endParaRPr lang="zh-CN" altLang="en-US" sz="20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234223" y="1133034"/>
            <a:ext cx="22926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 smtClean="0">
                <a:latin typeface="Times New Roman" panose="02020603050405020304"/>
                <a:ea typeface="方正清刻本悦宋简体"/>
                <a:sym typeface="Times New Roman" panose="02020603050405020304"/>
              </a:rPr>
              <a:t>Demonstration Education</a:t>
            </a:r>
            <a:endParaRPr lang="zh-CN" altLang="en-US" sz="16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73121" y="1864548"/>
            <a:ext cx="10141151" cy="3901137"/>
            <a:chOff x="510051" y="1800139"/>
            <a:chExt cx="11170312" cy="4297038"/>
          </a:xfrm>
        </p:grpSpPr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1102641" y="1800139"/>
              <a:ext cx="9985133" cy="798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en-US" sz="1000" dirty="0"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We have many PowerPoint </a:t>
              </a:r>
              <a:r>
                <a:rPr lang="zh-CN" altLang="en-US" sz="1000" dirty="0"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templates</a:t>
              </a:r>
              <a:r>
                <a:rPr lang="en-US" sz="1000" dirty="0"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 that has been specifically designed to help anyone that is stepping into the world of PowerPoint for the very first time. We have many PowerPoint </a:t>
              </a:r>
              <a:r>
                <a:rPr lang="zh-CN" altLang="en-US" sz="1000" dirty="0"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templates</a:t>
              </a:r>
              <a:r>
                <a:rPr lang="en-US" sz="1000" dirty="0"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 that has been specifically designed to help anyone that is stepping into the world of PowerPoint for the very first time. We have many PowerPoint </a:t>
              </a:r>
              <a:r>
                <a:rPr lang="zh-CN" altLang="en-US" sz="1000" dirty="0"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templates</a:t>
              </a:r>
              <a:r>
                <a:rPr lang="en-US" sz="1000" dirty="0"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 that has been specifically designed to help anyone that is stepping into the world of PowerPoint for the very first time. We have many PowerPoint </a:t>
              </a:r>
              <a:r>
                <a:rPr lang="zh-CN" altLang="en-US" sz="1000" dirty="0"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templates</a:t>
              </a:r>
              <a:r>
                <a:rPr lang="en-US" sz="1000" dirty="0"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 that has been specifically designed to help anyone that is stepping into the world of PowerPoint for the very first time. </a:t>
              </a:r>
              <a:endParaRPr lang="zh-CN" altLang="en-US" sz="1000" dirty="0"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18" name="Freeform 10"/>
            <p:cNvSpPr/>
            <p:nvPr/>
          </p:nvSpPr>
          <p:spPr bwMode="auto">
            <a:xfrm>
              <a:off x="1068779" y="3428736"/>
              <a:ext cx="2067713" cy="2077571"/>
            </a:xfrm>
            <a:custGeom>
              <a:avLst/>
              <a:gdLst>
                <a:gd name="T0" fmla="*/ 488 w 488"/>
                <a:gd name="T1" fmla="*/ 477 h 488"/>
                <a:gd name="T2" fmla="*/ 477 w 488"/>
                <a:gd name="T3" fmla="*/ 488 h 488"/>
                <a:gd name="T4" fmla="*/ 11 w 488"/>
                <a:gd name="T5" fmla="*/ 488 h 488"/>
                <a:gd name="T6" fmla="*/ 0 w 488"/>
                <a:gd name="T7" fmla="*/ 477 h 488"/>
                <a:gd name="T8" fmla="*/ 0 w 488"/>
                <a:gd name="T9" fmla="*/ 11 h 488"/>
                <a:gd name="T10" fmla="*/ 11 w 488"/>
                <a:gd name="T11" fmla="*/ 0 h 488"/>
                <a:gd name="T12" fmla="*/ 477 w 488"/>
                <a:gd name="T13" fmla="*/ 0 h 488"/>
                <a:gd name="T14" fmla="*/ 488 w 488"/>
                <a:gd name="T15" fmla="*/ 11 h 488"/>
                <a:gd name="T16" fmla="*/ 488 w 488"/>
                <a:gd name="T17" fmla="*/ 47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8" h="488">
                  <a:moveTo>
                    <a:pt x="488" y="477"/>
                  </a:moveTo>
                  <a:cubicBezTo>
                    <a:pt x="488" y="483"/>
                    <a:pt x="483" y="488"/>
                    <a:pt x="477" y="488"/>
                  </a:cubicBezTo>
                  <a:cubicBezTo>
                    <a:pt x="11" y="488"/>
                    <a:pt x="11" y="488"/>
                    <a:pt x="11" y="488"/>
                  </a:cubicBezTo>
                  <a:cubicBezTo>
                    <a:pt x="5" y="488"/>
                    <a:pt x="0" y="483"/>
                    <a:pt x="0" y="477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77" y="0"/>
                    <a:pt x="477" y="0"/>
                    <a:pt x="477" y="0"/>
                  </a:cubicBezTo>
                  <a:cubicBezTo>
                    <a:pt x="483" y="0"/>
                    <a:pt x="488" y="5"/>
                    <a:pt x="488" y="11"/>
                  </a:cubicBezTo>
                  <a:lnTo>
                    <a:pt x="488" y="477"/>
                  </a:lnTo>
                  <a:close/>
                </a:path>
              </a:pathLst>
            </a:custGeom>
            <a:solidFill>
              <a:srgbClr val="68A5A2"/>
            </a:solidFill>
            <a:ln>
              <a:noFill/>
            </a:ln>
          </p:spPr>
          <p:txBody>
            <a:bodyPr lIns="121926" tIns="60963" rIns="121926" bIns="60963"/>
            <a:lstStyle/>
            <a:p>
              <a:endParaRPr lang="zh-CN" altLang="en-US" sz="1400"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19" name="Freeform 11"/>
            <p:cNvSpPr/>
            <p:nvPr/>
          </p:nvSpPr>
          <p:spPr bwMode="auto">
            <a:xfrm>
              <a:off x="510051" y="3428735"/>
              <a:ext cx="495236" cy="497685"/>
            </a:xfrm>
            <a:custGeom>
              <a:avLst/>
              <a:gdLst>
                <a:gd name="T0" fmla="*/ 117 w 117"/>
                <a:gd name="T1" fmla="*/ 106 h 117"/>
                <a:gd name="T2" fmla="*/ 106 w 117"/>
                <a:gd name="T3" fmla="*/ 117 h 117"/>
                <a:gd name="T4" fmla="*/ 11 w 117"/>
                <a:gd name="T5" fmla="*/ 117 h 117"/>
                <a:gd name="T6" fmla="*/ 0 w 117"/>
                <a:gd name="T7" fmla="*/ 106 h 117"/>
                <a:gd name="T8" fmla="*/ 0 w 117"/>
                <a:gd name="T9" fmla="*/ 11 h 117"/>
                <a:gd name="T10" fmla="*/ 11 w 117"/>
                <a:gd name="T11" fmla="*/ 0 h 117"/>
                <a:gd name="T12" fmla="*/ 106 w 117"/>
                <a:gd name="T13" fmla="*/ 0 h 117"/>
                <a:gd name="T14" fmla="*/ 117 w 117"/>
                <a:gd name="T15" fmla="*/ 11 h 117"/>
                <a:gd name="T16" fmla="*/ 117 w 117"/>
                <a:gd name="T17" fmla="*/ 10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7" h="117">
                  <a:moveTo>
                    <a:pt x="117" y="106"/>
                  </a:moveTo>
                  <a:cubicBezTo>
                    <a:pt x="117" y="112"/>
                    <a:pt x="112" y="117"/>
                    <a:pt x="106" y="117"/>
                  </a:cubicBezTo>
                  <a:cubicBezTo>
                    <a:pt x="11" y="117"/>
                    <a:pt x="11" y="117"/>
                    <a:pt x="11" y="117"/>
                  </a:cubicBezTo>
                  <a:cubicBezTo>
                    <a:pt x="5" y="117"/>
                    <a:pt x="0" y="112"/>
                    <a:pt x="0" y="10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112" y="0"/>
                    <a:pt x="117" y="5"/>
                    <a:pt x="117" y="11"/>
                  </a:cubicBezTo>
                  <a:lnTo>
                    <a:pt x="117" y="106"/>
                  </a:lnTo>
                  <a:close/>
                </a:path>
              </a:pathLst>
            </a:custGeom>
            <a:solidFill>
              <a:srgbClr val="68A5A2"/>
            </a:solidFill>
            <a:ln>
              <a:noFill/>
            </a:ln>
          </p:spPr>
          <p:txBody>
            <a:bodyPr lIns="121926" tIns="60963" rIns="121926" bIns="60963"/>
            <a:lstStyle/>
            <a:p>
              <a:endParaRPr lang="zh-CN" altLang="en-US" sz="1400"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20" name="Freeform 12"/>
            <p:cNvSpPr/>
            <p:nvPr/>
          </p:nvSpPr>
          <p:spPr bwMode="auto">
            <a:xfrm>
              <a:off x="3204216" y="4019604"/>
              <a:ext cx="2067715" cy="2077573"/>
            </a:xfrm>
            <a:custGeom>
              <a:avLst/>
              <a:gdLst>
                <a:gd name="T0" fmla="*/ 488 w 488"/>
                <a:gd name="T1" fmla="*/ 476 h 488"/>
                <a:gd name="T2" fmla="*/ 477 w 488"/>
                <a:gd name="T3" fmla="*/ 488 h 488"/>
                <a:gd name="T4" fmla="*/ 11 w 488"/>
                <a:gd name="T5" fmla="*/ 488 h 488"/>
                <a:gd name="T6" fmla="*/ 0 w 488"/>
                <a:gd name="T7" fmla="*/ 476 h 488"/>
                <a:gd name="T8" fmla="*/ 0 w 488"/>
                <a:gd name="T9" fmla="*/ 11 h 488"/>
                <a:gd name="T10" fmla="*/ 11 w 488"/>
                <a:gd name="T11" fmla="*/ 0 h 488"/>
                <a:gd name="T12" fmla="*/ 477 w 488"/>
                <a:gd name="T13" fmla="*/ 0 h 488"/>
                <a:gd name="T14" fmla="*/ 488 w 488"/>
                <a:gd name="T15" fmla="*/ 11 h 488"/>
                <a:gd name="T16" fmla="*/ 488 w 488"/>
                <a:gd name="T17" fmla="*/ 476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8" h="488">
                  <a:moveTo>
                    <a:pt x="488" y="476"/>
                  </a:moveTo>
                  <a:cubicBezTo>
                    <a:pt x="488" y="483"/>
                    <a:pt x="483" y="488"/>
                    <a:pt x="477" y="488"/>
                  </a:cubicBezTo>
                  <a:cubicBezTo>
                    <a:pt x="11" y="488"/>
                    <a:pt x="11" y="488"/>
                    <a:pt x="11" y="488"/>
                  </a:cubicBezTo>
                  <a:cubicBezTo>
                    <a:pt x="5" y="488"/>
                    <a:pt x="0" y="483"/>
                    <a:pt x="0" y="47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77" y="0"/>
                    <a:pt x="477" y="0"/>
                    <a:pt x="477" y="0"/>
                  </a:cubicBezTo>
                  <a:cubicBezTo>
                    <a:pt x="483" y="0"/>
                    <a:pt x="488" y="5"/>
                    <a:pt x="488" y="11"/>
                  </a:cubicBezTo>
                  <a:lnTo>
                    <a:pt x="488" y="4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121926" tIns="60963" rIns="121926" bIns="60963"/>
            <a:lstStyle/>
            <a:p>
              <a:endParaRPr lang="zh-CN" altLang="en-US" sz="1400"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21" name="Freeform 13"/>
            <p:cNvSpPr/>
            <p:nvPr/>
          </p:nvSpPr>
          <p:spPr bwMode="auto">
            <a:xfrm>
              <a:off x="2645489" y="5595254"/>
              <a:ext cx="495236" cy="501922"/>
            </a:xfrm>
            <a:custGeom>
              <a:avLst/>
              <a:gdLst>
                <a:gd name="T0" fmla="*/ 117 w 117"/>
                <a:gd name="T1" fmla="*/ 106 h 118"/>
                <a:gd name="T2" fmla="*/ 106 w 117"/>
                <a:gd name="T3" fmla="*/ 118 h 118"/>
                <a:gd name="T4" fmla="*/ 11 w 117"/>
                <a:gd name="T5" fmla="*/ 118 h 118"/>
                <a:gd name="T6" fmla="*/ 0 w 117"/>
                <a:gd name="T7" fmla="*/ 106 h 118"/>
                <a:gd name="T8" fmla="*/ 0 w 117"/>
                <a:gd name="T9" fmla="*/ 12 h 118"/>
                <a:gd name="T10" fmla="*/ 11 w 117"/>
                <a:gd name="T11" fmla="*/ 0 h 118"/>
                <a:gd name="T12" fmla="*/ 106 w 117"/>
                <a:gd name="T13" fmla="*/ 0 h 118"/>
                <a:gd name="T14" fmla="*/ 117 w 117"/>
                <a:gd name="T15" fmla="*/ 12 h 118"/>
                <a:gd name="T16" fmla="*/ 117 w 117"/>
                <a:gd name="T17" fmla="*/ 10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7" h="118">
                  <a:moveTo>
                    <a:pt x="117" y="106"/>
                  </a:moveTo>
                  <a:cubicBezTo>
                    <a:pt x="117" y="113"/>
                    <a:pt x="112" y="118"/>
                    <a:pt x="106" y="118"/>
                  </a:cubicBezTo>
                  <a:cubicBezTo>
                    <a:pt x="11" y="118"/>
                    <a:pt x="11" y="118"/>
                    <a:pt x="11" y="118"/>
                  </a:cubicBezTo>
                  <a:cubicBezTo>
                    <a:pt x="5" y="118"/>
                    <a:pt x="0" y="113"/>
                    <a:pt x="0" y="10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112" y="0"/>
                    <a:pt x="117" y="5"/>
                    <a:pt x="117" y="12"/>
                  </a:cubicBezTo>
                  <a:lnTo>
                    <a:pt x="117" y="10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121926" tIns="60963" rIns="121926" bIns="60963"/>
            <a:lstStyle/>
            <a:p>
              <a:endParaRPr lang="zh-CN" altLang="en-US" sz="1400"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22" name="Freeform 14"/>
            <p:cNvSpPr/>
            <p:nvPr/>
          </p:nvSpPr>
          <p:spPr bwMode="auto">
            <a:xfrm>
              <a:off x="5341771" y="3428736"/>
              <a:ext cx="2067715" cy="2077571"/>
            </a:xfrm>
            <a:custGeom>
              <a:avLst/>
              <a:gdLst>
                <a:gd name="T0" fmla="*/ 488 w 488"/>
                <a:gd name="T1" fmla="*/ 477 h 488"/>
                <a:gd name="T2" fmla="*/ 477 w 488"/>
                <a:gd name="T3" fmla="*/ 488 h 488"/>
                <a:gd name="T4" fmla="*/ 11 w 488"/>
                <a:gd name="T5" fmla="*/ 488 h 488"/>
                <a:gd name="T6" fmla="*/ 0 w 488"/>
                <a:gd name="T7" fmla="*/ 477 h 488"/>
                <a:gd name="T8" fmla="*/ 0 w 488"/>
                <a:gd name="T9" fmla="*/ 11 h 488"/>
                <a:gd name="T10" fmla="*/ 11 w 488"/>
                <a:gd name="T11" fmla="*/ 0 h 488"/>
                <a:gd name="T12" fmla="*/ 477 w 488"/>
                <a:gd name="T13" fmla="*/ 0 h 488"/>
                <a:gd name="T14" fmla="*/ 488 w 488"/>
                <a:gd name="T15" fmla="*/ 11 h 488"/>
                <a:gd name="T16" fmla="*/ 488 w 488"/>
                <a:gd name="T17" fmla="*/ 47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8" h="488">
                  <a:moveTo>
                    <a:pt x="488" y="477"/>
                  </a:moveTo>
                  <a:cubicBezTo>
                    <a:pt x="488" y="483"/>
                    <a:pt x="483" y="488"/>
                    <a:pt x="477" y="488"/>
                  </a:cubicBezTo>
                  <a:cubicBezTo>
                    <a:pt x="11" y="488"/>
                    <a:pt x="11" y="488"/>
                    <a:pt x="11" y="488"/>
                  </a:cubicBezTo>
                  <a:cubicBezTo>
                    <a:pt x="5" y="488"/>
                    <a:pt x="0" y="483"/>
                    <a:pt x="0" y="477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77" y="0"/>
                    <a:pt x="477" y="0"/>
                    <a:pt x="477" y="0"/>
                  </a:cubicBezTo>
                  <a:cubicBezTo>
                    <a:pt x="483" y="0"/>
                    <a:pt x="488" y="5"/>
                    <a:pt x="488" y="11"/>
                  </a:cubicBezTo>
                  <a:lnTo>
                    <a:pt x="488" y="477"/>
                  </a:lnTo>
                  <a:close/>
                </a:path>
              </a:pathLst>
            </a:custGeom>
            <a:solidFill>
              <a:srgbClr val="68A5A2"/>
            </a:solidFill>
            <a:ln>
              <a:noFill/>
            </a:ln>
          </p:spPr>
          <p:txBody>
            <a:bodyPr lIns="121926" tIns="60963" rIns="121926" bIns="60963"/>
            <a:lstStyle/>
            <a:p>
              <a:endParaRPr lang="zh-CN" altLang="en-US" sz="1400"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23" name="Freeform 15"/>
            <p:cNvSpPr/>
            <p:nvPr/>
          </p:nvSpPr>
          <p:spPr bwMode="auto">
            <a:xfrm>
              <a:off x="4780929" y="3428735"/>
              <a:ext cx="495236" cy="497685"/>
            </a:xfrm>
            <a:custGeom>
              <a:avLst/>
              <a:gdLst>
                <a:gd name="T0" fmla="*/ 117 w 117"/>
                <a:gd name="T1" fmla="*/ 106 h 117"/>
                <a:gd name="T2" fmla="*/ 106 w 117"/>
                <a:gd name="T3" fmla="*/ 117 h 117"/>
                <a:gd name="T4" fmla="*/ 11 w 117"/>
                <a:gd name="T5" fmla="*/ 117 h 117"/>
                <a:gd name="T6" fmla="*/ 0 w 117"/>
                <a:gd name="T7" fmla="*/ 106 h 117"/>
                <a:gd name="T8" fmla="*/ 0 w 117"/>
                <a:gd name="T9" fmla="*/ 11 h 117"/>
                <a:gd name="T10" fmla="*/ 11 w 117"/>
                <a:gd name="T11" fmla="*/ 0 h 117"/>
                <a:gd name="T12" fmla="*/ 106 w 117"/>
                <a:gd name="T13" fmla="*/ 0 h 117"/>
                <a:gd name="T14" fmla="*/ 117 w 117"/>
                <a:gd name="T15" fmla="*/ 11 h 117"/>
                <a:gd name="T16" fmla="*/ 117 w 117"/>
                <a:gd name="T17" fmla="*/ 10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7" h="117">
                  <a:moveTo>
                    <a:pt x="117" y="106"/>
                  </a:moveTo>
                  <a:cubicBezTo>
                    <a:pt x="117" y="112"/>
                    <a:pt x="112" y="117"/>
                    <a:pt x="106" y="117"/>
                  </a:cubicBezTo>
                  <a:cubicBezTo>
                    <a:pt x="11" y="117"/>
                    <a:pt x="11" y="117"/>
                    <a:pt x="11" y="117"/>
                  </a:cubicBezTo>
                  <a:cubicBezTo>
                    <a:pt x="5" y="117"/>
                    <a:pt x="0" y="112"/>
                    <a:pt x="0" y="10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112" y="0"/>
                    <a:pt x="117" y="5"/>
                    <a:pt x="117" y="11"/>
                  </a:cubicBezTo>
                  <a:lnTo>
                    <a:pt x="117" y="106"/>
                  </a:lnTo>
                  <a:close/>
                </a:path>
              </a:pathLst>
            </a:custGeom>
            <a:solidFill>
              <a:srgbClr val="68A5A2"/>
            </a:solidFill>
            <a:ln>
              <a:noFill/>
            </a:ln>
          </p:spPr>
          <p:txBody>
            <a:bodyPr lIns="121926" tIns="60963" rIns="121926" bIns="60963"/>
            <a:lstStyle/>
            <a:p>
              <a:endParaRPr lang="zh-CN" altLang="en-US" sz="1400"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24" name="Freeform 16"/>
            <p:cNvSpPr/>
            <p:nvPr/>
          </p:nvSpPr>
          <p:spPr bwMode="auto">
            <a:xfrm>
              <a:off x="7477211" y="4019604"/>
              <a:ext cx="2067713" cy="2077573"/>
            </a:xfrm>
            <a:custGeom>
              <a:avLst/>
              <a:gdLst>
                <a:gd name="T0" fmla="*/ 488 w 488"/>
                <a:gd name="T1" fmla="*/ 476 h 488"/>
                <a:gd name="T2" fmla="*/ 477 w 488"/>
                <a:gd name="T3" fmla="*/ 488 h 488"/>
                <a:gd name="T4" fmla="*/ 11 w 488"/>
                <a:gd name="T5" fmla="*/ 488 h 488"/>
                <a:gd name="T6" fmla="*/ 0 w 488"/>
                <a:gd name="T7" fmla="*/ 476 h 488"/>
                <a:gd name="T8" fmla="*/ 0 w 488"/>
                <a:gd name="T9" fmla="*/ 11 h 488"/>
                <a:gd name="T10" fmla="*/ 11 w 488"/>
                <a:gd name="T11" fmla="*/ 0 h 488"/>
                <a:gd name="T12" fmla="*/ 477 w 488"/>
                <a:gd name="T13" fmla="*/ 0 h 488"/>
                <a:gd name="T14" fmla="*/ 488 w 488"/>
                <a:gd name="T15" fmla="*/ 11 h 488"/>
                <a:gd name="T16" fmla="*/ 488 w 488"/>
                <a:gd name="T17" fmla="*/ 476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8" h="488">
                  <a:moveTo>
                    <a:pt x="488" y="476"/>
                  </a:moveTo>
                  <a:cubicBezTo>
                    <a:pt x="488" y="483"/>
                    <a:pt x="483" y="488"/>
                    <a:pt x="477" y="488"/>
                  </a:cubicBezTo>
                  <a:cubicBezTo>
                    <a:pt x="11" y="488"/>
                    <a:pt x="11" y="488"/>
                    <a:pt x="11" y="488"/>
                  </a:cubicBezTo>
                  <a:cubicBezTo>
                    <a:pt x="5" y="488"/>
                    <a:pt x="0" y="483"/>
                    <a:pt x="0" y="47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77" y="0"/>
                    <a:pt x="477" y="0"/>
                    <a:pt x="477" y="0"/>
                  </a:cubicBezTo>
                  <a:cubicBezTo>
                    <a:pt x="483" y="0"/>
                    <a:pt x="488" y="5"/>
                    <a:pt x="488" y="11"/>
                  </a:cubicBezTo>
                  <a:lnTo>
                    <a:pt x="488" y="4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121926" tIns="60963" rIns="121926" bIns="60963"/>
            <a:lstStyle/>
            <a:p>
              <a:endParaRPr lang="zh-CN" altLang="en-US" sz="1400"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25" name="Freeform 17"/>
            <p:cNvSpPr/>
            <p:nvPr/>
          </p:nvSpPr>
          <p:spPr bwMode="auto">
            <a:xfrm>
              <a:off x="6916367" y="5595254"/>
              <a:ext cx="497353" cy="501922"/>
            </a:xfrm>
            <a:custGeom>
              <a:avLst/>
              <a:gdLst>
                <a:gd name="T0" fmla="*/ 117 w 117"/>
                <a:gd name="T1" fmla="*/ 106 h 118"/>
                <a:gd name="T2" fmla="*/ 106 w 117"/>
                <a:gd name="T3" fmla="*/ 118 h 118"/>
                <a:gd name="T4" fmla="*/ 11 w 117"/>
                <a:gd name="T5" fmla="*/ 118 h 118"/>
                <a:gd name="T6" fmla="*/ 0 w 117"/>
                <a:gd name="T7" fmla="*/ 106 h 118"/>
                <a:gd name="T8" fmla="*/ 0 w 117"/>
                <a:gd name="T9" fmla="*/ 12 h 118"/>
                <a:gd name="T10" fmla="*/ 11 w 117"/>
                <a:gd name="T11" fmla="*/ 0 h 118"/>
                <a:gd name="T12" fmla="*/ 106 w 117"/>
                <a:gd name="T13" fmla="*/ 0 h 118"/>
                <a:gd name="T14" fmla="*/ 117 w 117"/>
                <a:gd name="T15" fmla="*/ 12 h 118"/>
                <a:gd name="T16" fmla="*/ 117 w 117"/>
                <a:gd name="T17" fmla="*/ 10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7" h="118">
                  <a:moveTo>
                    <a:pt x="117" y="106"/>
                  </a:moveTo>
                  <a:cubicBezTo>
                    <a:pt x="117" y="113"/>
                    <a:pt x="112" y="118"/>
                    <a:pt x="106" y="118"/>
                  </a:cubicBezTo>
                  <a:cubicBezTo>
                    <a:pt x="11" y="118"/>
                    <a:pt x="11" y="118"/>
                    <a:pt x="11" y="118"/>
                  </a:cubicBezTo>
                  <a:cubicBezTo>
                    <a:pt x="5" y="118"/>
                    <a:pt x="0" y="113"/>
                    <a:pt x="0" y="10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112" y="0"/>
                    <a:pt x="117" y="5"/>
                    <a:pt x="117" y="12"/>
                  </a:cubicBezTo>
                  <a:lnTo>
                    <a:pt x="117" y="10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121926" tIns="60963" rIns="121926" bIns="60963"/>
            <a:lstStyle/>
            <a:p>
              <a:endParaRPr lang="zh-CN" altLang="en-US" sz="1400"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26" name="Freeform 18"/>
            <p:cNvSpPr/>
            <p:nvPr/>
          </p:nvSpPr>
          <p:spPr bwMode="auto">
            <a:xfrm>
              <a:off x="9612648" y="3428736"/>
              <a:ext cx="2067715" cy="2077571"/>
            </a:xfrm>
            <a:custGeom>
              <a:avLst/>
              <a:gdLst>
                <a:gd name="T0" fmla="*/ 488 w 488"/>
                <a:gd name="T1" fmla="*/ 477 h 488"/>
                <a:gd name="T2" fmla="*/ 477 w 488"/>
                <a:gd name="T3" fmla="*/ 488 h 488"/>
                <a:gd name="T4" fmla="*/ 11 w 488"/>
                <a:gd name="T5" fmla="*/ 488 h 488"/>
                <a:gd name="T6" fmla="*/ 0 w 488"/>
                <a:gd name="T7" fmla="*/ 477 h 488"/>
                <a:gd name="T8" fmla="*/ 0 w 488"/>
                <a:gd name="T9" fmla="*/ 11 h 488"/>
                <a:gd name="T10" fmla="*/ 11 w 488"/>
                <a:gd name="T11" fmla="*/ 0 h 488"/>
                <a:gd name="T12" fmla="*/ 477 w 488"/>
                <a:gd name="T13" fmla="*/ 0 h 488"/>
                <a:gd name="T14" fmla="*/ 488 w 488"/>
                <a:gd name="T15" fmla="*/ 11 h 488"/>
                <a:gd name="T16" fmla="*/ 488 w 488"/>
                <a:gd name="T17" fmla="*/ 47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8" h="488">
                  <a:moveTo>
                    <a:pt x="488" y="477"/>
                  </a:moveTo>
                  <a:cubicBezTo>
                    <a:pt x="488" y="483"/>
                    <a:pt x="483" y="488"/>
                    <a:pt x="477" y="488"/>
                  </a:cubicBezTo>
                  <a:cubicBezTo>
                    <a:pt x="11" y="488"/>
                    <a:pt x="11" y="488"/>
                    <a:pt x="11" y="488"/>
                  </a:cubicBezTo>
                  <a:cubicBezTo>
                    <a:pt x="5" y="488"/>
                    <a:pt x="0" y="483"/>
                    <a:pt x="0" y="477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77" y="0"/>
                    <a:pt x="477" y="0"/>
                    <a:pt x="477" y="0"/>
                  </a:cubicBezTo>
                  <a:cubicBezTo>
                    <a:pt x="483" y="0"/>
                    <a:pt x="488" y="5"/>
                    <a:pt x="488" y="11"/>
                  </a:cubicBezTo>
                  <a:lnTo>
                    <a:pt x="488" y="477"/>
                  </a:lnTo>
                  <a:close/>
                </a:path>
              </a:pathLst>
            </a:custGeom>
            <a:solidFill>
              <a:srgbClr val="68A5A2"/>
            </a:solidFill>
            <a:ln>
              <a:noFill/>
            </a:ln>
          </p:spPr>
          <p:txBody>
            <a:bodyPr lIns="121926" tIns="60963" rIns="121926" bIns="60963"/>
            <a:lstStyle/>
            <a:p>
              <a:endParaRPr lang="zh-CN" altLang="en-US" sz="1400"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27" name="Freeform 19"/>
            <p:cNvSpPr/>
            <p:nvPr/>
          </p:nvSpPr>
          <p:spPr bwMode="auto">
            <a:xfrm>
              <a:off x="9053922" y="3428735"/>
              <a:ext cx="495236" cy="497685"/>
            </a:xfrm>
            <a:custGeom>
              <a:avLst/>
              <a:gdLst>
                <a:gd name="T0" fmla="*/ 117 w 117"/>
                <a:gd name="T1" fmla="*/ 106 h 117"/>
                <a:gd name="T2" fmla="*/ 106 w 117"/>
                <a:gd name="T3" fmla="*/ 117 h 117"/>
                <a:gd name="T4" fmla="*/ 11 w 117"/>
                <a:gd name="T5" fmla="*/ 117 h 117"/>
                <a:gd name="T6" fmla="*/ 0 w 117"/>
                <a:gd name="T7" fmla="*/ 106 h 117"/>
                <a:gd name="T8" fmla="*/ 0 w 117"/>
                <a:gd name="T9" fmla="*/ 11 h 117"/>
                <a:gd name="T10" fmla="*/ 11 w 117"/>
                <a:gd name="T11" fmla="*/ 0 h 117"/>
                <a:gd name="T12" fmla="*/ 106 w 117"/>
                <a:gd name="T13" fmla="*/ 0 h 117"/>
                <a:gd name="T14" fmla="*/ 117 w 117"/>
                <a:gd name="T15" fmla="*/ 11 h 117"/>
                <a:gd name="T16" fmla="*/ 117 w 117"/>
                <a:gd name="T17" fmla="*/ 10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7" h="117">
                  <a:moveTo>
                    <a:pt x="117" y="106"/>
                  </a:moveTo>
                  <a:cubicBezTo>
                    <a:pt x="117" y="112"/>
                    <a:pt x="112" y="117"/>
                    <a:pt x="106" y="117"/>
                  </a:cubicBezTo>
                  <a:cubicBezTo>
                    <a:pt x="11" y="117"/>
                    <a:pt x="11" y="117"/>
                    <a:pt x="11" y="117"/>
                  </a:cubicBezTo>
                  <a:cubicBezTo>
                    <a:pt x="5" y="117"/>
                    <a:pt x="0" y="112"/>
                    <a:pt x="0" y="10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112" y="0"/>
                    <a:pt x="117" y="5"/>
                    <a:pt x="117" y="11"/>
                  </a:cubicBezTo>
                  <a:lnTo>
                    <a:pt x="117" y="106"/>
                  </a:lnTo>
                  <a:close/>
                </a:path>
              </a:pathLst>
            </a:custGeom>
            <a:solidFill>
              <a:srgbClr val="68A5A2"/>
            </a:solidFill>
            <a:ln>
              <a:noFill/>
            </a:ln>
          </p:spPr>
          <p:txBody>
            <a:bodyPr lIns="121926" tIns="60963" rIns="121926" bIns="60963"/>
            <a:lstStyle/>
            <a:p>
              <a:endParaRPr lang="zh-CN" altLang="en-US" sz="1400"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28" name="Text Box 20"/>
            <p:cNvSpPr txBox="1">
              <a:spLocks noChangeArrowheads="1"/>
            </p:cNvSpPr>
            <p:nvPr/>
          </p:nvSpPr>
          <p:spPr bwMode="auto">
            <a:xfrm>
              <a:off x="516831" y="3429793"/>
              <a:ext cx="468979" cy="3729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1926" tIns="60963" rIns="121926" bIns="60963">
              <a:spAutoFit/>
            </a:bodyPr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1400" dirty="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01</a:t>
              </a:r>
              <a:endParaRPr lang="en-US" altLang="zh-CN" sz="1400" dirty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29" name="Text Box 21"/>
            <p:cNvSpPr txBox="1">
              <a:spLocks noChangeArrowheads="1"/>
            </p:cNvSpPr>
            <p:nvPr/>
          </p:nvSpPr>
          <p:spPr bwMode="auto">
            <a:xfrm>
              <a:off x="4783475" y="3429793"/>
              <a:ext cx="468980" cy="3729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1926" tIns="60963" rIns="121926" bIns="60963">
              <a:spAutoFit/>
            </a:bodyPr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140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03</a:t>
              </a:r>
              <a:endParaRPr lang="en-US" altLang="zh-CN" sz="140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30" name="Text Box 22"/>
            <p:cNvSpPr txBox="1">
              <a:spLocks noChangeArrowheads="1"/>
            </p:cNvSpPr>
            <p:nvPr/>
          </p:nvSpPr>
          <p:spPr bwMode="auto">
            <a:xfrm>
              <a:off x="9058585" y="3429793"/>
              <a:ext cx="468980" cy="3729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1926" tIns="60963" rIns="121926" bIns="60963">
              <a:spAutoFit/>
            </a:bodyPr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1400" dirty="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05</a:t>
              </a:r>
              <a:endParaRPr lang="en-US" altLang="zh-CN" sz="1400" dirty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31" name="Text Box 23"/>
            <p:cNvSpPr txBox="1">
              <a:spLocks noChangeArrowheads="1"/>
            </p:cNvSpPr>
            <p:nvPr/>
          </p:nvSpPr>
          <p:spPr bwMode="auto">
            <a:xfrm>
              <a:off x="2645920" y="5603726"/>
              <a:ext cx="468980" cy="3729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1926" tIns="60963" rIns="121926" bIns="60963">
              <a:spAutoFit/>
            </a:bodyPr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02</a:t>
              </a:r>
              <a:endParaRPr lang="en-US" altLang="zh-CN" sz="1400" dirty="0">
                <a:solidFill>
                  <a:sysClr val="windowText" lastClr="000000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32" name="Text Box 24"/>
            <p:cNvSpPr txBox="1">
              <a:spLocks noChangeArrowheads="1"/>
            </p:cNvSpPr>
            <p:nvPr/>
          </p:nvSpPr>
          <p:spPr bwMode="auto">
            <a:xfrm>
              <a:off x="6921029" y="5603726"/>
              <a:ext cx="468980" cy="3729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21926" tIns="60963" rIns="121926" bIns="60963">
              <a:spAutoFit/>
            </a:bodyPr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1400">
                  <a:solidFill>
                    <a:sysClr val="windowText" lastClr="000000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04</a:t>
              </a:r>
              <a:endParaRPr lang="en-US" altLang="zh-CN" sz="1400">
                <a:solidFill>
                  <a:sysClr val="windowText" lastClr="000000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33" name="Rectangle 25"/>
            <p:cNvSpPr>
              <a:spLocks noChangeArrowheads="1"/>
            </p:cNvSpPr>
            <p:nvPr/>
          </p:nvSpPr>
          <p:spPr bwMode="auto">
            <a:xfrm>
              <a:off x="1329094" y="3816295"/>
              <a:ext cx="1536500" cy="1406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zh-CN" altLang="en-US" sz="1000" dirty="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点此替换文本</a:t>
              </a:r>
              <a:endParaRPr lang="en-US" altLang="zh-CN" sz="1000" dirty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  <a:p>
              <a:pPr algn="ctr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en-US" sz="1000" dirty="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PowerPoint </a:t>
              </a:r>
              <a:r>
                <a:rPr lang="zh-CN" altLang="en-US" sz="1000" dirty="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templates</a:t>
              </a:r>
              <a:r>
                <a:rPr lang="en-US" sz="1000" dirty="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 that has been specifically designed to help anyone that is stepping into the world of PowerPoint for the very first time. </a:t>
              </a:r>
              <a:endParaRPr lang="zh-CN" altLang="en-US" sz="1000" dirty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34" name="Rectangle 26"/>
            <p:cNvSpPr>
              <a:spLocks noChangeArrowheads="1"/>
            </p:cNvSpPr>
            <p:nvPr/>
          </p:nvSpPr>
          <p:spPr bwMode="auto">
            <a:xfrm>
              <a:off x="5614787" y="3816295"/>
              <a:ext cx="1536500" cy="1406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zh-CN" altLang="en-US" sz="1000" dirty="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点此替换文本</a:t>
              </a:r>
              <a:endParaRPr lang="en-US" altLang="zh-CN" sz="1000" dirty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  <a:p>
              <a:pPr algn="ctr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en-US" altLang="zh-CN" sz="1000" dirty="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PowerPoint </a:t>
              </a:r>
              <a:r>
                <a:rPr lang="zh-CN" altLang="en-US" sz="1000" dirty="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templates</a:t>
              </a:r>
              <a:r>
                <a:rPr lang="en-US" altLang="zh-CN" sz="1000" dirty="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 that has been specifically designed to help anyone that is stepping into the world of PowerPoint for the very first time. </a:t>
              </a:r>
              <a:endParaRPr lang="zh-CN" altLang="en-US" sz="1000" dirty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35" name="Rectangle 27"/>
            <p:cNvSpPr>
              <a:spLocks noChangeArrowheads="1"/>
            </p:cNvSpPr>
            <p:nvPr/>
          </p:nvSpPr>
          <p:spPr bwMode="auto">
            <a:xfrm>
              <a:off x="9881432" y="3816295"/>
              <a:ext cx="1536500" cy="1406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zh-CN" altLang="en-US" sz="1000" dirty="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点此替换文本</a:t>
              </a:r>
              <a:endParaRPr lang="en-US" altLang="zh-CN" sz="1000" dirty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  <a:p>
              <a:pPr algn="ctr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en-US" altLang="zh-CN" sz="1000" dirty="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PowerPoint </a:t>
              </a:r>
              <a:r>
                <a:rPr lang="zh-CN" altLang="en-US" sz="1000" dirty="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templates</a:t>
              </a:r>
              <a:r>
                <a:rPr lang="en-US" altLang="zh-CN" sz="1000" dirty="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 that has been specifically designed to help anyone that is stepping into the world of PowerPoint for the very first time. </a:t>
              </a:r>
              <a:endParaRPr lang="zh-CN" altLang="en-US" sz="1000" dirty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36" name="Rectangle 28"/>
            <p:cNvSpPr>
              <a:spLocks noChangeArrowheads="1"/>
            </p:cNvSpPr>
            <p:nvPr/>
          </p:nvSpPr>
          <p:spPr bwMode="auto">
            <a:xfrm>
              <a:off x="3466649" y="4398693"/>
              <a:ext cx="1536500" cy="1406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zh-CN" altLang="en-US" sz="1000" dirty="0"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点此替换文本</a:t>
              </a:r>
              <a:endParaRPr lang="en-US" altLang="zh-CN" sz="1000" dirty="0"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  <a:p>
              <a:pPr algn="ctr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en-US" sz="1000" dirty="0"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PowerPoint </a:t>
              </a:r>
              <a:r>
                <a:rPr lang="zh-CN" altLang="en-US" sz="1000" dirty="0"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templates</a:t>
              </a:r>
              <a:r>
                <a:rPr lang="en-US" sz="1000" dirty="0"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 that has been specifically designed to help anyone that is stepping into the world of PowerPoint for the very first time. </a:t>
              </a:r>
              <a:endParaRPr lang="zh-CN" altLang="en-US" sz="1000" dirty="0"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37" name="Rectangle 29"/>
            <p:cNvSpPr>
              <a:spLocks noChangeArrowheads="1"/>
            </p:cNvSpPr>
            <p:nvPr/>
          </p:nvSpPr>
          <p:spPr bwMode="auto">
            <a:xfrm>
              <a:off x="7733294" y="4398693"/>
              <a:ext cx="1536500" cy="1406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zh-CN" altLang="en-US" sz="1000" dirty="0"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点此替换文本</a:t>
              </a:r>
              <a:endParaRPr lang="en-US" altLang="zh-CN" sz="1000" dirty="0"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  <a:p>
              <a:pPr algn="ctr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en-US" altLang="zh-CN" sz="1000" dirty="0"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PowerPoint </a:t>
              </a:r>
              <a:r>
                <a:rPr lang="zh-CN" altLang="en-US" sz="1000" dirty="0"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templates</a:t>
              </a:r>
              <a:r>
                <a:rPr lang="en-US" altLang="zh-CN" sz="1000" dirty="0"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 that has been specifically designed to help anyone that is stepping into the world of PowerPoint for the very first time. </a:t>
              </a:r>
              <a:endParaRPr lang="zh-CN" altLang="en-US" sz="1000" dirty="0"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/>
          <p:cNvSpPr/>
          <p:nvPr/>
        </p:nvSpPr>
        <p:spPr>
          <a:xfrm>
            <a:off x="5518756" y="83996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添加您的标题</a:t>
            </a:r>
            <a:endParaRPr lang="zh-CN" altLang="en-US" sz="20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234223" y="1133034"/>
            <a:ext cx="22926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 smtClean="0">
                <a:latin typeface="Times New Roman" panose="02020603050405020304"/>
                <a:ea typeface="方正清刻本悦宋简体"/>
                <a:sym typeface="Times New Roman" panose="02020603050405020304"/>
              </a:rPr>
              <a:t>Demonstration Education</a:t>
            </a:r>
            <a:endParaRPr lang="zh-CN" altLang="en-US" sz="16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76" name="对角圆角矩形 75"/>
          <p:cNvSpPr/>
          <p:nvPr/>
        </p:nvSpPr>
        <p:spPr>
          <a:xfrm>
            <a:off x="3001351" y="1908263"/>
            <a:ext cx="6416179" cy="1019565"/>
          </a:xfrm>
          <a:prstGeom prst="round2DiagRect">
            <a:avLst/>
          </a:prstGeom>
          <a:noFill/>
          <a:ln>
            <a:solidFill>
              <a:srgbClr val="68A5A2"/>
            </a:solidFill>
          </a:ln>
          <a:effectLst>
            <a:outerShdw blurRad="165100" dist="38100" dir="5400000" algn="t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2032648" y="1737773"/>
            <a:ext cx="1556776" cy="1360539"/>
            <a:chOff x="7109111" y="2548965"/>
            <a:chExt cx="2397222" cy="2093640"/>
          </a:xfrm>
        </p:grpSpPr>
        <p:grpSp>
          <p:nvGrpSpPr>
            <p:cNvPr id="78" name="组合 77"/>
            <p:cNvGrpSpPr/>
            <p:nvPr/>
          </p:nvGrpSpPr>
          <p:grpSpPr>
            <a:xfrm>
              <a:off x="7109111" y="2548965"/>
              <a:ext cx="2397222" cy="2093640"/>
              <a:chOff x="1511944" y="2420246"/>
              <a:chExt cx="2627152" cy="2294453"/>
            </a:xfrm>
            <a:effectLst>
              <a:outerShdw blurRad="203200" dist="38100" dir="3780000" sx="103000" sy="103000" algn="t" rotWithShape="0">
                <a:prstClr val="black">
                  <a:alpha val="25000"/>
                </a:prstClr>
              </a:outerShdw>
            </a:effectLst>
          </p:grpSpPr>
          <p:sp>
            <p:nvSpPr>
              <p:cNvPr id="81" name="Freeform 6"/>
              <p:cNvSpPr/>
              <p:nvPr/>
            </p:nvSpPr>
            <p:spPr bwMode="auto">
              <a:xfrm>
                <a:off x="1511944" y="2420246"/>
                <a:ext cx="2627152" cy="2294453"/>
              </a:xfrm>
              <a:custGeom>
                <a:avLst/>
                <a:gdLst>
                  <a:gd name="T0" fmla="*/ 4479 w 4516"/>
                  <a:gd name="T1" fmla="*/ 2074 h 3947"/>
                  <a:gd name="T2" fmla="*/ 3967 w 4516"/>
                  <a:gd name="T3" fmla="*/ 2960 h 3947"/>
                  <a:gd name="T4" fmla="*/ 3455 w 4516"/>
                  <a:gd name="T5" fmla="*/ 3847 h 3947"/>
                  <a:gd name="T6" fmla="*/ 3282 w 4516"/>
                  <a:gd name="T7" fmla="*/ 3947 h 3947"/>
                  <a:gd name="T8" fmla="*/ 2258 w 4516"/>
                  <a:gd name="T9" fmla="*/ 3947 h 3947"/>
                  <a:gd name="T10" fmla="*/ 1234 w 4516"/>
                  <a:gd name="T11" fmla="*/ 3947 h 3947"/>
                  <a:gd name="T12" fmla="*/ 1061 w 4516"/>
                  <a:gd name="T13" fmla="*/ 3847 h 3947"/>
                  <a:gd name="T14" fmla="*/ 549 w 4516"/>
                  <a:gd name="T15" fmla="*/ 2960 h 3947"/>
                  <a:gd name="T16" fmla="*/ 37 w 4516"/>
                  <a:gd name="T17" fmla="*/ 2074 h 3947"/>
                  <a:gd name="T18" fmla="*/ 37 w 4516"/>
                  <a:gd name="T19" fmla="*/ 1874 h 3947"/>
                  <a:gd name="T20" fmla="*/ 549 w 4516"/>
                  <a:gd name="T21" fmla="*/ 987 h 3947"/>
                  <a:gd name="T22" fmla="*/ 1061 w 4516"/>
                  <a:gd name="T23" fmla="*/ 100 h 3947"/>
                  <a:gd name="T24" fmla="*/ 1234 w 4516"/>
                  <a:gd name="T25" fmla="*/ 0 h 3947"/>
                  <a:gd name="T26" fmla="*/ 2258 w 4516"/>
                  <a:gd name="T27" fmla="*/ 0 h 3947"/>
                  <a:gd name="T28" fmla="*/ 3282 w 4516"/>
                  <a:gd name="T29" fmla="*/ 0 h 3947"/>
                  <a:gd name="T30" fmla="*/ 3455 w 4516"/>
                  <a:gd name="T31" fmla="*/ 100 h 3947"/>
                  <a:gd name="T32" fmla="*/ 3967 w 4516"/>
                  <a:gd name="T33" fmla="*/ 987 h 3947"/>
                  <a:gd name="T34" fmla="*/ 4479 w 4516"/>
                  <a:gd name="T35" fmla="*/ 1874 h 3947"/>
                  <a:gd name="T36" fmla="*/ 4479 w 4516"/>
                  <a:gd name="T37" fmla="*/ 2074 h 39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516" h="3947">
                    <a:moveTo>
                      <a:pt x="4479" y="2074"/>
                    </a:moveTo>
                    <a:lnTo>
                      <a:pt x="3967" y="2960"/>
                    </a:lnTo>
                    <a:lnTo>
                      <a:pt x="3455" y="3847"/>
                    </a:lnTo>
                    <a:cubicBezTo>
                      <a:pt x="3418" y="3911"/>
                      <a:pt x="3355" y="3947"/>
                      <a:pt x="3282" y="3947"/>
                    </a:cubicBezTo>
                    <a:lnTo>
                      <a:pt x="2258" y="3947"/>
                    </a:lnTo>
                    <a:lnTo>
                      <a:pt x="1234" y="3947"/>
                    </a:lnTo>
                    <a:cubicBezTo>
                      <a:pt x="1160" y="3947"/>
                      <a:pt x="1097" y="3911"/>
                      <a:pt x="1061" y="3847"/>
                    </a:cubicBezTo>
                    <a:lnTo>
                      <a:pt x="549" y="2960"/>
                    </a:lnTo>
                    <a:lnTo>
                      <a:pt x="37" y="2074"/>
                    </a:lnTo>
                    <a:cubicBezTo>
                      <a:pt x="0" y="2010"/>
                      <a:pt x="0" y="1937"/>
                      <a:pt x="37" y="1874"/>
                    </a:cubicBezTo>
                    <a:lnTo>
                      <a:pt x="549" y="987"/>
                    </a:lnTo>
                    <a:lnTo>
                      <a:pt x="1061" y="100"/>
                    </a:lnTo>
                    <a:cubicBezTo>
                      <a:pt x="1097" y="36"/>
                      <a:pt x="1160" y="0"/>
                      <a:pt x="1234" y="0"/>
                    </a:cubicBezTo>
                    <a:lnTo>
                      <a:pt x="2258" y="0"/>
                    </a:lnTo>
                    <a:lnTo>
                      <a:pt x="3282" y="0"/>
                    </a:lnTo>
                    <a:cubicBezTo>
                      <a:pt x="3355" y="0"/>
                      <a:pt x="3418" y="36"/>
                      <a:pt x="3455" y="100"/>
                    </a:cubicBezTo>
                    <a:lnTo>
                      <a:pt x="3967" y="987"/>
                    </a:lnTo>
                    <a:lnTo>
                      <a:pt x="4479" y="1874"/>
                    </a:lnTo>
                    <a:cubicBezTo>
                      <a:pt x="4516" y="1937"/>
                      <a:pt x="4516" y="2010"/>
                      <a:pt x="4479" y="2074"/>
                    </a:cubicBezTo>
                    <a:close/>
                  </a:path>
                </a:pathLst>
              </a:custGeom>
              <a:solidFill>
                <a:schemeClr val="bg1"/>
              </a:solidFill>
              <a:ln w="7938" cap="flat">
                <a:noFill/>
                <a:prstDash val="solid"/>
                <a:miter lim="800000"/>
              </a:ln>
              <a:effectLst/>
            </p:spPr>
            <p:txBody>
              <a:bodyPr vert="horz" wrap="square" lIns="59335" tIns="29668" rIns="59335" bIns="29668" numCol="1" anchor="t" anchorCtr="0" compatLnSpc="1"/>
              <a:lstStyle/>
              <a:p>
                <a:endParaRPr lang="zh-CN" altLang="en-US" sz="140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endParaRPr>
              </a:p>
            </p:txBody>
          </p:sp>
          <p:sp>
            <p:nvSpPr>
              <p:cNvPr id="82" name="Freeform 6"/>
              <p:cNvSpPr/>
              <p:nvPr/>
            </p:nvSpPr>
            <p:spPr bwMode="auto">
              <a:xfrm>
                <a:off x="1524106" y="2431739"/>
                <a:ext cx="2602832" cy="2271469"/>
              </a:xfrm>
              <a:custGeom>
                <a:avLst/>
                <a:gdLst>
                  <a:gd name="T0" fmla="*/ 4479 w 4516"/>
                  <a:gd name="T1" fmla="*/ 2074 h 3947"/>
                  <a:gd name="T2" fmla="*/ 3967 w 4516"/>
                  <a:gd name="T3" fmla="*/ 2960 h 3947"/>
                  <a:gd name="T4" fmla="*/ 3455 w 4516"/>
                  <a:gd name="T5" fmla="*/ 3847 h 3947"/>
                  <a:gd name="T6" fmla="*/ 3282 w 4516"/>
                  <a:gd name="T7" fmla="*/ 3947 h 3947"/>
                  <a:gd name="T8" fmla="*/ 2258 w 4516"/>
                  <a:gd name="T9" fmla="*/ 3947 h 3947"/>
                  <a:gd name="T10" fmla="*/ 1234 w 4516"/>
                  <a:gd name="T11" fmla="*/ 3947 h 3947"/>
                  <a:gd name="T12" fmla="*/ 1061 w 4516"/>
                  <a:gd name="T13" fmla="*/ 3847 h 3947"/>
                  <a:gd name="T14" fmla="*/ 549 w 4516"/>
                  <a:gd name="T15" fmla="*/ 2960 h 3947"/>
                  <a:gd name="T16" fmla="*/ 37 w 4516"/>
                  <a:gd name="T17" fmla="*/ 2074 h 3947"/>
                  <a:gd name="T18" fmla="*/ 37 w 4516"/>
                  <a:gd name="T19" fmla="*/ 1874 h 3947"/>
                  <a:gd name="T20" fmla="*/ 549 w 4516"/>
                  <a:gd name="T21" fmla="*/ 987 h 3947"/>
                  <a:gd name="T22" fmla="*/ 1061 w 4516"/>
                  <a:gd name="T23" fmla="*/ 100 h 3947"/>
                  <a:gd name="T24" fmla="*/ 1234 w 4516"/>
                  <a:gd name="T25" fmla="*/ 0 h 3947"/>
                  <a:gd name="T26" fmla="*/ 2258 w 4516"/>
                  <a:gd name="T27" fmla="*/ 0 h 3947"/>
                  <a:gd name="T28" fmla="*/ 3282 w 4516"/>
                  <a:gd name="T29" fmla="*/ 0 h 3947"/>
                  <a:gd name="T30" fmla="*/ 3455 w 4516"/>
                  <a:gd name="T31" fmla="*/ 100 h 3947"/>
                  <a:gd name="T32" fmla="*/ 3967 w 4516"/>
                  <a:gd name="T33" fmla="*/ 987 h 3947"/>
                  <a:gd name="T34" fmla="*/ 4479 w 4516"/>
                  <a:gd name="T35" fmla="*/ 1874 h 3947"/>
                  <a:gd name="T36" fmla="*/ 4479 w 4516"/>
                  <a:gd name="T37" fmla="*/ 2074 h 39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516" h="3947">
                    <a:moveTo>
                      <a:pt x="4479" y="2074"/>
                    </a:moveTo>
                    <a:lnTo>
                      <a:pt x="3967" y="2960"/>
                    </a:lnTo>
                    <a:lnTo>
                      <a:pt x="3455" y="3847"/>
                    </a:lnTo>
                    <a:cubicBezTo>
                      <a:pt x="3418" y="3911"/>
                      <a:pt x="3355" y="3947"/>
                      <a:pt x="3282" y="3947"/>
                    </a:cubicBezTo>
                    <a:lnTo>
                      <a:pt x="2258" y="3947"/>
                    </a:lnTo>
                    <a:lnTo>
                      <a:pt x="1234" y="3947"/>
                    </a:lnTo>
                    <a:cubicBezTo>
                      <a:pt x="1160" y="3947"/>
                      <a:pt x="1097" y="3911"/>
                      <a:pt x="1061" y="3847"/>
                    </a:cubicBezTo>
                    <a:lnTo>
                      <a:pt x="549" y="2960"/>
                    </a:lnTo>
                    <a:lnTo>
                      <a:pt x="37" y="2074"/>
                    </a:lnTo>
                    <a:cubicBezTo>
                      <a:pt x="0" y="2010"/>
                      <a:pt x="0" y="1937"/>
                      <a:pt x="37" y="1874"/>
                    </a:cubicBezTo>
                    <a:lnTo>
                      <a:pt x="549" y="987"/>
                    </a:lnTo>
                    <a:lnTo>
                      <a:pt x="1061" y="100"/>
                    </a:lnTo>
                    <a:cubicBezTo>
                      <a:pt x="1097" y="36"/>
                      <a:pt x="1160" y="0"/>
                      <a:pt x="1234" y="0"/>
                    </a:cubicBezTo>
                    <a:lnTo>
                      <a:pt x="2258" y="0"/>
                    </a:lnTo>
                    <a:lnTo>
                      <a:pt x="3282" y="0"/>
                    </a:lnTo>
                    <a:cubicBezTo>
                      <a:pt x="3355" y="0"/>
                      <a:pt x="3418" y="36"/>
                      <a:pt x="3455" y="100"/>
                    </a:cubicBezTo>
                    <a:lnTo>
                      <a:pt x="3967" y="987"/>
                    </a:lnTo>
                    <a:lnTo>
                      <a:pt x="4479" y="1874"/>
                    </a:lnTo>
                    <a:cubicBezTo>
                      <a:pt x="4516" y="1937"/>
                      <a:pt x="4516" y="2010"/>
                      <a:pt x="4479" y="20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2000"/>
                      <a:lumOff val="18000"/>
                    </a:schemeClr>
                  </a:gs>
                  <a:gs pos="47000">
                    <a:srgbClr val="F5F5F5"/>
                  </a:gs>
                  <a:gs pos="100000">
                    <a:schemeClr val="bg1">
                      <a:lumMod val="95000"/>
                      <a:lumOff val="5000"/>
                    </a:schemeClr>
                  </a:gs>
                </a:gsLst>
                <a:lin ang="18900000" scaled="0"/>
              </a:gradFill>
              <a:ln w="7938" cap="flat">
                <a:noFill/>
                <a:prstDash val="solid"/>
                <a:miter lim="800000"/>
              </a:ln>
              <a:effectLst/>
            </p:spPr>
            <p:txBody>
              <a:bodyPr vert="horz" wrap="square" lIns="59335" tIns="29668" rIns="59335" bIns="29668" numCol="1" anchor="t" anchorCtr="0" compatLnSpc="1"/>
              <a:lstStyle/>
              <a:p>
                <a:endParaRPr lang="zh-CN" altLang="en-US" sz="140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endParaRPr>
              </a:p>
            </p:txBody>
          </p:sp>
        </p:grpSp>
        <p:sp>
          <p:nvSpPr>
            <p:cNvPr id="79" name="Freeform 7"/>
            <p:cNvSpPr/>
            <p:nvPr/>
          </p:nvSpPr>
          <p:spPr bwMode="auto">
            <a:xfrm>
              <a:off x="7420792" y="2825471"/>
              <a:ext cx="1773861" cy="1540628"/>
            </a:xfrm>
            <a:custGeom>
              <a:avLst/>
              <a:gdLst>
                <a:gd name="T0" fmla="*/ 3404 w 3431"/>
                <a:gd name="T1" fmla="*/ 1576 h 2999"/>
                <a:gd name="T2" fmla="*/ 3015 w 3431"/>
                <a:gd name="T3" fmla="*/ 2249 h 2999"/>
                <a:gd name="T4" fmla="*/ 2625 w 3431"/>
                <a:gd name="T5" fmla="*/ 2923 h 2999"/>
                <a:gd name="T6" fmla="*/ 2494 w 3431"/>
                <a:gd name="T7" fmla="*/ 2999 h 2999"/>
                <a:gd name="T8" fmla="*/ 1716 w 3431"/>
                <a:gd name="T9" fmla="*/ 2999 h 2999"/>
                <a:gd name="T10" fmla="*/ 938 w 3431"/>
                <a:gd name="T11" fmla="*/ 2999 h 2999"/>
                <a:gd name="T12" fmla="*/ 806 w 3431"/>
                <a:gd name="T13" fmla="*/ 2923 h 2999"/>
                <a:gd name="T14" fmla="*/ 417 w 3431"/>
                <a:gd name="T15" fmla="*/ 2249 h 2999"/>
                <a:gd name="T16" fmla="*/ 28 w 3431"/>
                <a:gd name="T17" fmla="*/ 1576 h 2999"/>
                <a:gd name="T18" fmla="*/ 28 w 3431"/>
                <a:gd name="T19" fmla="*/ 1424 h 2999"/>
                <a:gd name="T20" fmla="*/ 417 w 3431"/>
                <a:gd name="T21" fmla="*/ 750 h 2999"/>
                <a:gd name="T22" fmla="*/ 806 w 3431"/>
                <a:gd name="T23" fmla="*/ 76 h 2999"/>
                <a:gd name="T24" fmla="*/ 938 w 3431"/>
                <a:gd name="T25" fmla="*/ 0 h 2999"/>
                <a:gd name="T26" fmla="*/ 1716 w 3431"/>
                <a:gd name="T27" fmla="*/ 0 h 2999"/>
                <a:gd name="T28" fmla="*/ 2494 w 3431"/>
                <a:gd name="T29" fmla="*/ 0 h 2999"/>
                <a:gd name="T30" fmla="*/ 2625 w 3431"/>
                <a:gd name="T31" fmla="*/ 76 h 2999"/>
                <a:gd name="T32" fmla="*/ 3015 w 3431"/>
                <a:gd name="T33" fmla="*/ 750 h 2999"/>
                <a:gd name="T34" fmla="*/ 3404 w 3431"/>
                <a:gd name="T35" fmla="*/ 1424 h 2999"/>
                <a:gd name="T36" fmla="*/ 3404 w 3431"/>
                <a:gd name="T37" fmla="*/ 1576 h 2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31" h="2999">
                  <a:moveTo>
                    <a:pt x="3404" y="1576"/>
                  </a:moveTo>
                  <a:lnTo>
                    <a:pt x="3015" y="2249"/>
                  </a:lnTo>
                  <a:lnTo>
                    <a:pt x="2625" y="2923"/>
                  </a:lnTo>
                  <a:cubicBezTo>
                    <a:pt x="2598" y="2972"/>
                    <a:pt x="2550" y="2999"/>
                    <a:pt x="2494" y="2999"/>
                  </a:cubicBezTo>
                  <a:lnTo>
                    <a:pt x="1716" y="2999"/>
                  </a:lnTo>
                  <a:lnTo>
                    <a:pt x="938" y="2999"/>
                  </a:lnTo>
                  <a:cubicBezTo>
                    <a:pt x="882" y="2999"/>
                    <a:pt x="834" y="2972"/>
                    <a:pt x="806" y="2923"/>
                  </a:cubicBezTo>
                  <a:lnTo>
                    <a:pt x="417" y="2249"/>
                  </a:lnTo>
                  <a:lnTo>
                    <a:pt x="28" y="1576"/>
                  </a:lnTo>
                  <a:cubicBezTo>
                    <a:pt x="0" y="1527"/>
                    <a:pt x="0" y="1472"/>
                    <a:pt x="28" y="1424"/>
                  </a:cubicBezTo>
                  <a:lnTo>
                    <a:pt x="417" y="750"/>
                  </a:lnTo>
                  <a:lnTo>
                    <a:pt x="806" y="76"/>
                  </a:lnTo>
                  <a:cubicBezTo>
                    <a:pt x="834" y="28"/>
                    <a:pt x="882" y="0"/>
                    <a:pt x="938" y="0"/>
                  </a:cubicBezTo>
                  <a:lnTo>
                    <a:pt x="1716" y="0"/>
                  </a:lnTo>
                  <a:lnTo>
                    <a:pt x="2494" y="0"/>
                  </a:lnTo>
                  <a:cubicBezTo>
                    <a:pt x="2550" y="0"/>
                    <a:pt x="2598" y="28"/>
                    <a:pt x="2625" y="76"/>
                  </a:cubicBezTo>
                  <a:lnTo>
                    <a:pt x="3015" y="750"/>
                  </a:lnTo>
                  <a:lnTo>
                    <a:pt x="3404" y="1424"/>
                  </a:lnTo>
                  <a:cubicBezTo>
                    <a:pt x="3431" y="1472"/>
                    <a:pt x="3431" y="1527"/>
                    <a:pt x="3404" y="1576"/>
                  </a:cubicBezTo>
                  <a:close/>
                </a:path>
              </a:pathLst>
            </a:custGeom>
            <a:solidFill>
              <a:srgbClr val="68A5A2"/>
            </a:solidFill>
            <a:ln w="7938" cap="flat">
              <a:noFill/>
              <a:prstDash val="solid"/>
              <a:miter lim="800000"/>
            </a:ln>
            <a:effectLst/>
          </p:spPr>
          <p:txBody>
            <a:bodyPr vert="horz" wrap="square" lIns="59335" tIns="29668" rIns="59335" bIns="29668" numCol="1" anchor="t" anchorCtr="0" compatLnSpc="1"/>
            <a:lstStyle/>
            <a:p>
              <a:endParaRPr lang="zh-CN" altLang="en-US" sz="140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80" name="TextBox 17"/>
            <p:cNvSpPr txBox="1"/>
            <p:nvPr/>
          </p:nvSpPr>
          <p:spPr>
            <a:xfrm>
              <a:off x="7802581" y="3142963"/>
              <a:ext cx="1349824" cy="947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700" dirty="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添加</a:t>
              </a:r>
              <a:endParaRPr lang="en-US" altLang="zh-CN" sz="1700" dirty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  <a:p>
              <a:r>
                <a:rPr lang="zh-CN" altLang="en-US" sz="1700" dirty="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内容</a:t>
              </a:r>
              <a:endParaRPr lang="zh-CN" altLang="en-US" sz="1700" dirty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</p:grpSp>
      <p:sp>
        <p:nvSpPr>
          <p:cNvPr id="83" name="矩形 82"/>
          <p:cNvSpPr>
            <a:spLocks noChangeArrowheads="1"/>
          </p:cNvSpPr>
          <p:nvPr/>
        </p:nvSpPr>
        <p:spPr bwMode="auto">
          <a:xfrm>
            <a:off x="3826690" y="1980339"/>
            <a:ext cx="4765500" cy="832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34577" tIns="67290" rIns="134577" bIns="67290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altLang="zh-CN" sz="12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We have many PowerPoint templates that has been specifically designed to help anyone that is stepping into the world of PowerPoint for the very first time.</a:t>
            </a:r>
            <a:endParaRPr lang="en-US" altLang="zh-CN" sz="12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84" name="对角圆角矩形 83"/>
          <p:cNvSpPr/>
          <p:nvPr/>
        </p:nvSpPr>
        <p:spPr>
          <a:xfrm>
            <a:off x="3022773" y="3217857"/>
            <a:ext cx="6416179" cy="1019565"/>
          </a:xfrm>
          <a:prstGeom prst="round2DiagRect">
            <a:avLst/>
          </a:prstGeom>
          <a:noFill/>
          <a:ln>
            <a:solidFill>
              <a:srgbClr val="68A5A2"/>
            </a:solidFill>
          </a:ln>
          <a:effectLst>
            <a:outerShdw blurRad="165100" dist="38100" dir="5400000" algn="t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85" name="矩形 30"/>
          <p:cNvSpPr>
            <a:spLocks noChangeArrowheads="1"/>
          </p:cNvSpPr>
          <p:nvPr/>
        </p:nvSpPr>
        <p:spPr bwMode="auto">
          <a:xfrm>
            <a:off x="3733165" y="3298316"/>
            <a:ext cx="4765500" cy="832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34577" tIns="67290" rIns="134577" bIns="67290">
            <a:spAutoFit/>
          </a:bodyPr>
          <a:lstStyle/>
          <a:p>
            <a:pPr lvl="0" algn="r">
              <a:lnSpc>
                <a:spcPct val="130000"/>
              </a:lnSpc>
            </a:pPr>
            <a:r>
              <a:rPr lang="en-US" altLang="zh-CN" sz="1200">
                <a:latin typeface="Times New Roman" panose="02020603050405020304"/>
                <a:ea typeface="方正清刻本悦宋简体"/>
                <a:sym typeface="Times New Roman" panose="02020603050405020304"/>
              </a:rPr>
              <a:t>We have many PowerPoint </a:t>
            </a:r>
            <a:r>
              <a:rPr lang="en-US" altLang="zh-CN" sz="12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templates that has been specifically designed to help anyone that is stepping into the world of PowerPoint for the very first time.</a:t>
            </a:r>
            <a:endParaRPr lang="en-US" altLang="zh-CN" sz="12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8981478" y="3061478"/>
            <a:ext cx="1556776" cy="1360539"/>
            <a:chOff x="7109111" y="2548965"/>
            <a:chExt cx="2397222" cy="2093640"/>
          </a:xfrm>
        </p:grpSpPr>
        <p:grpSp>
          <p:nvGrpSpPr>
            <p:cNvPr id="87" name="组合 86"/>
            <p:cNvGrpSpPr/>
            <p:nvPr/>
          </p:nvGrpSpPr>
          <p:grpSpPr>
            <a:xfrm>
              <a:off x="7109111" y="2548965"/>
              <a:ext cx="2397222" cy="2093640"/>
              <a:chOff x="1511944" y="2420246"/>
              <a:chExt cx="2627152" cy="2294453"/>
            </a:xfrm>
            <a:effectLst>
              <a:outerShdw blurRad="203200" dist="38100" dir="3780000" sx="103000" sy="103000" algn="t" rotWithShape="0">
                <a:prstClr val="black">
                  <a:alpha val="25000"/>
                </a:prstClr>
              </a:outerShdw>
            </a:effectLst>
          </p:grpSpPr>
          <p:sp>
            <p:nvSpPr>
              <p:cNvPr id="90" name="Freeform 6"/>
              <p:cNvSpPr/>
              <p:nvPr/>
            </p:nvSpPr>
            <p:spPr bwMode="auto">
              <a:xfrm>
                <a:off x="1511944" y="2420246"/>
                <a:ext cx="2627152" cy="2294453"/>
              </a:xfrm>
              <a:custGeom>
                <a:avLst/>
                <a:gdLst>
                  <a:gd name="T0" fmla="*/ 4479 w 4516"/>
                  <a:gd name="T1" fmla="*/ 2074 h 3947"/>
                  <a:gd name="T2" fmla="*/ 3967 w 4516"/>
                  <a:gd name="T3" fmla="*/ 2960 h 3947"/>
                  <a:gd name="T4" fmla="*/ 3455 w 4516"/>
                  <a:gd name="T5" fmla="*/ 3847 h 3947"/>
                  <a:gd name="T6" fmla="*/ 3282 w 4516"/>
                  <a:gd name="T7" fmla="*/ 3947 h 3947"/>
                  <a:gd name="T8" fmla="*/ 2258 w 4516"/>
                  <a:gd name="T9" fmla="*/ 3947 h 3947"/>
                  <a:gd name="T10" fmla="*/ 1234 w 4516"/>
                  <a:gd name="T11" fmla="*/ 3947 h 3947"/>
                  <a:gd name="T12" fmla="*/ 1061 w 4516"/>
                  <a:gd name="T13" fmla="*/ 3847 h 3947"/>
                  <a:gd name="T14" fmla="*/ 549 w 4516"/>
                  <a:gd name="T15" fmla="*/ 2960 h 3947"/>
                  <a:gd name="T16" fmla="*/ 37 w 4516"/>
                  <a:gd name="T17" fmla="*/ 2074 h 3947"/>
                  <a:gd name="T18" fmla="*/ 37 w 4516"/>
                  <a:gd name="T19" fmla="*/ 1874 h 3947"/>
                  <a:gd name="T20" fmla="*/ 549 w 4516"/>
                  <a:gd name="T21" fmla="*/ 987 h 3947"/>
                  <a:gd name="T22" fmla="*/ 1061 w 4516"/>
                  <a:gd name="T23" fmla="*/ 100 h 3947"/>
                  <a:gd name="T24" fmla="*/ 1234 w 4516"/>
                  <a:gd name="T25" fmla="*/ 0 h 3947"/>
                  <a:gd name="T26" fmla="*/ 2258 w 4516"/>
                  <a:gd name="T27" fmla="*/ 0 h 3947"/>
                  <a:gd name="T28" fmla="*/ 3282 w 4516"/>
                  <a:gd name="T29" fmla="*/ 0 h 3947"/>
                  <a:gd name="T30" fmla="*/ 3455 w 4516"/>
                  <a:gd name="T31" fmla="*/ 100 h 3947"/>
                  <a:gd name="T32" fmla="*/ 3967 w 4516"/>
                  <a:gd name="T33" fmla="*/ 987 h 3947"/>
                  <a:gd name="T34" fmla="*/ 4479 w 4516"/>
                  <a:gd name="T35" fmla="*/ 1874 h 3947"/>
                  <a:gd name="T36" fmla="*/ 4479 w 4516"/>
                  <a:gd name="T37" fmla="*/ 2074 h 39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516" h="3947">
                    <a:moveTo>
                      <a:pt x="4479" y="2074"/>
                    </a:moveTo>
                    <a:lnTo>
                      <a:pt x="3967" y="2960"/>
                    </a:lnTo>
                    <a:lnTo>
                      <a:pt x="3455" y="3847"/>
                    </a:lnTo>
                    <a:cubicBezTo>
                      <a:pt x="3418" y="3911"/>
                      <a:pt x="3355" y="3947"/>
                      <a:pt x="3282" y="3947"/>
                    </a:cubicBezTo>
                    <a:lnTo>
                      <a:pt x="2258" y="3947"/>
                    </a:lnTo>
                    <a:lnTo>
                      <a:pt x="1234" y="3947"/>
                    </a:lnTo>
                    <a:cubicBezTo>
                      <a:pt x="1160" y="3947"/>
                      <a:pt x="1097" y="3911"/>
                      <a:pt x="1061" y="3847"/>
                    </a:cubicBezTo>
                    <a:lnTo>
                      <a:pt x="549" y="2960"/>
                    </a:lnTo>
                    <a:lnTo>
                      <a:pt x="37" y="2074"/>
                    </a:lnTo>
                    <a:cubicBezTo>
                      <a:pt x="0" y="2010"/>
                      <a:pt x="0" y="1937"/>
                      <a:pt x="37" y="1874"/>
                    </a:cubicBezTo>
                    <a:lnTo>
                      <a:pt x="549" y="987"/>
                    </a:lnTo>
                    <a:lnTo>
                      <a:pt x="1061" y="100"/>
                    </a:lnTo>
                    <a:cubicBezTo>
                      <a:pt x="1097" y="36"/>
                      <a:pt x="1160" y="0"/>
                      <a:pt x="1234" y="0"/>
                    </a:cubicBezTo>
                    <a:lnTo>
                      <a:pt x="2258" y="0"/>
                    </a:lnTo>
                    <a:lnTo>
                      <a:pt x="3282" y="0"/>
                    </a:lnTo>
                    <a:cubicBezTo>
                      <a:pt x="3355" y="0"/>
                      <a:pt x="3418" y="36"/>
                      <a:pt x="3455" y="100"/>
                    </a:cubicBezTo>
                    <a:lnTo>
                      <a:pt x="3967" y="987"/>
                    </a:lnTo>
                    <a:lnTo>
                      <a:pt x="4479" y="1874"/>
                    </a:lnTo>
                    <a:cubicBezTo>
                      <a:pt x="4516" y="1937"/>
                      <a:pt x="4516" y="2010"/>
                      <a:pt x="4479" y="2074"/>
                    </a:cubicBezTo>
                    <a:close/>
                  </a:path>
                </a:pathLst>
              </a:custGeom>
              <a:solidFill>
                <a:schemeClr val="bg1"/>
              </a:solidFill>
              <a:ln w="7938" cap="flat">
                <a:noFill/>
                <a:prstDash val="solid"/>
                <a:miter lim="800000"/>
              </a:ln>
              <a:effectLst/>
            </p:spPr>
            <p:txBody>
              <a:bodyPr vert="horz" wrap="square" lIns="59335" tIns="29668" rIns="59335" bIns="29668" numCol="1" anchor="t" anchorCtr="0" compatLnSpc="1"/>
              <a:lstStyle/>
              <a:p>
                <a:endParaRPr lang="zh-CN" altLang="en-US" sz="140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endParaRPr>
              </a:p>
            </p:txBody>
          </p:sp>
          <p:sp>
            <p:nvSpPr>
              <p:cNvPr id="91" name="Freeform 6"/>
              <p:cNvSpPr/>
              <p:nvPr/>
            </p:nvSpPr>
            <p:spPr bwMode="auto">
              <a:xfrm>
                <a:off x="1524106" y="2431739"/>
                <a:ext cx="2602832" cy="2271469"/>
              </a:xfrm>
              <a:custGeom>
                <a:avLst/>
                <a:gdLst>
                  <a:gd name="T0" fmla="*/ 4479 w 4516"/>
                  <a:gd name="T1" fmla="*/ 2074 h 3947"/>
                  <a:gd name="T2" fmla="*/ 3967 w 4516"/>
                  <a:gd name="T3" fmla="*/ 2960 h 3947"/>
                  <a:gd name="T4" fmla="*/ 3455 w 4516"/>
                  <a:gd name="T5" fmla="*/ 3847 h 3947"/>
                  <a:gd name="T6" fmla="*/ 3282 w 4516"/>
                  <a:gd name="T7" fmla="*/ 3947 h 3947"/>
                  <a:gd name="T8" fmla="*/ 2258 w 4516"/>
                  <a:gd name="T9" fmla="*/ 3947 h 3947"/>
                  <a:gd name="T10" fmla="*/ 1234 w 4516"/>
                  <a:gd name="T11" fmla="*/ 3947 h 3947"/>
                  <a:gd name="T12" fmla="*/ 1061 w 4516"/>
                  <a:gd name="T13" fmla="*/ 3847 h 3947"/>
                  <a:gd name="T14" fmla="*/ 549 w 4516"/>
                  <a:gd name="T15" fmla="*/ 2960 h 3947"/>
                  <a:gd name="T16" fmla="*/ 37 w 4516"/>
                  <a:gd name="T17" fmla="*/ 2074 h 3947"/>
                  <a:gd name="T18" fmla="*/ 37 w 4516"/>
                  <a:gd name="T19" fmla="*/ 1874 h 3947"/>
                  <a:gd name="T20" fmla="*/ 549 w 4516"/>
                  <a:gd name="T21" fmla="*/ 987 h 3947"/>
                  <a:gd name="T22" fmla="*/ 1061 w 4516"/>
                  <a:gd name="T23" fmla="*/ 100 h 3947"/>
                  <a:gd name="T24" fmla="*/ 1234 w 4516"/>
                  <a:gd name="T25" fmla="*/ 0 h 3947"/>
                  <a:gd name="T26" fmla="*/ 2258 w 4516"/>
                  <a:gd name="T27" fmla="*/ 0 h 3947"/>
                  <a:gd name="T28" fmla="*/ 3282 w 4516"/>
                  <a:gd name="T29" fmla="*/ 0 h 3947"/>
                  <a:gd name="T30" fmla="*/ 3455 w 4516"/>
                  <a:gd name="T31" fmla="*/ 100 h 3947"/>
                  <a:gd name="T32" fmla="*/ 3967 w 4516"/>
                  <a:gd name="T33" fmla="*/ 987 h 3947"/>
                  <a:gd name="T34" fmla="*/ 4479 w 4516"/>
                  <a:gd name="T35" fmla="*/ 1874 h 3947"/>
                  <a:gd name="T36" fmla="*/ 4479 w 4516"/>
                  <a:gd name="T37" fmla="*/ 2074 h 39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516" h="3947">
                    <a:moveTo>
                      <a:pt x="4479" y="2074"/>
                    </a:moveTo>
                    <a:lnTo>
                      <a:pt x="3967" y="2960"/>
                    </a:lnTo>
                    <a:lnTo>
                      <a:pt x="3455" y="3847"/>
                    </a:lnTo>
                    <a:cubicBezTo>
                      <a:pt x="3418" y="3911"/>
                      <a:pt x="3355" y="3947"/>
                      <a:pt x="3282" y="3947"/>
                    </a:cubicBezTo>
                    <a:lnTo>
                      <a:pt x="2258" y="3947"/>
                    </a:lnTo>
                    <a:lnTo>
                      <a:pt x="1234" y="3947"/>
                    </a:lnTo>
                    <a:cubicBezTo>
                      <a:pt x="1160" y="3947"/>
                      <a:pt x="1097" y="3911"/>
                      <a:pt x="1061" y="3847"/>
                    </a:cubicBezTo>
                    <a:lnTo>
                      <a:pt x="549" y="2960"/>
                    </a:lnTo>
                    <a:lnTo>
                      <a:pt x="37" y="2074"/>
                    </a:lnTo>
                    <a:cubicBezTo>
                      <a:pt x="0" y="2010"/>
                      <a:pt x="0" y="1937"/>
                      <a:pt x="37" y="1874"/>
                    </a:cubicBezTo>
                    <a:lnTo>
                      <a:pt x="549" y="987"/>
                    </a:lnTo>
                    <a:lnTo>
                      <a:pt x="1061" y="100"/>
                    </a:lnTo>
                    <a:cubicBezTo>
                      <a:pt x="1097" y="36"/>
                      <a:pt x="1160" y="0"/>
                      <a:pt x="1234" y="0"/>
                    </a:cubicBezTo>
                    <a:lnTo>
                      <a:pt x="2258" y="0"/>
                    </a:lnTo>
                    <a:lnTo>
                      <a:pt x="3282" y="0"/>
                    </a:lnTo>
                    <a:cubicBezTo>
                      <a:pt x="3355" y="0"/>
                      <a:pt x="3418" y="36"/>
                      <a:pt x="3455" y="100"/>
                    </a:cubicBezTo>
                    <a:lnTo>
                      <a:pt x="3967" y="987"/>
                    </a:lnTo>
                    <a:lnTo>
                      <a:pt x="4479" y="1874"/>
                    </a:lnTo>
                    <a:cubicBezTo>
                      <a:pt x="4516" y="1937"/>
                      <a:pt x="4516" y="2010"/>
                      <a:pt x="4479" y="20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2000"/>
                      <a:lumOff val="18000"/>
                    </a:schemeClr>
                  </a:gs>
                  <a:gs pos="47000">
                    <a:srgbClr val="F5F5F5"/>
                  </a:gs>
                  <a:gs pos="100000">
                    <a:schemeClr val="bg1">
                      <a:lumMod val="95000"/>
                      <a:lumOff val="5000"/>
                    </a:schemeClr>
                  </a:gs>
                </a:gsLst>
                <a:lin ang="18900000" scaled="0"/>
              </a:gradFill>
              <a:ln w="7938" cap="flat">
                <a:noFill/>
                <a:prstDash val="solid"/>
                <a:miter lim="800000"/>
              </a:ln>
              <a:effectLst/>
            </p:spPr>
            <p:txBody>
              <a:bodyPr vert="horz" wrap="square" lIns="59335" tIns="29668" rIns="59335" bIns="29668" numCol="1" anchor="t" anchorCtr="0" compatLnSpc="1"/>
              <a:lstStyle/>
              <a:p>
                <a:endParaRPr lang="zh-CN" altLang="en-US" sz="140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endParaRPr>
              </a:p>
            </p:txBody>
          </p:sp>
        </p:grpSp>
        <p:sp>
          <p:nvSpPr>
            <p:cNvPr id="88" name="Freeform 7"/>
            <p:cNvSpPr/>
            <p:nvPr/>
          </p:nvSpPr>
          <p:spPr bwMode="auto">
            <a:xfrm>
              <a:off x="7420792" y="2825471"/>
              <a:ext cx="1773861" cy="1540628"/>
            </a:xfrm>
            <a:custGeom>
              <a:avLst/>
              <a:gdLst>
                <a:gd name="T0" fmla="*/ 3404 w 3431"/>
                <a:gd name="T1" fmla="*/ 1576 h 2999"/>
                <a:gd name="T2" fmla="*/ 3015 w 3431"/>
                <a:gd name="T3" fmla="*/ 2249 h 2999"/>
                <a:gd name="T4" fmla="*/ 2625 w 3431"/>
                <a:gd name="T5" fmla="*/ 2923 h 2999"/>
                <a:gd name="T6" fmla="*/ 2494 w 3431"/>
                <a:gd name="T7" fmla="*/ 2999 h 2999"/>
                <a:gd name="T8" fmla="*/ 1716 w 3431"/>
                <a:gd name="T9" fmla="*/ 2999 h 2999"/>
                <a:gd name="T10" fmla="*/ 938 w 3431"/>
                <a:gd name="T11" fmla="*/ 2999 h 2999"/>
                <a:gd name="T12" fmla="*/ 806 w 3431"/>
                <a:gd name="T13" fmla="*/ 2923 h 2999"/>
                <a:gd name="T14" fmla="*/ 417 w 3431"/>
                <a:gd name="T15" fmla="*/ 2249 h 2999"/>
                <a:gd name="T16" fmla="*/ 28 w 3431"/>
                <a:gd name="T17" fmla="*/ 1576 h 2999"/>
                <a:gd name="T18" fmla="*/ 28 w 3431"/>
                <a:gd name="T19" fmla="*/ 1424 h 2999"/>
                <a:gd name="T20" fmla="*/ 417 w 3431"/>
                <a:gd name="T21" fmla="*/ 750 h 2999"/>
                <a:gd name="T22" fmla="*/ 806 w 3431"/>
                <a:gd name="T23" fmla="*/ 76 h 2999"/>
                <a:gd name="T24" fmla="*/ 938 w 3431"/>
                <a:gd name="T25" fmla="*/ 0 h 2999"/>
                <a:gd name="T26" fmla="*/ 1716 w 3431"/>
                <a:gd name="T27" fmla="*/ 0 h 2999"/>
                <a:gd name="T28" fmla="*/ 2494 w 3431"/>
                <a:gd name="T29" fmla="*/ 0 h 2999"/>
                <a:gd name="T30" fmla="*/ 2625 w 3431"/>
                <a:gd name="T31" fmla="*/ 76 h 2999"/>
                <a:gd name="T32" fmla="*/ 3015 w 3431"/>
                <a:gd name="T33" fmla="*/ 750 h 2999"/>
                <a:gd name="T34" fmla="*/ 3404 w 3431"/>
                <a:gd name="T35" fmla="*/ 1424 h 2999"/>
                <a:gd name="T36" fmla="*/ 3404 w 3431"/>
                <a:gd name="T37" fmla="*/ 1576 h 2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31" h="2999">
                  <a:moveTo>
                    <a:pt x="3404" y="1576"/>
                  </a:moveTo>
                  <a:lnTo>
                    <a:pt x="3015" y="2249"/>
                  </a:lnTo>
                  <a:lnTo>
                    <a:pt x="2625" y="2923"/>
                  </a:lnTo>
                  <a:cubicBezTo>
                    <a:pt x="2598" y="2972"/>
                    <a:pt x="2550" y="2999"/>
                    <a:pt x="2494" y="2999"/>
                  </a:cubicBezTo>
                  <a:lnTo>
                    <a:pt x="1716" y="2999"/>
                  </a:lnTo>
                  <a:lnTo>
                    <a:pt x="938" y="2999"/>
                  </a:lnTo>
                  <a:cubicBezTo>
                    <a:pt x="882" y="2999"/>
                    <a:pt x="834" y="2972"/>
                    <a:pt x="806" y="2923"/>
                  </a:cubicBezTo>
                  <a:lnTo>
                    <a:pt x="417" y="2249"/>
                  </a:lnTo>
                  <a:lnTo>
                    <a:pt x="28" y="1576"/>
                  </a:lnTo>
                  <a:cubicBezTo>
                    <a:pt x="0" y="1527"/>
                    <a:pt x="0" y="1472"/>
                    <a:pt x="28" y="1424"/>
                  </a:cubicBezTo>
                  <a:lnTo>
                    <a:pt x="417" y="750"/>
                  </a:lnTo>
                  <a:lnTo>
                    <a:pt x="806" y="76"/>
                  </a:lnTo>
                  <a:cubicBezTo>
                    <a:pt x="834" y="28"/>
                    <a:pt x="882" y="0"/>
                    <a:pt x="938" y="0"/>
                  </a:cubicBezTo>
                  <a:lnTo>
                    <a:pt x="1716" y="0"/>
                  </a:lnTo>
                  <a:lnTo>
                    <a:pt x="2494" y="0"/>
                  </a:lnTo>
                  <a:cubicBezTo>
                    <a:pt x="2550" y="0"/>
                    <a:pt x="2598" y="28"/>
                    <a:pt x="2625" y="76"/>
                  </a:cubicBezTo>
                  <a:lnTo>
                    <a:pt x="3015" y="750"/>
                  </a:lnTo>
                  <a:lnTo>
                    <a:pt x="3404" y="1424"/>
                  </a:lnTo>
                  <a:cubicBezTo>
                    <a:pt x="3431" y="1472"/>
                    <a:pt x="3431" y="1527"/>
                    <a:pt x="3404" y="1576"/>
                  </a:cubicBezTo>
                  <a:close/>
                </a:path>
              </a:pathLst>
            </a:custGeom>
            <a:solidFill>
              <a:srgbClr val="68A5A2"/>
            </a:solidFill>
            <a:ln w="7938" cap="flat">
              <a:noFill/>
              <a:prstDash val="solid"/>
              <a:miter lim="800000"/>
            </a:ln>
            <a:effectLst/>
          </p:spPr>
          <p:txBody>
            <a:bodyPr vert="horz" wrap="square" lIns="59335" tIns="29668" rIns="59335" bIns="29668" numCol="1" anchor="t" anchorCtr="0" compatLnSpc="1"/>
            <a:lstStyle/>
            <a:p>
              <a:endParaRPr lang="zh-CN" altLang="en-US" sz="140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89" name="TextBox 70"/>
            <p:cNvSpPr txBox="1"/>
            <p:nvPr/>
          </p:nvSpPr>
          <p:spPr>
            <a:xfrm>
              <a:off x="7802579" y="3142963"/>
              <a:ext cx="1104886" cy="947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700" dirty="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添加</a:t>
              </a:r>
              <a:endParaRPr lang="en-US" altLang="zh-CN" sz="1700" dirty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  <a:p>
              <a:r>
                <a:rPr lang="zh-CN" altLang="en-US" sz="1700" dirty="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内容</a:t>
              </a:r>
              <a:endParaRPr lang="zh-CN" altLang="en-US" sz="1700" dirty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</p:grpSp>
      <p:sp>
        <p:nvSpPr>
          <p:cNvPr id="92" name="对角圆角矩形 91"/>
          <p:cNvSpPr/>
          <p:nvPr/>
        </p:nvSpPr>
        <p:spPr>
          <a:xfrm>
            <a:off x="3001351" y="4638856"/>
            <a:ext cx="6416179" cy="1019565"/>
          </a:xfrm>
          <a:prstGeom prst="round2DiagRect">
            <a:avLst/>
          </a:prstGeom>
          <a:noFill/>
          <a:ln>
            <a:solidFill>
              <a:srgbClr val="68A5A2"/>
            </a:solidFill>
          </a:ln>
          <a:effectLst>
            <a:outerShdw blurRad="165100" dist="38100" dir="5400000" algn="t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6" tIns="60963" rIns="121926" bIns="60963"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2012415" y="4188101"/>
            <a:ext cx="1556776" cy="1360539"/>
            <a:chOff x="7109111" y="2548965"/>
            <a:chExt cx="2397222" cy="2093640"/>
          </a:xfrm>
        </p:grpSpPr>
        <p:grpSp>
          <p:nvGrpSpPr>
            <p:cNvPr id="94" name="组合 93"/>
            <p:cNvGrpSpPr/>
            <p:nvPr/>
          </p:nvGrpSpPr>
          <p:grpSpPr>
            <a:xfrm>
              <a:off x="7109111" y="2548965"/>
              <a:ext cx="2397222" cy="2093640"/>
              <a:chOff x="1511944" y="2420246"/>
              <a:chExt cx="2627152" cy="2294453"/>
            </a:xfrm>
            <a:effectLst>
              <a:outerShdw blurRad="203200" dist="38100" dir="3780000" sx="103000" sy="103000" algn="t" rotWithShape="0">
                <a:prstClr val="black">
                  <a:alpha val="25000"/>
                </a:prstClr>
              </a:outerShdw>
            </a:effectLst>
          </p:grpSpPr>
          <p:sp>
            <p:nvSpPr>
              <p:cNvPr id="97" name="Freeform 6"/>
              <p:cNvSpPr/>
              <p:nvPr/>
            </p:nvSpPr>
            <p:spPr bwMode="auto">
              <a:xfrm>
                <a:off x="1511944" y="2420246"/>
                <a:ext cx="2627152" cy="2294453"/>
              </a:xfrm>
              <a:custGeom>
                <a:avLst/>
                <a:gdLst>
                  <a:gd name="T0" fmla="*/ 4479 w 4516"/>
                  <a:gd name="T1" fmla="*/ 2074 h 3947"/>
                  <a:gd name="T2" fmla="*/ 3967 w 4516"/>
                  <a:gd name="T3" fmla="*/ 2960 h 3947"/>
                  <a:gd name="T4" fmla="*/ 3455 w 4516"/>
                  <a:gd name="T5" fmla="*/ 3847 h 3947"/>
                  <a:gd name="T6" fmla="*/ 3282 w 4516"/>
                  <a:gd name="T7" fmla="*/ 3947 h 3947"/>
                  <a:gd name="T8" fmla="*/ 2258 w 4516"/>
                  <a:gd name="T9" fmla="*/ 3947 h 3947"/>
                  <a:gd name="T10" fmla="*/ 1234 w 4516"/>
                  <a:gd name="T11" fmla="*/ 3947 h 3947"/>
                  <a:gd name="T12" fmla="*/ 1061 w 4516"/>
                  <a:gd name="T13" fmla="*/ 3847 h 3947"/>
                  <a:gd name="T14" fmla="*/ 549 w 4516"/>
                  <a:gd name="T15" fmla="*/ 2960 h 3947"/>
                  <a:gd name="T16" fmla="*/ 37 w 4516"/>
                  <a:gd name="T17" fmla="*/ 2074 h 3947"/>
                  <a:gd name="T18" fmla="*/ 37 w 4516"/>
                  <a:gd name="T19" fmla="*/ 1874 h 3947"/>
                  <a:gd name="T20" fmla="*/ 549 w 4516"/>
                  <a:gd name="T21" fmla="*/ 987 h 3947"/>
                  <a:gd name="T22" fmla="*/ 1061 w 4516"/>
                  <a:gd name="T23" fmla="*/ 100 h 3947"/>
                  <a:gd name="T24" fmla="*/ 1234 w 4516"/>
                  <a:gd name="T25" fmla="*/ 0 h 3947"/>
                  <a:gd name="T26" fmla="*/ 2258 w 4516"/>
                  <a:gd name="T27" fmla="*/ 0 h 3947"/>
                  <a:gd name="T28" fmla="*/ 3282 w 4516"/>
                  <a:gd name="T29" fmla="*/ 0 h 3947"/>
                  <a:gd name="T30" fmla="*/ 3455 w 4516"/>
                  <a:gd name="T31" fmla="*/ 100 h 3947"/>
                  <a:gd name="T32" fmla="*/ 3967 w 4516"/>
                  <a:gd name="T33" fmla="*/ 987 h 3947"/>
                  <a:gd name="T34" fmla="*/ 4479 w 4516"/>
                  <a:gd name="T35" fmla="*/ 1874 h 3947"/>
                  <a:gd name="T36" fmla="*/ 4479 w 4516"/>
                  <a:gd name="T37" fmla="*/ 2074 h 39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516" h="3947">
                    <a:moveTo>
                      <a:pt x="4479" y="2074"/>
                    </a:moveTo>
                    <a:lnTo>
                      <a:pt x="3967" y="2960"/>
                    </a:lnTo>
                    <a:lnTo>
                      <a:pt x="3455" y="3847"/>
                    </a:lnTo>
                    <a:cubicBezTo>
                      <a:pt x="3418" y="3911"/>
                      <a:pt x="3355" y="3947"/>
                      <a:pt x="3282" y="3947"/>
                    </a:cubicBezTo>
                    <a:lnTo>
                      <a:pt x="2258" y="3947"/>
                    </a:lnTo>
                    <a:lnTo>
                      <a:pt x="1234" y="3947"/>
                    </a:lnTo>
                    <a:cubicBezTo>
                      <a:pt x="1160" y="3947"/>
                      <a:pt x="1097" y="3911"/>
                      <a:pt x="1061" y="3847"/>
                    </a:cubicBezTo>
                    <a:lnTo>
                      <a:pt x="549" y="2960"/>
                    </a:lnTo>
                    <a:lnTo>
                      <a:pt x="37" y="2074"/>
                    </a:lnTo>
                    <a:cubicBezTo>
                      <a:pt x="0" y="2010"/>
                      <a:pt x="0" y="1937"/>
                      <a:pt x="37" y="1874"/>
                    </a:cubicBezTo>
                    <a:lnTo>
                      <a:pt x="549" y="987"/>
                    </a:lnTo>
                    <a:lnTo>
                      <a:pt x="1061" y="100"/>
                    </a:lnTo>
                    <a:cubicBezTo>
                      <a:pt x="1097" y="36"/>
                      <a:pt x="1160" y="0"/>
                      <a:pt x="1234" y="0"/>
                    </a:cubicBezTo>
                    <a:lnTo>
                      <a:pt x="2258" y="0"/>
                    </a:lnTo>
                    <a:lnTo>
                      <a:pt x="3282" y="0"/>
                    </a:lnTo>
                    <a:cubicBezTo>
                      <a:pt x="3355" y="0"/>
                      <a:pt x="3418" y="36"/>
                      <a:pt x="3455" y="100"/>
                    </a:cubicBezTo>
                    <a:lnTo>
                      <a:pt x="3967" y="987"/>
                    </a:lnTo>
                    <a:lnTo>
                      <a:pt x="4479" y="1874"/>
                    </a:lnTo>
                    <a:cubicBezTo>
                      <a:pt x="4516" y="1937"/>
                      <a:pt x="4516" y="2010"/>
                      <a:pt x="4479" y="2074"/>
                    </a:cubicBezTo>
                    <a:close/>
                  </a:path>
                </a:pathLst>
              </a:custGeom>
              <a:solidFill>
                <a:schemeClr val="bg1"/>
              </a:solidFill>
              <a:ln w="7938" cap="flat">
                <a:noFill/>
                <a:prstDash val="solid"/>
                <a:miter lim="800000"/>
              </a:ln>
              <a:effectLst/>
            </p:spPr>
            <p:txBody>
              <a:bodyPr vert="horz" wrap="square" lIns="59335" tIns="29668" rIns="59335" bIns="29668" numCol="1" anchor="t" anchorCtr="0" compatLnSpc="1"/>
              <a:lstStyle/>
              <a:p>
                <a:endParaRPr lang="zh-CN" altLang="en-US" sz="140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endParaRPr>
              </a:p>
            </p:txBody>
          </p:sp>
          <p:sp>
            <p:nvSpPr>
              <p:cNvPr id="98" name="Freeform 6"/>
              <p:cNvSpPr/>
              <p:nvPr/>
            </p:nvSpPr>
            <p:spPr bwMode="auto">
              <a:xfrm>
                <a:off x="1524106" y="2431739"/>
                <a:ext cx="2602832" cy="2271469"/>
              </a:xfrm>
              <a:custGeom>
                <a:avLst/>
                <a:gdLst>
                  <a:gd name="T0" fmla="*/ 4479 w 4516"/>
                  <a:gd name="T1" fmla="*/ 2074 h 3947"/>
                  <a:gd name="T2" fmla="*/ 3967 w 4516"/>
                  <a:gd name="T3" fmla="*/ 2960 h 3947"/>
                  <a:gd name="T4" fmla="*/ 3455 w 4516"/>
                  <a:gd name="T5" fmla="*/ 3847 h 3947"/>
                  <a:gd name="T6" fmla="*/ 3282 w 4516"/>
                  <a:gd name="T7" fmla="*/ 3947 h 3947"/>
                  <a:gd name="T8" fmla="*/ 2258 w 4516"/>
                  <a:gd name="T9" fmla="*/ 3947 h 3947"/>
                  <a:gd name="T10" fmla="*/ 1234 w 4516"/>
                  <a:gd name="T11" fmla="*/ 3947 h 3947"/>
                  <a:gd name="T12" fmla="*/ 1061 w 4516"/>
                  <a:gd name="T13" fmla="*/ 3847 h 3947"/>
                  <a:gd name="T14" fmla="*/ 549 w 4516"/>
                  <a:gd name="T15" fmla="*/ 2960 h 3947"/>
                  <a:gd name="T16" fmla="*/ 37 w 4516"/>
                  <a:gd name="T17" fmla="*/ 2074 h 3947"/>
                  <a:gd name="T18" fmla="*/ 37 w 4516"/>
                  <a:gd name="T19" fmla="*/ 1874 h 3947"/>
                  <a:gd name="T20" fmla="*/ 549 w 4516"/>
                  <a:gd name="T21" fmla="*/ 987 h 3947"/>
                  <a:gd name="T22" fmla="*/ 1061 w 4516"/>
                  <a:gd name="T23" fmla="*/ 100 h 3947"/>
                  <a:gd name="T24" fmla="*/ 1234 w 4516"/>
                  <a:gd name="T25" fmla="*/ 0 h 3947"/>
                  <a:gd name="T26" fmla="*/ 2258 w 4516"/>
                  <a:gd name="T27" fmla="*/ 0 h 3947"/>
                  <a:gd name="T28" fmla="*/ 3282 w 4516"/>
                  <a:gd name="T29" fmla="*/ 0 h 3947"/>
                  <a:gd name="T30" fmla="*/ 3455 w 4516"/>
                  <a:gd name="T31" fmla="*/ 100 h 3947"/>
                  <a:gd name="T32" fmla="*/ 3967 w 4516"/>
                  <a:gd name="T33" fmla="*/ 987 h 3947"/>
                  <a:gd name="T34" fmla="*/ 4479 w 4516"/>
                  <a:gd name="T35" fmla="*/ 1874 h 3947"/>
                  <a:gd name="T36" fmla="*/ 4479 w 4516"/>
                  <a:gd name="T37" fmla="*/ 2074 h 39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516" h="3947">
                    <a:moveTo>
                      <a:pt x="4479" y="2074"/>
                    </a:moveTo>
                    <a:lnTo>
                      <a:pt x="3967" y="2960"/>
                    </a:lnTo>
                    <a:lnTo>
                      <a:pt x="3455" y="3847"/>
                    </a:lnTo>
                    <a:cubicBezTo>
                      <a:pt x="3418" y="3911"/>
                      <a:pt x="3355" y="3947"/>
                      <a:pt x="3282" y="3947"/>
                    </a:cubicBezTo>
                    <a:lnTo>
                      <a:pt x="2258" y="3947"/>
                    </a:lnTo>
                    <a:lnTo>
                      <a:pt x="1234" y="3947"/>
                    </a:lnTo>
                    <a:cubicBezTo>
                      <a:pt x="1160" y="3947"/>
                      <a:pt x="1097" y="3911"/>
                      <a:pt x="1061" y="3847"/>
                    </a:cubicBezTo>
                    <a:lnTo>
                      <a:pt x="549" y="2960"/>
                    </a:lnTo>
                    <a:lnTo>
                      <a:pt x="37" y="2074"/>
                    </a:lnTo>
                    <a:cubicBezTo>
                      <a:pt x="0" y="2010"/>
                      <a:pt x="0" y="1937"/>
                      <a:pt x="37" y="1874"/>
                    </a:cubicBezTo>
                    <a:lnTo>
                      <a:pt x="549" y="987"/>
                    </a:lnTo>
                    <a:lnTo>
                      <a:pt x="1061" y="100"/>
                    </a:lnTo>
                    <a:cubicBezTo>
                      <a:pt x="1097" y="36"/>
                      <a:pt x="1160" y="0"/>
                      <a:pt x="1234" y="0"/>
                    </a:cubicBezTo>
                    <a:lnTo>
                      <a:pt x="2258" y="0"/>
                    </a:lnTo>
                    <a:lnTo>
                      <a:pt x="3282" y="0"/>
                    </a:lnTo>
                    <a:cubicBezTo>
                      <a:pt x="3355" y="0"/>
                      <a:pt x="3418" y="36"/>
                      <a:pt x="3455" y="100"/>
                    </a:cubicBezTo>
                    <a:lnTo>
                      <a:pt x="3967" y="987"/>
                    </a:lnTo>
                    <a:lnTo>
                      <a:pt x="4479" y="1874"/>
                    </a:lnTo>
                    <a:cubicBezTo>
                      <a:pt x="4516" y="1937"/>
                      <a:pt x="4516" y="2010"/>
                      <a:pt x="4479" y="20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2000"/>
                      <a:lumOff val="18000"/>
                    </a:schemeClr>
                  </a:gs>
                  <a:gs pos="47000">
                    <a:srgbClr val="F5F5F5"/>
                  </a:gs>
                  <a:gs pos="100000">
                    <a:schemeClr val="bg1">
                      <a:lumMod val="95000"/>
                      <a:lumOff val="5000"/>
                    </a:schemeClr>
                  </a:gs>
                </a:gsLst>
                <a:lin ang="18900000" scaled="0"/>
              </a:gradFill>
              <a:ln w="7938" cap="flat">
                <a:noFill/>
                <a:prstDash val="solid"/>
                <a:miter lim="800000"/>
              </a:ln>
              <a:effectLst/>
            </p:spPr>
            <p:txBody>
              <a:bodyPr vert="horz" wrap="square" lIns="59335" tIns="29668" rIns="59335" bIns="29668" numCol="1" anchor="t" anchorCtr="0" compatLnSpc="1"/>
              <a:lstStyle/>
              <a:p>
                <a:endParaRPr lang="zh-CN" altLang="en-US" sz="140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endParaRPr>
              </a:p>
            </p:txBody>
          </p:sp>
        </p:grpSp>
        <p:sp>
          <p:nvSpPr>
            <p:cNvPr id="95" name="Freeform 7"/>
            <p:cNvSpPr/>
            <p:nvPr/>
          </p:nvSpPr>
          <p:spPr bwMode="auto">
            <a:xfrm>
              <a:off x="7420792" y="2825471"/>
              <a:ext cx="1773861" cy="1540628"/>
            </a:xfrm>
            <a:custGeom>
              <a:avLst/>
              <a:gdLst>
                <a:gd name="T0" fmla="*/ 3404 w 3431"/>
                <a:gd name="T1" fmla="*/ 1576 h 2999"/>
                <a:gd name="T2" fmla="*/ 3015 w 3431"/>
                <a:gd name="T3" fmla="*/ 2249 h 2999"/>
                <a:gd name="T4" fmla="*/ 2625 w 3431"/>
                <a:gd name="T5" fmla="*/ 2923 h 2999"/>
                <a:gd name="T6" fmla="*/ 2494 w 3431"/>
                <a:gd name="T7" fmla="*/ 2999 h 2999"/>
                <a:gd name="T8" fmla="*/ 1716 w 3431"/>
                <a:gd name="T9" fmla="*/ 2999 h 2999"/>
                <a:gd name="T10" fmla="*/ 938 w 3431"/>
                <a:gd name="T11" fmla="*/ 2999 h 2999"/>
                <a:gd name="T12" fmla="*/ 806 w 3431"/>
                <a:gd name="T13" fmla="*/ 2923 h 2999"/>
                <a:gd name="T14" fmla="*/ 417 w 3431"/>
                <a:gd name="T15" fmla="*/ 2249 h 2999"/>
                <a:gd name="T16" fmla="*/ 28 w 3431"/>
                <a:gd name="T17" fmla="*/ 1576 h 2999"/>
                <a:gd name="T18" fmla="*/ 28 w 3431"/>
                <a:gd name="T19" fmla="*/ 1424 h 2999"/>
                <a:gd name="T20" fmla="*/ 417 w 3431"/>
                <a:gd name="T21" fmla="*/ 750 h 2999"/>
                <a:gd name="T22" fmla="*/ 806 w 3431"/>
                <a:gd name="T23" fmla="*/ 76 h 2999"/>
                <a:gd name="T24" fmla="*/ 938 w 3431"/>
                <a:gd name="T25" fmla="*/ 0 h 2999"/>
                <a:gd name="T26" fmla="*/ 1716 w 3431"/>
                <a:gd name="T27" fmla="*/ 0 h 2999"/>
                <a:gd name="T28" fmla="*/ 2494 w 3431"/>
                <a:gd name="T29" fmla="*/ 0 h 2999"/>
                <a:gd name="T30" fmla="*/ 2625 w 3431"/>
                <a:gd name="T31" fmla="*/ 76 h 2999"/>
                <a:gd name="T32" fmla="*/ 3015 w 3431"/>
                <a:gd name="T33" fmla="*/ 750 h 2999"/>
                <a:gd name="T34" fmla="*/ 3404 w 3431"/>
                <a:gd name="T35" fmla="*/ 1424 h 2999"/>
                <a:gd name="T36" fmla="*/ 3404 w 3431"/>
                <a:gd name="T37" fmla="*/ 1576 h 2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31" h="2999">
                  <a:moveTo>
                    <a:pt x="3404" y="1576"/>
                  </a:moveTo>
                  <a:lnTo>
                    <a:pt x="3015" y="2249"/>
                  </a:lnTo>
                  <a:lnTo>
                    <a:pt x="2625" y="2923"/>
                  </a:lnTo>
                  <a:cubicBezTo>
                    <a:pt x="2598" y="2972"/>
                    <a:pt x="2550" y="2999"/>
                    <a:pt x="2494" y="2999"/>
                  </a:cubicBezTo>
                  <a:lnTo>
                    <a:pt x="1716" y="2999"/>
                  </a:lnTo>
                  <a:lnTo>
                    <a:pt x="938" y="2999"/>
                  </a:lnTo>
                  <a:cubicBezTo>
                    <a:pt x="882" y="2999"/>
                    <a:pt x="834" y="2972"/>
                    <a:pt x="806" y="2923"/>
                  </a:cubicBezTo>
                  <a:lnTo>
                    <a:pt x="417" y="2249"/>
                  </a:lnTo>
                  <a:lnTo>
                    <a:pt x="28" y="1576"/>
                  </a:lnTo>
                  <a:cubicBezTo>
                    <a:pt x="0" y="1527"/>
                    <a:pt x="0" y="1472"/>
                    <a:pt x="28" y="1424"/>
                  </a:cubicBezTo>
                  <a:lnTo>
                    <a:pt x="417" y="750"/>
                  </a:lnTo>
                  <a:lnTo>
                    <a:pt x="806" y="76"/>
                  </a:lnTo>
                  <a:cubicBezTo>
                    <a:pt x="834" y="28"/>
                    <a:pt x="882" y="0"/>
                    <a:pt x="938" y="0"/>
                  </a:cubicBezTo>
                  <a:lnTo>
                    <a:pt x="1716" y="0"/>
                  </a:lnTo>
                  <a:lnTo>
                    <a:pt x="2494" y="0"/>
                  </a:lnTo>
                  <a:cubicBezTo>
                    <a:pt x="2550" y="0"/>
                    <a:pt x="2598" y="28"/>
                    <a:pt x="2625" y="76"/>
                  </a:cubicBezTo>
                  <a:lnTo>
                    <a:pt x="3015" y="750"/>
                  </a:lnTo>
                  <a:lnTo>
                    <a:pt x="3404" y="1424"/>
                  </a:lnTo>
                  <a:cubicBezTo>
                    <a:pt x="3431" y="1472"/>
                    <a:pt x="3431" y="1527"/>
                    <a:pt x="3404" y="1576"/>
                  </a:cubicBezTo>
                  <a:close/>
                </a:path>
              </a:pathLst>
            </a:custGeom>
            <a:solidFill>
              <a:srgbClr val="68A5A2"/>
            </a:solidFill>
            <a:ln w="7938" cap="flat">
              <a:noFill/>
              <a:prstDash val="solid"/>
              <a:miter lim="800000"/>
            </a:ln>
            <a:effectLst/>
          </p:spPr>
          <p:txBody>
            <a:bodyPr vert="horz" wrap="square" lIns="59335" tIns="29668" rIns="59335" bIns="29668" numCol="1" anchor="t" anchorCtr="0" compatLnSpc="1"/>
            <a:lstStyle/>
            <a:p>
              <a:endParaRPr lang="zh-CN" altLang="en-US" sz="140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96" name="TextBox 77"/>
            <p:cNvSpPr txBox="1"/>
            <p:nvPr/>
          </p:nvSpPr>
          <p:spPr>
            <a:xfrm>
              <a:off x="7802581" y="3142963"/>
              <a:ext cx="1434321" cy="947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700" dirty="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添加</a:t>
              </a:r>
              <a:endParaRPr lang="en-US" altLang="zh-CN" sz="1700" dirty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  <a:p>
              <a:r>
                <a:rPr lang="zh-CN" altLang="en-US" sz="1700" dirty="0">
                  <a:solidFill>
                    <a:schemeClr val="bg1"/>
                  </a:solidFill>
                  <a:latin typeface="Times New Roman" panose="02020603050405020304"/>
                  <a:ea typeface="方正清刻本悦宋简体"/>
                  <a:sym typeface="Times New Roman" panose="02020603050405020304"/>
                </a:rPr>
                <a:t>内容</a:t>
              </a:r>
              <a:endParaRPr lang="zh-CN" altLang="en-US" sz="1700" dirty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</p:grpSp>
      <p:sp>
        <p:nvSpPr>
          <p:cNvPr id="99" name="矩形 30"/>
          <p:cNvSpPr>
            <a:spLocks noChangeArrowheads="1"/>
          </p:cNvSpPr>
          <p:nvPr/>
        </p:nvSpPr>
        <p:spPr bwMode="auto">
          <a:xfrm>
            <a:off x="3826690" y="4710933"/>
            <a:ext cx="4765500" cy="832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34577" tIns="67290" rIns="134577" bIns="67290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altLang="zh-CN" sz="12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We have many PowerPoint templates that has been specifically designed to help anyone that is stepping into the world of PowerPoint for the very first time.</a:t>
            </a:r>
            <a:endParaRPr lang="en-US" altLang="zh-CN" sz="12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0"/>
                            </p:stCondLst>
                            <p:childTnLst>
                              <p:par>
                                <p:cTn id="4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83" grpId="0"/>
      <p:bldP spid="84" grpId="0" animBg="1"/>
      <p:bldP spid="85" grpId="0"/>
      <p:bldP spid="92" grpId="0" animBg="1"/>
      <p:bldP spid="9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esktop\新品上市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2666999" y="-2667000"/>
            <a:ext cx="6857999" cy="1219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椭圆 9"/>
          <p:cNvSpPr/>
          <p:nvPr/>
        </p:nvSpPr>
        <p:spPr>
          <a:xfrm>
            <a:off x="3839026" y="1152978"/>
            <a:ext cx="4513944" cy="4513944"/>
          </a:xfrm>
          <a:prstGeom prst="ellipse">
            <a:avLst/>
          </a:prstGeom>
          <a:solidFill>
            <a:srgbClr val="68A5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662213" y="2100324"/>
            <a:ext cx="2770511" cy="76238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500" dirty="0" smtClean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03</a:t>
            </a:r>
            <a:endParaRPr lang="zh-CN" altLang="en-US" sz="11500" dirty="0">
              <a:solidFill>
                <a:schemeClr val="bg1"/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618671" y="3236214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添加您的标题</a:t>
            </a:r>
            <a:endParaRPr lang="zh-CN" altLang="en-US" sz="3600" dirty="0">
              <a:solidFill>
                <a:schemeClr val="bg1"/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151084" y="4003440"/>
            <a:ext cx="3889829" cy="873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This is our general template for the teaching of </a:t>
            </a:r>
            <a:r>
              <a:rPr lang="en-US" altLang="zh-CN" dirty="0" smtClean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free</a:t>
            </a:r>
            <a:endParaRPr lang="zh-CN" altLang="en-US" dirty="0">
              <a:solidFill>
                <a:schemeClr val="bg1"/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5646054" y="3973405"/>
            <a:ext cx="89988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/>
          <p:cNvSpPr/>
          <p:nvPr/>
        </p:nvSpPr>
        <p:spPr>
          <a:xfrm>
            <a:off x="5518756" y="83996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添加您的标题</a:t>
            </a:r>
            <a:endParaRPr lang="zh-CN" altLang="en-US" sz="20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234223" y="1133034"/>
            <a:ext cx="22926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 smtClean="0">
                <a:latin typeface="Times New Roman" panose="02020603050405020304"/>
                <a:ea typeface="方正清刻本悦宋简体"/>
                <a:sym typeface="Times New Roman" panose="02020603050405020304"/>
              </a:rPr>
              <a:t>Demonstration Education</a:t>
            </a:r>
            <a:endParaRPr lang="zh-CN" altLang="en-US" sz="16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28" name="Oval 28"/>
          <p:cNvSpPr>
            <a:spLocks noChangeArrowheads="1"/>
          </p:cNvSpPr>
          <p:nvPr/>
        </p:nvSpPr>
        <p:spPr bwMode="auto">
          <a:xfrm>
            <a:off x="1297349" y="3064633"/>
            <a:ext cx="795763" cy="800532"/>
          </a:xfrm>
          <a:prstGeom prst="ellipse">
            <a:avLst/>
          </a:prstGeom>
          <a:noFill/>
          <a:ln w="9525">
            <a:solidFill>
              <a:srgbClr val="68A5A2"/>
            </a:solidFill>
            <a:round/>
          </a:ln>
        </p:spPr>
        <p:txBody>
          <a:bodyPr lIns="121926" tIns="60963" rIns="121926" bIns="60963"/>
          <a:lstStyle/>
          <a:p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29" name="Line 29"/>
          <p:cNvSpPr>
            <a:spLocks noChangeShapeType="1"/>
          </p:cNvSpPr>
          <p:nvPr/>
        </p:nvSpPr>
        <p:spPr bwMode="auto">
          <a:xfrm>
            <a:off x="2605279" y="3464898"/>
            <a:ext cx="9119529" cy="0"/>
          </a:xfrm>
          <a:prstGeom prst="line">
            <a:avLst/>
          </a:prstGeom>
          <a:noFill/>
          <a:ln w="12700">
            <a:solidFill>
              <a:srgbClr val="68A5A2"/>
            </a:solidFill>
            <a:miter lim="800000"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21926" tIns="60963" rIns="121926" bIns="60963"/>
          <a:lstStyle/>
          <a:p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30" name="Oval 30"/>
          <p:cNvSpPr>
            <a:spLocks noChangeArrowheads="1"/>
          </p:cNvSpPr>
          <p:nvPr/>
        </p:nvSpPr>
        <p:spPr bwMode="auto">
          <a:xfrm>
            <a:off x="4363998" y="3346300"/>
            <a:ext cx="237036" cy="237195"/>
          </a:xfrm>
          <a:prstGeom prst="ellipse">
            <a:avLst/>
          </a:prstGeom>
          <a:solidFill>
            <a:srgbClr val="68A5A2"/>
          </a:solidFill>
          <a:ln w="12700">
            <a:solidFill>
              <a:srgbClr val="FFFFFF"/>
            </a:solidFill>
            <a:round/>
          </a:ln>
        </p:spPr>
        <p:txBody>
          <a:bodyPr lIns="121926" tIns="60963" rIns="121926" bIns="60963"/>
          <a:lstStyle/>
          <a:p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31" name="Oval 31"/>
          <p:cNvSpPr>
            <a:spLocks noChangeArrowheads="1"/>
          </p:cNvSpPr>
          <p:nvPr/>
        </p:nvSpPr>
        <p:spPr bwMode="auto">
          <a:xfrm>
            <a:off x="4156592" y="1916779"/>
            <a:ext cx="651848" cy="658638"/>
          </a:xfrm>
          <a:prstGeom prst="ellipse">
            <a:avLst/>
          </a:prstGeom>
          <a:solidFill>
            <a:srgbClr val="68A5A2"/>
          </a:solidFill>
          <a:ln>
            <a:noFill/>
          </a:ln>
        </p:spPr>
        <p:txBody>
          <a:bodyPr lIns="121926" tIns="60963" rIns="121926" bIns="60963"/>
          <a:lstStyle/>
          <a:p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32" name="Oval 32"/>
          <p:cNvSpPr>
            <a:spLocks noChangeArrowheads="1"/>
          </p:cNvSpPr>
          <p:nvPr/>
        </p:nvSpPr>
        <p:spPr bwMode="auto">
          <a:xfrm>
            <a:off x="6943880" y="3346300"/>
            <a:ext cx="237036" cy="237195"/>
          </a:xfrm>
          <a:prstGeom prst="ellipse">
            <a:avLst/>
          </a:prstGeom>
          <a:solidFill>
            <a:srgbClr val="68A5A2"/>
          </a:solidFill>
          <a:ln w="12700">
            <a:solidFill>
              <a:srgbClr val="FFFFFF"/>
            </a:solidFill>
            <a:round/>
          </a:ln>
        </p:spPr>
        <p:txBody>
          <a:bodyPr lIns="121926" tIns="60963" rIns="121926" bIns="60963"/>
          <a:lstStyle/>
          <a:p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33" name="Oval 33"/>
          <p:cNvSpPr>
            <a:spLocks noChangeArrowheads="1"/>
          </p:cNvSpPr>
          <p:nvPr/>
        </p:nvSpPr>
        <p:spPr bwMode="auto">
          <a:xfrm>
            <a:off x="6732242" y="4400971"/>
            <a:ext cx="656081" cy="658640"/>
          </a:xfrm>
          <a:prstGeom prst="ellipse">
            <a:avLst/>
          </a:prstGeom>
          <a:solidFill>
            <a:srgbClr val="68A5A2"/>
          </a:solidFill>
          <a:ln>
            <a:noFill/>
          </a:ln>
        </p:spPr>
        <p:txBody>
          <a:bodyPr lIns="121926" tIns="60963" rIns="121926" bIns="60963"/>
          <a:lstStyle/>
          <a:p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34" name="Oval 34"/>
          <p:cNvSpPr>
            <a:spLocks noChangeArrowheads="1"/>
          </p:cNvSpPr>
          <p:nvPr/>
        </p:nvSpPr>
        <p:spPr bwMode="auto">
          <a:xfrm>
            <a:off x="9580903" y="3346300"/>
            <a:ext cx="237036" cy="237195"/>
          </a:xfrm>
          <a:prstGeom prst="ellipse">
            <a:avLst/>
          </a:prstGeom>
          <a:solidFill>
            <a:srgbClr val="68A5A2"/>
          </a:solidFill>
          <a:ln w="12700">
            <a:solidFill>
              <a:srgbClr val="FFFFFF"/>
            </a:solidFill>
            <a:round/>
          </a:ln>
        </p:spPr>
        <p:txBody>
          <a:bodyPr lIns="121926" tIns="60963" rIns="121926" bIns="60963"/>
          <a:lstStyle/>
          <a:p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35" name="Oval 35"/>
          <p:cNvSpPr>
            <a:spLocks noChangeArrowheads="1"/>
          </p:cNvSpPr>
          <p:nvPr/>
        </p:nvSpPr>
        <p:spPr bwMode="auto">
          <a:xfrm>
            <a:off x="9373497" y="1916779"/>
            <a:ext cx="651848" cy="658638"/>
          </a:xfrm>
          <a:prstGeom prst="ellipse">
            <a:avLst/>
          </a:prstGeom>
          <a:solidFill>
            <a:srgbClr val="68A5A2"/>
          </a:solidFill>
          <a:ln>
            <a:noFill/>
          </a:ln>
        </p:spPr>
        <p:txBody>
          <a:bodyPr lIns="121926" tIns="60963" rIns="121926" bIns="60963"/>
          <a:lstStyle/>
          <a:p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36" name="Freeform 45"/>
          <p:cNvSpPr>
            <a:spLocks noEditPoints="1"/>
          </p:cNvSpPr>
          <p:nvPr/>
        </p:nvSpPr>
        <p:spPr bwMode="auto">
          <a:xfrm>
            <a:off x="1534385" y="3303944"/>
            <a:ext cx="321691" cy="321907"/>
          </a:xfrm>
          <a:custGeom>
            <a:avLst/>
            <a:gdLst>
              <a:gd name="T0" fmla="*/ 4 w 76"/>
              <a:gd name="T1" fmla="*/ 0 h 76"/>
              <a:gd name="T2" fmla="*/ 74 w 76"/>
              <a:gd name="T3" fmla="*/ 23 h 76"/>
              <a:gd name="T4" fmla="*/ 76 w 76"/>
              <a:gd name="T5" fmla="*/ 27 h 76"/>
              <a:gd name="T6" fmla="*/ 74 w 76"/>
              <a:gd name="T7" fmla="*/ 29 h 76"/>
              <a:gd name="T8" fmla="*/ 56 w 76"/>
              <a:gd name="T9" fmla="*/ 39 h 76"/>
              <a:gd name="T10" fmla="*/ 72 w 76"/>
              <a:gd name="T11" fmla="*/ 55 h 76"/>
              <a:gd name="T12" fmla="*/ 72 w 76"/>
              <a:gd name="T13" fmla="*/ 59 h 76"/>
              <a:gd name="T14" fmla="*/ 72 w 76"/>
              <a:gd name="T15" fmla="*/ 59 h 76"/>
              <a:gd name="T16" fmla="*/ 59 w 76"/>
              <a:gd name="T17" fmla="*/ 72 h 76"/>
              <a:gd name="T18" fmla="*/ 55 w 76"/>
              <a:gd name="T19" fmla="*/ 72 h 76"/>
              <a:gd name="T20" fmla="*/ 55 w 76"/>
              <a:gd name="T21" fmla="*/ 72 h 76"/>
              <a:gd name="T22" fmla="*/ 39 w 76"/>
              <a:gd name="T23" fmla="*/ 56 h 76"/>
              <a:gd name="T24" fmla="*/ 29 w 76"/>
              <a:gd name="T25" fmla="*/ 74 h 76"/>
              <a:gd name="T26" fmla="*/ 25 w 76"/>
              <a:gd name="T27" fmla="*/ 75 h 76"/>
              <a:gd name="T28" fmla="*/ 23 w 76"/>
              <a:gd name="T29" fmla="*/ 74 h 76"/>
              <a:gd name="T30" fmla="*/ 0 w 76"/>
              <a:gd name="T31" fmla="*/ 4 h 76"/>
              <a:gd name="T32" fmla="*/ 2 w 76"/>
              <a:gd name="T33" fmla="*/ 0 h 76"/>
              <a:gd name="T34" fmla="*/ 4 w 76"/>
              <a:gd name="T35" fmla="*/ 0 h 76"/>
              <a:gd name="T36" fmla="*/ 4 w 76"/>
              <a:gd name="T37" fmla="*/ 0 h 76"/>
              <a:gd name="T38" fmla="*/ 8 w 76"/>
              <a:gd name="T39" fmla="*/ 7 h 76"/>
              <a:gd name="T40" fmla="*/ 8 w 76"/>
              <a:gd name="T41" fmla="*/ 7 h 76"/>
              <a:gd name="T42" fmla="*/ 27 w 76"/>
              <a:gd name="T43" fmla="*/ 66 h 76"/>
              <a:gd name="T44" fmla="*/ 36 w 76"/>
              <a:gd name="T45" fmla="*/ 50 h 76"/>
              <a:gd name="T46" fmla="*/ 37 w 76"/>
              <a:gd name="T47" fmla="*/ 49 h 76"/>
              <a:gd name="T48" fmla="*/ 41 w 76"/>
              <a:gd name="T49" fmla="*/ 49 h 76"/>
              <a:gd name="T50" fmla="*/ 57 w 76"/>
              <a:gd name="T51" fmla="*/ 66 h 76"/>
              <a:gd name="T52" fmla="*/ 66 w 76"/>
              <a:gd name="T53" fmla="*/ 57 h 76"/>
              <a:gd name="T54" fmla="*/ 50 w 76"/>
              <a:gd name="T55" fmla="*/ 41 h 76"/>
              <a:gd name="T56" fmla="*/ 50 w 76"/>
              <a:gd name="T57" fmla="*/ 41 h 76"/>
              <a:gd name="T58" fmla="*/ 49 w 76"/>
              <a:gd name="T59" fmla="*/ 40 h 76"/>
              <a:gd name="T60" fmla="*/ 50 w 76"/>
              <a:gd name="T61" fmla="*/ 36 h 76"/>
              <a:gd name="T62" fmla="*/ 66 w 76"/>
              <a:gd name="T63" fmla="*/ 27 h 76"/>
              <a:gd name="T64" fmla="*/ 8 w 76"/>
              <a:gd name="T65" fmla="*/ 7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76" h="76">
                <a:moveTo>
                  <a:pt x="4" y="0"/>
                </a:moveTo>
                <a:cubicBezTo>
                  <a:pt x="74" y="23"/>
                  <a:pt x="74" y="23"/>
                  <a:pt x="74" y="23"/>
                </a:cubicBezTo>
                <a:cubicBezTo>
                  <a:pt x="75" y="24"/>
                  <a:pt x="76" y="26"/>
                  <a:pt x="76" y="27"/>
                </a:cubicBezTo>
                <a:cubicBezTo>
                  <a:pt x="76" y="28"/>
                  <a:pt x="75" y="28"/>
                  <a:pt x="74" y="29"/>
                </a:cubicBezTo>
                <a:cubicBezTo>
                  <a:pt x="56" y="39"/>
                  <a:pt x="56" y="39"/>
                  <a:pt x="56" y="39"/>
                </a:cubicBezTo>
                <a:cubicBezTo>
                  <a:pt x="72" y="55"/>
                  <a:pt x="72" y="55"/>
                  <a:pt x="72" y="55"/>
                </a:cubicBezTo>
                <a:cubicBezTo>
                  <a:pt x="73" y="56"/>
                  <a:pt x="73" y="58"/>
                  <a:pt x="72" y="59"/>
                </a:cubicBezTo>
                <a:cubicBezTo>
                  <a:pt x="72" y="59"/>
                  <a:pt x="72" y="59"/>
                  <a:pt x="72" y="59"/>
                </a:cubicBezTo>
                <a:cubicBezTo>
                  <a:pt x="59" y="72"/>
                  <a:pt x="59" y="72"/>
                  <a:pt x="59" y="72"/>
                </a:cubicBezTo>
                <a:cubicBezTo>
                  <a:pt x="58" y="73"/>
                  <a:pt x="56" y="73"/>
                  <a:pt x="55" y="72"/>
                </a:cubicBezTo>
                <a:cubicBezTo>
                  <a:pt x="55" y="72"/>
                  <a:pt x="55" y="72"/>
                  <a:pt x="55" y="72"/>
                </a:cubicBezTo>
                <a:cubicBezTo>
                  <a:pt x="39" y="56"/>
                  <a:pt x="39" y="56"/>
                  <a:pt x="39" y="56"/>
                </a:cubicBezTo>
                <a:cubicBezTo>
                  <a:pt x="29" y="74"/>
                  <a:pt x="29" y="74"/>
                  <a:pt x="29" y="74"/>
                </a:cubicBezTo>
                <a:cubicBezTo>
                  <a:pt x="28" y="76"/>
                  <a:pt x="26" y="76"/>
                  <a:pt x="25" y="75"/>
                </a:cubicBezTo>
                <a:cubicBezTo>
                  <a:pt x="24" y="75"/>
                  <a:pt x="24" y="74"/>
                  <a:pt x="23" y="7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0" y="1"/>
                  <a:pt x="2" y="0"/>
                </a:cubicBezTo>
                <a:cubicBezTo>
                  <a:pt x="3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lose/>
                <a:moveTo>
                  <a:pt x="8" y="7"/>
                </a:moveTo>
                <a:cubicBezTo>
                  <a:pt x="8" y="7"/>
                  <a:pt x="8" y="7"/>
                  <a:pt x="8" y="7"/>
                </a:cubicBezTo>
                <a:cubicBezTo>
                  <a:pt x="27" y="66"/>
                  <a:pt x="27" y="66"/>
                  <a:pt x="27" y="66"/>
                </a:cubicBezTo>
                <a:cubicBezTo>
                  <a:pt x="36" y="50"/>
                  <a:pt x="36" y="50"/>
                  <a:pt x="36" y="50"/>
                </a:cubicBezTo>
                <a:cubicBezTo>
                  <a:pt x="36" y="50"/>
                  <a:pt x="36" y="50"/>
                  <a:pt x="37" y="49"/>
                </a:cubicBezTo>
                <a:cubicBezTo>
                  <a:pt x="38" y="48"/>
                  <a:pt x="40" y="48"/>
                  <a:pt x="41" y="49"/>
                </a:cubicBezTo>
                <a:cubicBezTo>
                  <a:pt x="57" y="66"/>
                  <a:pt x="57" y="66"/>
                  <a:pt x="57" y="66"/>
                </a:cubicBezTo>
                <a:cubicBezTo>
                  <a:pt x="66" y="57"/>
                  <a:pt x="66" y="57"/>
                  <a:pt x="66" y="57"/>
                </a:cubicBezTo>
                <a:cubicBezTo>
                  <a:pt x="50" y="41"/>
                  <a:pt x="50" y="41"/>
                  <a:pt x="50" y="41"/>
                </a:cubicBezTo>
                <a:cubicBezTo>
                  <a:pt x="50" y="41"/>
                  <a:pt x="50" y="41"/>
                  <a:pt x="50" y="41"/>
                </a:cubicBezTo>
                <a:cubicBezTo>
                  <a:pt x="49" y="41"/>
                  <a:pt x="49" y="40"/>
                  <a:pt x="49" y="40"/>
                </a:cubicBezTo>
                <a:cubicBezTo>
                  <a:pt x="48" y="39"/>
                  <a:pt x="49" y="37"/>
                  <a:pt x="50" y="36"/>
                </a:cubicBezTo>
                <a:cubicBezTo>
                  <a:pt x="66" y="27"/>
                  <a:pt x="66" y="27"/>
                  <a:pt x="66" y="27"/>
                </a:cubicBezTo>
                <a:cubicBezTo>
                  <a:pt x="8" y="7"/>
                  <a:pt x="8" y="7"/>
                  <a:pt x="8" y="7"/>
                </a:cubicBezTo>
                <a:close/>
              </a:path>
            </a:pathLst>
          </a:custGeom>
          <a:solidFill>
            <a:srgbClr val="68A5A2"/>
          </a:solidFill>
          <a:ln>
            <a:noFill/>
          </a:ln>
        </p:spPr>
        <p:txBody>
          <a:bodyPr lIns="121926" tIns="60963" rIns="121926" bIns="60963"/>
          <a:lstStyle/>
          <a:p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37" name="Freeform 46"/>
          <p:cNvSpPr>
            <a:spLocks noEditPoints="1"/>
          </p:cNvSpPr>
          <p:nvPr/>
        </p:nvSpPr>
        <p:spPr bwMode="auto">
          <a:xfrm>
            <a:off x="6893087" y="4570396"/>
            <a:ext cx="317459" cy="319790"/>
          </a:xfrm>
          <a:custGeom>
            <a:avLst/>
            <a:gdLst>
              <a:gd name="T0" fmla="*/ 40 w 75"/>
              <a:gd name="T1" fmla="*/ 12 h 75"/>
              <a:gd name="T2" fmla="*/ 41 w 75"/>
              <a:gd name="T3" fmla="*/ 18 h 75"/>
              <a:gd name="T4" fmla="*/ 38 w 75"/>
              <a:gd name="T5" fmla="*/ 18 h 75"/>
              <a:gd name="T6" fmla="*/ 40 w 75"/>
              <a:gd name="T7" fmla="*/ 11 h 75"/>
              <a:gd name="T8" fmla="*/ 28 w 75"/>
              <a:gd name="T9" fmla="*/ 13 h 75"/>
              <a:gd name="T10" fmla="*/ 13 w 75"/>
              <a:gd name="T11" fmla="*/ 29 h 75"/>
              <a:gd name="T12" fmla="*/ 19 w 75"/>
              <a:gd name="T13" fmla="*/ 61 h 75"/>
              <a:gd name="T14" fmla="*/ 40 w 75"/>
              <a:gd name="T15" fmla="*/ 69 h 75"/>
              <a:gd name="T16" fmla="*/ 67 w 75"/>
              <a:gd name="T17" fmla="*/ 51 h 75"/>
              <a:gd name="T18" fmla="*/ 67 w 75"/>
              <a:gd name="T19" fmla="*/ 51 h 75"/>
              <a:gd name="T20" fmla="*/ 67 w 75"/>
              <a:gd name="T21" fmla="*/ 29 h 75"/>
              <a:gd name="T22" fmla="*/ 40 w 75"/>
              <a:gd name="T23" fmla="*/ 11 h 75"/>
              <a:gd name="T24" fmla="*/ 26 w 75"/>
              <a:gd name="T25" fmla="*/ 8 h 75"/>
              <a:gd name="T26" fmla="*/ 64 w 75"/>
              <a:gd name="T27" fmla="*/ 15 h 75"/>
              <a:gd name="T28" fmla="*/ 75 w 75"/>
              <a:gd name="T29" fmla="*/ 40 h 75"/>
              <a:gd name="T30" fmla="*/ 72 w 75"/>
              <a:gd name="T31" fmla="*/ 53 h 75"/>
              <a:gd name="T32" fmla="*/ 40 w 75"/>
              <a:gd name="T33" fmla="*/ 75 h 75"/>
              <a:gd name="T34" fmla="*/ 15 w 75"/>
              <a:gd name="T35" fmla="*/ 65 h 75"/>
              <a:gd name="T36" fmla="*/ 7 w 75"/>
              <a:gd name="T37" fmla="*/ 27 h 75"/>
              <a:gd name="T38" fmla="*/ 10 w 75"/>
              <a:gd name="T39" fmla="*/ 21 h 75"/>
              <a:gd name="T40" fmla="*/ 1 w 75"/>
              <a:gd name="T41" fmla="*/ 7 h 75"/>
              <a:gd name="T42" fmla="*/ 6 w 75"/>
              <a:gd name="T43" fmla="*/ 1 h 75"/>
              <a:gd name="T44" fmla="*/ 17 w 75"/>
              <a:gd name="T45" fmla="*/ 4 h 75"/>
              <a:gd name="T46" fmla="*/ 20 w 75"/>
              <a:gd name="T47" fmla="*/ 11 h 75"/>
              <a:gd name="T48" fmla="*/ 14 w 75"/>
              <a:gd name="T49" fmla="*/ 16 h 75"/>
              <a:gd name="T50" fmla="*/ 15 w 75"/>
              <a:gd name="T51" fmla="*/ 15 h 75"/>
              <a:gd name="T52" fmla="*/ 16 w 75"/>
              <a:gd name="T53" fmla="*/ 13 h 75"/>
              <a:gd name="T54" fmla="*/ 16 w 75"/>
              <a:gd name="T55" fmla="*/ 8 h 75"/>
              <a:gd name="T56" fmla="*/ 5 w 75"/>
              <a:gd name="T57" fmla="*/ 6 h 75"/>
              <a:gd name="T58" fmla="*/ 3 w 75"/>
              <a:gd name="T59" fmla="*/ 11 h 75"/>
              <a:gd name="T60" fmla="*/ 10 w 75"/>
              <a:gd name="T61" fmla="*/ 17 h 75"/>
              <a:gd name="T62" fmla="*/ 14 w 75"/>
              <a:gd name="T63" fmla="*/ 16 h 75"/>
              <a:gd name="T64" fmla="*/ 27 w 75"/>
              <a:gd name="T65" fmla="*/ 25 h 75"/>
              <a:gd name="T66" fmla="*/ 46 w 75"/>
              <a:gd name="T67" fmla="*/ 33 h 75"/>
              <a:gd name="T68" fmla="*/ 47 w 75"/>
              <a:gd name="T69" fmla="*/ 33 h 75"/>
              <a:gd name="T70" fmla="*/ 47 w 75"/>
              <a:gd name="T71" fmla="*/ 33 h 75"/>
              <a:gd name="T72" fmla="*/ 47 w 75"/>
              <a:gd name="T73" fmla="*/ 33 h 75"/>
              <a:gd name="T74" fmla="*/ 47 w 75"/>
              <a:gd name="T75" fmla="*/ 34 h 75"/>
              <a:gd name="T76" fmla="*/ 54 w 75"/>
              <a:gd name="T77" fmla="*/ 55 h 75"/>
              <a:gd name="T78" fmla="*/ 33 w 75"/>
              <a:gd name="T79" fmla="*/ 48 h 75"/>
              <a:gd name="T80" fmla="*/ 33 w 75"/>
              <a:gd name="T81" fmla="*/ 47 h 75"/>
              <a:gd name="T82" fmla="*/ 32 w 75"/>
              <a:gd name="T83" fmla="*/ 47 h 75"/>
              <a:gd name="T84" fmla="*/ 32 w 75"/>
              <a:gd name="T85" fmla="*/ 47 h 75"/>
              <a:gd name="T86" fmla="*/ 32 w 75"/>
              <a:gd name="T87" fmla="*/ 46 h 75"/>
              <a:gd name="T88" fmla="*/ 25 w 75"/>
              <a:gd name="T89" fmla="*/ 25 h 75"/>
              <a:gd name="T90" fmla="*/ 42 w 75"/>
              <a:gd name="T91" fmla="*/ 35 h 75"/>
              <a:gd name="T92" fmla="*/ 29 w 75"/>
              <a:gd name="T93" fmla="*/ 30 h 75"/>
              <a:gd name="T94" fmla="*/ 42 w 75"/>
              <a:gd name="T95" fmla="*/ 35 h 75"/>
              <a:gd name="T96" fmla="*/ 37 w 75"/>
              <a:gd name="T97" fmla="*/ 45 h 75"/>
              <a:gd name="T98" fmla="*/ 45 w 75"/>
              <a:gd name="T99" fmla="*/ 37 h 75"/>
              <a:gd name="T100" fmla="*/ 14 w 75"/>
              <a:gd name="T101" fmla="*/ 42 h 75"/>
              <a:gd name="T102" fmla="*/ 12 w 75"/>
              <a:gd name="T103" fmla="*/ 40 h 75"/>
              <a:gd name="T104" fmla="*/ 18 w 75"/>
              <a:gd name="T105" fmla="*/ 38 h 75"/>
              <a:gd name="T106" fmla="*/ 18 w 75"/>
              <a:gd name="T107" fmla="*/ 42 h 75"/>
              <a:gd name="T108" fmla="*/ 41 w 75"/>
              <a:gd name="T109" fmla="*/ 66 h 75"/>
              <a:gd name="T110" fmla="*/ 40 w 75"/>
              <a:gd name="T111" fmla="*/ 68 h 75"/>
              <a:gd name="T112" fmla="*/ 38 w 75"/>
              <a:gd name="T113" fmla="*/ 62 h 75"/>
              <a:gd name="T114" fmla="*/ 41 w 75"/>
              <a:gd name="T115" fmla="*/ 62 h 75"/>
              <a:gd name="T116" fmla="*/ 66 w 75"/>
              <a:gd name="T117" fmla="*/ 38 h 75"/>
              <a:gd name="T118" fmla="*/ 67 w 75"/>
              <a:gd name="T119" fmla="*/ 40 h 75"/>
              <a:gd name="T120" fmla="*/ 61 w 75"/>
              <a:gd name="T121" fmla="*/ 42 h 75"/>
              <a:gd name="T122" fmla="*/ 61 w 75"/>
              <a:gd name="T123" fmla="*/ 38 h 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75" h="75">
                <a:moveTo>
                  <a:pt x="38" y="14"/>
                </a:moveTo>
                <a:cubicBezTo>
                  <a:pt x="38" y="13"/>
                  <a:pt x="39" y="12"/>
                  <a:pt x="40" y="12"/>
                </a:cubicBezTo>
                <a:cubicBezTo>
                  <a:pt x="41" y="12"/>
                  <a:pt x="41" y="13"/>
                  <a:pt x="41" y="14"/>
                </a:cubicBezTo>
                <a:cubicBezTo>
                  <a:pt x="41" y="18"/>
                  <a:pt x="41" y="18"/>
                  <a:pt x="41" y="18"/>
                </a:cubicBezTo>
                <a:cubicBezTo>
                  <a:pt x="41" y="19"/>
                  <a:pt x="41" y="20"/>
                  <a:pt x="40" y="20"/>
                </a:cubicBezTo>
                <a:cubicBezTo>
                  <a:pt x="39" y="20"/>
                  <a:pt x="38" y="19"/>
                  <a:pt x="38" y="18"/>
                </a:cubicBezTo>
                <a:cubicBezTo>
                  <a:pt x="38" y="14"/>
                  <a:pt x="38" y="14"/>
                  <a:pt x="38" y="14"/>
                </a:cubicBezTo>
                <a:close/>
                <a:moveTo>
                  <a:pt x="40" y="11"/>
                </a:moveTo>
                <a:cubicBezTo>
                  <a:pt x="40" y="11"/>
                  <a:pt x="40" y="11"/>
                  <a:pt x="40" y="11"/>
                </a:cubicBezTo>
                <a:cubicBezTo>
                  <a:pt x="36" y="11"/>
                  <a:pt x="32" y="12"/>
                  <a:pt x="28" y="13"/>
                </a:cubicBezTo>
                <a:cubicBezTo>
                  <a:pt x="25" y="14"/>
                  <a:pt x="22" y="17"/>
                  <a:pt x="19" y="19"/>
                </a:cubicBezTo>
                <a:cubicBezTo>
                  <a:pt x="16" y="22"/>
                  <a:pt x="14" y="25"/>
                  <a:pt x="13" y="29"/>
                </a:cubicBezTo>
                <a:cubicBezTo>
                  <a:pt x="11" y="32"/>
                  <a:pt x="10" y="36"/>
                  <a:pt x="10" y="40"/>
                </a:cubicBezTo>
                <a:cubicBezTo>
                  <a:pt x="10" y="48"/>
                  <a:pt x="13" y="55"/>
                  <a:pt x="19" y="61"/>
                </a:cubicBezTo>
                <a:cubicBezTo>
                  <a:pt x="22" y="63"/>
                  <a:pt x="25" y="66"/>
                  <a:pt x="28" y="67"/>
                </a:cubicBezTo>
                <a:cubicBezTo>
                  <a:pt x="32" y="68"/>
                  <a:pt x="36" y="69"/>
                  <a:pt x="40" y="69"/>
                </a:cubicBezTo>
                <a:cubicBezTo>
                  <a:pt x="47" y="69"/>
                  <a:pt x="55" y="66"/>
                  <a:pt x="60" y="61"/>
                </a:cubicBezTo>
                <a:cubicBezTo>
                  <a:pt x="63" y="58"/>
                  <a:pt x="65" y="55"/>
                  <a:pt x="67" y="51"/>
                </a:cubicBezTo>
                <a:cubicBezTo>
                  <a:pt x="67" y="51"/>
                  <a:pt x="67" y="51"/>
                  <a:pt x="67" y="51"/>
                </a:cubicBezTo>
                <a:cubicBezTo>
                  <a:pt x="67" y="51"/>
                  <a:pt x="67" y="51"/>
                  <a:pt x="67" y="51"/>
                </a:cubicBezTo>
                <a:cubicBezTo>
                  <a:pt x="68" y="48"/>
                  <a:pt x="69" y="44"/>
                  <a:pt x="69" y="40"/>
                </a:cubicBezTo>
                <a:cubicBezTo>
                  <a:pt x="69" y="36"/>
                  <a:pt x="68" y="32"/>
                  <a:pt x="67" y="29"/>
                </a:cubicBezTo>
                <a:cubicBezTo>
                  <a:pt x="65" y="25"/>
                  <a:pt x="63" y="22"/>
                  <a:pt x="60" y="19"/>
                </a:cubicBezTo>
                <a:cubicBezTo>
                  <a:pt x="55" y="14"/>
                  <a:pt x="48" y="11"/>
                  <a:pt x="40" y="11"/>
                </a:cubicBezTo>
                <a:close/>
                <a:moveTo>
                  <a:pt x="26" y="8"/>
                </a:moveTo>
                <a:cubicBezTo>
                  <a:pt x="26" y="8"/>
                  <a:pt x="26" y="8"/>
                  <a:pt x="26" y="8"/>
                </a:cubicBezTo>
                <a:cubicBezTo>
                  <a:pt x="30" y="6"/>
                  <a:pt x="35" y="5"/>
                  <a:pt x="40" y="5"/>
                </a:cubicBezTo>
                <a:cubicBezTo>
                  <a:pt x="49" y="5"/>
                  <a:pt x="58" y="9"/>
                  <a:pt x="64" y="15"/>
                </a:cubicBezTo>
                <a:cubicBezTo>
                  <a:pt x="68" y="18"/>
                  <a:pt x="70" y="22"/>
                  <a:pt x="72" y="27"/>
                </a:cubicBezTo>
                <a:cubicBezTo>
                  <a:pt x="74" y="31"/>
                  <a:pt x="75" y="35"/>
                  <a:pt x="75" y="40"/>
                </a:cubicBezTo>
                <a:cubicBezTo>
                  <a:pt x="75" y="45"/>
                  <a:pt x="74" y="49"/>
                  <a:pt x="72" y="53"/>
                </a:cubicBezTo>
                <a:cubicBezTo>
                  <a:pt x="72" y="53"/>
                  <a:pt x="72" y="53"/>
                  <a:pt x="72" y="53"/>
                </a:cubicBezTo>
                <a:cubicBezTo>
                  <a:pt x="70" y="58"/>
                  <a:pt x="68" y="62"/>
                  <a:pt x="64" y="65"/>
                </a:cubicBezTo>
                <a:cubicBezTo>
                  <a:pt x="58" y="71"/>
                  <a:pt x="49" y="75"/>
                  <a:pt x="40" y="75"/>
                </a:cubicBezTo>
                <a:cubicBezTo>
                  <a:pt x="35" y="75"/>
                  <a:pt x="30" y="74"/>
                  <a:pt x="26" y="72"/>
                </a:cubicBezTo>
                <a:cubicBezTo>
                  <a:pt x="22" y="71"/>
                  <a:pt x="18" y="68"/>
                  <a:pt x="15" y="65"/>
                </a:cubicBezTo>
                <a:cubicBezTo>
                  <a:pt x="8" y="58"/>
                  <a:pt x="5" y="49"/>
                  <a:pt x="5" y="40"/>
                </a:cubicBezTo>
                <a:cubicBezTo>
                  <a:pt x="5" y="35"/>
                  <a:pt x="6" y="31"/>
                  <a:pt x="7" y="27"/>
                </a:cubicBezTo>
                <a:cubicBezTo>
                  <a:pt x="8" y="25"/>
                  <a:pt x="9" y="23"/>
                  <a:pt x="10" y="21"/>
                </a:cubicBezTo>
                <a:cubicBezTo>
                  <a:pt x="10" y="21"/>
                  <a:pt x="10" y="21"/>
                  <a:pt x="10" y="21"/>
                </a:cubicBezTo>
                <a:cubicBezTo>
                  <a:pt x="4" y="21"/>
                  <a:pt x="0" y="16"/>
                  <a:pt x="0" y="11"/>
                </a:cubicBezTo>
                <a:cubicBezTo>
                  <a:pt x="0" y="9"/>
                  <a:pt x="0" y="8"/>
                  <a:pt x="1" y="7"/>
                </a:cubicBezTo>
                <a:cubicBezTo>
                  <a:pt x="1" y="6"/>
                  <a:pt x="2" y="5"/>
                  <a:pt x="3" y="4"/>
                </a:cubicBezTo>
                <a:cubicBezTo>
                  <a:pt x="4" y="3"/>
                  <a:pt x="5" y="2"/>
                  <a:pt x="6" y="1"/>
                </a:cubicBezTo>
                <a:cubicBezTo>
                  <a:pt x="6" y="1"/>
                  <a:pt x="6" y="1"/>
                  <a:pt x="6" y="1"/>
                </a:cubicBezTo>
                <a:cubicBezTo>
                  <a:pt x="10" y="0"/>
                  <a:pt x="14" y="1"/>
                  <a:pt x="17" y="4"/>
                </a:cubicBezTo>
                <a:cubicBezTo>
                  <a:pt x="18" y="5"/>
                  <a:pt x="19" y="6"/>
                  <a:pt x="19" y="7"/>
                </a:cubicBezTo>
                <a:cubicBezTo>
                  <a:pt x="20" y="8"/>
                  <a:pt x="20" y="9"/>
                  <a:pt x="20" y="11"/>
                </a:cubicBezTo>
                <a:cubicBezTo>
                  <a:pt x="22" y="10"/>
                  <a:pt x="24" y="8"/>
                  <a:pt x="26" y="8"/>
                </a:cubicBezTo>
                <a:close/>
                <a:moveTo>
                  <a:pt x="14" y="16"/>
                </a:moveTo>
                <a:cubicBezTo>
                  <a:pt x="14" y="16"/>
                  <a:pt x="14" y="16"/>
                  <a:pt x="14" y="16"/>
                </a:cubicBezTo>
                <a:cubicBezTo>
                  <a:pt x="14" y="16"/>
                  <a:pt x="14" y="16"/>
                  <a:pt x="15" y="15"/>
                </a:cubicBezTo>
                <a:cubicBezTo>
                  <a:pt x="16" y="14"/>
                  <a:pt x="16" y="14"/>
                  <a:pt x="16" y="14"/>
                </a:cubicBezTo>
                <a:cubicBezTo>
                  <a:pt x="16" y="14"/>
                  <a:pt x="16" y="14"/>
                  <a:pt x="16" y="13"/>
                </a:cubicBezTo>
                <a:cubicBezTo>
                  <a:pt x="17" y="13"/>
                  <a:pt x="17" y="12"/>
                  <a:pt x="17" y="11"/>
                </a:cubicBezTo>
                <a:cubicBezTo>
                  <a:pt x="17" y="10"/>
                  <a:pt x="17" y="9"/>
                  <a:pt x="16" y="8"/>
                </a:cubicBezTo>
                <a:cubicBezTo>
                  <a:pt x="15" y="5"/>
                  <a:pt x="11" y="3"/>
                  <a:pt x="8" y="5"/>
                </a:cubicBezTo>
                <a:cubicBezTo>
                  <a:pt x="7" y="5"/>
                  <a:pt x="6" y="6"/>
                  <a:pt x="5" y="6"/>
                </a:cubicBezTo>
                <a:cubicBezTo>
                  <a:pt x="5" y="7"/>
                  <a:pt x="4" y="7"/>
                  <a:pt x="4" y="8"/>
                </a:cubicBezTo>
                <a:cubicBezTo>
                  <a:pt x="4" y="9"/>
                  <a:pt x="3" y="10"/>
                  <a:pt x="3" y="11"/>
                </a:cubicBezTo>
                <a:cubicBezTo>
                  <a:pt x="3" y="13"/>
                  <a:pt x="5" y="16"/>
                  <a:pt x="8" y="17"/>
                </a:cubicBezTo>
                <a:cubicBezTo>
                  <a:pt x="8" y="17"/>
                  <a:pt x="9" y="17"/>
                  <a:pt x="10" y="17"/>
                </a:cubicBezTo>
                <a:cubicBezTo>
                  <a:pt x="11" y="17"/>
                  <a:pt x="12" y="17"/>
                  <a:pt x="13" y="17"/>
                </a:cubicBezTo>
                <a:cubicBezTo>
                  <a:pt x="13" y="17"/>
                  <a:pt x="13" y="17"/>
                  <a:pt x="14" y="16"/>
                </a:cubicBezTo>
                <a:close/>
                <a:moveTo>
                  <a:pt x="27" y="25"/>
                </a:moveTo>
                <a:cubicBezTo>
                  <a:pt x="27" y="25"/>
                  <a:pt x="27" y="25"/>
                  <a:pt x="27" y="25"/>
                </a:cubicBezTo>
                <a:cubicBezTo>
                  <a:pt x="46" y="33"/>
                  <a:pt x="46" y="33"/>
                  <a:pt x="46" y="33"/>
                </a:cubicBezTo>
                <a:cubicBezTo>
                  <a:pt x="46" y="33"/>
                  <a:pt x="46" y="33"/>
                  <a:pt x="46" y="33"/>
                </a:cubicBezTo>
                <a:cubicBezTo>
                  <a:pt x="46" y="33"/>
                  <a:pt x="46" y="33"/>
                  <a:pt x="46" y="33"/>
                </a:cubicBezTo>
                <a:cubicBezTo>
                  <a:pt x="46" y="33"/>
                  <a:pt x="47" y="33"/>
                  <a:pt x="47" y="33"/>
                </a:cubicBezTo>
                <a:cubicBezTo>
                  <a:pt x="47" y="33"/>
                  <a:pt x="47" y="33"/>
                  <a:pt x="47" y="33"/>
                </a:cubicBezTo>
                <a:cubicBezTo>
                  <a:pt x="47" y="33"/>
                  <a:pt x="47" y="33"/>
                  <a:pt x="47" y="33"/>
                </a:cubicBezTo>
                <a:cubicBezTo>
                  <a:pt x="47" y="33"/>
                  <a:pt x="47" y="33"/>
                  <a:pt x="47" y="33"/>
                </a:cubicBezTo>
                <a:cubicBezTo>
                  <a:pt x="47" y="33"/>
                  <a:pt x="47" y="33"/>
                  <a:pt x="47" y="33"/>
                </a:cubicBezTo>
                <a:cubicBezTo>
                  <a:pt x="47" y="33"/>
                  <a:pt x="47" y="34"/>
                  <a:pt x="47" y="34"/>
                </a:cubicBezTo>
                <a:cubicBezTo>
                  <a:pt x="47" y="34"/>
                  <a:pt x="47" y="34"/>
                  <a:pt x="47" y="34"/>
                </a:cubicBezTo>
                <a:cubicBezTo>
                  <a:pt x="55" y="53"/>
                  <a:pt x="55" y="53"/>
                  <a:pt x="55" y="53"/>
                </a:cubicBezTo>
                <a:cubicBezTo>
                  <a:pt x="55" y="54"/>
                  <a:pt x="55" y="55"/>
                  <a:pt x="54" y="55"/>
                </a:cubicBezTo>
                <a:cubicBezTo>
                  <a:pt x="53" y="55"/>
                  <a:pt x="53" y="55"/>
                  <a:pt x="53" y="55"/>
                </a:cubicBezTo>
                <a:cubicBezTo>
                  <a:pt x="33" y="48"/>
                  <a:pt x="33" y="48"/>
                  <a:pt x="33" y="48"/>
                </a:cubicBezTo>
                <a:cubicBezTo>
                  <a:pt x="33" y="48"/>
                  <a:pt x="33" y="48"/>
                  <a:pt x="33" y="48"/>
                </a:cubicBezTo>
                <a:cubicBezTo>
                  <a:pt x="33" y="47"/>
                  <a:pt x="33" y="47"/>
                  <a:pt x="33" y="47"/>
                </a:cubicBezTo>
                <a:cubicBezTo>
                  <a:pt x="32" y="47"/>
                  <a:pt x="32" y="47"/>
                  <a:pt x="32" y="47"/>
                </a:cubicBezTo>
                <a:cubicBezTo>
                  <a:pt x="32" y="47"/>
                  <a:pt x="32" y="47"/>
                  <a:pt x="32" y="47"/>
                </a:cubicBezTo>
                <a:cubicBezTo>
                  <a:pt x="32" y="47"/>
                  <a:pt x="32" y="47"/>
                  <a:pt x="32" y="47"/>
                </a:cubicBezTo>
                <a:cubicBezTo>
                  <a:pt x="32" y="47"/>
                  <a:pt x="32" y="47"/>
                  <a:pt x="32" y="47"/>
                </a:cubicBezTo>
                <a:cubicBezTo>
                  <a:pt x="32" y="47"/>
                  <a:pt x="32" y="47"/>
                  <a:pt x="32" y="46"/>
                </a:cubicBezTo>
                <a:cubicBezTo>
                  <a:pt x="32" y="46"/>
                  <a:pt x="32" y="46"/>
                  <a:pt x="32" y="46"/>
                </a:cubicBezTo>
                <a:cubicBezTo>
                  <a:pt x="24" y="27"/>
                  <a:pt x="24" y="27"/>
                  <a:pt x="24" y="27"/>
                </a:cubicBezTo>
                <a:cubicBezTo>
                  <a:pt x="24" y="26"/>
                  <a:pt x="25" y="25"/>
                  <a:pt x="25" y="25"/>
                </a:cubicBezTo>
                <a:cubicBezTo>
                  <a:pt x="26" y="25"/>
                  <a:pt x="26" y="25"/>
                  <a:pt x="27" y="25"/>
                </a:cubicBezTo>
                <a:close/>
                <a:moveTo>
                  <a:pt x="42" y="35"/>
                </a:moveTo>
                <a:cubicBezTo>
                  <a:pt x="42" y="35"/>
                  <a:pt x="42" y="35"/>
                  <a:pt x="42" y="35"/>
                </a:cubicBezTo>
                <a:cubicBezTo>
                  <a:pt x="29" y="30"/>
                  <a:pt x="29" y="30"/>
                  <a:pt x="29" y="30"/>
                </a:cubicBezTo>
                <a:cubicBezTo>
                  <a:pt x="34" y="43"/>
                  <a:pt x="34" y="43"/>
                  <a:pt x="34" y="43"/>
                </a:cubicBezTo>
                <a:cubicBezTo>
                  <a:pt x="42" y="35"/>
                  <a:pt x="42" y="35"/>
                  <a:pt x="42" y="35"/>
                </a:cubicBezTo>
                <a:close/>
                <a:moveTo>
                  <a:pt x="37" y="45"/>
                </a:moveTo>
                <a:cubicBezTo>
                  <a:pt x="37" y="45"/>
                  <a:pt x="37" y="45"/>
                  <a:pt x="37" y="45"/>
                </a:cubicBezTo>
                <a:cubicBezTo>
                  <a:pt x="50" y="50"/>
                  <a:pt x="50" y="50"/>
                  <a:pt x="50" y="50"/>
                </a:cubicBezTo>
                <a:cubicBezTo>
                  <a:pt x="45" y="37"/>
                  <a:pt x="45" y="37"/>
                  <a:pt x="45" y="37"/>
                </a:cubicBezTo>
                <a:cubicBezTo>
                  <a:pt x="37" y="45"/>
                  <a:pt x="37" y="45"/>
                  <a:pt x="37" y="45"/>
                </a:cubicBezTo>
                <a:close/>
                <a:moveTo>
                  <a:pt x="14" y="42"/>
                </a:moveTo>
                <a:cubicBezTo>
                  <a:pt x="14" y="42"/>
                  <a:pt x="14" y="42"/>
                  <a:pt x="14" y="42"/>
                </a:cubicBezTo>
                <a:cubicBezTo>
                  <a:pt x="13" y="42"/>
                  <a:pt x="12" y="41"/>
                  <a:pt x="12" y="40"/>
                </a:cubicBezTo>
                <a:cubicBezTo>
                  <a:pt x="12" y="39"/>
                  <a:pt x="13" y="38"/>
                  <a:pt x="14" y="38"/>
                </a:cubicBezTo>
                <a:cubicBezTo>
                  <a:pt x="18" y="38"/>
                  <a:pt x="18" y="38"/>
                  <a:pt x="18" y="38"/>
                </a:cubicBezTo>
                <a:cubicBezTo>
                  <a:pt x="19" y="38"/>
                  <a:pt x="20" y="39"/>
                  <a:pt x="20" y="40"/>
                </a:cubicBezTo>
                <a:cubicBezTo>
                  <a:pt x="20" y="41"/>
                  <a:pt x="19" y="42"/>
                  <a:pt x="18" y="42"/>
                </a:cubicBezTo>
                <a:cubicBezTo>
                  <a:pt x="14" y="42"/>
                  <a:pt x="14" y="42"/>
                  <a:pt x="14" y="42"/>
                </a:cubicBezTo>
                <a:close/>
                <a:moveTo>
                  <a:pt x="41" y="66"/>
                </a:moveTo>
                <a:cubicBezTo>
                  <a:pt x="41" y="66"/>
                  <a:pt x="41" y="66"/>
                  <a:pt x="41" y="66"/>
                </a:cubicBezTo>
                <a:cubicBezTo>
                  <a:pt x="41" y="67"/>
                  <a:pt x="41" y="68"/>
                  <a:pt x="40" y="68"/>
                </a:cubicBezTo>
                <a:cubicBezTo>
                  <a:pt x="39" y="68"/>
                  <a:pt x="38" y="67"/>
                  <a:pt x="38" y="66"/>
                </a:cubicBezTo>
                <a:cubicBezTo>
                  <a:pt x="38" y="62"/>
                  <a:pt x="38" y="62"/>
                  <a:pt x="38" y="62"/>
                </a:cubicBezTo>
                <a:cubicBezTo>
                  <a:pt x="38" y="61"/>
                  <a:pt x="39" y="60"/>
                  <a:pt x="40" y="60"/>
                </a:cubicBezTo>
                <a:cubicBezTo>
                  <a:pt x="41" y="60"/>
                  <a:pt x="41" y="61"/>
                  <a:pt x="41" y="62"/>
                </a:cubicBezTo>
                <a:cubicBezTo>
                  <a:pt x="41" y="66"/>
                  <a:pt x="41" y="66"/>
                  <a:pt x="41" y="66"/>
                </a:cubicBezTo>
                <a:close/>
                <a:moveTo>
                  <a:pt x="66" y="38"/>
                </a:moveTo>
                <a:cubicBezTo>
                  <a:pt x="66" y="38"/>
                  <a:pt x="66" y="38"/>
                  <a:pt x="66" y="38"/>
                </a:cubicBezTo>
                <a:cubicBezTo>
                  <a:pt x="67" y="38"/>
                  <a:pt x="67" y="39"/>
                  <a:pt x="67" y="40"/>
                </a:cubicBezTo>
                <a:cubicBezTo>
                  <a:pt x="67" y="41"/>
                  <a:pt x="67" y="42"/>
                  <a:pt x="66" y="42"/>
                </a:cubicBezTo>
                <a:cubicBezTo>
                  <a:pt x="61" y="42"/>
                  <a:pt x="61" y="42"/>
                  <a:pt x="61" y="42"/>
                </a:cubicBezTo>
                <a:cubicBezTo>
                  <a:pt x="60" y="42"/>
                  <a:pt x="59" y="41"/>
                  <a:pt x="59" y="40"/>
                </a:cubicBezTo>
                <a:cubicBezTo>
                  <a:pt x="59" y="39"/>
                  <a:pt x="60" y="38"/>
                  <a:pt x="61" y="38"/>
                </a:cubicBezTo>
                <a:cubicBezTo>
                  <a:pt x="66" y="38"/>
                  <a:pt x="66" y="38"/>
                  <a:pt x="66" y="3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121926" tIns="60963" rIns="121926" bIns="60963"/>
          <a:lstStyle/>
          <a:p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38" name="Freeform 49"/>
          <p:cNvSpPr>
            <a:spLocks noEditPoints="1"/>
          </p:cNvSpPr>
          <p:nvPr/>
        </p:nvSpPr>
        <p:spPr bwMode="auto">
          <a:xfrm>
            <a:off x="4292041" y="2069262"/>
            <a:ext cx="380950" cy="315553"/>
          </a:xfrm>
          <a:custGeom>
            <a:avLst/>
            <a:gdLst>
              <a:gd name="T0" fmla="*/ 65 w 90"/>
              <a:gd name="T1" fmla="*/ 17 h 74"/>
              <a:gd name="T2" fmla="*/ 81 w 90"/>
              <a:gd name="T3" fmla="*/ 21 h 74"/>
              <a:gd name="T4" fmla="*/ 81 w 90"/>
              <a:gd name="T5" fmla="*/ 43 h 74"/>
              <a:gd name="T6" fmla="*/ 89 w 90"/>
              <a:gd name="T7" fmla="*/ 52 h 74"/>
              <a:gd name="T8" fmla="*/ 90 w 90"/>
              <a:gd name="T9" fmla="*/ 64 h 74"/>
              <a:gd name="T10" fmla="*/ 85 w 90"/>
              <a:gd name="T11" fmla="*/ 69 h 74"/>
              <a:gd name="T12" fmla="*/ 81 w 90"/>
              <a:gd name="T13" fmla="*/ 69 h 74"/>
              <a:gd name="T14" fmla="*/ 78 w 90"/>
              <a:gd name="T15" fmla="*/ 74 h 74"/>
              <a:gd name="T16" fmla="*/ 12 w 90"/>
              <a:gd name="T17" fmla="*/ 74 h 74"/>
              <a:gd name="T18" fmla="*/ 9 w 90"/>
              <a:gd name="T19" fmla="*/ 69 h 74"/>
              <a:gd name="T20" fmla="*/ 5 w 90"/>
              <a:gd name="T21" fmla="*/ 69 h 74"/>
              <a:gd name="T22" fmla="*/ 0 w 90"/>
              <a:gd name="T23" fmla="*/ 64 h 74"/>
              <a:gd name="T24" fmla="*/ 1 w 90"/>
              <a:gd name="T25" fmla="*/ 52 h 74"/>
              <a:gd name="T26" fmla="*/ 9 w 90"/>
              <a:gd name="T27" fmla="*/ 43 h 74"/>
              <a:gd name="T28" fmla="*/ 9 w 90"/>
              <a:gd name="T29" fmla="*/ 21 h 74"/>
              <a:gd name="T30" fmla="*/ 25 w 90"/>
              <a:gd name="T31" fmla="*/ 17 h 74"/>
              <a:gd name="T32" fmla="*/ 45 w 90"/>
              <a:gd name="T33" fmla="*/ 68 h 74"/>
              <a:gd name="T34" fmla="*/ 54 w 90"/>
              <a:gd name="T35" fmla="*/ 68 h 74"/>
              <a:gd name="T36" fmla="*/ 56 w 90"/>
              <a:gd name="T37" fmla="*/ 53 h 74"/>
              <a:gd name="T38" fmla="*/ 57 w 90"/>
              <a:gd name="T39" fmla="*/ 62 h 74"/>
              <a:gd name="T40" fmla="*/ 65 w 90"/>
              <a:gd name="T41" fmla="*/ 62 h 74"/>
              <a:gd name="T42" fmla="*/ 54 w 90"/>
              <a:gd name="T43" fmla="*/ 38 h 74"/>
              <a:gd name="T44" fmla="*/ 36 w 90"/>
              <a:gd name="T45" fmla="*/ 38 h 74"/>
              <a:gd name="T46" fmla="*/ 25 w 90"/>
              <a:gd name="T47" fmla="*/ 62 h 74"/>
              <a:gd name="T48" fmla="*/ 32 w 90"/>
              <a:gd name="T49" fmla="*/ 62 h 74"/>
              <a:gd name="T50" fmla="*/ 34 w 90"/>
              <a:gd name="T51" fmla="*/ 53 h 74"/>
              <a:gd name="T52" fmla="*/ 36 w 90"/>
              <a:gd name="T53" fmla="*/ 68 h 74"/>
              <a:gd name="T54" fmla="*/ 45 w 90"/>
              <a:gd name="T55" fmla="*/ 34 h 74"/>
              <a:gd name="T56" fmla="*/ 59 w 90"/>
              <a:gd name="T57" fmla="*/ 20 h 74"/>
              <a:gd name="T58" fmla="*/ 31 w 90"/>
              <a:gd name="T59" fmla="*/ 20 h 74"/>
              <a:gd name="T60" fmla="*/ 14 w 90"/>
              <a:gd name="T61" fmla="*/ 68 h 74"/>
              <a:gd name="T62" fmla="*/ 23 w 90"/>
              <a:gd name="T63" fmla="*/ 68 h 74"/>
              <a:gd name="T64" fmla="*/ 19 w 90"/>
              <a:gd name="T65" fmla="*/ 62 h 74"/>
              <a:gd name="T66" fmla="*/ 20 w 90"/>
              <a:gd name="T67" fmla="*/ 48 h 74"/>
              <a:gd name="T68" fmla="*/ 7 w 90"/>
              <a:gd name="T69" fmla="*/ 55 h 74"/>
              <a:gd name="T70" fmla="*/ 7 w 90"/>
              <a:gd name="T71" fmla="*/ 55 h 74"/>
              <a:gd name="T72" fmla="*/ 6 w 90"/>
              <a:gd name="T73" fmla="*/ 64 h 74"/>
              <a:gd name="T74" fmla="*/ 11 w 90"/>
              <a:gd name="T75" fmla="*/ 59 h 74"/>
              <a:gd name="T76" fmla="*/ 14 w 90"/>
              <a:gd name="T77" fmla="*/ 59 h 74"/>
              <a:gd name="T78" fmla="*/ 25 w 90"/>
              <a:gd name="T79" fmla="*/ 23 h 74"/>
              <a:gd name="T80" fmla="*/ 24 w 90"/>
              <a:gd name="T81" fmla="*/ 23 h 74"/>
              <a:gd name="T82" fmla="*/ 13 w 90"/>
              <a:gd name="T83" fmla="*/ 25 h 74"/>
              <a:gd name="T84" fmla="*/ 13 w 90"/>
              <a:gd name="T85" fmla="*/ 39 h 74"/>
              <a:gd name="T86" fmla="*/ 24 w 90"/>
              <a:gd name="T87" fmla="*/ 42 h 74"/>
              <a:gd name="T88" fmla="*/ 25 w 90"/>
              <a:gd name="T89" fmla="*/ 23 h 74"/>
              <a:gd name="T90" fmla="*/ 76 w 90"/>
              <a:gd name="T91" fmla="*/ 68 h 74"/>
              <a:gd name="T92" fmla="*/ 77 w 90"/>
              <a:gd name="T93" fmla="*/ 57 h 74"/>
              <a:gd name="T94" fmla="*/ 79 w 90"/>
              <a:gd name="T95" fmla="*/ 64 h 74"/>
              <a:gd name="T96" fmla="*/ 84 w 90"/>
              <a:gd name="T97" fmla="*/ 59 h 74"/>
              <a:gd name="T98" fmla="*/ 81 w 90"/>
              <a:gd name="T99" fmla="*/ 51 h 74"/>
              <a:gd name="T100" fmla="*/ 70 w 90"/>
              <a:gd name="T101" fmla="*/ 48 h 74"/>
              <a:gd name="T102" fmla="*/ 71 w 90"/>
              <a:gd name="T103" fmla="*/ 62 h 74"/>
              <a:gd name="T104" fmla="*/ 67 w 90"/>
              <a:gd name="T105" fmla="*/ 68 h 74"/>
              <a:gd name="T106" fmla="*/ 65 w 90"/>
              <a:gd name="T107" fmla="*/ 23 h 74"/>
              <a:gd name="T108" fmla="*/ 59 w 90"/>
              <a:gd name="T109" fmla="*/ 34 h 74"/>
              <a:gd name="T110" fmla="*/ 67 w 90"/>
              <a:gd name="T111" fmla="*/ 42 h 74"/>
              <a:gd name="T112" fmla="*/ 77 w 90"/>
              <a:gd name="T113" fmla="*/ 39 h 74"/>
              <a:gd name="T114" fmla="*/ 77 w 90"/>
              <a:gd name="T115" fmla="*/ 25 h 74"/>
              <a:gd name="T116" fmla="*/ 66 w 90"/>
              <a:gd name="T117" fmla="*/ 23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90" h="74">
                <a:moveTo>
                  <a:pt x="45" y="0"/>
                </a:moveTo>
                <a:cubicBezTo>
                  <a:pt x="55" y="0"/>
                  <a:pt x="63" y="7"/>
                  <a:pt x="65" y="17"/>
                </a:cubicBezTo>
                <a:cubicBezTo>
                  <a:pt x="66" y="17"/>
                  <a:pt x="68" y="16"/>
                  <a:pt x="69" y="16"/>
                </a:cubicBezTo>
                <a:cubicBezTo>
                  <a:pt x="74" y="16"/>
                  <a:pt x="78" y="18"/>
                  <a:pt x="81" y="21"/>
                </a:cubicBezTo>
                <a:cubicBezTo>
                  <a:pt x="84" y="24"/>
                  <a:pt x="85" y="28"/>
                  <a:pt x="85" y="32"/>
                </a:cubicBezTo>
                <a:cubicBezTo>
                  <a:pt x="85" y="36"/>
                  <a:pt x="84" y="40"/>
                  <a:pt x="81" y="43"/>
                </a:cubicBezTo>
                <a:cubicBezTo>
                  <a:pt x="85" y="47"/>
                  <a:pt x="85" y="47"/>
                  <a:pt x="85" y="47"/>
                </a:cubicBezTo>
                <a:cubicBezTo>
                  <a:pt x="86" y="49"/>
                  <a:pt x="88" y="50"/>
                  <a:pt x="89" y="52"/>
                </a:cubicBezTo>
                <a:cubicBezTo>
                  <a:pt x="89" y="55"/>
                  <a:pt x="90" y="57"/>
                  <a:pt x="90" y="59"/>
                </a:cubicBezTo>
                <a:cubicBezTo>
                  <a:pt x="90" y="64"/>
                  <a:pt x="90" y="64"/>
                  <a:pt x="90" y="64"/>
                </a:cubicBezTo>
                <a:cubicBezTo>
                  <a:pt x="90" y="65"/>
                  <a:pt x="90" y="66"/>
                  <a:pt x="89" y="67"/>
                </a:cubicBezTo>
                <a:cubicBezTo>
                  <a:pt x="88" y="69"/>
                  <a:pt x="87" y="69"/>
                  <a:pt x="85" y="69"/>
                </a:cubicBezTo>
                <a:cubicBezTo>
                  <a:pt x="85" y="69"/>
                  <a:pt x="85" y="69"/>
                  <a:pt x="85" y="69"/>
                </a:cubicBezTo>
                <a:cubicBezTo>
                  <a:pt x="81" y="69"/>
                  <a:pt x="81" y="69"/>
                  <a:pt x="81" y="69"/>
                </a:cubicBezTo>
                <a:cubicBezTo>
                  <a:pt x="81" y="71"/>
                  <a:pt x="81" y="71"/>
                  <a:pt x="81" y="71"/>
                </a:cubicBezTo>
                <a:cubicBezTo>
                  <a:pt x="81" y="72"/>
                  <a:pt x="80" y="74"/>
                  <a:pt x="78" y="74"/>
                </a:cubicBezTo>
                <a:cubicBezTo>
                  <a:pt x="45" y="74"/>
                  <a:pt x="45" y="74"/>
                  <a:pt x="45" y="74"/>
                </a:cubicBezTo>
                <a:cubicBezTo>
                  <a:pt x="12" y="74"/>
                  <a:pt x="12" y="74"/>
                  <a:pt x="12" y="74"/>
                </a:cubicBezTo>
                <a:cubicBezTo>
                  <a:pt x="10" y="74"/>
                  <a:pt x="9" y="72"/>
                  <a:pt x="9" y="71"/>
                </a:cubicBezTo>
                <a:cubicBezTo>
                  <a:pt x="9" y="69"/>
                  <a:pt x="9" y="69"/>
                  <a:pt x="9" y="69"/>
                </a:cubicBezTo>
                <a:cubicBezTo>
                  <a:pt x="5" y="69"/>
                  <a:pt x="5" y="69"/>
                  <a:pt x="5" y="69"/>
                </a:cubicBezTo>
                <a:cubicBezTo>
                  <a:pt x="5" y="69"/>
                  <a:pt x="5" y="69"/>
                  <a:pt x="5" y="69"/>
                </a:cubicBezTo>
                <a:cubicBezTo>
                  <a:pt x="3" y="69"/>
                  <a:pt x="2" y="69"/>
                  <a:pt x="1" y="67"/>
                </a:cubicBezTo>
                <a:cubicBezTo>
                  <a:pt x="1" y="66"/>
                  <a:pt x="0" y="65"/>
                  <a:pt x="0" y="64"/>
                </a:cubicBezTo>
                <a:cubicBezTo>
                  <a:pt x="0" y="59"/>
                  <a:pt x="0" y="59"/>
                  <a:pt x="0" y="59"/>
                </a:cubicBezTo>
                <a:cubicBezTo>
                  <a:pt x="0" y="57"/>
                  <a:pt x="1" y="55"/>
                  <a:pt x="1" y="52"/>
                </a:cubicBezTo>
                <a:cubicBezTo>
                  <a:pt x="1" y="52"/>
                  <a:pt x="1" y="52"/>
                  <a:pt x="1" y="52"/>
                </a:cubicBezTo>
                <a:cubicBezTo>
                  <a:pt x="3" y="49"/>
                  <a:pt x="6" y="46"/>
                  <a:pt x="9" y="43"/>
                </a:cubicBezTo>
                <a:cubicBezTo>
                  <a:pt x="6" y="40"/>
                  <a:pt x="5" y="36"/>
                  <a:pt x="5" y="32"/>
                </a:cubicBezTo>
                <a:cubicBezTo>
                  <a:pt x="5" y="28"/>
                  <a:pt x="6" y="24"/>
                  <a:pt x="9" y="21"/>
                </a:cubicBezTo>
                <a:cubicBezTo>
                  <a:pt x="12" y="18"/>
                  <a:pt x="16" y="16"/>
                  <a:pt x="21" y="16"/>
                </a:cubicBezTo>
                <a:cubicBezTo>
                  <a:pt x="22" y="16"/>
                  <a:pt x="24" y="17"/>
                  <a:pt x="25" y="17"/>
                </a:cubicBezTo>
                <a:cubicBezTo>
                  <a:pt x="27" y="7"/>
                  <a:pt x="35" y="0"/>
                  <a:pt x="45" y="0"/>
                </a:cubicBezTo>
                <a:close/>
                <a:moveTo>
                  <a:pt x="45" y="68"/>
                </a:moveTo>
                <a:cubicBezTo>
                  <a:pt x="45" y="68"/>
                  <a:pt x="45" y="68"/>
                  <a:pt x="45" y="68"/>
                </a:cubicBezTo>
                <a:cubicBezTo>
                  <a:pt x="54" y="68"/>
                  <a:pt x="54" y="68"/>
                  <a:pt x="54" y="68"/>
                </a:cubicBezTo>
                <a:cubicBezTo>
                  <a:pt x="54" y="63"/>
                  <a:pt x="54" y="59"/>
                  <a:pt x="54" y="55"/>
                </a:cubicBezTo>
                <a:cubicBezTo>
                  <a:pt x="54" y="54"/>
                  <a:pt x="55" y="53"/>
                  <a:pt x="56" y="53"/>
                </a:cubicBezTo>
                <a:cubicBezTo>
                  <a:pt x="57" y="53"/>
                  <a:pt x="57" y="54"/>
                  <a:pt x="57" y="55"/>
                </a:cubicBezTo>
                <a:cubicBezTo>
                  <a:pt x="57" y="62"/>
                  <a:pt x="57" y="62"/>
                  <a:pt x="57" y="62"/>
                </a:cubicBezTo>
                <a:cubicBezTo>
                  <a:pt x="65" y="62"/>
                  <a:pt x="65" y="62"/>
                  <a:pt x="65" y="62"/>
                </a:cubicBezTo>
                <a:cubicBezTo>
                  <a:pt x="65" y="62"/>
                  <a:pt x="65" y="62"/>
                  <a:pt x="65" y="62"/>
                </a:cubicBezTo>
                <a:cubicBezTo>
                  <a:pt x="65" y="55"/>
                  <a:pt x="65" y="55"/>
                  <a:pt x="65" y="55"/>
                </a:cubicBezTo>
                <a:cubicBezTo>
                  <a:pt x="65" y="47"/>
                  <a:pt x="60" y="43"/>
                  <a:pt x="54" y="38"/>
                </a:cubicBezTo>
                <a:cubicBezTo>
                  <a:pt x="51" y="39"/>
                  <a:pt x="48" y="40"/>
                  <a:pt x="45" y="40"/>
                </a:cubicBezTo>
                <a:cubicBezTo>
                  <a:pt x="42" y="40"/>
                  <a:pt x="39" y="39"/>
                  <a:pt x="36" y="38"/>
                </a:cubicBezTo>
                <a:cubicBezTo>
                  <a:pt x="30" y="43"/>
                  <a:pt x="25" y="47"/>
                  <a:pt x="25" y="55"/>
                </a:cubicBezTo>
                <a:cubicBezTo>
                  <a:pt x="25" y="62"/>
                  <a:pt x="25" y="62"/>
                  <a:pt x="25" y="62"/>
                </a:cubicBezTo>
                <a:cubicBezTo>
                  <a:pt x="25" y="62"/>
                  <a:pt x="25" y="62"/>
                  <a:pt x="25" y="62"/>
                </a:cubicBezTo>
                <a:cubicBezTo>
                  <a:pt x="32" y="62"/>
                  <a:pt x="32" y="62"/>
                  <a:pt x="32" y="62"/>
                </a:cubicBezTo>
                <a:cubicBezTo>
                  <a:pt x="32" y="55"/>
                  <a:pt x="32" y="55"/>
                  <a:pt x="32" y="55"/>
                </a:cubicBezTo>
                <a:cubicBezTo>
                  <a:pt x="32" y="54"/>
                  <a:pt x="33" y="53"/>
                  <a:pt x="34" y="53"/>
                </a:cubicBezTo>
                <a:cubicBezTo>
                  <a:pt x="35" y="53"/>
                  <a:pt x="36" y="54"/>
                  <a:pt x="36" y="55"/>
                </a:cubicBezTo>
                <a:cubicBezTo>
                  <a:pt x="36" y="59"/>
                  <a:pt x="36" y="63"/>
                  <a:pt x="36" y="68"/>
                </a:cubicBezTo>
                <a:cubicBezTo>
                  <a:pt x="45" y="68"/>
                  <a:pt x="45" y="68"/>
                  <a:pt x="45" y="68"/>
                </a:cubicBezTo>
                <a:close/>
                <a:moveTo>
                  <a:pt x="45" y="34"/>
                </a:moveTo>
                <a:cubicBezTo>
                  <a:pt x="45" y="34"/>
                  <a:pt x="45" y="34"/>
                  <a:pt x="45" y="34"/>
                </a:cubicBezTo>
                <a:cubicBezTo>
                  <a:pt x="53" y="34"/>
                  <a:pt x="59" y="28"/>
                  <a:pt x="59" y="20"/>
                </a:cubicBezTo>
                <a:cubicBezTo>
                  <a:pt x="59" y="12"/>
                  <a:pt x="53" y="6"/>
                  <a:pt x="45" y="6"/>
                </a:cubicBezTo>
                <a:cubicBezTo>
                  <a:pt x="37" y="6"/>
                  <a:pt x="31" y="12"/>
                  <a:pt x="31" y="20"/>
                </a:cubicBezTo>
                <a:cubicBezTo>
                  <a:pt x="31" y="28"/>
                  <a:pt x="37" y="34"/>
                  <a:pt x="45" y="34"/>
                </a:cubicBezTo>
                <a:close/>
                <a:moveTo>
                  <a:pt x="14" y="68"/>
                </a:moveTo>
                <a:cubicBezTo>
                  <a:pt x="14" y="68"/>
                  <a:pt x="14" y="68"/>
                  <a:pt x="14" y="68"/>
                </a:cubicBezTo>
                <a:cubicBezTo>
                  <a:pt x="23" y="68"/>
                  <a:pt x="23" y="68"/>
                  <a:pt x="23" y="68"/>
                </a:cubicBezTo>
                <a:cubicBezTo>
                  <a:pt x="22" y="67"/>
                  <a:pt x="21" y="67"/>
                  <a:pt x="20" y="66"/>
                </a:cubicBezTo>
                <a:cubicBezTo>
                  <a:pt x="19" y="65"/>
                  <a:pt x="19" y="63"/>
                  <a:pt x="19" y="62"/>
                </a:cubicBezTo>
                <a:cubicBezTo>
                  <a:pt x="19" y="55"/>
                  <a:pt x="19" y="55"/>
                  <a:pt x="19" y="55"/>
                </a:cubicBezTo>
                <a:cubicBezTo>
                  <a:pt x="19" y="53"/>
                  <a:pt x="19" y="50"/>
                  <a:pt x="20" y="48"/>
                </a:cubicBezTo>
                <a:cubicBezTo>
                  <a:pt x="18" y="48"/>
                  <a:pt x="16" y="48"/>
                  <a:pt x="14" y="47"/>
                </a:cubicBezTo>
                <a:cubicBezTo>
                  <a:pt x="11" y="49"/>
                  <a:pt x="8" y="51"/>
                  <a:pt x="7" y="55"/>
                </a:cubicBezTo>
                <a:cubicBezTo>
                  <a:pt x="7" y="55"/>
                  <a:pt x="7" y="55"/>
                  <a:pt x="7" y="55"/>
                </a:cubicBezTo>
                <a:cubicBezTo>
                  <a:pt x="7" y="55"/>
                  <a:pt x="7" y="55"/>
                  <a:pt x="7" y="55"/>
                </a:cubicBezTo>
                <a:cubicBezTo>
                  <a:pt x="6" y="56"/>
                  <a:pt x="6" y="58"/>
                  <a:pt x="6" y="59"/>
                </a:cubicBezTo>
                <a:cubicBezTo>
                  <a:pt x="6" y="64"/>
                  <a:pt x="6" y="64"/>
                  <a:pt x="6" y="64"/>
                </a:cubicBezTo>
                <a:cubicBezTo>
                  <a:pt x="11" y="64"/>
                  <a:pt x="11" y="64"/>
                  <a:pt x="11" y="64"/>
                </a:cubicBezTo>
                <a:cubicBezTo>
                  <a:pt x="11" y="59"/>
                  <a:pt x="11" y="59"/>
                  <a:pt x="11" y="59"/>
                </a:cubicBezTo>
                <a:cubicBezTo>
                  <a:pt x="11" y="58"/>
                  <a:pt x="12" y="57"/>
                  <a:pt x="13" y="57"/>
                </a:cubicBezTo>
                <a:cubicBezTo>
                  <a:pt x="14" y="57"/>
                  <a:pt x="14" y="58"/>
                  <a:pt x="14" y="59"/>
                </a:cubicBezTo>
                <a:cubicBezTo>
                  <a:pt x="14" y="68"/>
                  <a:pt x="14" y="68"/>
                  <a:pt x="14" y="68"/>
                </a:cubicBezTo>
                <a:close/>
                <a:moveTo>
                  <a:pt x="25" y="23"/>
                </a:moveTo>
                <a:cubicBezTo>
                  <a:pt x="25" y="23"/>
                  <a:pt x="25" y="23"/>
                  <a:pt x="25" y="23"/>
                </a:cubicBezTo>
                <a:cubicBezTo>
                  <a:pt x="25" y="23"/>
                  <a:pt x="24" y="23"/>
                  <a:pt x="24" y="23"/>
                </a:cubicBezTo>
                <a:cubicBezTo>
                  <a:pt x="23" y="22"/>
                  <a:pt x="22" y="22"/>
                  <a:pt x="21" y="22"/>
                </a:cubicBezTo>
                <a:cubicBezTo>
                  <a:pt x="18" y="22"/>
                  <a:pt x="15" y="23"/>
                  <a:pt x="13" y="25"/>
                </a:cubicBezTo>
                <a:cubicBezTo>
                  <a:pt x="12" y="27"/>
                  <a:pt x="11" y="30"/>
                  <a:pt x="11" y="32"/>
                </a:cubicBezTo>
                <a:cubicBezTo>
                  <a:pt x="11" y="35"/>
                  <a:pt x="12" y="38"/>
                  <a:pt x="13" y="39"/>
                </a:cubicBezTo>
                <a:cubicBezTo>
                  <a:pt x="15" y="41"/>
                  <a:pt x="18" y="42"/>
                  <a:pt x="21" y="42"/>
                </a:cubicBezTo>
                <a:cubicBezTo>
                  <a:pt x="22" y="42"/>
                  <a:pt x="23" y="42"/>
                  <a:pt x="24" y="42"/>
                </a:cubicBezTo>
                <a:cubicBezTo>
                  <a:pt x="26" y="39"/>
                  <a:pt x="29" y="37"/>
                  <a:pt x="31" y="34"/>
                </a:cubicBezTo>
                <a:cubicBezTo>
                  <a:pt x="28" y="31"/>
                  <a:pt x="26" y="28"/>
                  <a:pt x="25" y="23"/>
                </a:cubicBezTo>
                <a:close/>
                <a:moveTo>
                  <a:pt x="76" y="68"/>
                </a:moveTo>
                <a:cubicBezTo>
                  <a:pt x="76" y="68"/>
                  <a:pt x="76" y="68"/>
                  <a:pt x="76" y="68"/>
                </a:cubicBezTo>
                <a:cubicBezTo>
                  <a:pt x="76" y="59"/>
                  <a:pt x="76" y="59"/>
                  <a:pt x="76" y="59"/>
                </a:cubicBezTo>
                <a:cubicBezTo>
                  <a:pt x="76" y="58"/>
                  <a:pt x="76" y="57"/>
                  <a:pt x="77" y="57"/>
                </a:cubicBezTo>
                <a:cubicBezTo>
                  <a:pt x="78" y="57"/>
                  <a:pt x="79" y="58"/>
                  <a:pt x="79" y="59"/>
                </a:cubicBezTo>
                <a:cubicBezTo>
                  <a:pt x="79" y="64"/>
                  <a:pt x="79" y="64"/>
                  <a:pt x="79" y="64"/>
                </a:cubicBezTo>
                <a:cubicBezTo>
                  <a:pt x="84" y="64"/>
                  <a:pt x="84" y="64"/>
                  <a:pt x="84" y="64"/>
                </a:cubicBezTo>
                <a:cubicBezTo>
                  <a:pt x="84" y="59"/>
                  <a:pt x="84" y="59"/>
                  <a:pt x="84" y="59"/>
                </a:cubicBezTo>
                <a:cubicBezTo>
                  <a:pt x="84" y="58"/>
                  <a:pt x="84" y="56"/>
                  <a:pt x="83" y="55"/>
                </a:cubicBezTo>
                <a:cubicBezTo>
                  <a:pt x="83" y="53"/>
                  <a:pt x="82" y="52"/>
                  <a:pt x="81" y="51"/>
                </a:cubicBezTo>
                <a:cubicBezTo>
                  <a:pt x="76" y="47"/>
                  <a:pt x="76" y="47"/>
                  <a:pt x="76" y="47"/>
                </a:cubicBezTo>
                <a:cubicBezTo>
                  <a:pt x="74" y="48"/>
                  <a:pt x="72" y="48"/>
                  <a:pt x="70" y="48"/>
                </a:cubicBezTo>
                <a:cubicBezTo>
                  <a:pt x="71" y="50"/>
                  <a:pt x="71" y="53"/>
                  <a:pt x="71" y="55"/>
                </a:cubicBezTo>
                <a:cubicBezTo>
                  <a:pt x="71" y="62"/>
                  <a:pt x="71" y="62"/>
                  <a:pt x="71" y="62"/>
                </a:cubicBezTo>
                <a:cubicBezTo>
                  <a:pt x="71" y="63"/>
                  <a:pt x="71" y="65"/>
                  <a:pt x="70" y="66"/>
                </a:cubicBezTo>
                <a:cubicBezTo>
                  <a:pt x="69" y="67"/>
                  <a:pt x="68" y="67"/>
                  <a:pt x="67" y="68"/>
                </a:cubicBezTo>
                <a:cubicBezTo>
                  <a:pt x="76" y="68"/>
                  <a:pt x="76" y="68"/>
                  <a:pt x="76" y="68"/>
                </a:cubicBezTo>
                <a:close/>
                <a:moveTo>
                  <a:pt x="65" y="23"/>
                </a:moveTo>
                <a:cubicBezTo>
                  <a:pt x="65" y="23"/>
                  <a:pt x="65" y="23"/>
                  <a:pt x="65" y="23"/>
                </a:cubicBezTo>
                <a:cubicBezTo>
                  <a:pt x="64" y="28"/>
                  <a:pt x="62" y="31"/>
                  <a:pt x="59" y="34"/>
                </a:cubicBezTo>
                <a:cubicBezTo>
                  <a:pt x="61" y="37"/>
                  <a:pt x="64" y="39"/>
                  <a:pt x="66" y="42"/>
                </a:cubicBezTo>
                <a:cubicBezTo>
                  <a:pt x="66" y="42"/>
                  <a:pt x="67" y="42"/>
                  <a:pt x="67" y="42"/>
                </a:cubicBezTo>
                <a:cubicBezTo>
                  <a:pt x="68" y="42"/>
                  <a:pt x="69" y="42"/>
                  <a:pt x="69" y="42"/>
                </a:cubicBezTo>
                <a:cubicBezTo>
                  <a:pt x="72" y="42"/>
                  <a:pt x="75" y="41"/>
                  <a:pt x="77" y="39"/>
                </a:cubicBezTo>
                <a:cubicBezTo>
                  <a:pt x="78" y="38"/>
                  <a:pt x="79" y="35"/>
                  <a:pt x="79" y="32"/>
                </a:cubicBezTo>
                <a:cubicBezTo>
                  <a:pt x="79" y="30"/>
                  <a:pt x="78" y="27"/>
                  <a:pt x="77" y="25"/>
                </a:cubicBezTo>
                <a:cubicBezTo>
                  <a:pt x="75" y="23"/>
                  <a:pt x="72" y="22"/>
                  <a:pt x="69" y="22"/>
                </a:cubicBezTo>
                <a:cubicBezTo>
                  <a:pt x="68" y="22"/>
                  <a:pt x="67" y="22"/>
                  <a:pt x="66" y="23"/>
                </a:cubicBezTo>
                <a:cubicBezTo>
                  <a:pt x="66" y="23"/>
                  <a:pt x="65" y="23"/>
                  <a:pt x="65" y="2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121926" tIns="60963" rIns="121926" bIns="60963"/>
          <a:lstStyle/>
          <a:p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39" name="Freeform 51"/>
          <p:cNvSpPr>
            <a:spLocks noEditPoints="1"/>
          </p:cNvSpPr>
          <p:nvPr/>
        </p:nvSpPr>
        <p:spPr bwMode="auto">
          <a:xfrm>
            <a:off x="9538576" y="2073498"/>
            <a:ext cx="321691" cy="307082"/>
          </a:xfrm>
          <a:custGeom>
            <a:avLst/>
            <a:gdLst>
              <a:gd name="T0" fmla="*/ 22 w 76"/>
              <a:gd name="T1" fmla="*/ 59 h 72"/>
              <a:gd name="T2" fmla="*/ 65 w 76"/>
              <a:gd name="T3" fmla="*/ 58 h 72"/>
              <a:gd name="T4" fmla="*/ 65 w 76"/>
              <a:gd name="T5" fmla="*/ 61 h 72"/>
              <a:gd name="T6" fmla="*/ 23 w 76"/>
              <a:gd name="T7" fmla="*/ 10 h 72"/>
              <a:gd name="T8" fmla="*/ 22 w 76"/>
              <a:gd name="T9" fmla="*/ 12 h 72"/>
              <a:gd name="T10" fmla="*/ 22 w 76"/>
              <a:gd name="T11" fmla="*/ 24 h 72"/>
              <a:gd name="T12" fmla="*/ 23 w 76"/>
              <a:gd name="T13" fmla="*/ 26 h 72"/>
              <a:gd name="T14" fmla="*/ 65 w 76"/>
              <a:gd name="T15" fmla="*/ 26 h 72"/>
              <a:gd name="T16" fmla="*/ 67 w 76"/>
              <a:gd name="T17" fmla="*/ 12 h 72"/>
              <a:gd name="T18" fmla="*/ 65 w 76"/>
              <a:gd name="T19" fmla="*/ 10 h 72"/>
              <a:gd name="T20" fmla="*/ 25 w 76"/>
              <a:gd name="T21" fmla="*/ 22 h 72"/>
              <a:gd name="T22" fmla="*/ 25 w 76"/>
              <a:gd name="T23" fmla="*/ 14 h 72"/>
              <a:gd name="T24" fmla="*/ 63 w 76"/>
              <a:gd name="T25" fmla="*/ 22 h 72"/>
              <a:gd name="T26" fmla="*/ 12 w 76"/>
              <a:gd name="T27" fmla="*/ 22 h 72"/>
              <a:gd name="T28" fmla="*/ 6 w 76"/>
              <a:gd name="T29" fmla="*/ 22 h 72"/>
              <a:gd name="T30" fmla="*/ 12 w 76"/>
              <a:gd name="T31" fmla="*/ 63 h 72"/>
              <a:gd name="T32" fmla="*/ 9 w 76"/>
              <a:gd name="T33" fmla="*/ 72 h 72"/>
              <a:gd name="T34" fmla="*/ 3 w 76"/>
              <a:gd name="T35" fmla="*/ 69 h 72"/>
              <a:gd name="T36" fmla="*/ 0 w 76"/>
              <a:gd name="T37" fmla="*/ 63 h 72"/>
              <a:gd name="T38" fmla="*/ 0 w 76"/>
              <a:gd name="T39" fmla="*/ 19 h 72"/>
              <a:gd name="T40" fmla="*/ 12 w 76"/>
              <a:gd name="T41" fmla="*/ 16 h 72"/>
              <a:gd name="T42" fmla="*/ 15 w 76"/>
              <a:gd name="T43" fmla="*/ 0 h 72"/>
              <a:gd name="T44" fmla="*/ 73 w 76"/>
              <a:gd name="T45" fmla="*/ 0 h 72"/>
              <a:gd name="T46" fmla="*/ 76 w 76"/>
              <a:gd name="T47" fmla="*/ 3 h 72"/>
              <a:gd name="T48" fmla="*/ 73 w 76"/>
              <a:gd name="T49" fmla="*/ 69 h 72"/>
              <a:gd name="T50" fmla="*/ 73 w 76"/>
              <a:gd name="T51" fmla="*/ 69 h 72"/>
              <a:gd name="T52" fmla="*/ 9 w 76"/>
              <a:gd name="T53" fmla="*/ 72 h 72"/>
              <a:gd name="T54" fmla="*/ 9 w 76"/>
              <a:gd name="T55" fmla="*/ 72 h 72"/>
              <a:gd name="T56" fmla="*/ 70 w 76"/>
              <a:gd name="T57" fmla="*/ 63 h 72"/>
              <a:gd name="T58" fmla="*/ 18 w 76"/>
              <a:gd name="T59" fmla="*/ 6 h 72"/>
              <a:gd name="T60" fmla="*/ 17 w 76"/>
              <a:gd name="T61" fmla="*/ 66 h 72"/>
              <a:gd name="T62" fmla="*/ 69 w 76"/>
              <a:gd name="T63" fmla="*/ 65 h 72"/>
              <a:gd name="T64" fmla="*/ 70 w 76"/>
              <a:gd name="T65" fmla="*/ 63 h 72"/>
              <a:gd name="T66" fmla="*/ 46 w 76"/>
              <a:gd name="T67" fmla="*/ 30 h 72"/>
              <a:gd name="T68" fmla="*/ 65 w 76"/>
              <a:gd name="T69" fmla="*/ 30 h 72"/>
              <a:gd name="T70" fmla="*/ 67 w 76"/>
              <a:gd name="T71" fmla="*/ 31 h 72"/>
              <a:gd name="T72" fmla="*/ 65 w 76"/>
              <a:gd name="T73" fmla="*/ 42 h 72"/>
              <a:gd name="T74" fmla="*/ 46 w 76"/>
              <a:gd name="T75" fmla="*/ 42 h 72"/>
              <a:gd name="T76" fmla="*/ 44 w 76"/>
              <a:gd name="T77" fmla="*/ 41 h 72"/>
              <a:gd name="T78" fmla="*/ 46 w 76"/>
              <a:gd name="T79" fmla="*/ 30 h 72"/>
              <a:gd name="T80" fmla="*/ 63 w 76"/>
              <a:gd name="T81" fmla="*/ 33 h 72"/>
              <a:gd name="T82" fmla="*/ 48 w 76"/>
              <a:gd name="T83" fmla="*/ 39 h 72"/>
              <a:gd name="T84" fmla="*/ 63 w 76"/>
              <a:gd name="T85" fmla="*/ 33 h 72"/>
              <a:gd name="T86" fmla="*/ 23 w 76"/>
              <a:gd name="T87" fmla="*/ 33 h 72"/>
              <a:gd name="T88" fmla="*/ 23 w 76"/>
              <a:gd name="T89" fmla="*/ 30 h 72"/>
              <a:gd name="T90" fmla="*/ 42 w 76"/>
              <a:gd name="T91" fmla="*/ 31 h 72"/>
              <a:gd name="T92" fmla="*/ 23 w 76"/>
              <a:gd name="T93" fmla="*/ 33 h 72"/>
              <a:gd name="T94" fmla="*/ 23 w 76"/>
              <a:gd name="T95" fmla="*/ 42 h 72"/>
              <a:gd name="T96" fmla="*/ 23 w 76"/>
              <a:gd name="T97" fmla="*/ 39 h 72"/>
              <a:gd name="T98" fmla="*/ 42 w 76"/>
              <a:gd name="T99" fmla="*/ 41 h 72"/>
              <a:gd name="T100" fmla="*/ 23 w 76"/>
              <a:gd name="T101" fmla="*/ 42 h 72"/>
              <a:gd name="T102" fmla="*/ 23 w 76"/>
              <a:gd name="T103" fmla="*/ 52 h 72"/>
              <a:gd name="T104" fmla="*/ 23 w 76"/>
              <a:gd name="T105" fmla="*/ 48 h 72"/>
              <a:gd name="T106" fmla="*/ 67 w 76"/>
              <a:gd name="T107" fmla="*/ 50 h 72"/>
              <a:gd name="T108" fmla="*/ 23 w 76"/>
              <a:gd name="T109" fmla="*/ 5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76" h="72">
                <a:moveTo>
                  <a:pt x="23" y="61"/>
                </a:moveTo>
                <a:cubicBezTo>
                  <a:pt x="22" y="61"/>
                  <a:pt x="22" y="60"/>
                  <a:pt x="22" y="59"/>
                </a:cubicBezTo>
                <a:cubicBezTo>
                  <a:pt x="22" y="58"/>
                  <a:pt x="22" y="58"/>
                  <a:pt x="23" y="58"/>
                </a:cubicBezTo>
                <a:cubicBezTo>
                  <a:pt x="65" y="58"/>
                  <a:pt x="65" y="58"/>
                  <a:pt x="65" y="58"/>
                </a:cubicBezTo>
                <a:cubicBezTo>
                  <a:pt x="66" y="58"/>
                  <a:pt x="67" y="58"/>
                  <a:pt x="67" y="59"/>
                </a:cubicBezTo>
                <a:cubicBezTo>
                  <a:pt x="67" y="60"/>
                  <a:pt x="66" y="61"/>
                  <a:pt x="65" y="61"/>
                </a:cubicBezTo>
                <a:cubicBezTo>
                  <a:pt x="23" y="61"/>
                  <a:pt x="23" y="61"/>
                  <a:pt x="23" y="61"/>
                </a:cubicBezTo>
                <a:close/>
                <a:moveTo>
                  <a:pt x="23" y="10"/>
                </a:moveTo>
                <a:cubicBezTo>
                  <a:pt x="23" y="10"/>
                  <a:pt x="23" y="10"/>
                  <a:pt x="23" y="10"/>
                </a:cubicBezTo>
                <a:cubicBezTo>
                  <a:pt x="22" y="10"/>
                  <a:pt x="22" y="11"/>
                  <a:pt x="22" y="12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24"/>
                  <a:pt x="22" y="24"/>
                  <a:pt x="22" y="24"/>
                </a:cubicBezTo>
                <a:cubicBezTo>
                  <a:pt x="22" y="25"/>
                  <a:pt x="22" y="26"/>
                  <a:pt x="23" y="26"/>
                </a:cubicBezTo>
                <a:cubicBezTo>
                  <a:pt x="23" y="26"/>
                  <a:pt x="23" y="26"/>
                  <a:pt x="23" y="26"/>
                </a:cubicBezTo>
                <a:cubicBezTo>
                  <a:pt x="65" y="26"/>
                  <a:pt x="65" y="26"/>
                  <a:pt x="65" y="26"/>
                </a:cubicBezTo>
                <a:cubicBezTo>
                  <a:pt x="65" y="26"/>
                  <a:pt x="65" y="26"/>
                  <a:pt x="65" y="26"/>
                </a:cubicBezTo>
                <a:cubicBezTo>
                  <a:pt x="66" y="26"/>
                  <a:pt x="67" y="25"/>
                  <a:pt x="67" y="24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1"/>
                  <a:pt x="66" y="10"/>
                  <a:pt x="65" y="10"/>
                </a:cubicBezTo>
                <a:cubicBezTo>
                  <a:pt x="23" y="10"/>
                  <a:pt x="23" y="10"/>
                  <a:pt x="23" y="10"/>
                </a:cubicBezTo>
                <a:close/>
                <a:moveTo>
                  <a:pt x="25" y="22"/>
                </a:moveTo>
                <a:cubicBezTo>
                  <a:pt x="25" y="22"/>
                  <a:pt x="25" y="22"/>
                  <a:pt x="25" y="22"/>
                </a:cubicBezTo>
                <a:cubicBezTo>
                  <a:pt x="25" y="14"/>
                  <a:pt x="25" y="14"/>
                  <a:pt x="25" y="14"/>
                </a:cubicBezTo>
                <a:cubicBezTo>
                  <a:pt x="63" y="14"/>
                  <a:pt x="63" y="14"/>
                  <a:pt x="63" y="14"/>
                </a:cubicBezTo>
                <a:cubicBezTo>
                  <a:pt x="63" y="22"/>
                  <a:pt x="63" y="22"/>
                  <a:pt x="63" y="22"/>
                </a:cubicBezTo>
                <a:cubicBezTo>
                  <a:pt x="25" y="22"/>
                  <a:pt x="25" y="22"/>
                  <a:pt x="25" y="22"/>
                </a:cubicBezTo>
                <a:close/>
                <a:moveTo>
                  <a:pt x="12" y="22"/>
                </a:moveTo>
                <a:cubicBezTo>
                  <a:pt x="12" y="22"/>
                  <a:pt x="12" y="22"/>
                  <a:pt x="12" y="22"/>
                </a:cubicBezTo>
                <a:cubicBezTo>
                  <a:pt x="6" y="22"/>
                  <a:pt x="6" y="22"/>
                  <a:pt x="6" y="22"/>
                </a:cubicBezTo>
                <a:cubicBezTo>
                  <a:pt x="6" y="63"/>
                  <a:pt x="6" y="63"/>
                  <a:pt x="6" y="63"/>
                </a:cubicBezTo>
                <a:cubicBezTo>
                  <a:pt x="6" y="67"/>
                  <a:pt x="12" y="67"/>
                  <a:pt x="12" y="63"/>
                </a:cubicBezTo>
                <a:cubicBezTo>
                  <a:pt x="12" y="22"/>
                  <a:pt x="12" y="22"/>
                  <a:pt x="12" y="22"/>
                </a:cubicBezTo>
                <a:close/>
                <a:moveTo>
                  <a:pt x="9" y="72"/>
                </a:moveTo>
                <a:cubicBezTo>
                  <a:pt x="9" y="72"/>
                  <a:pt x="9" y="72"/>
                  <a:pt x="9" y="72"/>
                </a:cubicBezTo>
                <a:cubicBezTo>
                  <a:pt x="7" y="72"/>
                  <a:pt x="4" y="71"/>
                  <a:pt x="3" y="69"/>
                </a:cubicBezTo>
                <a:cubicBezTo>
                  <a:pt x="3" y="69"/>
                  <a:pt x="3" y="69"/>
                  <a:pt x="3" y="69"/>
                </a:cubicBezTo>
                <a:cubicBezTo>
                  <a:pt x="1" y="68"/>
                  <a:pt x="0" y="65"/>
                  <a:pt x="0" y="63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7"/>
                  <a:pt x="1" y="16"/>
                  <a:pt x="3" y="16"/>
                </a:cubicBezTo>
                <a:cubicBezTo>
                  <a:pt x="12" y="16"/>
                  <a:pt x="12" y="16"/>
                  <a:pt x="12" y="16"/>
                </a:cubicBezTo>
                <a:cubicBezTo>
                  <a:pt x="12" y="3"/>
                  <a:pt x="12" y="3"/>
                  <a:pt x="12" y="3"/>
                </a:cubicBezTo>
                <a:cubicBezTo>
                  <a:pt x="12" y="1"/>
                  <a:pt x="14" y="0"/>
                  <a:pt x="15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75" y="0"/>
                  <a:pt x="76" y="1"/>
                  <a:pt x="76" y="3"/>
                </a:cubicBezTo>
                <a:cubicBezTo>
                  <a:pt x="76" y="3"/>
                  <a:pt x="76" y="3"/>
                  <a:pt x="76" y="3"/>
                </a:cubicBezTo>
                <a:cubicBezTo>
                  <a:pt x="76" y="63"/>
                  <a:pt x="76" y="63"/>
                  <a:pt x="76" y="63"/>
                </a:cubicBezTo>
                <a:cubicBezTo>
                  <a:pt x="76" y="65"/>
                  <a:pt x="75" y="68"/>
                  <a:pt x="73" y="69"/>
                </a:cubicBezTo>
                <a:cubicBezTo>
                  <a:pt x="73" y="69"/>
                  <a:pt x="73" y="69"/>
                  <a:pt x="73" y="69"/>
                </a:cubicBezTo>
                <a:cubicBezTo>
                  <a:pt x="73" y="69"/>
                  <a:pt x="73" y="69"/>
                  <a:pt x="73" y="69"/>
                </a:cubicBezTo>
                <a:cubicBezTo>
                  <a:pt x="72" y="71"/>
                  <a:pt x="69" y="72"/>
                  <a:pt x="67" y="72"/>
                </a:cubicBezTo>
                <a:cubicBezTo>
                  <a:pt x="9" y="72"/>
                  <a:pt x="9" y="72"/>
                  <a:pt x="9" y="72"/>
                </a:cubicBezTo>
                <a:cubicBezTo>
                  <a:pt x="9" y="72"/>
                  <a:pt x="9" y="72"/>
                  <a:pt x="9" y="72"/>
                </a:cubicBezTo>
                <a:cubicBezTo>
                  <a:pt x="9" y="72"/>
                  <a:pt x="9" y="72"/>
                  <a:pt x="9" y="72"/>
                </a:cubicBezTo>
                <a:close/>
                <a:moveTo>
                  <a:pt x="70" y="63"/>
                </a:moveTo>
                <a:cubicBezTo>
                  <a:pt x="70" y="63"/>
                  <a:pt x="70" y="63"/>
                  <a:pt x="70" y="63"/>
                </a:cubicBezTo>
                <a:cubicBezTo>
                  <a:pt x="70" y="6"/>
                  <a:pt x="70" y="6"/>
                  <a:pt x="70" y="6"/>
                </a:cubicBezTo>
                <a:cubicBezTo>
                  <a:pt x="18" y="6"/>
                  <a:pt x="18" y="6"/>
                  <a:pt x="18" y="6"/>
                </a:cubicBezTo>
                <a:cubicBezTo>
                  <a:pt x="18" y="25"/>
                  <a:pt x="18" y="44"/>
                  <a:pt x="18" y="63"/>
                </a:cubicBezTo>
                <a:cubicBezTo>
                  <a:pt x="18" y="64"/>
                  <a:pt x="18" y="65"/>
                  <a:pt x="17" y="66"/>
                </a:cubicBezTo>
                <a:cubicBezTo>
                  <a:pt x="67" y="66"/>
                  <a:pt x="67" y="66"/>
                  <a:pt x="67" y="66"/>
                </a:cubicBezTo>
                <a:cubicBezTo>
                  <a:pt x="68" y="66"/>
                  <a:pt x="69" y="66"/>
                  <a:pt x="69" y="65"/>
                </a:cubicBezTo>
                <a:cubicBezTo>
                  <a:pt x="69" y="65"/>
                  <a:pt x="69" y="65"/>
                  <a:pt x="69" y="65"/>
                </a:cubicBezTo>
                <a:cubicBezTo>
                  <a:pt x="70" y="64"/>
                  <a:pt x="70" y="64"/>
                  <a:pt x="70" y="63"/>
                </a:cubicBezTo>
                <a:close/>
                <a:moveTo>
                  <a:pt x="46" y="30"/>
                </a:moveTo>
                <a:cubicBezTo>
                  <a:pt x="46" y="30"/>
                  <a:pt x="46" y="30"/>
                  <a:pt x="46" y="30"/>
                </a:cubicBezTo>
                <a:cubicBezTo>
                  <a:pt x="46" y="30"/>
                  <a:pt x="46" y="30"/>
                  <a:pt x="46" y="30"/>
                </a:cubicBezTo>
                <a:cubicBezTo>
                  <a:pt x="65" y="30"/>
                  <a:pt x="65" y="30"/>
                  <a:pt x="65" y="30"/>
                </a:cubicBezTo>
                <a:cubicBezTo>
                  <a:pt x="66" y="30"/>
                  <a:pt x="67" y="30"/>
                  <a:pt x="67" y="31"/>
                </a:cubicBezTo>
                <a:cubicBezTo>
                  <a:pt x="67" y="31"/>
                  <a:pt x="67" y="31"/>
                  <a:pt x="67" y="31"/>
                </a:cubicBezTo>
                <a:cubicBezTo>
                  <a:pt x="67" y="41"/>
                  <a:pt x="67" y="41"/>
                  <a:pt x="67" y="41"/>
                </a:cubicBezTo>
                <a:cubicBezTo>
                  <a:pt x="67" y="42"/>
                  <a:pt x="66" y="42"/>
                  <a:pt x="65" y="42"/>
                </a:cubicBezTo>
                <a:cubicBezTo>
                  <a:pt x="65" y="42"/>
                  <a:pt x="65" y="42"/>
                  <a:pt x="65" y="42"/>
                </a:cubicBezTo>
                <a:cubicBezTo>
                  <a:pt x="46" y="42"/>
                  <a:pt x="46" y="42"/>
                  <a:pt x="46" y="42"/>
                </a:cubicBezTo>
                <a:cubicBezTo>
                  <a:pt x="45" y="42"/>
                  <a:pt x="44" y="42"/>
                  <a:pt x="44" y="41"/>
                </a:cubicBezTo>
                <a:cubicBezTo>
                  <a:pt x="44" y="41"/>
                  <a:pt x="44" y="41"/>
                  <a:pt x="44" y="41"/>
                </a:cubicBezTo>
                <a:cubicBezTo>
                  <a:pt x="44" y="31"/>
                  <a:pt x="44" y="31"/>
                  <a:pt x="44" y="31"/>
                </a:cubicBezTo>
                <a:cubicBezTo>
                  <a:pt x="44" y="30"/>
                  <a:pt x="45" y="30"/>
                  <a:pt x="46" y="30"/>
                </a:cubicBezTo>
                <a:close/>
                <a:moveTo>
                  <a:pt x="63" y="33"/>
                </a:moveTo>
                <a:cubicBezTo>
                  <a:pt x="63" y="33"/>
                  <a:pt x="63" y="33"/>
                  <a:pt x="63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9"/>
                  <a:pt x="48" y="39"/>
                  <a:pt x="48" y="39"/>
                </a:cubicBezTo>
                <a:cubicBezTo>
                  <a:pt x="63" y="39"/>
                  <a:pt x="63" y="39"/>
                  <a:pt x="63" y="39"/>
                </a:cubicBezTo>
                <a:cubicBezTo>
                  <a:pt x="63" y="33"/>
                  <a:pt x="63" y="33"/>
                  <a:pt x="63" y="33"/>
                </a:cubicBezTo>
                <a:close/>
                <a:moveTo>
                  <a:pt x="23" y="33"/>
                </a:moveTo>
                <a:cubicBezTo>
                  <a:pt x="23" y="33"/>
                  <a:pt x="23" y="33"/>
                  <a:pt x="23" y="33"/>
                </a:cubicBezTo>
                <a:cubicBezTo>
                  <a:pt x="22" y="33"/>
                  <a:pt x="22" y="32"/>
                  <a:pt x="22" y="31"/>
                </a:cubicBezTo>
                <a:cubicBezTo>
                  <a:pt x="22" y="30"/>
                  <a:pt x="22" y="30"/>
                  <a:pt x="23" y="30"/>
                </a:cubicBezTo>
                <a:cubicBezTo>
                  <a:pt x="40" y="30"/>
                  <a:pt x="40" y="30"/>
                  <a:pt x="40" y="30"/>
                </a:cubicBezTo>
                <a:cubicBezTo>
                  <a:pt x="41" y="30"/>
                  <a:pt x="42" y="30"/>
                  <a:pt x="42" y="31"/>
                </a:cubicBezTo>
                <a:cubicBezTo>
                  <a:pt x="42" y="32"/>
                  <a:pt x="41" y="33"/>
                  <a:pt x="40" y="33"/>
                </a:cubicBezTo>
                <a:cubicBezTo>
                  <a:pt x="23" y="33"/>
                  <a:pt x="23" y="33"/>
                  <a:pt x="23" y="33"/>
                </a:cubicBezTo>
                <a:close/>
                <a:moveTo>
                  <a:pt x="23" y="42"/>
                </a:moveTo>
                <a:cubicBezTo>
                  <a:pt x="23" y="42"/>
                  <a:pt x="23" y="42"/>
                  <a:pt x="23" y="42"/>
                </a:cubicBezTo>
                <a:cubicBezTo>
                  <a:pt x="22" y="42"/>
                  <a:pt x="22" y="42"/>
                  <a:pt x="22" y="41"/>
                </a:cubicBezTo>
                <a:cubicBezTo>
                  <a:pt x="22" y="40"/>
                  <a:pt x="22" y="39"/>
                  <a:pt x="23" y="39"/>
                </a:cubicBezTo>
                <a:cubicBezTo>
                  <a:pt x="40" y="39"/>
                  <a:pt x="40" y="39"/>
                  <a:pt x="40" y="39"/>
                </a:cubicBezTo>
                <a:cubicBezTo>
                  <a:pt x="41" y="39"/>
                  <a:pt x="42" y="40"/>
                  <a:pt x="42" y="41"/>
                </a:cubicBezTo>
                <a:cubicBezTo>
                  <a:pt x="42" y="42"/>
                  <a:pt x="41" y="42"/>
                  <a:pt x="40" y="42"/>
                </a:cubicBezTo>
                <a:cubicBezTo>
                  <a:pt x="23" y="42"/>
                  <a:pt x="23" y="42"/>
                  <a:pt x="23" y="42"/>
                </a:cubicBezTo>
                <a:close/>
                <a:moveTo>
                  <a:pt x="23" y="52"/>
                </a:moveTo>
                <a:cubicBezTo>
                  <a:pt x="23" y="52"/>
                  <a:pt x="23" y="52"/>
                  <a:pt x="23" y="52"/>
                </a:cubicBezTo>
                <a:cubicBezTo>
                  <a:pt x="22" y="52"/>
                  <a:pt x="22" y="51"/>
                  <a:pt x="22" y="50"/>
                </a:cubicBezTo>
                <a:cubicBezTo>
                  <a:pt x="22" y="49"/>
                  <a:pt x="22" y="48"/>
                  <a:pt x="23" y="48"/>
                </a:cubicBezTo>
                <a:cubicBezTo>
                  <a:pt x="65" y="48"/>
                  <a:pt x="65" y="48"/>
                  <a:pt x="65" y="48"/>
                </a:cubicBezTo>
                <a:cubicBezTo>
                  <a:pt x="66" y="48"/>
                  <a:pt x="67" y="49"/>
                  <a:pt x="67" y="50"/>
                </a:cubicBezTo>
                <a:cubicBezTo>
                  <a:pt x="67" y="51"/>
                  <a:pt x="66" y="52"/>
                  <a:pt x="65" y="52"/>
                </a:cubicBezTo>
                <a:cubicBezTo>
                  <a:pt x="23" y="52"/>
                  <a:pt x="23" y="52"/>
                  <a:pt x="23" y="5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121926" tIns="60963" rIns="121926" bIns="60963"/>
          <a:lstStyle/>
          <a:p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40" name="Rectangle 52"/>
          <p:cNvSpPr>
            <a:spLocks noChangeArrowheads="1"/>
          </p:cNvSpPr>
          <p:nvPr/>
        </p:nvSpPr>
        <p:spPr bwMode="auto">
          <a:xfrm>
            <a:off x="3134376" y="4218838"/>
            <a:ext cx="2683584" cy="997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100" b="1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点此替换文本</a:t>
            </a:r>
            <a:endParaRPr lang="en-US" altLang="zh-CN" sz="11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  <a:p>
            <a:pPr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We have many PowerPoint </a:t>
            </a:r>
            <a:r>
              <a:rPr lang="zh-CN" alt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templates</a:t>
            </a:r>
            <a:r>
              <a:rPr 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 that has been specifically designed to help anyone that is stepping into the world of PowerPoint for the very first time.</a:t>
            </a:r>
            <a:endParaRPr lang="zh-CN" altLang="en-US" sz="11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41" name="Rectangle 53"/>
          <p:cNvSpPr>
            <a:spLocks noChangeArrowheads="1"/>
          </p:cNvSpPr>
          <p:nvPr/>
        </p:nvSpPr>
        <p:spPr bwMode="auto">
          <a:xfrm>
            <a:off x="4004213" y="2776610"/>
            <a:ext cx="952376" cy="272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600" b="1" dirty="0" smtClean="0">
                <a:latin typeface="Times New Roman" panose="02020603050405020304"/>
                <a:ea typeface="方正清刻本悦宋简体"/>
                <a:sym typeface="Times New Roman" panose="02020603050405020304"/>
              </a:rPr>
              <a:t>2018</a:t>
            </a:r>
            <a:endParaRPr lang="zh-CN" altLang="en-US" sz="16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42" name="Rectangle 54"/>
          <p:cNvSpPr>
            <a:spLocks noChangeArrowheads="1"/>
          </p:cNvSpPr>
          <p:nvPr/>
        </p:nvSpPr>
        <p:spPr bwMode="auto">
          <a:xfrm>
            <a:off x="8368211" y="4218838"/>
            <a:ext cx="2683584" cy="997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100" b="1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点此替换文本</a:t>
            </a:r>
            <a:endParaRPr lang="en-US" altLang="zh-CN" sz="11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  <a:p>
            <a:pPr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100">
                <a:latin typeface="Times New Roman" panose="02020603050405020304"/>
                <a:ea typeface="方正清刻本悦宋简体"/>
                <a:sym typeface="Times New Roman" panose="02020603050405020304"/>
              </a:rPr>
              <a:t>We have many PowerPoint </a:t>
            </a:r>
            <a:r>
              <a:rPr lang="zh-CN" alt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templates</a:t>
            </a:r>
            <a:r>
              <a:rPr 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 that has been specifically designed to help anyone that is stepping into the world of PowerPoint for the very first time.</a:t>
            </a:r>
            <a:endParaRPr lang="zh-CN" altLang="en-US" sz="11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43" name="Rectangle 55"/>
          <p:cNvSpPr>
            <a:spLocks noChangeArrowheads="1"/>
          </p:cNvSpPr>
          <p:nvPr/>
        </p:nvSpPr>
        <p:spPr bwMode="auto">
          <a:xfrm>
            <a:off x="9206302" y="2776610"/>
            <a:ext cx="952376" cy="272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600" b="1" dirty="0" smtClean="0">
                <a:latin typeface="Times New Roman" panose="02020603050405020304"/>
                <a:ea typeface="方正清刻本悦宋简体"/>
                <a:sym typeface="Times New Roman" panose="02020603050405020304"/>
              </a:rPr>
              <a:t>2020</a:t>
            </a:r>
            <a:endParaRPr lang="zh-CN" altLang="en-US" sz="16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44" name="Rectangle 56"/>
          <p:cNvSpPr>
            <a:spLocks noChangeArrowheads="1"/>
          </p:cNvSpPr>
          <p:nvPr/>
        </p:nvSpPr>
        <p:spPr bwMode="auto">
          <a:xfrm>
            <a:off x="6562930" y="3854575"/>
            <a:ext cx="952376" cy="272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600" b="1" dirty="0" smtClean="0">
                <a:latin typeface="Times New Roman" panose="02020603050405020304"/>
                <a:ea typeface="方正清刻本悦宋简体"/>
                <a:sym typeface="Times New Roman" panose="02020603050405020304"/>
              </a:rPr>
              <a:t>2019</a:t>
            </a:r>
            <a:endParaRPr lang="zh-CN" altLang="en-US" sz="16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45" name="Rectangle 57"/>
          <p:cNvSpPr>
            <a:spLocks noChangeArrowheads="1"/>
          </p:cNvSpPr>
          <p:nvPr/>
        </p:nvSpPr>
        <p:spPr bwMode="auto">
          <a:xfrm>
            <a:off x="5693092" y="1751590"/>
            <a:ext cx="2683584" cy="997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100" b="1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点此替换文本</a:t>
            </a:r>
            <a:endParaRPr lang="en-US" altLang="zh-CN" sz="11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  <a:p>
            <a:pPr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1100">
                <a:latin typeface="Times New Roman" panose="02020603050405020304"/>
                <a:ea typeface="方正清刻本悦宋简体"/>
                <a:sym typeface="Times New Roman" panose="02020603050405020304"/>
              </a:rPr>
              <a:t>We have many PowerPoint </a:t>
            </a:r>
            <a:r>
              <a:rPr lang="zh-CN" alt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templates</a:t>
            </a:r>
            <a:r>
              <a:rPr 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 that has been specifically designed to help anyone that is stepping into the world of PowerPoint for the very first time.</a:t>
            </a:r>
            <a:endParaRPr lang="zh-CN" altLang="en-US" sz="11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500"/>
                            </p:stCondLst>
                            <p:childTnLst>
                              <p:par>
                                <p:cTn id="6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500"/>
                            </p:stCondLst>
                            <p:childTnLst>
                              <p:par>
                                <p:cTn id="6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6500"/>
                            </p:stCondLst>
                            <p:childTnLst>
                              <p:par>
                                <p:cTn id="8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/>
      <p:bldP spid="41" grpId="0"/>
      <p:bldP spid="42" grpId="0"/>
      <p:bldP spid="43" grpId="0"/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/>
          <p:cNvSpPr/>
          <p:nvPr/>
        </p:nvSpPr>
        <p:spPr>
          <a:xfrm>
            <a:off x="5518756" y="83996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添加您的标题</a:t>
            </a:r>
            <a:endParaRPr lang="zh-CN" altLang="en-US" sz="20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234223" y="1133034"/>
            <a:ext cx="22926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 smtClean="0">
                <a:latin typeface="Times New Roman" panose="02020603050405020304"/>
                <a:ea typeface="方正清刻本悦宋简体"/>
                <a:sym typeface="Times New Roman" panose="02020603050405020304"/>
              </a:rPr>
              <a:t>Demonstration Education</a:t>
            </a:r>
            <a:endParaRPr lang="zh-CN" altLang="en-US" sz="16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grpSp>
        <p:nvGrpSpPr>
          <p:cNvPr id="48" name="Group 14"/>
          <p:cNvGrpSpPr/>
          <p:nvPr/>
        </p:nvGrpSpPr>
        <p:grpSpPr bwMode="auto">
          <a:xfrm>
            <a:off x="1396817" y="2734444"/>
            <a:ext cx="448675" cy="368499"/>
            <a:chOff x="0" y="0"/>
            <a:chExt cx="212" cy="174"/>
          </a:xfrm>
          <a:solidFill>
            <a:srgbClr val="68A5A2"/>
          </a:solidFill>
        </p:grpSpPr>
        <p:sp>
          <p:nvSpPr>
            <p:cNvPr id="49" name="Freeform 15"/>
            <p:cNvSpPr>
              <a:spLocks noEditPoints="1"/>
            </p:cNvSpPr>
            <p:nvPr/>
          </p:nvSpPr>
          <p:spPr bwMode="auto">
            <a:xfrm>
              <a:off x="0" y="0"/>
              <a:ext cx="212" cy="174"/>
            </a:xfrm>
            <a:custGeom>
              <a:avLst/>
              <a:gdLst>
                <a:gd name="T0" fmla="*/ 0 w 212"/>
                <a:gd name="T1" fmla="*/ 0 h 174"/>
                <a:gd name="T2" fmla="*/ 0 w 212"/>
                <a:gd name="T3" fmla="*/ 174 h 174"/>
                <a:gd name="T4" fmla="*/ 212 w 212"/>
                <a:gd name="T5" fmla="*/ 174 h 174"/>
                <a:gd name="T6" fmla="*/ 212 w 212"/>
                <a:gd name="T7" fmla="*/ 0 h 174"/>
                <a:gd name="T8" fmla="*/ 0 w 212"/>
                <a:gd name="T9" fmla="*/ 0 h 174"/>
                <a:gd name="T10" fmla="*/ 194 w 212"/>
                <a:gd name="T11" fmla="*/ 19 h 174"/>
                <a:gd name="T12" fmla="*/ 194 w 212"/>
                <a:gd name="T13" fmla="*/ 56 h 174"/>
                <a:gd name="T14" fmla="*/ 129 w 212"/>
                <a:gd name="T15" fmla="*/ 105 h 174"/>
                <a:gd name="T16" fmla="*/ 111 w 212"/>
                <a:gd name="T17" fmla="*/ 91 h 174"/>
                <a:gd name="T18" fmla="*/ 111 w 212"/>
                <a:gd name="T19" fmla="*/ 91 h 174"/>
                <a:gd name="T20" fmla="*/ 86 w 212"/>
                <a:gd name="T21" fmla="*/ 71 h 174"/>
                <a:gd name="T22" fmla="*/ 18 w 212"/>
                <a:gd name="T23" fmla="*/ 108 h 174"/>
                <a:gd name="T24" fmla="*/ 18 w 212"/>
                <a:gd name="T25" fmla="*/ 19 h 174"/>
                <a:gd name="T26" fmla="*/ 194 w 212"/>
                <a:gd name="T27" fmla="*/ 19 h 174"/>
                <a:gd name="T28" fmla="*/ 18 w 212"/>
                <a:gd name="T29" fmla="*/ 154 h 174"/>
                <a:gd name="T30" fmla="*/ 18 w 212"/>
                <a:gd name="T31" fmla="*/ 128 h 174"/>
                <a:gd name="T32" fmla="*/ 84 w 212"/>
                <a:gd name="T33" fmla="*/ 92 h 174"/>
                <a:gd name="T34" fmla="*/ 128 w 212"/>
                <a:gd name="T35" fmla="*/ 128 h 174"/>
                <a:gd name="T36" fmla="*/ 128 w 212"/>
                <a:gd name="T37" fmla="*/ 128 h 174"/>
                <a:gd name="T38" fmla="*/ 142 w 212"/>
                <a:gd name="T39" fmla="*/ 140 h 174"/>
                <a:gd name="T40" fmla="*/ 154 w 212"/>
                <a:gd name="T41" fmla="*/ 126 h 174"/>
                <a:gd name="T42" fmla="*/ 143 w 212"/>
                <a:gd name="T43" fmla="*/ 117 h 174"/>
                <a:gd name="T44" fmla="*/ 194 w 212"/>
                <a:gd name="T45" fmla="*/ 79 h 174"/>
                <a:gd name="T46" fmla="*/ 194 w 212"/>
                <a:gd name="T47" fmla="*/ 154 h 174"/>
                <a:gd name="T48" fmla="*/ 18 w 212"/>
                <a:gd name="T49" fmla="*/ 15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12" h="174">
                  <a:moveTo>
                    <a:pt x="0" y="0"/>
                  </a:moveTo>
                  <a:lnTo>
                    <a:pt x="0" y="174"/>
                  </a:lnTo>
                  <a:lnTo>
                    <a:pt x="212" y="174"/>
                  </a:lnTo>
                  <a:lnTo>
                    <a:pt x="212" y="0"/>
                  </a:lnTo>
                  <a:lnTo>
                    <a:pt x="0" y="0"/>
                  </a:lnTo>
                  <a:close/>
                  <a:moveTo>
                    <a:pt x="194" y="19"/>
                  </a:moveTo>
                  <a:lnTo>
                    <a:pt x="194" y="56"/>
                  </a:lnTo>
                  <a:lnTo>
                    <a:pt x="129" y="105"/>
                  </a:lnTo>
                  <a:lnTo>
                    <a:pt x="111" y="91"/>
                  </a:lnTo>
                  <a:lnTo>
                    <a:pt x="111" y="91"/>
                  </a:lnTo>
                  <a:lnTo>
                    <a:pt x="86" y="71"/>
                  </a:lnTo>
                  <a:lnTo>
                    <a:pt x="18" y="108"/>
                  </a:lnTo>
                  <a:lnTo>
                    <a:pt x="18" y="19"/>
                  </a:lnTo>
                  <a:lnTo>
                    <a:pt x="194" y="19"/>
                  </a:lnTo>
                  <a:close/>
                  <a:moveTo>
                    <a:pt x="18" y="154"/>
                  </a:moveTo>
                  <a:lnTo>
                    <a:pt x="18" y="128"/>
                  </a:lnTo>
                  <a:lnTo>
                    <a:pt x="84" y="92"/>
                  </a:lnTo>
                  <a:lnTo>
                    <a:pt x="128" y="128"/>
                  </a:lnTo>
                  <a:lnTo>
                    <a:pt x="128" y="128"/>
                  </a:lnTo>
                  <a:lnTo>
                    <a:pt x="142" y="140"/>
                  </a:lnTo>
                  <a:lnTo>
                    <a:pt x="154" y="126"/>
                  </a:lnTo>
                  <a:lnTo>
                    <a:pt x="143" y="117"/>
                  </a:lnTo>
                  <a:lnTo>
                    <a:pt x="194" y="79"/>
                  </a:lnTo>
                  <a:lnTo>
                    <a:pt x="194" y="154"/>
                  </a:lnTo>
                  <a:lnTo>
                    <a:pt x="18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zh-CN" altLang="en-US"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  <p:sp>
          <p:nvSpPr>
            <p:cNvPr id="50" name="Oval 16"/>
            <p:cNvSpPr>
              <a:spLocks noChangeArrowheads="1"/>
            </p:cNvSpPr>
            <p:nvPr/>
          </p:nvSpPr>
          <p:spPr bwMode="auto">
            <a:xfrm>
              <a:off x="123" y="36"/>
              <a:ext cx="34" cy="3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zh-CN" altLang="en-US">
                <a:latin typeface="Times New Roman" panose="02020603050405020304"/>
                <a:ea typeface="方正清刻本悦宋简体"/>
                <a:sym typeface="Times New Roman" panose="02020603050405020304"/>
              </a:endParaRPr>
            </a:p>
          </p:txBody>
        </p:sp>
      </p:grpSp>
      <p:sp>
        <p:nvSpPr>
          <p:cNvPr id="51" name="Rectangle 17"/>
          <p:cNvSpPr>
            <a:spLocks noChangeArrowheads="1"/>
          </p:cNvSpPr>
          <p:nvPr/>
        </p:nvSpPr>
        <p:spPr bwMode="auto">
          <a:xfrm>
            <a:off x="2057131" y="2761976"/>
            <a:ext cx="1930733" cy="423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26" tIns="60963" rIns="121926" bIns="60963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3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Insert Header Topic Here</a:t>
            </a:r>
            <a:endParaRPr lang="en-US" altLang="zh-CN" sz="13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52" name="Rectangle 18"/>
          <p:cNvSpPr>
            <a:spLocks noChangeArrowheads="1"/>
          </p:cNvSpPr>
          <p:nvPr/>
        </p:nvSpPr>
        <p:spPr bwMode="auto">
          <a:xfrm>
            <a:off x="6416897" y="2072899"/>
            <a:ext cx="4479704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3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点此替换文本</a:t>
            </a:r>
            <a:endParaRPr lang="zh-CN" altLang="en-US" sz="13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11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We have many PowerPoint </a:t>
            </a:r>
            <a:r>
              <a:rPr lang="zh-CN" alt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templates</a:t>
            </a:r>
            <a:r>
              <a:rPr 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 that has been specifically designed to help anyone that is stepping into the world of PowerPoint for the very first time. We have many PowerPoint </a:t>
            </a:r>
            <a:r>
              <a:rPr lang="zh-CN" alt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templates</a:t>
            </a:r>
            <a:r>
              <a:rPr 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 that has been specifically designed to help anyone that is stepping into the world of PowerPoint for the very first time. </a:t>
            </a:r>
            <a:endParaRPr lang="en-US" altLang="zh-CN" sz="11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53" name="Line 19"/>
          <p:cNvSpPr>
            <a:spLocks noChangeShapeType="1"/>
          </p:cNvSpPr>
          <p:nvPr/>
        </p:nvSpPr>
        <p:spPr bwMode="auto">
          <a:xfrm>
            <a:off x="2027501" y="2745033"/>
            <a:ext cx="0" cy="347321"/>
          </a:xfrm>
          <a:prstGeom prst="line">
            <a:avLst/>
          </a:prstGeom>
          <a:noFill/>
          <a:ln w="6350">
            <a:solidFill>
              <a:srgbClr val="68A5A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26" tIns="60963" rIns="121926" bIns="60963"/>
          <a:lstStyle/>
          <a:p>
            <a:pPr>
              <a:lnSpc>
                <a:spcPct val="150000"/>
              </a:lnSpc>
            </a:pPr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54" name="Rectangle 20"/>
          <p:cNvSpPr>
            <a:spLocks noChangeArrowheads="1"/>
          </p:cNvSpPr>
          <p:nvPr/>
        </p:nvSpPr>
        <p:spPr bwMode="auto">
          <a:xfrm>
            <a:off x="1400213" y="3851632"/>
            <a:ext cx="9496387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We have many PowerPoint </a:t>
            </a:r>
            <a:r>
              <a:rPr lang="zh-CN" alt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templates</a:t>
            </a:r>
            <a:r>
              <a:rPr 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 that has been specifically designed to help anyone that is stepping into the world of PowerPoint for the very first time. We have many PowerPoint </a:t>
            </a:r>
            <a:r>
              <a:rPr lang="zh-CN" alt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templates</a:t>
            </a:r>
            <a:r>
              <a:rPr lang="en-US" sz="11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 that has been specifically designed to help anyone that is stepping into the world of PowerPoint for the very first time. </a:t>
            </a:r>
            <a:endParaRPr lang="en-US" altLang="zh-CN" sz="11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55" name="Rectangle 21"/>
          <p:cNvSpPr>
            <a:spLocks noChangeArrowheads="1"/>
          </p:cNvSpPr>
          <p:nvPr/>
        </p:nvSpPr>
        <p:spPr bwMode="auto">
          <a:xfrm>
            <a:off x="1384119" y="3092354"/>
            <a:ext cx="4075096" cy="861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60963" rIns="121926" bIns="60963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68A5A2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MARKETING TEAM</a:t>
            </a:r>
            <a:endParaRPr lang="en-US" altLang="zh-CN" sz="3200" b="1" dirty="0">
              <a:solidFill>
                <a:srgbClr val="68A5A2"/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53" grpId="0" animBg="1"/>
      <p:bldP spid="54" grpId="0"/>
      <p:bldP spid="5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esktop\新品上市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2666999" y="-2667000"/>
            <a:ext cx="6857999" cy="1219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椭圆 9"/>
          <p:cNvSpPr/>
          <p:nvPr/>
        </p:nvSpPr>
        <p:spPr>
          <a:xfrm>
            <a:off x="3839026" y="1152978"/>
            <a:ext cx="4513944" cy="4513944"/>
          </a:xfrm>
          <a:prstGeom prst="ellipse">
            <a:avLst/>
          </a:prstGeom>
          <a:solidFill>
            <a:srgbClr val="68A5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662213" y="2100324"/>
            <a:ext cx="2770511" cy="76238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500" dirty="0" smtClean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04</a:t>
            </a:r>
            <a:endParaRPr lang="zh-CN" altLang="en-US" sz="11500" dirty="0">
              <a:solidFill>
                <a:schemeClr val="bg1"/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618671" y="3236214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添加您的标题</a:t>
            </a:r>
            <a:endParaRPr lang="zh-CN" altLang="en-US" sz="3600" dirty="0">
              <a:solidFill>
                <a:schemeClr val="bg1"/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151084" y="4003440"/>
            <a:ext cx="3889829" cy="873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This is our general template for the teaching of </a:t>
            </a:r>
            <a:r>
              <a:rPr lang="en-US" altLang="zh-CN" dirty="0" smtClean="0">
                <a:solidFill>
                  <a:schemeClr val="bg1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free</a:t>
            </a:r>
            <a:endParaRPr lang="zh-CN" altLang="en-US" dirty="0">
              <a:solidFill>
                <a:schemeClr val="bg1"/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5646054" y="3973405"/>
            <a:ext cx="89988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/>
          <p:cNvSpPr/>
          <p:nvPr/>
        </p:nvSpPr>
        <p:spPr>
          <a:xfrm>
            <a:off x="5518756" y="83996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添加您的标题</a:t>
            </a:r>
            <a:endParaRPr lang="zh-CN" altLang="en-US" sz="20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234223" y="1133034"/>
            <a:ext cx="22926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 smtClean="0">
                <a:latin typeface="Times New Roman" panose="02020603050405020304"/>
                <a:ea typeface="方正清刻本悦宋简体"/>
                <a:sym typeface="Times New Roman" panose="02020603050405020304"/>
              </a:rPr>
              <a:t>Demonstration Education</a:t>
            </a:r>
            <a:endParaRPr lang="zh-CN" altLang="en-US" sz="16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2" b="1362"/>
          <a:stretch>
            <a:fillRect/>
          </a:stretch>
        </p:blipFill>
        <p:spPr bwMode="auto">
          <a:xfrm>
            <a:off x="1416327" y="1908842"/>
            <a:ext cx="9555502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15"/>
          <p:cNvSpPr/>
          <p:nvPr/>
        </p:nvSpPr>
        <p:spPr bwMode="auto">
          <a:xfrm rot="16200000">
            <a:off x="1437603" y="1883597"/>
            <a:ext cx="2330451" cy="237300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  <a:moveTo>
                  <a:pt x="0" y="0"/>
                </a:moveTo>
              </a:path>
            </a:pathLst>
          </a:custGeom>
          <a:solidFill>
            <a:srgbClr val="68A5A2"/>
          </a:solidFill>
          <a:ln>
            <a:noFill/>
          </a:ln>
        </p:spPr>
        <p:txBody>
          <a:bodyPr lIns="0" tIns="0" rIns="0" bIns="0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800" kern="0">
              <a:solidFill>
                <a:srgbClr val="16AFC8"/>
              </a:solidFill>
              <a:latin typeface="微软雅黑" panose="020B0503020204020204" charset="-122"/>
              <a:ea typeface="微软雅黑" panose="020B0503020204020204" charset="-122"/>
              <a:sym typeface="Gill Sans" charset="0"/>
            </a:endParaRPr>
          </a:p>
        </p:txBody>
      </p:sp>
      <p:sp>
        <p:nvSpPr>
          <p:cNvPr id="6" name="AutoShape 16"/>
          <p:cNvSpPr/>
          <p:nvPr/>
        </p:nvSpPr>
        <p:spPr bwMode="auto">
          <a:xfrm rot="16200000">
            <a:off x="6228847" y="1883597"/>
            <a:ext cx="2330451" cy="2373003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  <a:moveTo>
                  <a:pt x="0" y="0"/>
                </a:moveTo>
              </a:path>
            </a:pathLst>
          </a:custGeom>
          <a:solidFill>
            <a:srgbClr val="68A5A2"/>
          </a:solidFill>
          <a:ln>
            <a:noFill/>
          </a:ln>
        </p:spPr>
        <p:txBody>
          <a:bodyPr lIns="0" tIns="0" rIns="0" bIns="0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80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Gill Sans" charset="0"/>
            </a:endParaRPr>
          </a:p>
        </p:txBody>
      </p:sp>
      <p:pic>
        <p:nvPicPr>
          <p:cNvPr id="7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49656" y="2617661"/>
            <a:ext cx="1117454" cy="937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8"/>
          <p:cNvGrpSpPr/>
          <p:nvPr/>
        </p:nvGrpSpPr>
        <p:grpSpPr>
          <a:xfrm>
            <a:off x="1416326" y="4448841"/>
            <a:ext cx="2088879" cy="1168400"/>
            <a:chOff x="0" y="0"/>
            <a:chExt cx="2632" cy="1472"/>
          </a:xfrm>
        </p:grpSpPr>
        <p:sp>
          <p:nvSpPr>
            <p:cNvPr id="9" name="Rectangle 19"/>
            <p:cNvSpPr/>
            <p:nvPr/>
          </p:nvSpPr>
          <p:spPr bwMode="auto">
            <a:xfrm>
              <a:off x="0" y="448"/>
              <a:ext cx="2632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Lato Light" charset="0"/>
                  <a:sym typeface="Lato Light" charset="0"/>
                </a:rPr>
                <a:t>此处添加详细文本描述，建议与标题相关并符合整体语言风格，语言描述尽量简洁生动。尽量将每页幻灯片的字数</a:t>
              </a:r>
              <a:endParaRPr 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Lato Light" charset="0"/>
                <a:sym typeface="Lato Light" charset="0"/>
              </a:endParaRPr>
            </a:p>
          </p:txBody>
        </p:sp>
        <p:sp>
          <p:nvSpPr>
            <p:cNvPr id="10" name="Rectangle 20"/>
            <p:cNvSpPr/>
            <p:nvPr/>
          </p:nvSpPr>
          <p:spPr bwMode="auto">
            <a:xfrm>
              <a:off x="0" y="0"/>
              <a:ext cx="2632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Bebas Neue" charset="0"/>
                  <a:sym typeface="Bebas Neue" charset="0"/>
                </a:rPr>
                <a:t>添加标题</a:t>
              </a:r>
              <a:endPara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Bebas Neue" charset="0"/>
                <a:sym typeface="Bebas Neue" charset="0"/>
              </a:endParaRPr>
            </a:p>
          </p:txBody>
        </p:sp>
      </p:grpSp>
      <p:grpSp>
        <p:nvGrpSpPr>
          <p:cNvPr id="11" name="Group 21"/>
          <p:cNvGrpSpPr/>
          <p:nvPr/>
        </p:nvGrpSpPr>
        <p:grpSpPr>
          <a:xfrm>
            <a:off x="3816314" y="4448841"/>
            <a:ext cx="2088879" cy="1168400"/>
            <a:chOff x="0" y="0"/>
            <a:chExt cx="2632" cy="1472"/>
          </a:xfrm>
        </p:grpSpPr>
        <p:sp>
          <p:nvSpPr>
            <p:cNvPr id="12" name="Rectangle 22"/>
            <p:cNvSpPr/>
            <p:nvPr/>
          </p:nvSpPr>
          <p:spPr bwMode="auto">
            <a:xfrm>
              <a:off x="0" y="448"/>
              <a:ext cx="2632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Lato Light" charset="0"/>
                  <a:sym typeface="Lato Light" charset="0"/>
                </a:rPr>
                <a:t>此处添加详细文本描述，建议与标题相关并符合整体语言风格，语言描述尽量简洁生动。尽量将每页幻灯片的字数</a:t>
              </a:r>
              <a:endPara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Lato Light" charset="0"/>
                <a:sym typeface="Lato Light" charset="0"/>
              </a:endParaRPr>
            </a:p>
          </p:txBody>
        </p:sp>
        <p:sp>
          <p:nvSpPr>
            <p:cNvPr id="13" name="Rectangle 23"/>
            <p:cNvSpPr/>
            <p:nvPr/>
          </p:nvSpPr>
          <p:spPr bwMode="auto">
            <a:xfrm>
              <a:off x="0" y="0"/>
              <a:ext cx="2632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Bebas Neue" charset="0"/>
                  <a:sym typeface="Bebas Neue" charset="0"/>
                </a:rPr>
                <a:t>添加标题</a:t>
              </a:r>
              <a:endPara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Bebas Neue" charset="0"/>
                <a:sym typeface="Bebas Neue" charset="0"/>
              </a:endParaRPr>
            </a:p>
          </p:txBody>
        </p:sp>
      </p:grpSp>
      <p:grpSp>
        <p:nvGrpSpPr>
          <p:cNvPr id="14" name="Group 24"/>
          <p:cNvGrpSpPr/>
          <p:nvPr/>
        </p:nvGrpSpPr>
        <p:grpSpPr>
          <a:xfrm>
            <a:off x="6222651" y="4448841"/>
            <a:ext cx="2088879" cy="1168400"/>
            <a:chOff x="0" y="0"/>
            <a:chExt cx="2632" cy="1472"/>
          </a:xfrm>
        </p:grpSpPr>
        <p:sp>
          <p:nvSpPr>
            <p:cNvPr id="15" name="Rectangle 25"/>
            <p:cNvSpPr/>
            <p:nvPr/>
          </p:nvSpPr>
          <p:spPr bwMode="auto">
            <a:xfrm>
              <a:off x="0" y="448"/>
              <a:ext cx="2632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Lato Light" charset="0"/>
                  <a:sym typeface="Lato Light" charset="0"/>
                </a:rPr>
                <a:t>此处添加详细文本描述，建议与标题相关并符合整体语言风格，语言描述尽量简洁生动。尽量将每页幻灯片的字数</a:t>
              </a:r>
              <a:endPara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Lato Light" charset="0"/>
                <a:sym typeface="Lato Light" charset="0"/>
              </a:endParaRPr>
            </a:p>
          </p:txBody>
        </p:sp>
        <p:sp>
          <p:nvSpPr>
            <p:cNvPr id="16" name="Rectangle 26"/>
            <p:cNvSpPr/>
            <p:nvPr/>
          </p:nvSpPr>
          <p:spPr bwMode="auto">
            <a:xfrm>
              <a:off x="0" y="0"/>
              <a:ext cx="2632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Bebas Neue" charset="0"/>
                  <a:sym typeface="Bebas Neue" charset="0"/>
                </a:rPr>
                <a:t>添加标题</a:t>
              </a:r>
              <a:endPara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Bebas Neue" charset="0"/>
                <a:sym typeface="Bebas Neue" charset="0"/>
              </a:endParaRPr>
            </a:p>
          </p:txBody>
        </p:sp>
      </p:grpSp>
      <p:grpSp>
        <p:nvGrpSpPr>
          <p:cNvPr id="17" name="Group 27"/>
          <p:cNvGrpSpPr/>
          <p:nvPr/>
        </p:nvGrpSpPr>
        <p:grpSpPr>
          <a:xfrm>
            <a:off x="8626606" y="4448841"/>
            <a:ext cx="2088879" cy="1168400"/>
            <a:chOff x="0" y="0"/>
            <a:chExt cx="2632" cy="1472"/>
          </a:xfrm>
        </p:grpSpPr>
        <p:sp>
          <p:nvSpPr>
            <p:cNvPr id="18" name="Rectangle 28"/>
            <p:cNvSpPr/>
            <p:nvPr/>
          </p:nvSpPr>
          <p:spPr bwMode="auto">
            <a:xfrm>
              <a:off x="0" y="448"/>
              <a:ext cx="2632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Lato Light" charset="0"/>
                  <a:sym typeface="Lato Light" charset="0"/>
                </a:rPr>
                <a:t>此处添加详细文本描述，建议与标题相关并符合整体语言风格，语言描述尽量简洁生动。尽量将每页幻灯片的字数</a:t>
              </a:r>
              <a:endPara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Lato Light" charset="0"/>
                <a:sym typeface="Lato Light" charset="0"/>
              </a:endParaRPr>
            </a:p>
          </p:txBody>
        </p:sp>
        <p:sp>
          <p:nvSpPr>
            <p:cNvPr id="19" name="Rectangle 29"/>
            <p:cNvSpPr/>
            <p:nvPr/>
          </p:nvSpPr>
          <p:spPr bwMode="auto">
            <a:xfrm>
              <a:off x="0" y="0"/>
              <a:ext cx="2632" cy="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 anchor="ctr"/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Bebas Neue" charset="0"/>
                  <a:sym typeface="Bebas Neue" charset="0"/>
                </a:rPr>
                <a:t>添加标题</a:t>
              </a:r>
              <a:endPara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Bebas Neue" charset="0"/>
                <a:sym typeface="Bebas Neue" charset="0"/>
              </a:endParaRPr>
            </a:p>
          </p:txBody>
        </p:sp>
      </p:grpSp>
      <p:pic>
        <p:nvPicPr>
          <p:cNvPr id="20" name="Picture 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00439" y="2695448"/>
            <a:ext cx="1390469" cy="78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3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52805" y="2612104"/>
            <a:ext cx="723806" cy="94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25015" y="2613692"/>
            <a:ext cx="567458" cy="946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/>
          <p:cNvSpPr/>
          <p:nvPr/>
        </p:nvSpPr>
        <p:spPr>
          <a:xfrm>
            <a:off x="5518756" y="839966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添加您的标题</a:t>
            </a:r>
            <a:endParaRPr lang="zh-CN" altLang="en-US" sz="20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234223" y="1133034"/>
            <a:ext cx="22926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 smtClean="0">
                <a:latin typeface="Times New Roman" panose="02020603050405020304"/>
                <a:ea typeface="方正清刻本悦宋简体"/>
                <a:sym typeface="Times New Roman" panose="02020603050405020304"/>
              </a:rPr>
              <a:t>Demonstration Education</a:t>
            </a:r>
            <a:endParaRPr lang="zh-CN" altLang="en-US" sz="1600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23" name="六边形 22"/>
          <p:cNvSpPr/>
          <p:nvPr/>
        </p:nvSpPr>
        <p:spPr>
          <a:xfrm>
            <a:off x="2336165" y="2471602"/>
            <a:ext cx="621414" cy="535771"/>
          </a:xfrm>
          <a:prstGeom prst="hexagon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/>
          <p:cNvSpPr/>
          <p:nvPr/>
        </p:nvSpPr>
        <p:spPr>
          <a:xfrm>
            <a:off x="4168960" y="4275002"/>
            <a:ext cx="621414" cy="535771"/>
          </a:xfrm>
          <a:prstGeom prst="hexagon">
            <a:avLst/>
          </a:prstGeom>
          <a:solidFill>
            <a:srgbClr val="68A5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/>
          </a:p>
        </p:txBody>
      </p:sp>
      <p:sp>
        <p:nvSpPr>
          <p:cNvPr id="25" name="六边形 24"/>
          <p:cNvSpPr/>
          <p:nvPr/>
        </p:nvSpPr>
        <p:spPr>
          <a:xfrm>
            <a:off x="5531916" y="4385069"/>
            <a:ext cx="621414" cy="535771"/>
          </a:xfrm>
          <a:prstGeom prst="hexagon">
            <a:avLst/>
          </a:prstGeom>
          <a:solidFill>
            <a:srgbClr val="68A5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/>
          </a:p>
        </p:txBody>
      </p:sp>
      <p:sp>
        <p:nvSpPr>
          <p:cNvPr id="26" name="六边形 25"/>
          <p:cNvSpPr/>
          <p:nvPr/>
        </p:nvSpPr>
        <p:spPr>
          <a:xfrm>
            <a:off x="7345254" y="2524518"/>
            <a:ext cx="400659" cy="345440"/>
          </a:xfrm>
          <a:prstGeom prst="hexagon">
            <a:avLst/>
          </a:prstGeom>
          <a:solidFill>
            <a:srgbClr val="68A5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/>
          </a:p>
        </p:txBody>
      </p:sp>
      <p:sp>
        <p:nvSpPr>
          <p:cNvPr id="27" name="六边形 26"/>
          <p:cNvSpPr/>
          <p:nvPr/>
        </p:nvSpPr>
        <p:spPr>
          <a:xfrm>
            <a:off x="6446198" y="2319200"/>
            <a:ext cx="591527" cy="510004"/>
          </a:xfrm>
          <a:prstGeom prst="hexagon">
            <a:avLst/>
          </a:prstGeom>
          <a:solidFill>
            <a:srgbClr val="68A5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/>
          </a:p>
        </p:txBody>
      </p:sp>
      <p:sp>
        <p:nvSpPr>
          <p:cNvPr id="28" name="六边形 27"/>
          <p:cNvSpPr/>
          <p:nvPr/>
        </p:nvSpPr>
        <p:spPr>
          <a:xfrm>
            <a:off x="3821328" y="1937723"/>
            <a:ext cx="242866" cy="209395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/>
          </a:p>
        </p:txBody>
      </p:sp>
      <p:sp>
        <p:nvSpPr>
          <p:cNvPr id="29" name="六边形 28"/>
          <p:cNvSpPr/>
          <p:nvPr/>
        </p:nvSpPr>
        <p:spPr>
          <a:xfrm>
            <a:off x="5278465" y="4271192"/>
            <a:ext cx="273979" cy="236220"/>
          </a:xfrm>
          <a:prstGeom prst="hexagon">
            <a:avLst/>
          </a:prstGeom>
          <a:solidFill>
            <a:srgbClr val="68A5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/>
          </a:p>
        </p:txBody>
      </p:sp>
      <p:sp>
        <p:nvSpPr>
          <p:cNvPr id="30" name="六边形 29"/>
          <p:cNvSpPr/>
          <p:nvPr/>
        </p:nvSpPr>
        <p:spPr>
          <a:xfrm>
            <a:off x="7017621" y="2828172"/>
            <a:ext cx="286456" cy="246977"/>
          </a:xfrm>
          <a:prstGeom prst="hexagon">
            <a:avLst/>
          </a:prstGeom>
          <a:solidFill>
            <a:srgbClr val="68A5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/>
          </a:p>
        </p:txBody>
      </p:sp>
      <p:sp>
        <p:nvSpPr>
          <p:cNvPr id="31" name="六边形 30"/>
          <p:cNvSpPr/>
          <p:nvPr/>
        </p:nvSpPr>
        <p:spPr>
          <a:xfrm>
            <a:off x="3405508" y="2182678"/>
            <a:ext cx="477991" cy="412115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/>
          </a:p>
        </p:txBody>
      </p:sp>
      <p:sp>
        <p:nvSpPr>
          <p:cNvPr id="32" name="六边形 31"/>
          <p:cNvSpPr/>
          <p:nvPr/>
        </p:nvSpPr>
        <p:spPr>
          <a:xfrm>
            <a:off x="8904598" y="4198800"/>
            <a:ext cx="591527" cy="510004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/>
          </a:p>
        </p:txBody>
      </p:sp>
      <p:sp>
        <p:nvSpPr>
          <p:cNvPr id="33" name="六边形 32"/>
          <p:cNvSpPr/>
          <p:nvPr/>
        </p:nvSpPr>
        <p:spPr>
          <a:xfrm>
            <a:off x="9630719" y="4141231"/>
            <a:ext cx="426926" cy="368087"/>
          </a:xfrm>
          <a:prstGeom prst="hexagon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/>
          </a:p>
        </p:txBody>
      </p:sp>
      <p:sp>
        <p:nvSpPr>
          <p:cNvPr id="34" name="六边形 33"/>
          <p:cNvSpPr/>
          <p:nvPr/>
        </p:nvSpPr>
        <p:spPr>
          <a:xfrm>
            <a:off x="9504405" y="4587123"/>
            <a:ext cx="285374" cy="246044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/>
          </a:p>
        </p:txBody>
      </p:sp>
      <p:sp>
        <p:nvSpPr>
          <p:cNvPr id="35" name="六边形 34"/>
          <p:cNvSpPr/>
          <p:nvPr/>
        </p:nvSpPr>
        <p:spPr>
          <a:xfrm>
            <a:off x="2993954" y="2541452"/>
            <a:ext cx="400659" cy="345440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1403046" y="3157190"/>
            <a:ext cx="2680875" cy="2311400"/>
            <a:chOff x="929640" y="2576830"/>
            <a:chExt cx="2010918" cy="1733550"/>
          </a:xfrm>
        </p:grpSpPr>
        <p:sp>
          <p:nvSpPr>
            <p:cNvPr id="37" name="六边形 36"/>
            <p:cNvSpPr/>
            <p:nvPr/>
          </p:nvSpPr>
          <p:spPr>
            <a:xfrm>
              <a:off x="929640" y="2576830"/>
              <a:ext cx="2010918" cy="1733550"/>
            </a:xfrm>
            <a:prstGeom prst="hexagon">
              <a:avLst/>
            </a:prstGeom>
            <a:solidFill>
              <a:schemeClr val="accent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306195" y="3456305"/>
              <a:ext cx="1242060" cy="3808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700">
                  <a:solidFill>
                    <a:srgbClr val="FFFFFF"/>
                  </a:solidFill>
                  <a:latin typeface="Impact" panose="020B0806030902050204" pitchFamily="34" charset="0"/>
                </a:rPr>
                <a:t>标题</a:t>
              </a:r>
              <a:endParaRPr lang="zh-CN" altLang="en-US" sz="2700">
                <a:solidFill>
                  <a:srgbClr val="FFFFFF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39" name="流程图: 联系 2"/>
            <p:cNvSpPr>
              <a:spLocks noChangeAspect="1"/>
            </p:cNvSpPr>
            <p:nvPr/>
          </p:nvSpPr>
          <p:spPr>
            <a:xfrm>
              <a:off x="1696164" y="2916305"/>
              <a:ext cx="546485" cy="540000"/>
            </a:xfrm>
            <a:custGeom>
              <a:avLst/>
              <a:gdLst/>
              <a:ahLst/>
              <a:cxnLst/>
              <a:rect l="l" t="t" r="r" b="b"/>
              <a:pathLst>
                <a:path w="802483" h="792958">
                  <a:moveTo>
                    <a:pt x="623890" y="697087"/>
                  </a:moveTo>
                  <a:lnTo>
                    <a:pt x="623890" y="764174"/>
                  </a:lnTo>
                  <a:cubicBezTo>
                    <a:pt x="581823" y="782953"/>
                    <a:pt x="533974" y="792958"/>
                    <a:pt x="483397" y="792958"/>
                  </a:cubicBezTo>
                  <a:cubicBezTo>
                    <a:pt x="429917" y="792958"/>
                    <a:pt x="379487" y="781771"/>
                    <a:pt x="335758" y="760851"/>
                  </a:cubicBezTo>
                  <a:lnTo>
                    <a:pt x="335758" y="700537"/>
                  </a:lnTo>
                  <a:cubicBezTo>
                    <a:pt x="376490" y="723218"/>
                    <a:pt x="424723" y="735769"/>
                    <a:pt x="476251" y="735769"/>
                  </a:cubicBezTo>
                  <a:cubicBezTo>
                    <a:pt x="530693" y="735769"/>
                    <a:pt x="581457" y="721758"/>
                    <a:pt x="623890" y="697087"/>
                  </a:cubicBezTo>
                  <a:close/>
                  <a:moveTo>
                    <a:pt x="302421" y="685181"/>
                  </a:moveTo>
                  <a:lnTo>
                    <a:pt x="302421" y="752268"/>
                  </a:lnTo>
                  <a:cubicBezTo>
                    <a:pt x="260354" y="771047"/>
                    <a:pt x="212505" y="781052"/>
                    <a:pt x="161928" y="781052"/>
                  </a:cubicBezTo>
                  <a:cubicBezTo>
                    <a:pt x="108448" y="781052"/>
                    <a:pt x="58018" y="769865"/>
                    <a:pt x="14289" y="748945"/>
                  </a:cubicBezTo>
                  <a:lnTo>
                    <a:pt x="14289" y="688631"/>
                  </a:lnTo>
                  <a:cubicBezTo>
                    <a:pt x="55021" y="711312"/>
                    <a:pt x="103254" y="723863"/>
                    <a:pt x="154782" y="723863"/>
                  </a:cubicBezTo>
                  <a:cubicBezTo>
                    <a:pt x="209224" y="723863"/>
                    <a:pt x="259988" y="709852"/>
                    <a:pt x="302421" y="685181"/>
                  </a:cubicBezTo>
                  <a:close/>
                  <a:moveTo>
                    <a:pt x="307183" y="628652"/>
                  </a:moveTo>
                  <a:lnTo>
                    <a:pt x="307183" y="678641"/>
                  </a:lnTo>
                  <a:cubicBezTo>
                    <a:pt x="265116" y="692634"/>
                    <a:pt x="217267" y="700089"/>
                    <a:pt x="166690" y="700089"/>
                  </a:cubicBezTo>
                  <a:cubicBezTo>
                    <a:pt x="113210" y="700089"/>
                    <a:pt x="62780" y="691753"/>
                    <a:pt x="19051" y="676165"/>
                  </a:cubicBezTo>
                  <a:lnTo>
                    <a:pt x="19051" y="631223"/>
                  </a:lnTo>
                  <a:cubicBezTo>
                    <a:pt x="59783" y="648123"/>
                    <a:pt x="108016" y="657475"/>
                    <a:pt x="159544" y="657475"/>
                  </a:cubicBezTo>
                  <a:cubicBezTo>
                    <a:pt x="213986" y="657475"/>
                    <a:pt x="264750" y="647035"/>
                    <a:pt x="307183" y="628652"/>
                  </a:cubicBezTo>
                  <a:close/>
                  <a:moveTo>
                    <a:pt x="623889" y="620887"/>
                  </a:moveTo>
                  <a:lnTo>
                    <a:pt x="623889" y="687974"/>
                  </a:lnTo>
                  <a:cubicBezTo>
                    <a:pt x="581822" y="706753"/>
                    <a:pt x="533973" y="716758"/>
                    <a:pt x="483396" y="716758"/>
                  </a:cubicBezTo>
                  <a:cubicBezTo>
                    <a:pt x="429916" y="716758"/>
                    <a:pt x="379486" y="705571"/>
                    <a:pt x="335757" y="684651"/>
                  </a:cubicBezTo>
                  <a:lnTo>
                    <a:pt x="335757" y="624337"/>
                  </a:lnTo>
                  <a:cubicBezTo>
                    <a:pt x="376489" y="647018"/>
                    <a:pt x="424722" y="659569"/>
                    <a:pt x="476250" y="659569"/>
                  </a:cubicBezTo>
                  <a:cubicBezTo>
                    <a:pt x="530692" y="659569"/>
                    <a:pt x="581456" y="645558"/>
                    <a:pt x="623889" y="620887"/>
                  </a:cubicBezTo>
                  <a:close/>
                  <a:moveTo>
                    <a:pt x="628652" y="552453"/>
                  </a:moveTo>
                  <a:lnTo>
                    <a:pt x="628652" y="602442"/>
                  </a:lnTo>
                  <a:cubicBezTo>
                    <a:pt x="586585" y="616435"/>
                    <a:pt x="538736" y="623890"/>
                    <a:pt x="488159" y="623890"/>
                  </a:cubicBezTo>
                  <a:cubicBezTo>
                    <a:pt x="434679" y="623890"/>
                    <a:pt x="384249" y="615554"/>
                    <a:pt x="340520" y="599966"/>
                  </a:cubicBezTo>
                  <a:lnTo>
                    <a:pt x="340520" y="555024"/>
                  </a:lnTo>
                  <a:cubicBezTo>
                    <a:pt x="381252" y="571924"/>
                    <a:pt x="429485" y="581276"/>
                    <a:pt x="481013" y="581276"/>
                  </a:cubicBezTo>
                  <a:cubicBezTo>
                    <a:pt x="535455" y="581276"/>
                    <a:pt x="586219" y="570836"/>
                    <a:pt x="628652" y="552453"/>
                  </a:cubicBezTo>
                  <a:close/>
                  <a:moveTo>
                    <a:pt x="304802" y="537544"/>
                  </a:moveTo>
                  <a:lnTo>
                    <a:pt x="304802" y="604631"/>
                  </a:lnTo>
                  <a:cubicBezTo>
                    <a:pt x="262735" y="623410"/>
                    <a:pt x="214886" y="633415"/>
                    <a:pt x="164309" y="633415"/>
                  </a:cubicBezTo>
                  <a:cubicBezTo>
                    <a:pt x="110829" y="633415"/>
                    <a:pt x="60399" y="622228"/>
                    <a:pt x="16670" y="601308"/>
                  </a:cubicBezTo>
                  <a:lnTo>
                    <a:pt x="16670" y="540994"/>
                  </a:lnTo>
                  <a:cubicBezTo>
                    <a:pt x="57402" y="563675"/>
                    <a:pt x="105635" y="576226"/>
                    <a:pt x="157163" y="576226"/>
                  </a:cubicBezTo>
                  <a:cubicBezTo>
                    <a:pt x="211605" y="576226"/>
                    <a:pt x="262369" y="562215"/>
                    <a:pt x="304802" y="537544"/>
                  </a:cubicBezTo>
                  <a:close/>
                  <a:moveTo>
                    <a:pt x="304802" y="463725"/>
                  </a:moveTo>
                  <a:lnTo>
                    <a:pt x="304802" y="530812"/>
                  </a:lnTo>
                  <a:cubicBezTo>
                    <a:pt x="262735" y="549591"/>
                    <a:pt x="214886" y="559596"/>
                    <a:pt x="164309" y="559596"/>
                  </a:cubicBezTo>
                  <a:cubicBezTo>
                    <a:pt x="110829" y="559596"/>
                    <a:pt x="60399" y="548409"/>
                    <a:pt x="16670" y="527489"/>
                  </a:cubicBezTo>
                  <a:lnTo>
                    <a:pt x="16670" y="467175"/>
                  </a:lnTo>
                  <a:cubicBezTo>
                    <a:pt x="57402" y="489856"/>
                    <a:pt x="105635" y="502407"/>
                    <a:pt x="157163" y="502407"/>
                  </a:cubicBezTo>
                  <a:cubicBezTo>
                    <a:pt x="211605" y="502407"/>
                    <a:pt x="262369" y="488396"/>
                    <a:pt x="304802" y="463725"/>
                  </a:cubicBezTo>
                  <a:close/>
                  <a:moveTo>
                    <a:pt x="488048" y="409575"/>
                  </a:moveTo>
                  <a:cubicBezTo>
                    <a:pt x="421116" y="409575"/>
                    <a:pt x="364585" y="426817"/>
                    <a:pt x="349612" y="452315"/>
                  </a:cubicBezTo>
                  <a:cubicBezTo>
                    <a:pt x="386630" y="474468"/>
                    <a:pt x="430121" y="485776"/>
                    <a:pt x="476252" y="485776"/>
                  </a:cubicBezTo>
                  <a:cubicBezTo>
                    <a:pt x="528922" y="485776"/>
                    <a:pt x="578149" y="471035"/>
                    <a:pt x="619362" y="444393"/>
                  </a:cubicBezTo>
                  <a:cubicBezTo>
                    <a:pt x="597925" y="422961"/>
                    <a:pt x="547026" y="409575"/>
                    <a:pt x="488048" y="409575"/>
                  </a:cubicBezTo>
                  <a:close/>
                  <a:moveTo>
                    <a:pt x="485776" y="385763"/>
                  </a:moveTo>
                  <a:cubicBezTo>
                    <a:pt x="567315" y="385763"/>
                    <a:pt x="633414" y="411350"/>
                    <a:pt x="633414" y="442913"/>
                  </a:cubicBezTo>
                  <a:lnTo>
                    <a:pt x="628341" y="452641"/>
                  </a:lnTo>
                  <a:lnTo>
                    <a:pt x="623891" y="448554"/>
                  </a:lnTo>
                  <a:lnTo>
                    <a:pt x="623891" y="517706"/>
                  </a:lnTo>
                  <a:cubicBezTo>
                    <a:pt x="581824" y="538816"/>
                    <a:pt x="533975" y="550063"/>
                    <a:pt x="483398" y="550063"/>
                  </a:cubicBezTo>
                  <a:cubicBezTo>
                    <a:pt x="429918" y="550063"/>
                    <a:pt x="379488" y="537487"/>
                    <a:pt x="335759" y="513971"/>
                  </a:cubicBezTo>
                  <a:lnTo>
                    <a:pt x="335759" y="446171"/>
                  </a:lnTo>
                  <a:lnTo>
                    <a:pt x="341065" y="448524"/>
                  </a:lnTo>
                  <a:cubicBezTo>
                    <a:pt x="338448" y="447203"/>
                    <a:pt x="338138" y="445072"/>
                    <a:pt x="338138" y="442913"/>
                  </a:cubicBezTo>
                  <a:cubicBezTo>
                    <a:pt x="338138" y="411350"/>
                    <a:pt x="404238" y="385763"/>
                    <a:pt x="485776" y="385763"/>
                  </a:cubicBezTo>
                  <a:close/>
                  <a:moveTo>
                    <a:pt x="304802" y="382762"/>
                  </a:moveTo>
                  <a:lnTo>
                    <a:pt x="304802" y="449849"/>
                  </a:lnTo>
                  <a:cubicBezTo>
                    <a:pt x="262735" y="468628"/>
                    <a:pt x="214886" y="478633"/>
                    <a:pt x="164309" y="478633"/>
                  </a:cubicBezTo>
                  <a:cubicBezTo>
                    <a:pt x="110829" y="478633"/>
                    <a:pt x="60399" y="467446"/>
                    <a:pt x="16670" y="446526"/>
                  </a:cubicBezTo>
                  <a:lnTo>
                    <a:pt x="16670" y="386212"/>
                  </a:lnTo>
                  <a:cubicBezTo>
                    <a:pt x="57402" y="408893"/>
                    <a:pt x="105635" y="421444"/>
                    <a:pt x="157163" y="421444"/>
                  </a:cubicBezTo>
                  <a:cubicBezTo>
                    <a:pt x="211605" y="421444"/>
                    <a:pt x="262369" y="407433"/>
                    <a:pt x="304802" y="382762"/>
                  </a:cubicBezTo>
                  <a:close/>
                  <a:moveTo>
                    <a:pt x="300040" y="297037"/>
                  </a:moveTo>
                  <a:lnTo>
                    <a:pt x="300040" y="372450"/>
                  </a:lnTo>
                  <a:cubicBezTo>
                    <a:pt x="257973" y="393560"/>
                    <a:pt x="210124" y="404807"/>
                    <a:pt x="159547" y="404807"/>
                  </a:cubicBezTo>
                  <a:cubicBezTo>
                    <a:pt x="106067" y="404807"/>
                    <a:pt x="55637" y="392231"/>
                    <a:pt x="11908" y="368715"/>
                  </a:cubicBezTo>
                  <a:lnTo>
                    <a:pt x="11908" y="300915"/>
                  </a:lnTo>
                  <a:cubicBezTo>
                    <a:pt x="52640" y="326411"/>
                    <a:pt x="100873" y="340520"/>
                    <a:pt x="152401" y="340520"/>
                  </a:cubicBezTo>
                  <a:cubicBezTo>
                    <a:pt x="206843" y="340520"/>
                    <a:pt x="257607" y="324770"/>
                    <a:pt x="300040" y="297037"/>
                  </a:cubicBezTo>
                  <a:close/>
                  <a:moveTo>
                    <a:pt x="557216" y="232744"/>
                  </a:moveTo>
                  <a:lnTo>
                    <a:pt x="557216" y="299831"/>
                  </a:lnTo>
                  <a:cubicBezTo>
                    <a:pt x="515149" y="318610"/>
                    <a:pt x="467300" y="328615"/>
                    <a:pt x="416723" y="328615"/>
                  </a:cubicBezTo>
                  <a:lnTo>
                    <a:pt x="347665" y="321298"/>
                  </a:lnTo>
                  <a:lnTo>
                    <a:pt x="347665" y="263834"/>
                  </a:lnTo>
                  <a:cubicBezTo>
                    <a:pt x="367357" y="269262"/>
                    <a:pt x="388183" y="271426"/>
                    <a:pt x="409577" y="271426"/>
                  </a:cubicBezTo>
                  <a:cubicBezTo>
                    <a:pt x="464019" y="271426"/>
                    <a:pt x="514783" y="257415"/>
                    <a:pt x="557216" y="232744"/>
                  </a:cubicBezTo>
                  <a:close/>
                  <a:moveTo>
                    <a:pt x="154782" y="228602"/>
                  </a:moveTo>
                  <a:cubicBezTo>
                    <a:pt x="240266" y="228602"/>
                    <a:pt x="309564" y="254189"/>
                    <a:pt x="309564" y="285752"/>
                  </a:cubicBezTo>
                  <a:lnTo>
                    <a:pt x="304245" y="295480"/>
                  </a:lnTo>
                  <a:cubicBezTo>
                    <a:pt x="287819" y="270012"/>
                    <a:pt x="228058" y="252414"/>
                    <a:pt x="157164" y="252414"/>
                  </a:cubicBezTo>
                  <a:cubicBezTo>
                    <a:pt x="81891" y="252414"/>
                    <a:pt x="19167" y="272254"/>
                    <a:pt x="7701" y="299836"/>
                  </a:cubicBezTo>
                  <a:cubicBezTo>
                    <a:pt x="2019" y="296352"/>
                    <a:pt x="0" y="291139"/>
                    <a:pt x="0" y="285752"/>
                  </a:cubicBezTo>
                  <a:cubicBezTo>
                    <a:pt x="0" y="254189"/>
                    <a:pt x="69298" y="228602"/>
                    <a:pt x="154782" y="228602"/>
                  </a:cubicBezTo>
                  <a:close/>
                  <a:moveTo>
                    <a:pt x="559595" y="166690"/>
                  </a:moveTo>
                  <a:lnTo>
                    <a:pt x="559595" y="216679"/>
                  </a:lnTo>
                  <a:cubicBezTo>
                    <a:pt x="517528" y="230672"/>
                    <a:pt x="469679" y="238127"/>
                    <a:pt x="419102" y="238127"/>
                  </a:cubicBezTo>
                  <a:cubicBezTo>
                    <a:pt x="365622" y="238127"/>
                    <a:pt x="315192" y="229791"/>
                    <a:pt x="271463" y="214203"/>
                  </a:cubicBezTo>
                  <a:lnTo>
                    <a:pt x="271463" y="169261"/>
                  </a:lnTo>
                  <a:cubicBezTo>
                    <a:pt x="312195" y="186161"/>
                    <a:pt x="360428" y="195513"/>
                    <a:pt x="411956" y="195513"/>
                  </a:cubicBezTo>
                  <a:cubicBezTo>
                    <a:pt x="466398" y="195513"/>
                    <a:pt x="517162" y="185073"/>
                    <a:pt x="559595" y="166690"/>
                  </a:cubicBezTo>
                  <a:close/>
                  <a:moveTo>
                    <a:pt x="722471" y="97633"/>
                  </a:moveTo>
                  <a:lnTo>
                    <a:pt x="802483" y="246702"/>
                  </a:lnTo>
                  <a:lnTo>
                    <a:pt x="762477" y="246702"/>
                  </a:lnTo>
                  <a:lnTo>
                    <a:pt x="762477" y="704852"/>
                  </a:lnTo>
                  <a:lnTo>
                    <a:pt x="682465" y="704852"/>
                  </a:lnTo>
                  <a:lnTo>
                    <a:pt x="682465" y="246702"/>
                  </a:lnTo>
                  <a:lnTo>
                    <a:pt x="642459" y="246702"/>
                  </a:lnTo>
                  <a:close/>
                  <a:moveTo>
                    <a:pt x="418991" y="23812"/>
                  </a:moveTo>
                  <a:cubicBezTo>
                    <a:pt x="352059" y="23812"/>
                    <a:pt x="295528" y="41054"/>
                    <a:pt x="280555" y="66552"/>
                  </a:cubicBezTo>
                  <a:cubicBezTo>
                    <a:pt x="317573" y="88704"/>
                    <a:pt x="361064" y="100013"/>
                    <a:pt x="407195" y="100013"/>
                  </a:cubicBezTo>
                  <a:cubicBezTo>
                    <a:pt x="459865" y="100013"/>
                    <a:pt x="509092" y="85272"/>
                    <a:pt x="550305" y="58630"/>
                  </a:cubicBezTo>
                  <a:cubicBezTo>
                    <a:pt x="528868" y="37198"/>
                    <a:pt x="477969" y="23812"/>
                    <a:pt x="418991" y="23812"/>
                  </a:cubicBezTo>
                  <a:close/>
                  <a:moveTo>
                    <a:pt x="416719" y="0"/>
                  </a:moveTo>
                  <a:cubicBezTo>
                    <a:pt x="498258" y="0"/>
                    <a:pt x="564357" y="25587"/>
                    <a:pt x="564357" y="57150"/>
                  </a:cubicBezTo>
                  <a:lnTo>
                    <a:pt x="559284" y="66878"/>
                  </a:lnTo>
                  <a:lnTo>
                    <a:pt x="554834" y="62791"/>
                  </a:lnTo>
                  <a:lnTo>
                    <a:pt x="554834" y="131943"/>
                  </a:lnTo>
                  <a:cubicBezTo>
                    <a:pt x="512767" y="153053"/>
                    <a:pt x="464918" y="164300"/>
                    <a:pt x="414341" y="164300"/>
                  </a:cubicBezTo>
                  <a:cubicBezTo>
                    <a:pt x="360861" y="164300"/>
                    <a:pt x="310431" y="151724"/>
                    <a:pt x="266702" y="128208"/>
                  </a:cubicBezTo>
                  <a:lnTo>
                    <a:pt x="266702" y="60408"/>
                  </a:lnTo>
                  <a:lnTo>
                    <a:pt x="272008" y="62761"/>
                  </a:lnTo>
                  <a:cubicBezTo>
                    <a:pt x="269391" y="61440"/>
                    <a:pt x="269081" y="59309"/>
                    <a:pt x="269081" y="57150"/>
                  </a:cubicBezTo>
                  <a:cubicBezTo>
                    <a:pt x="269081" y="25587"/>
                    <a:pt x="335181" y="0"/>
                    <a:pt x="41671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254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1" name="六边形 40"/>
          <p:cNvSpPr/>
          <p:nvPr/>
        </p:nvSpPr>
        <p:spPr>
          <a:xfrm>
            <a:off x="3749700" y="1755110"/>
            <a:ext cx="2680875" cy="2311400"/>
          </a:xfrm>
          <a:prstGeom prst="hexagon">
            <a:avLst/>
          </a:prstGeom>
          <a:solidFill>
            <a:srgbClr val="68A5A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5"/>
          <p:cNvSpPr>
            <a:spLocks noChangeAspect="1"/>
          </p:cNvSpPr>
          <p:nvPr/>
        </p:nvSpPr>
        <p:spPr>
          <a:xfrm>
            <a:off x="4787780" y="2216669"/>
            <a:ext cx="716884" cy="720000"/>
          </a:xfrm>
          <a:custGeom>
            <a:avLst/>
            <a:gdLst/>
            <a:ahLst/>
            <a:cxnLst/>
            <a:rect l="l" t="t" r="r" b="b"/>
            <a:pathLst>
              <a:path w="752475" h="755648">
                <a:moveTo>
                  <a:pt x="60325" y="0"/>
                </a:moveTo>
                <a:cubicBezTo>
                  <a:pt x="86342" y="0"/>
                  <a:pt x="108512" y="16470"/>
                  <a:pt x="116492" y="39730"/>
                </a:cubicBezTo>
                <a:lnTo>
                  <a:pt x="251669" y="169806"/>
                </a:lnTo>
                <a:lnTo>
                  <a:pt x="654050" y="15875"/>
                </a:lnTo>
                <a:lnTo>
                  <a:pt x="749300" y="88900"/>
                </a:lnTo>
                <a:lnTo>
                  <a:pt x="420437" y="332205"/>
                </a:lnTo>
                <a:lnTo>
                  <a:pt x="574416" y="480374"/>
                </a:lnTo>
                <a:lnTo>
                  <a:pt x="752475" y="469900"/>
                </a:lnTo>
                <a:lnTo>
                  <a:pt x="742950" y="565150"/>
                </a:lnTo>
                <a:lnTo>
                  <a:pt x="609861" y="596204"/>
                </a:lnTo>
                <a:lnTo>
                  <a:pt x="552451" y="749298"/>
                </a:lnTo>
                <a:lnTo>
                  <a:pt x="473076" y="755648"/>
                </a:lnTo>
                <a:lnTo>
                  <a:pt x="486660" y="572267"/>
                </a:lnTo>
                <a:lnTo>
                  <a:pt x="331516" y="416116"/>
                </a:lnTo>
                <a:lnTo>
                  <a:pt x="98425" y="752475"/>
                </a:lnTo>
                <a:lnTo>
                  <a:pt x="6350" y="660400"/>
                </a:lnTo>
                <a:lnTo>
                  <a:pt x="172156" y="255721"/>
                </a:lnTo>
                <a:lnTo>
                  <a:pt x="25948" y="108564"/>
                </a:lnTo>
                <a:cubicBezTo>
                  <a:pt x="9989" y="98516"/>
                  <a:pt x="0" y="80587"/>
                  <a:pt x="0" y="60325"/>
                </a:cubicBezTo>
                <a:cubicBezTo>
                  <a:pt x="0" y="27008"/>
                  <a:pt x="27008" y="0"/>
                  <a:pt x="6032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4322981" y="2888797"/>
            <a:ext cx="151964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700">
                <a:solidFill>
                  <a:srgbClr val="FFFFFF"/>
                </a:solidFill>
                <a:latin typeface="Impact" panose="020B0806030902050204" pitchFamily="34" charset="0"/>
              </a:rPr>
              <a:t>标题</a:t>
            </a:r>
            <a:endParaRPr lang="zh-CN" altLang="en-US" sz="2700">
              <a:solidFill>
                <a:srgbClr val="FFFFFF"/>
              </a:solidFill>
              <a:latin typeface="Impact" panose="020B0806030902050204" pitchFamily="34" charset="0"/>
            </a:endParaRPr>
          </a:p>
        </p:txBody>
      </p:sp>
      <p:sp>
        <p:nvSpPr>
          <p:cNvPr id="45" name="六边形 44"/>
          <p:cNvSpPr/>
          <p:nvPr/>
        </p:nvSpPr>
        <p:spPr>
          <a:xfrm>
            <a:off x="6157307" y="3167350"/>
            <a:ext cx="2680875" cy="2311400"/>
          </a:xfrm>
          <a:prstGeom prst="hexagon">
            <a:avLst/>
          </a:prstGeom>
          <a:solidFill>
            <a:srgbClr val="68A5A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圆角矩形 51"/>
          <p:cNvSpPr>
            <a:spLocks noChangeAspect="1"/>
          </p:cNvSpPr>
          <p:nvPr/>
        </p:nvSpPr>
        <p:spPr>
          <a:xfrm flipH="1">
            <a:off x="7193860" y="3536363"/>
            <a:ext cx="805554" cy="720000"/>
          </a:xfrm>
          <a:custGeom>
            <a:avLst/>
            <a:gdLst/>
            <a:ahLst/>
            <a:cxnLst/>
            <a:rect l="l" t="t" r="r" b="b"/>
            <a:pathLst>
              <a:path w="833438" h="744826">
                <a:moveTo>
                  <a:pt x="735803" y="200026"/>
                </a:moveTo>
                <a:lnTo>
                  <a:pt x="588168" y="200026"/>
                </a:lnTo>
                <a:lnTo>
                  <a:pt x="588168" y="459582"/>
                </a:lnTo>
                <a:lnTo>
                  <a:pt x="280988" y="459582"/>
                </a:lnTo>
                <a:lnTo>
                  <a:pt x="280988" y="516729"/>
                </a:lnTo>
                <a:cubicBezTo>
                  <a:pt x="280988" y="570651"/>
                  <a:pt x="324701" y="614364"/>
                  <a:pt x="378623" y="614364"/>
                </a:cubicBezTo>
                <a:lnTo>
                  <a:pt x="591312" y="614364"/>
                </a:lnTo>
                <a:lnTo>
                  <a:pt x="712338" y="744826"/>
                </a:lnTo>
                <a:lnTo>
                  <a:pt x="704983" y="614364"/>
                </a:lnTo>
                <a:lnTo>
                  <a:pt x="735803" y="614364"/>
                </a:lnTo>
                <a:cubicBezTo>
                  <a:pt x="789725" y="614364"/>
                  <a:pt x="833438" y="570651"/>
                  <a:pt x="833438" y="516729"/>
                </a:cubicBezTo>
                <a:lnTo>
                  <a:pt x="833438" y="297661"/>
                </a:lnTo>
                <a:cubicBezTo>
                  <a:pt x="833438" y="243739"/>
                  <a:pt x="789725" y="200026"/>
                  <a:pt x="735803" y="200026"/>
                </a:cubicBezTo>
                <a:close/>
                <a:moveTo>
                  <a:pt x="454815" y="0"/>
                </a:moveTo>
                <a:lnTo>
                  <a:pt x="97635" y="0"/>
                </a:lnTo>
                <a:cubicBezTo>
                  <a:pt x="43713" y="0"/>
                  <a:pt x="0" y="43713"/>
                  <a:pt x="0" y="97635"/>
                </a:cubicBezTo>
                <a:lnTo>
                  <a:pt x="0" y="316703"/>
                </a:lnTo>
                <a:cubicBezTo>
                  <a:pt x="0" y="370625"/>
                  <a:pt x="43713" y="414338"/>
                  <a:pt x="97635" y="414338"/>
                </a:cubicBezTo>
                <a:lnTo>
                  <a:pt x="128455" y="414338"/>
                </a:lnTo>
                <a:lnTo>
                  <a:pt x="121100" y="544800"/>
                </a:lnTo>
                <a:lnTo>
                  <a:pt x="242126" y="414338"/>
                </a:lnTo>
                <a:lnTo>
                  <a:pt x="454815" y="414338"/>
                </a:lnTo>
                <a:cubicBezTo>
                  <a:pt x="508737" y="414338"/>
                  <a:pt x="552450" y="370625"/>
                  <a:pt x="552450" y="316703"/>
                </a:cubicBezTo>
                <a:lnTo>
                  <a:pt x="552450" y="97635"/>
                </a:lnTo>
                <a:cubicBezTo>
                  <a:pt x="552450" y="43713"/>
                  <a:pt x="508737" y="0"/>
                  <a:pt x="45481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6768705" y="4316277"/>
            <a:ext cx="16558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700">
                <a:solidFill>
                  <a:srgbClr val="FFFFFF"/>
                </a:solidFill>
                <a:latin typeface="Impact" panose="020B0806030902050204" pitchFamily="34" charset="0"/>
              </a:rPr>
              <a:t>标题</a:t>
            </a:r>
            <a:endParaRPr lang="zh-CN" altLang="en-US" sz="2700">
              <a:solidFill>
                <a:srgbClr val="FFFFFF"/>
              </a:solidFill>
              <a:latin typeface="Impact" panose="020B0806030902050204" pitchFamily="34" charset="0"/>
            </a:endParaRPr>
          </a:p>
        </p:txBody>
      </p:sp>
      <p:sp>
        <p:nvSpPr>
          <p:cNvPr id="49" name="六边形 48"/>
          <p:cNvSpPr/>
          <p:nvPr/>
        </p:nvSpPr>
        <p:spPr>
          <a:xfrm>
            <a:off x="8514120" y="1744950"/>
            <a:ext cx="2680875" cy="2311400"/>
          </a:xfrm>
          <a:prstGeom prst="hexagon">
            <a:avLst/>
          </a:prstGeom>
          <a:solidFill>
            <a:srgbClr val="68A5A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9022054" y="2888797"/>
            <a:ext cx="16558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700">
                <a:solidFill>
                  <a:srgbClr val="FFFFFF"/>
                </a:solidFill>
                <a:latin typeface="Impact" panose="020B0806030902050204" pitchFamily="34" charset="0"/>
              </a:rPr>
              <a:t>标题</a:t>
            </a:r>
            <a:endParaRPr lang="zh-CN" altLang="en-US" sz="2700">
              <a:solidFill>
                <a:srgbClr val="FFFFFF"/>
              </a:solidFill>
              <a:latin typeface="Impact" panose="020B0806030902050204" pitchFamily="34" charset="0"/>
            </a:endParaRPr>
          </a:p>
        </p:txBody>
      </p:sp>
      <p:sp>
        <p:nvSpPr>
          <p:cNvPr id="51" name="Freeform 6"/>
          <p:cNvSpPr>
            <a:spLocks noChangeAspect="1" noEditPoints="1"/>
          </p:cNvSpPr>
          <p:nvPr/>
        </p:nvSpPr>
        <p:spPr bwMode="auto">
          <a:xfrm>
            <a:off x="9504670" y="2111601"/>
            <a:ext cx="729282" cy="720000"/>
          </a:xfrm>
          <a:custGeom>
            <a:avLst/>
            <a:gdLst>
              <a:gd name="T0" fmla="*/ 36 w 113"/>
              <a:gd name="T1" fmla="*/ 11 h 86"/>
              <a:gd name="T2" fmla="*/ 106 w 113"/>
              <a:gd name="T3" fmla="*/ 32 h 86"/>
              <a:gd name="T4" fmla="*/ 102 w 113"/>
              <a:gd name="T5" fmla="*/ 35 h 86"/>
              <a:gd name="T6" fmla="*/ 99 w 113"/>
              <a:gd name="T7" fmla="*/ 39 h 86"/>
              <a:gd name="T8" fmla="*/ 95 w 113"/>
              <a:gd name="T9" fmla="*/ 43 h 86"/>
              <a:gd name="T10" fmla="*/ 91 w 113"/>
              <a:gd name="T11" fmla="*/ 86 h 86"/>
              <a:gd name="T12" fmla="*/ 91 w 113"/>
              <a:gd name="T13" fmla="*/ 47 h 86"/>
              <a:gd name="T14" fmla="*/ 81 w 113"/>
              <a:gd name="T15" fmla="*/ 86 h 86"/>
              <a:gd name="T16" fmla="*/ 77 w 113"/>
              <a:gd name="T17" fmla="*/ 59 h 86"/>
              <a:gd name="T18" fmla="*/ 74 w 113"/>
              <a:gd name="T19" fmla="*/ 56 h 86"/>
              <a:gd name="T20" fmla="*/ 70 w 113"/>
              <a:gd name="T21" fmla="*/ 86 h 86"/>
              <a:gd name="T22" fmla="*/ 70 w 113"/>
              <a:gd name="T23" fmla="*/ 54 h 86"/>
              <a:gd name="T24" fmla="*/ 59 w 113"/>
              <a:gd name="T25" fmla="*/ 86 h 86"/>
              <a:gd name="T26" fmla="*/ 56 w 113"/>
              <a:gd name="T27" fmla="*/ 65 h 86"/>
              <a:gd name="T28" fmla="*/ 52 w 113"/>
              <a:gd name="T29" fmla="*/ 68 h 86"/>
              <a:gd name="T30" fmla="*/ 48 w 113"/>
              <a:gd name="T31" fmla="*/ 86 h 86"/>
              <a:gd name="T32" fmla="*/ 48 w 113"/>
              <a:gd name="T33" fmla="*/ 71 h 86"/>
              <a:gd name="T34" fmla="*/ 38 w 113"/>
              <a:gd name="T35" fmla="*/ 86 h 86"/>
              <a:gd name="T36" fmla="*/ 34 w 113"/>
              <a:gd name="T37" fmla="*/ 70 h 86"/>
              <a:gd name="T38" fmla="*/ 31 w 113"/>
              <a:gd name="T39" fmla="*/ 67 h 86"/>
              <a:gd name="T40" fmla="*/ 27 w 113"/>
              <a:gd name="T41" fmla="*/ 86 h 86"/>
              <a:gd name="T42" fmla="*/ 27 w 113"/>
              <a:gd name="T43" fmla="*/ 67 h 86"/>
              <a:gd name="T44" fmla="*/ 16 w 113"/>
              <a:gd name="T45" fmla="*/ 86 h 86"/>
              <a:gd name="T46" fmla="*/ 5 w 113"/>
              <a:gd name="T47" fmla="*/ 79 h 86"/>
              <a:gd name="T48" fmla="*/ 2 w 113"/>
              <a:gd name="T49" fmla="*/ 76 h 86"/>
              <a:gd name="T50" fmla="*/ 0 w 113"/>
              <a:gd name="T51" fmla="*/ 58 h 86"/>
              <a:gd name="T52" fmla="*/ 38 w 113"/>
              <a:gd name="T53" fmla="*/ 64 h 86"/>
              <a:gd name="T54" fmla="*/ 70 w 113"/>
              <a:gd name="T55" fmla="*/ 45 h 86"/>
              <a:gd name="T56" fmla="*/ 82 w 113"/>
              <a:gd name="T57" fmla="*/ 46 h 86"/>
              <a:gd name="T58" fmla="*/ 111 w 113"/>
              <a:gd name="T59" fmla="*/ 13 h 86"/>
              <a:gd name="T60" fmla="*/ 89 w 113"/>
              <a:gd name="T61" fmla="*/ 10 h 86"/>
              <a:gd name="T62" fmla="*/ 74 w 113"/>
              <a:gd name="T63" fmla="*/ 31 h 86"/>
              <a:gd name="T64" fmla="*/ 42 w 113"/>
              <a:gd name="T65" fmla="*/ 49 h 86"/>
              <a:gd name="T66" fmla="*/ 25 w 113"/>
              <a:gd name="T67" fmla="*/ 43 h 86"/>
              <a:gd name="T68" fmla="*/ 13 w 113"/>
              <a:gd name="T69" fmla="*/ 86 h 86"/>
              <a:gd name="T70" fmla="*/ 13 w 113"/>
              <a:gd name="T71" fmla="*/ 75 h 86"/>
              <a:gd name="T72" fmla="*/ 31 w 113"/>
              <a:gd name="T73" fmla="*/ 12 h 86"/>
              <a:gd name="T74" fmla="*/ 49 w 113"/>
              <a:gd name="T75" fmla="*/ 19 h 86"/>
              <a:gd name="T76" fmla="*/ 39 w 113"/>
              <a:gd name="T77" fmla="*/ 19 h 86"/>
              <a:gd name="T78" fmla="*/ 43 w 113"/>
              <a:gd name="T79" fmla="*/ 44 h 86"/>
              <a:gd name="T80" fmla="*/ 34 w 113"/>
              <a:gd name="T81" fmla="*/ 31 h 86"/>
              <a:gd name="T82" fmla="*/ 20 w 113"/>
              <a:gd name="T83" fmla="*/ 38 h 86"/>
              <a:gd name="T84" fmla="*/ 30 w 113"/>
              <a:gd name="T85" fmla="*/ 17 h 86"/>
              <a:gd name="T86" fmla="*/ 21 w 113"/>
              <a:gd name="T87" fmla="*/ 22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13" h="86">
                <a:moveTo>
                  <a:pt x="36" y="2"/>
                </a:moveTo>
                <a:cubicBezTo>
                  <a:pt x="39" y="2"/>
                  <a:pt x="41" y="4"/>
                  <a:pt x="41" y="6"/>
                </a:cubicBezTo>
                <a:cubicBezTo>
                  <a:pt x="41" y="9"/>
                  <a:pt x="39" y="11"/>
                  <a:pt x="36" y="11"/>
                </a:cubicBezTo>
                <a:cubicBezTo>
                  <a:pt x="34" y="11"/>
                  <a:pt x="32" y="9"/>
                  <a:pt x="32" y="6"/>
                </a:cubicBezTo>
                <a:cubicBezTo>
                  <a:pt x="32" y="4"/>
                  <a:pt x="34" y="2"/>
                  <a:pt x="36" y="2"/>
                </a:cubicBezTo>
                <a:close/>
                <a:moveTo>
                  <a:pt x="106" y="32"/>
                </a:moveTo>
                <a:cubicBezTo>
                  <a:pt x="106" y="86"/>
                  <a:pt x="106" y="86"/>
                  <a:pt x="106" y="86"/>
                </a:cubicBezTo>
                <a:cubicBezTo>
                  <a:pt x="102" y="86"/>
                  <a:pt x="102" y="86"/>
                  <a:pt x="102" y="86"/>
                </a:cubicBezTo>
                <a:cubicBezTo>
                  <a:pt x="102" y="35"/>
                  <a:pt x="102" y="35"/>
                  <a:pt x="102" y="35"/>
                </a:cubicBezTo>
                <a:cubicBezTo>
                  <a:pt x="105" y="32"/>
                  <a:pt x="105" y="32"/>
                  <a:pt x="105" y="32"/>
                </a:cubicBezTo>
                <a:cubicBezTo>
                  <a:pt x="106" y="32"/>
                  <a:pt x="106" y="32"/>
                  <a:pt x="106" y="32"/>
                </a:cubicBezTo>
                <a:close/>
                <a:moveTo>
                  <a:pt x="99" y="39"/>
                </a:moveTo>
                <a:cubicBezTo>
                  <a:pt x="99" y="86"/>
                  <a:pt x="99" y="86"/>
                  <a:pt x="99" y="86"/>
                </a:cubicBezTo>
                <a:cubicBezTo>
                  <a:pt x="97" y="86"/>
                  <a:pt x="96" y="86"/>
                  <a:pt x="95" y="86"/>
                </a:cubicBezTo>
                <a:cubicBezTo>
                  <a:pt x="95" y="43"/>
                  <a:pt x="95" y="43"/>
                  <a:pt x="95" y="43"/>
                </a:cubicBezTo>
                <a:cubicBezTo>
                  <a:pt x="99" y="39"/>
                  <a:pt x="99" y="39"/>
                  <a:pt x="99" y="39"/>
                </a:cubicBezTo>
                <a:close/>
                <a:moveTo>
                  <a:pt x="91" y="47"/>
                </a:moveTo>
                <a:cubicBezTo>
                  <a:pt x="91" y="86"/>
                  <a:pt x="91" y="86"/>
                  <a:pt x="91" y="86"/>
                </a:cubicBezTo>
                <a:cubicBezTo>
                  <a:pt x="90" y="86"/>
                  <a:pt x="89" y="86"/>
                  <a:pt x="88" y="86"/>
                </a:cubicBezTo>
                <a:cubicBezTo>
                  <a:pt x="88" y="51"/>
                  <a:pt x="88" y="51"/>
                  <a:pt x="88" y="51"/>
                </a:cubicBezTo>
                <a:cubicBezTo>
                  <a:pt x="91" y="47"/>
                  <a:pt x="91" y="47"/>
                  <a:pt x="91" y="47"/>
                </a:cubicBezTo>
                <a:close/>
                <a:moveTo>
                  <a:pt x="84" y="55"/>
                </a:moveTo>
                <a:cubicBezTo>
                  <a:pt x="84" y="86"/>
                  <a:pt x="84" y="86"/>
                  <a:pt x="84" y="86"/>
                </a:cubicBezTo>
                <a:cubicBezTo>
                  <a:pt x="83" y="86"/>
                  <a:pt x="82" y="86"/>
                  <a:pt x="81" y="86"/>
                </a:cubicBezTo>
                <a:cubicBezTo>
                  <a:pt x="81" y="59"/>
                  <a:pt x="81" y="59"/>
                  <a:pt x="81" y="59"/>
                </a:cubicBezTo>
                <a:cubicBezTo>
                  <a:pt x="84" y="55"/>
                  <a:pt x="84" y="55"/>
                  <a:pt x="84" y="55"/>
                </a:cubicBezTo>
                <a:close/>
                <a:moveTo>
                  <a:pt x="77" y="59"/>
                </a:moveTo>
                <a:cubicBezTo>
                  <a:pt x="77" y="86"/>
                  <a:pt x="77" y="86"/>
                  <a:pt x="77" y="86"/>
                </a:cubicBezTo>
                <a:cubicBezTo>
                  <a:pt x="76" y="86"/>
                  <a:pt x="75" y="86"/>
                  <a:pt x="74" y="86"/>
                </a:cubicBezTo>
                <a:cubicBezTo>
                  <a:pt x="74" y="56"/>
                  <a:pt x="74" y="56"/>
                  <a:pt x="74" y="56"/>
                </a:cubicBezTo>
                <a:cubicBezTo>
                  <a:pt x="77" y="59"/>
                  <a:pt x="77" y="59"/>
                  <a:pt x="77" y="59"/>
                </a:cubicBezTo>
                <a:close/>
                <a:moveTo>
                  <a:pt x="70" y="54"/>
                </a:moveTo>
                <a:cubicBezTo>
                  <a:pt x="70" y="86"/>
                  <a:pt x="70" y="86"/>
                  <a:pt x="70" y="86"/>
                </a:cubicBezTo>
                <a:cubicBezTo>
                  <a:pt x="69" y="86"/>
                  <a:pt x="68" y="86"/>
                  <a:pt x="66" y="86"/>
                </a:cubicBezTo>
                <a:cubicBezTo>
                  <a:pt x="66" y="57"/>
                  <a:pt x="66" y="57"/>
                  <a:pt x="66" y="57"/>
                </a:cubicBezTo>
                <a:cubicBezTo>
                  <a:pt x="70" y="54"/>
                  <a:pt x="70" y="54"/>
                  <a:pt x="70" y="54"/>
                </a:cubicBezTo>
                <a:close/>
                <a:moveTo>
                  <a:pt x="63" y="59"/>
                </a:moveTo>
                <a:cubicBezTo>
                  <a:pt x="63" y="86"/>
                  <a:pt x="63" y="86"/>
                  <a:pt x="63" y="86"/>
                </a:cubicBezTo>
                <a:cubicBezTo>
                  <a:pt x="62" y="86"/>
                  <a:pt x="60" y="86"/>
                  <a:pt x="59" y="86"/>
                </a:cubicBezTo>
                <a:cubicBezTo>
                  <a:pt x="59" y="62"/>
                  <a:pt x="59" y="62"/>
                  <a:pt x="59" y="62"/>
                </a:cubicBezTo>
                <a:cubicBezTo>
                  <a:pt x="63" y="59"/>
                  <a:pt x="63" y="59"/>
                  <a:pt x="63" y="59"/>
                </a:cubicBezTo>
                <a:close/>
                <a:moveTo>
                  <a:pt x="56" y="65"/>
                </a:moveTo>
                <a:cubicBezTo>
                  <a:pt x="56" y="86"/>
                  <a:pt x="56" y="86"/>
                  <a:pt x="56" y="86"/>
                </a:cubicBezTo>
                <a:cubicBezTo>
                  <a:pt x="54" y="86"/>
                  <a:pt x="53" y="86"/>
                  <a:pt x="52" y="86"/>
                </a:cubicBezTo>
                <a:cubicBezTo>
                  <a:pt x="52" y="68"/>
                  <a:pt x="52" y="68"/>
                  <a:pt x="52" y="68"/>
                </a:cubicBezTo>
                <a:cubicBezTo>
                  <a:pt x="56" y="65"/>
                  <a:pt x="56" y="65"/>
                  <a:pt x="56" y="65"/>
                </a:cubicBezTo>
                <a:close/>
                <a:moveTo>
                  <a:pt x="48" y="71"/>
                </a:moveTo>
                <a:cubicBezTo>
                  <a:pt x="48" y="86"/>
                  <a:pt x="48" y="86"/>
                  <a:pt x="48" y="86"/>
                </a:cubicBezTo>
                <a:cubicBezTo>
                  <a:pt x="47" y="86"/>
                  <a:pt x="46" y="86"/>
                  <a:pt x="45" y="86"/>
                </a:cubicBezTo>
                <a:cubicBezTo>
                  <a:pt x="45" y="73"/>
                  <a:pt x="45" y="73"/>
                  <a:pt x="45" y="73"/>
                </a:cubicBezTo>
                <a:cubicBezTo>
                  <a:pt x="48" y="71"/>
                  <a:pt x="48" y="71"/>
                  <a:pt x="48" y="71"/>
                </a:cubicBezTo>
                <a:close/>
                <a:moveTo>
                  <a:pt x="41" y="75"/>
                </a:moveTo>
                <a:cubicBezTo>
                  <a:pt x="41" y="86"/>
                  <a:pt x="41" y="86"/>
                  <a:pt x="41" y="86"/>
                </a:cubicBezTo>
                <a:cubicBezTo>
                  <a:pt x="40" y="86"/>
                  <a:pt x="39" y="86"/>
                  <a:pt x="38" y="86"/>
                </a:cubicBezTo>
                <a:cubicBezTo>
                  <a:pt x="38" y="72"/>
                  <a:pt x="38" y="72"/>
                  <a:pt x="38" y="72"/>
                </a:cubicBezTo>
                <a:cubicBezTo>
                  <a:pt x="41" y="75"/>
                  <a:pt x="41" y="75"/>
                  <a:pt x="41" y="75"/>
                </a:cubicBezTo>
                <a:close/>
                <a:moveTo>
                  <a:pt x="34" y="70"/>
                </a:moveTo>
                <a:cubicBezTo>
                  <a:pt x="34" y="86"/>
                  <a:pt x="34" y="86"/>
                  <a:pt x="34" y="86"/>
                </a:cubicBezTo>
                <a:cubicBezTo>
                  <a:pt x="33" y="86"/>
                  <a:pt x="32" y="86"/>
                  <a:pt x="31" y="86"/>
                </a:cubicBezTo>
                <a:cubicBezTo>
                  <a:pt x="31" y="67"/>
                  <a:pt x="31" y="67"/>
                  <a:pt x="31" y="67"/>
                </a:cubicBezTo>
                <a:cubicBezTo>
                  <a:pt x="34" y="70"/>
                  <a:pt x="34" y="70"/>
                  <a:pt x="34" y="70"/>
                </a:cubicBezTo>
                <a:close/>
                <a:moveTo>
                  <a:pt x="27" y="67"/>
                </a:moveTo>
                <a:cubicBezTo>
                  <a:pt x="27" y="86"/>
                  <a:pt x="27" y="86"/>
                  <a:pt x="27" y="86"/>
                </a:cubicBezTo>
                <a:cubicBezTo>
                  <a:pt x="26" y="86"/>
                  <a:pt x="25" y="86"/>
                  <a:pt x="23" y="86"/>
                </a:cubicBezTo>
                <a:cubicBezTo>
                  <a:pt x="23" y="69"/>
                  <a:pt x="23" y="69"/>
                  <a:pt x="23" y="69"/>
                </a:cubicBezTo>
                <a:cubicBezTo>
                  <a:pt x="27" y="67"/>
                  <a:pt x="27" y="67"/>
                  <a:pt x="27" y="67"/>
                </a:cubicBezTo>
                <a:close/>
                <a:moveTo>
                  <a:pt x="20" y="71"/>
                </a:moveTo>
                <a:cubicBezTo>
                  <a:pt x="20" y="86"/>
                  <a:pt x="20" y="86"/>
                  <a:pt x="20" y="86"/>
                </a:cubicBezTo>
                <a:cubicBezTo>
                  <a:pt x="19" y="86"/>
                  <a:pt x="17" y="86"/>
                  <a:pt x="16" y="86"/>
                </a:cubicBezTo>
                <a:cubicBezTo>
                  <a:pt x="16" y="73"/>
                  <a:pt x="16" y="73"/>
                  <a:pt x="16" y="73"/>
                </a:cubicBezTo>
                <a:cubicBezTo>
                  <a:pt x="20" y="71"/>
                  <a:pt x="20" y="71"/>
                  <a:pt x="20" y="71"/>
                </a:cubicBezTo>
                <a:close/>
                <a:moveTo>
                  <a:pt x="5" y="79"/>
                </a:moveTo>
                <a:cubicBezTo>
                  <a:pt x="5" y="86"/>
                  <a:pt x="5" y="86"/>
                  <a:pt x="5" y="86"/>
                </a:cubicBezTo>
                <a:cubicBezTo>
                  <a:pt x="2" y="86"/>
                  <a:pt x="2" y="86"/>
                  <a:pt x="2" y="86"/>
                </a:cubicBezTo>
                <a:cubicBezTo>
                  <a:pt x="2" y="76"/>
                  <a:pt x="2" y="76"/>
                  <a:pt x="2" y="76"/>
                </a:cubicBezTo>
                <a:cubicBezTo>
                  <a:pt x="4" y="80"/>
                  <a:pt x="4" y="80"/>
                  <a:pt x="4" y="80"/>
                </a:cubicBezTo>
                <a:cubicBezTo>
                  <a:pt x="5" y="79"/>
                  <a:pt x="5" y="79"/>
                  <a:pt x="5" y="79"/>
                </a:cubicBezTo>
                <a:close/>
                <a:moveTo>
                  <a:pt x="0" y="58"/>
                </a:moveTo>
                <a:cubicBezTo>
                  <a:pt x="7" y="70"/>
                  <a:pt x="7" y="70"/>
                  <a:pt x="7" y="70"/>
                </a:cubicBezTo>
                <a:cubicBezTo>
                  <a:pt x="29" y="57"/>
                  <a:pt x="29" y="57"/>
                  <a:pt x="29" y="57"/>
                </a:cubicBezTo>
                <a:cubicBezTo>
                  <a:pt x="38" y="64"/>
                  <a:pt x="38" y="64"/>
                  <a:pt x="38" y="64"/>
                </a:cubicBezTo>
                <a:cubicBezTo>
                  <a:pt x="42" y="66"/>
                  <a:pt x="42" y="66"/>
                  <a:pt x="42" y="66"/>
                </a:cubicBezTo>
                <a:cubicBezTo>
                  <a:pt x="46" y="63"/>
                  <a:pt x="46" y="63"/>
                  <a:pt x="46" y="63"/>
                </a:cubicBezTo>
                <a:cubicBezTo>
                  <a:pt x="70" y="45"/>
                  <a:pt x="70" y="45"/>
                  <a:pt x="70" y="45"/>
                </a:cubicBezTo>
                <a:cubicBezTo>
                  <a:pt x="73" y="47"/>
                  <a:pt x="73" y="47"/>
                  <a:pt x="73" y="47"/>
                </a:cubicBezTo>
                <a:cubicBezTo>
                  <a:pt x="78" y="51"/>
                  <a:pt x="78" y="51"/>
                  <a:pt x="78" y="51"/>
                </a:cubicBezTo>
                <a:cubicBezTo>
                  <a:pt x="82" y="46"/>
                  <a:pt x="82" y="46"/>
                  <a:pt x="82" y="46"/>
                </a:cubicBezTo>
                <a:cubicBezTo>
                  <a:pt x="104" y="22"/>
                  <a:pt x="104" y="22"/>
                  <a:pt x="104" y="22"/>
                </a:cubicBezTo>
                <a:cubicBezTo>
                  <a:pt x="109" y="26"/>
                  <a:pt x="109" y="26"/>
                  <a:pt x="109" y="26"/>
                </a:cubicBezTo>
                <a:cubicBezTo>
                  <a:pt x="111" y="13"/>
                  <a:pt x="111" y="13"/>
                  <a:pt x="111" y="13"/>
                </a:cubicBezTo>
                <a:cubicBezTo>
                  <a:pt x="113" y="0"/>
                  <a:pt x="113" y="0"/>
                  <a:pt x="113" y="0"/>
                </a:cubicBezTo>
                <a:cubicBezTo>
                  <a:pt x="101" y="5"/>
                  <a:pt x="101" y="5"/>
                  <a:pt x="101" y="5"/>
                </a:cubicBezTo>
                <a:cubicBezTo>
                  <a:pt x="89" y="10"/>
                  <a:pt x="89" y="10"/>
                  <a:pt x="89" y="10"/>
                </a:cubicBezTo>
                <a:cubicBezTo>
                  <a:pt x="93" y="13"/>
                  <a:pt x="93" y="13"/>
                  <a:pt x="93" y="13"/>
                </a:cubicBezTo>
                <a:cubicBezTo>
                  <a:pt x="76" y="32"/>
                  <a:pt x="76" y="32"/>
                  <a:pt x="76" y="32"/>
                </a:cubicBezTo>
                <a:cubicBezTo>
                  <a:pt x="74" y="31"/>
                  <a:pt x="74" y="31"/>
                  <a:pt x="74" y="31"/>
                </a:cubicBezTo>
                <a:cubicBezTo>
                  <a:pt x="70" y="28"/>
                  <a:pt x="70" y="28"/>
                  <a:pt x="70" y="28"/>
                </a:cubicBezTo>
                <a:cubicBezTo>
                  <a:pt x="65" y="31"/>
                  <a:pt x="65" y="31"/>
                  <a:pt x="65" y="31"/>
                </a:cubicBezTo>
                <a:cubicBezTo>
                  <a:pt x="42" y="49"/>
                  <a:pt x="42" y="49"/>
                  <a:pt x="42" y="49"/>
                </a:cubicBezTo>
                <a:cubicBezTo>
                  <a:pt x="33" y="43"/>
                  <a:pt x="33" y="43"/>
                  <a:pt x="33" y="43"/>
                </a:cubicBezTo>
                <a:cubicBezTo>
                  <a:pt x="29" y="41"/>
                  <a:pt x="29" y="41"/>
                  <a:pt x="29" y="41"/>
                </a:cubicBezTo>
                <a:cubicBezTo>
                  <a:pt x="25" y="43"/>
                  <a:pt x="25" y="43"/>
                  <a:pt x="25" y="43"/>
                </a:cubicBezTo>
                <a:cubicBezTo>
                  <a:pt x="0" y="58"/>
                  <a:pt x="0" y="58"/>
                  <a:pt x="0" y="58"/>
                </a:cubicBezTo>
                <a:close/>
                <a:moveTo>
                  <a:pt x="13" y="75"/>
                </a:moveTo>
                <a:cubicBezTo>
                  <a:pt x="13" y="86"/>
                  <a:pt x="13" y="86"/>
                  <a:pt x="13" y="86"/>
                </a:cubicBezTo>
                <a:cubicBezTo>
                  <a:pt x="11" y="86"/>
                  <a:pt x="10" y="86"/>
                  <a:pt x="9" y="86"/>
                </a:cubicBezTo>
                <a:cubicBezTo>
                  <a:pt x="9" y="77"/>
                  <a:pt x="9" y="77"/>
                  <a:pt x="9" y="77"/>
                </a:cubicBezTo>
                <a:cubicBezTo>
                  <a:pt x="13" y="75"/>
                  <a:pt x="13" y="75"/>
                  <a:pt x="13" y="75"/>
                </a:cubicBezTo>
                <a:close/>
                <a:moveTo>
                  <a:pt x="21" y="22"/>
                </a:moveTo>
                <a:cubicBezTo>
                  <a:pt x="23" y="17"/>
                  <a:pt x="23" y="17"/>
                  <a:pt x="23" y="17"/>
                </a:cubicBezTo>
                <a:cubicBezTo>
                  <a:pt x="31" y="12"/>
                  <a:pt x="31" y="12"/>
                  <a:pt x="31" y="12"/>
                </a:cubicBezTo>
                <a:cubicBezTo>
                  <a:pt x="41" y="12"/>
                  <a:pt x="41" y="12"/>
                  <a:pt x="41" y="12"/>
                </a:cubicBezTo>
                <a:cubicBezTo>
                  <a:pt x="43" y="19"/>
                  <a:pt x="43" y="19"/>
                  <a:pt x="43" y="19"/>
                </a:cubicBezTo>
                <a:cubicBezTo>
                  <a:pt x="49" y="19"/>
                  <a:pt x="49" y="19"/>
                  <a:pt x="49" y="19"/>
                </a:cubicBezTo>
                <a:cubicBezTo>
                  <a:pt x="49" y="21"/>
                  <a:pt x="49" y="21"/>
                  <a:pt x="49" y="21"/>
                </a:cubicBezTo>
                <a:cubicBezTo>
                  <a:pt x="41" y="22"/>
                  <a:pt x="41" y="22"/>
                  <a:pt x="41" y="22"/>
                </a:cubicBezTo>
                <a:cubicBezTo>
                  <a:pt x="39" y="19"/>
                  <a:pt x="39" y="19"/>
                  <a:pt x="39" y="19"/>
                </a:cubicBezTo>
                <a:cubicBezTo>
                  <a:pt x="37" y="26"/>
                  <a:pt x="37" y="26"/>
                  <a:pt x="37" y="26"/>
                </a:cubicBezTo>
                <a:cubicBezTo>
                  <a:pt x="43" y="33"/>
                  <a:pt x="43" y="33"/>
                  <a:pt x="43" y="33"/>
                </a:cubicBezTo>
                <a:cubicBezTo>
                  <a:pt x="43" y="44"/>
                  <a:pt x="43" y="44"/>
                  <a:pt x="43" y="44"/>
                </a:cubicBezTo>
                <a:cubicBezTo>
                  <a:pt x="41" y="44"/>
                  <a:pt x="41" y="44"/>
                  <a:pt x="41" y="44"/>
                </a:cubicBezTo>
                <a:cubicBezTo>
                  <a:pt x="39" y="35"/>
                  <a:pt x="39" y="35"/>
                  <a:pt x="39" y="35"/>
                </a:cubicBezTo>
                <a:cubicBezTo>
                  <a:pt x="34" y="31"/>
                  <a:pt x="34" y="31"/>
                  <a:pt x="34" y="31"/>
                </a:cubicBezTo>
                <a:cubicBezTo>
                  <a:pt x="32" y="33"/>
                  <a:pt x="31" y="38"/>
                  <a:pt x="31" y="38"/>
                </a:cubicBezTo>
                <a:cubicBezTo>
                  <a:pt x="21" y="40"/>
                  <a:pt x="21" y="40"/>
                  <a:pt x="21" y="40"/>
                </a:cubicBezTo>
                <a:cubicBezTo>
                  <a:pt x="20" y="38"/>
                  <a:pt x="20" y="38"/>
                  <a:pt x="20" y="38"/>
                </a:cubicBezTo>
                <a:cubicBezTo>
                  <a:pt x="27" y="35"/>
                  <a:pt x="27" y="35"/>
                  <a:pt x="27" y="35"/>
                </a:cubicBezTo>
                <a:cubicBezTo>
                  <a:pt x="29" y="25"/>
                  <a:pt x="29" y="25"/>
                  <a:pt x="29" y="25"/>
                </a:cubicBezTo>
                <a:cubicBezTo>
                  <a:pt x="30" y="17"/>
                  <a:pt x="30" y="17"/>
                  <a:pt x="30" y="17"/>
                </a:cubicBezTo>
                <a:cubicBezTo>
                  <a:pt x="26" y="18"/>
                  <a:pt x="26" y="18"/>
                  <a:pt x="26" y="18"/>
                </a:cubicBezTo>
                <a:cubicBezTo>
                  <a:pt x="23" y="24"/>
                  <a:pt x="23" y="24"/>
                  <a:pt x="23" y="24"/>
                </a:cubicBezTo>
                <a:lnTo>
                  <a:pt x="21" y="2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2" name="六边形 51"/>
          <p:cNvSpPr/>
          <p:nvPr/>
        </p:nvSpPr>
        <p:spPr>
          <a:xfrm>
            <a:off x="10233951" y="4384390"/>
            <a:ext cx="285374" cy="246044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utoRev="1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Scale>
                                      <p:cBhvr>
                                        <p:cTn id="11" dur="100" fill="hold"/>
                                        <p:tgtEl>
                                          <p:spTgt spid="3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5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esktop\新品上市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666999" y="-2667000"/>
            <a:ext cx="6857999" cy="1219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2829720" y="2088212"/>
            <a:ext cx="653255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6000" dirty="0" smtClean="0">
                <a:solidFill>
                  <a:srgbClr val="68A5A2"/>
                </a:solidFill>
                <a:latin typeface="Times New Roman" panose="02020603050405020304"/>
                <a:ea typeface="方正清刻本悦宋简体"/>
                <a:sym typeface="Times New Roman" panose="02020603050405020304"/>
              </a:rPr>
              <a:t>自在演示 感谢下载</a:t>
            </a:r>
            <a:endParaRPr lang="zh-CN" altLang="en-US" sz="6000" dirty="0">
              <a:solidFill>
                <a:srgbClr val="68A5A2"/>
              </a:solidFill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44912" y="3006293"/>
            <a:ext cx="83021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dirty="0" smtClean="0">
                <a:latin typeface="Times New Roman" panose="02020603050405020304"/>
                <a:ea typeface="方正清刻本悦宋简体"/>
                <a:sym typeface="Times New Roman" panose="02020603050405020304"/>
              </a:rPr>
              <a:t>EDUCATIONAL TEACHING IS SIMPLE REFRESHING AND UNIVERSAL</a:t>
            </a:r>
            <a:endParaRPr lang="zh-CN" altLang="en-US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5646053" y="3462710"/>
            <a:ext cx="899888" cy="0"/>
          </a:xfrm>
          <a:prstGeom prst="line">
            <a:avLst/>
          </a:prstGeom>
          <a:ln w="28575">
            <a:solidFill>
              <a:srgbClr val="68A5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944910" y="3559628"/>
            <a:ext cx="8302171" cy="873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This is our general template for the teaching of free demonstration education, which is simple and </a:t>
            </a:r>
            <a:r>
              <a:rPr lang="en-US" altLang="zh-CN" dirty="0" smtClean="0">
                <a:latin typeface="Times New Roman" panose="02020603050405020304"/>
                <a:ea typeface="方正清刻本悦宋简体"/>
                <a:sym typeface="Times New Roman" panose="02020603050405020304"/>
              </a:rPr>
              <a:t>refreshing</a:t>
            </a:r>
            <a:r>
              <a:rPr lang="en-US" altLang="zh-CN" dirty="0">
                <a:latin typeface="Times New Roman" panose="02020603050405020304"/>
                <a:ea typeface="方正清刻本悦宋简体"/>
                <a:sym typeface="Times New Roman" panose="02020603050405020304"/>
              </a:rPr>
              <a:t> This is our general template for the teaching </a:t>
            </a:r>
            <a:endParaRPr lang="zh-CN" altLang="en-US" dirty="0">
              <a:latin typeface="Times New Roman" panose="02020603050405020304"/>
              <a:ea typeface="方正清刻本悦宋简体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4777</Words>
  <Application>WPS 演示</Application>
  <PresentationFormat>自定义</PresentationFormat>
  <Paragraphs>215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宋体</vt:lpstr>
      <vt:lpstr>Wingdings</vt:lpstr>
      <vt:lpstr>Times New Roman</vt:lpstr>
      <vt:lpstr>方正清刻本悦宋简体</vt:lpstr>
      <vt:lpstr>微软雅黑</vt:lpstr>
      <vt:lpstr>Gill Sans</vt:lpstr>
      <vt:lpstr>Lato Light</vt:lpstr>
      <vt:lpstr>Bebas Neue</vt:lpstr>
      <vt:lpstr>Impact</vt:lpstr>
      <vt:lpstr>Arial Unicode MS</vt:lpstr>
      <vt:lpstr>Calibri</vt:lpstr>
      <vt:lpstr>Gill Sans MT</vt:lpstr>
      <vt:lpstr>Segoe Print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平哥</cp:lastModifiedBy>
  <cp:revision>51</cp:revision>
  <dcterms:created xsi:type="dcterms:W3CDTF">2019-09-25T04:55:00Z</dcterms:created>
  <dcterms:modified xsi:type="dcterms:W3CDTF">2025-05-12T07:33:20Z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KSOTemplateUUID">
    <vt:lpwstr>v1.0_mb_FygSN3yqrAQe7JZRz3XIUQ==</vt:lpwstr>
  </property>
  <property fmtid="{D5CDD505-2E9C-101B-9397-08002B2CF9AE}" pid="4" name="ICV">
    <vt:lpwstr>E5BBE1B0D1B8497E896EC4C06FBEE12D_11</vt:lpwstr>
  </property>
</Properties>
</file>