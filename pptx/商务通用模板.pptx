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78C9"/>
    <a:srgbClr val="4887D3"/>
    <a:srgbClr val="BFD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5" Type="http://schemas.microsoft.com/office/2011/relationships/chartColorStyle" Target="colors1.xml"/><Relationship Id="rId4" Type="http://schemas.microsoft.com/office/2011/relationships/chartStyle" Target="style1.xml"/><Relationship Id="rId3" Type="http://schemas.openxmlformats.org/officeDocument/2006/relationships/image" Target="../media/image3.png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图表标题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>
        <c:manualLayout>
          <c:xMode val="edge"/>
          <c:yMode val="edge"/>
          <c:x val="0.4384"/>
          <c:y val="0.084922734233607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6685821194708"/>
          <c:y val="0.244688644688645"/>
          <c:w val="0.421141253507951"/>
          <c:h val="0.66568986568986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EAEAEA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1400" b="0" i="0" u="none" strike="noStrike" kern="1200" baseline="0">
                      <a:solidFill>
                        <a:srgbClr val="92A4C2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1400" b="0" i="0" u="none" strike="noStrike" kern="1200" baseline="0">
                      <a:solidFill>
                        <a:srgbClr val="7B73FF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1400" b="0" i="0" u="none" strike="noStrike" kern="1200" baseline="0">
                      <a:solidFill>
                        <a:srgbClr val="689DFD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1400" b="0" i="0" u="none" strike="noStrike" kern="1200" baseline="0">
                      <a:solidFill>
                        <a:srgbClr val="63667E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A4C2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7B73FF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689DFD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63667E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977381711"/>
        <c:axId val="471572383"/>
      </c:barChart>
      <c:catAx>
        <c:axId val="977381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1572383"/>
        <c:crosses val="autoZero"/>
        <c:auto val="1"/>
        <c:lblAlgn val="ctr"/>
        <c:lblOffset val="100"/>
        <c:noMultiLvlLbl val="0"/>
      </c:catAx>
      <c:valAx>
        <c:axId val="4715723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7381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198a743-00c2-4f69-9d90-d2e01de2f92f}"/>
      </c:ext>
    </c:extLst>
  </c:chart>
  <c:spPr>
    <a:blipFill rotWithShape="1">
      <a:blip xmlns:r="http://schemas.openxmlformats.org/officeDocument/2006/relationships" r:embed="rId3"/>
      <a:stretch>
        <a:fillRect/>
      </a:stretch>
    </a:blipFill>
    <a:ln w="9525" cap="flat" cmpd="sng" algn="ctr">
      <a:solidFill>
        <a:srgbClr val="000000"/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1505" y="2543175"/>
            <a:ext cx="688848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8800">
                <a:solidFill>
                  <a:schemeClr val="accent3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商务通用模板</a:t>
            </a:r>
            <a:endParaRPr lang="zh-CN" altLang="en-US" sz="8800">
              <a:solidFill>
                <a:schemeClr val="accent3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080895"/>
            <a:ext cx="60871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3200">
                <a:solidFill>
                  <a:schemeClr val="accent3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General business template</a:t>
            </a:r>
            <a:endParaRPr lang="zh-CN" altLang="en-US" sz="3200">
              <a:solidFill>
                <a:schemeClr val="accent3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>
            <a:off x="6782435" y="1449070"/>
            <a:ext cx="6858635" cy="3960495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16200000">
            <a:off x="6824345" y="237490"/>
            <a:ext cx="5605145" cy="5131435"/>
          </a:xfrm>
          <a:prstGeom prst="triangle">
            <a:avLst>
              <a:gd name="adj" fmla="val 7538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7171055" y="4300220"/>
            <a:ext cx="4912360" cy="2557780"/>
          </a:xfrm>
          <a:prstGeom prst="triangle">
            <a:avLst>
              <a:gd name="adj" fmla="val 399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10800000">
            <a:off x="1697990" y="0"/>
            <a:ext cx="10298430" cy="1505585"/>
          </a:xfrm>
          <a:prstGeom prst="triangle">
            <a:avLst>
              <a:gd name="adj" fmla="val 5642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70280" y="5348605"/>
            <a:ext cx="6170295" cy="4711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81735" y="5399405"/>
            <a:ext cx="2762885" cy="3600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68140" y="5400040"/>
            <a:ext cx="2762885" cy="3600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85265" y="5400040"/>
            <a:ext cx="21558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汇报人：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DAOKEER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23740" y="5391150"/>
            <a:ext cx="20510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日期：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2020.02.02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626485" y="4418965"/>
            <a:ext cx="656590" cy="6565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pic>
        <p:nvPicPr>
          <p:cNvPr id="18" name="图片 17" descr="363246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4755" y="4547235"/>
            <a:ext cx="399415" cy="399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150360" y="771525"/>
            <a:ext cx="1702435" cy="9220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目录</a:t>
            </a:r>
            <a:endParaRPr lang="zh-CN" altLang="en-US" sz="5400" b="1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83580" y="1048385"/>
            <a:ext cx="278384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CONTENTS</a:t>
            </a:r>
            <a:endParaRPr lang="en-US" altLang="zh-CN" sz="3600" b="1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253865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430655" y="2212340"/>
            <a:ext cx="1295400" cy="1295400"/>
            <a:chOff x="3127" y="4050"/>
            <a:chExt cx="2040" cy="2040"/>
          </a:xfrm>
        </p:grpSpPr>
        <p:sp>
          <p:nvSpPr>
            <p:cNvPr id="11" name="椭圆 10"/>
            <p:cNvSpPr/>
            <p:nvPr/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734810" y="2212340"/>
            <a:ext cx="1295400" cy="1295400"/>
            <a:chOff x="3127" y="4050"/>
            <a:chExt cx="2040" cy="2040"/>
          </a:xfrm>
        </p:grpSpPr>
        <p:sp>
          <p:nvSpPr>
            <p:cNvPr id="16" name="椭圆 15"/>
            <p:cNvSpPr/>
            <p:nvPr/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033520" y="2212340"/>
            <a:ext cx="1295400" cy="1295400"/>
            <a:chOff x="3127" y="4050"/>
            <a:chExt cx="2040" cy="2040"/>
          </a:xfrm>
        </p:grpSpPr>
        <p:sp>
          <p:nvSpPr>
            <p:cNvPr id="19" name="椭圆 18"/>
            <p:cNvSpPr/>
            <p:nvPr/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353550" y="2211705"/>
            <a:ext cx="1295400" cy="1295400"/>
            <a:chOff x="3127" y="4050"/>
            <a:chExt cx="2040" cy="2040"/>
          </a:xfrm>
        </p:grpSpPr>
        <p:sp>
          <p:nvSpPr>
            <p:cNvPr id="22" name="椭圆 21"/>
            <p:cNvSpPr/>
            <p:nvPr/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729105" y="2506980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01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31970" y="2506980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02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033260" y="2506345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03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652000" y="2506345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04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70915" y="4208780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思源黑体 CN Regular" panose="020B0500000000000000" charset="-122"/>
                <a:ea typeface="思源黑体 CN Regular" panose="020B0500000000000000" charset="-122"/>
              </a:rPr>
              <a:t>在此输入您的标题</a:t>
            </a:r>
            <a:endParaRPr lang="zh-CN" altLang="en-US" sz="2000" b="1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573780" y="4208780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思源黑体 CN Regular" panose="020B0500000000000000" charset="-122"/>
                <a:ea typeface="思源黑体 CN Regular" panose="020B0500000000000000" charset="-122"/>
              </a:rPr>
              <a:t>在此输入您的标题</a:t>
            </a:r>
            <a:endParaRPr lang="zh-CN" altLang="en-US" sz="2000" b="1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275070" y="4208780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思源黑体 CN Regular" panose="020B0500000000000000" charset="-122"/>
                <a:ea typeface="思源黑体 CN Regular" panose="020B0500000000000000" charset="-122"/>
              </a:rPr>
              <a:t>在此输入您的标题</a:t>
            </a:r>
            <a:endParaRPr lang="zh-CN" altLang="en-US" sz="2000" b="1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93810" y="4208780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思源黑体 CN Regular" panose="020B0500000000000000" charset="-122"/>
                <a:ea typeface="思源黑体 CN Regular" panose="020B0500000000000000" charset="-122"/>
              </a:rPr>
              <a:t>在此输入您的标题</a:t>
            </a:r>
            <a:endParaRPr lang="zh-CN" altLang="en-US" sz="2000" b="1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651000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955155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573895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564255" y="4866640"/>
            <a:ext cx="2233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Enter your content here as succinct as possible.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62025" y="4866640"/>
            <a:ext cx="2233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Enter your content here as succinct as possible.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66180" y="4866640"/>
            <a:ext cx="2233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Enter your content here as succinct as possible.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884285" y="4866640"/>
            <a:ext cx="2233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Enter your content here as succinct as possible.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527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" name="流程图: 显示 2"/>
          <p:cNvSpPr/>
          <p:nvPr/>
        </p:nvSpPr>
        <p:spPr>
          <a:xfrm>
            <a:off x="847725" y="1790700"/>
            <a:ext cx="1896110" cy="1326515"/>
          </a:xfrm>
          <a:prstGeom prst="flowChartDisplay">
            <a:avLst/>
          </a:prstGeom>
          <a:solidFill>
            <a:schemeClr val="accent1">
              <a:lumMod val="40000"/>
              <a:lumOff val="60000"/>
            </a:schemeClr>
          </a:solidFill>
          <a:ln w="666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流程图: 显示 3"/>
          <p:cNvSpPr/>
          <p:nvPr/>
        </p:nvSpPr>
        <p:spPr>
          <a:xfrm>
            <a:off x="847725" y="3234690"/>
            <a:ext cx="1896110" cy="1326515"/>
          </a:xfrm>
          <a:prstGeom prst="flowChartDisplay">
            <a:avLst/>
          </a:prstGeom>
          <a:solidFill>
            <a:schemeClr val="accent1">
              <a:lumMod val="40000"/>
              <a:lumOff val="60000"/>
            </a:schemeClr>
          </a:solidFill>
          <a:ln w="666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" name="流程图: 显示 4"/>
          <p:cNvSpPr/>
          <p:nvPr/>
        </p:nvSpPr>
        <p:spPr>
          <a:xfrm flipH="1">
            <a:off x="2879725" y="1790700"/>
            <a:ext cx="1896110" cy="1326515"/>
          </a:xfrm>
          <a:prstGeom prst="flowChartDisplay">
            <a:avLst/>
          </a:prstGeom>
          <a:solidFill>
            <a:schemeClr val="accent1">
              <a:lumMod val="40000"/>
              <a:lumOff val="60000"/>
            </a:schemeClr>
          </a:solidFill>
          <a:ln w="666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6" name="流程图: 显示 5"/>
          <p:cNvSpPr/>
          <p:nvPr/>
        </p:nvSpPr>
        <p:spPr>
          <a:xfrm flipH="1">
            <a:off x="2879725" y="3234690"/>
            <a:ext cx="1896110" cy="1326515"/>
          </a:xfrm>
          <a:prstGeom prst="flowChartDisplay">
            <a:avLst/>
          </a:prstGeom>
          <a:solidFill>
            <a:schemeClr val="accent1">
              <a:lumMod val="40000"/>
              <a:lumOff val="60000"/>
            </a:schemeClr>
          </a:solidFill>
          <a:ln w="666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31620" y="1946910"/>
            <a:ext cx="52832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6000" b="1">
                <a:solidFill>
                  <a:schemeClr val="bg2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S</a:t>
            </a:r>
            <a:endParaRPr lang="en-US" altLang="zh-CN" sz="6000" b="1">
              <a:solidFill>
                <a:schemeClr val="bg2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54785" y="3390900"/>
            <a:ext cx="68199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6000" b="1">
                <a:solidFill>
                  <a:schemeClr val="bg2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O</a:t>
            </a:r>
            <a:endParaRPr lang="en-US" altLang="zh-CN" sz="6000" b="1">
              <a:solidFill>
                <a:schemeClr val="bg2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00425" y="1946275"/>
            <a:ext cx="85471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6000" b="1">
                <a:solidFill>
                  <a:schemeClr val="bg2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W</a:t>
            </a:r>
            <a:endParaRPr lang="en-US" altLang="zh-CN" sz="6000" b="1">
              <a:solidFill>
                <a:schemeClr val="bg2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51555" y="3390265"/>
            <a:ext cx="55181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6000" b="1">
                <a:solidFill>
                  <a:schemeClr val="bg2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</a:t>
            </a:r>
            <a:endParaRPr lang="en-US" altLang="zh-CN" sz="6000" b="1">
              <a:solidFill>
                <a:schemeClr val="bg2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28360" y="1219835"/>
            <a:ext cx="5725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492115" y="1526540"/>
            <a:ext cx="215900" cy="2159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28360" y="2287270"/>
            <a:ext cx="5725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492115" y="2593975"/>
            <a:ext cx="215900" cy="2159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28360" y="3390265"/>
            <a:ext cx="5725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492115" y="3696970"/>
            <a:ext cx="215900" cy="2159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28360" y="4489450"/>
            <a:ext cx="5725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492115" y="4796155"/>
            <a:ext cx="215900" cy="2159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527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855345" y="1670685"/>
          <a:ext cx="6350000" cy="4471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50810" y="2077720"/>
            <a:ext cx="39624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The input here is as concise and concise as possible, not too detailed, and as concise as possible to extract all things. A good ppt should mainly rely on the speaker, but don't over rely on the text on the PPT, come on.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50810" y="4298315"/>
            <a:ext cx="3962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542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152265" y="1484630"/>
            <a:ext cx="3888105" cy="3888105"/>
          </a:xfrm>
          <a:prstGeom prst="ellipse">
            <a:avLst/>
          </a:prstGeom>
          <a:noFill/>
          <a:ln w="317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98365" y="2091055"/>
            <a:ext cx="2796540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The input here is as concise and concise as possible, not too detailed, and as concise as possible to extract all things. A good ppt should mainly rely on the speaker, but don't over rely on the text on the PPT, come on.</a:t>
            </a:r>
            <a:endParaRPr lang="zh-CN" altLang="en-US" sz="14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865630" y="2125980"/>
            <a:ext cx="2606040" cy="2606040"/>
          </a:xfrm>
          <a:prstGeom prst="ellipse">
            <a:avLst/>
          </a:prstGeom>
          <a:noFill/>
          <a:ln w="317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7721600" y="2091055"/>
            <a:ext cx="2606040" cy="2606040"/>
          </a:xfrm>
          <a:prstGeom prst="ellipse">
            <a:avLst/>
          </a:prstGeom>
          <a:noFill/>
          <a:ln w="317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05050" y="2856230"/>
            <a:ext cx="17272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Enter your content here as succinct as possible.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  <a:p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161020" y="2891155"/>
            <a:ext cx="17272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Enter your content here as succinct as possible.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  <a:p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53" name="新月形 52"/>
          <p:cNvSpPr/>
          <p:nvPr/>
        </p:nvSpPr>
        <p:spPr>
          <a:xfrm>
            <a:off x="770255" y="1880870"/>
            <a:ext cx="1008380" cy="3096895"/>
          </a:xfrm>
          <a:prstGeom prst="mo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4" name="新月形 53"/>
          <p:cNvSpPr/>
          <p:nvPr/>
        </p:nvSpPr>
        <p:spPr>
          <a:xfrm flipH="1">
            <a:off x="10556240" y="1880870"/>
            <a:ext cx="1008380" cy="3096895"/>
          </a:xfrm>
          <a:prstGeom prst="moon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立方体 27"/>
          <p:cNvSpPr/>
          <p:nvPr>
            <p:custDataLst>
              <p:tags r:id="rId1"/>
            </p:custDataLst>
          </p:nvPr>
        </p:nvSpPr>
        <p:spPr>
          <a:xfrm>
            <a:off x="1364662" y="1702889"/>
            <a:ext cx="1517500" cy="3638511"/>
          </a:xfrm>
          <a:prstGeom prst="cube">
            <a:avLst>
              <a:gd name="adj" fmla="val 88345"/>
            </a:avLst>
          </a:prstGeom>
          <a:solidFill>
            <a:srgbClr val="9BBB59"/>
          </a:solidFill>
          <a:ln>
            <a:noFill/>
          </a:ln>
          <a:effectLst/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anchor="ctr"/>
          <a:p>
            <a:pPr algn="ctr">
              <a:lnSpc>
                <a:spcPct val="120000"/>
              </a:lnSpc>
            </a:pPr>
            <a:endParaRPr>
              <a:solidFill>
                <a:srgbClr val="FFC000"/>
              </a:solidFill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 bwMode="auto">
          <a:xfrm flipH="1">
            <a:off x="6010790" y="1459155"/>
            <a:ext cx="146624" cy="146627"/>
          </a:xfrm>
          <a:prstGeom prst="ellipse">
            <a:avLst/>
          </a:prstGeom>
          <a:solidFill>
            <a:srgbClr val="1F74AD"/>
          </a:solidFill>
          <a:ln w="9525">
            <a:noFill/>
            <a:round/>
          </a:ln>
        </p:spPr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 bwMode="auto">
          <a:xfrm>
            <a:off x="6235496" y="1348560"/>
            <a:ext cx="4902839" cy="367817"/>
          </a:xfrm>
          <a:prstGeom prst="rect">
            <a:avLst/>
          </a:prstGeom>
          <a:noFill/>
        </p:spPr>
        <p:txBody>
          <a:bodyPr wrap="square" lIns="90000" tIns="46800" rIns="90000" bIns="0" anchor="b" anchorCtr="0">
            <a:normAutofit fontScale="92500" lnSpcReduction="20000"/>
          </a:bodyPr>
          <a:p>
            <a:pPr>
              <a:lnSpc>
                <a:spcPct val="130000"/>
              </a:lnSpc>
            </a:pPr>
            <a:r>
              <a:rPr lang="zh-CN" altLang="en-US" sz="2000" b="1" spc="300">
                <a:solidFill>
                  <a:srgbClr val="1F74AD"/>
                </a:solidFill>
                <a:latin typeface="思源黑体 CN Regular" panose="020B0500000000000000" charset="-122"/>
                <a:ea typeface="思源黑体 CN Regular" panose="020B0500000000000000" charset="-122"/>
                <a:cs typeface="+mn-ea"/>
                <a:sym typeface="Arial" panose="020B0604020202020204" pitchFamily="34" charset="0"/>
              </a:rPr>
              <a:t>添加标题</a:t>
            </a:r>
            <a:endParaRPr lang="zh-CN" altLang="en-US" sz="2000" b="1" spc="300">
              <a:solidFill>
                <a:srgbClr val="1F74AD"/>
              </a:solidFill>
              <a:latin typeface="思源黑体 CN Regular" panose="020B0500000000000000" charset="-122"/>
              <a:ea typeface="思源黑体 CN Regular" panose="020B0500000000000000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 bwMode="auto">
          <a:xfrm>
            <a:off x="6235496" y="1732475"/>
            <a:ext cx="4902840" cy="367817"/>
          </a:xfrm>
          <a:prstGeom prst="rect">
            <a:avLst/>
          </a:prstGeom>
          <a:noFill/>
        </p:spPr>
        <p:txBody>
          <a:bodyPr wrap="square" lIns="90000" tIns="0" rIns="90000" bIns="46800">
            <a:normAutofit fontScale="90000"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latin typeface="思源黑体 CN Regular" panose="020B0500000000000000" charset="-122"/>
                <a:ea typeface="思源黑体 CN Regular" panose="020B0500000000000000" charset="-122"/>
                <a:sym typeface="Arial" panose="020B0604020202020204" pitchFamily="34" charset="0"/>
              </a:rPr>
              <a:t>单击此处添加文本具体内容，简明扼要的阐述您的观点。</a:t>
            </a:r>
            <a:endParaRPr lang="zh-CN" altLang="en-US" sz="1400" spc="150"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5" name="椭圆 4"/>
          <p:cNvSpPr/>
          <p:nvPr>
            <p:custDataLst>
              <p:tags r:id="rId5"/>
            </p:custDataLst>
          </p:nvPr>
        </p:nvSpPr>
        <p:spPr bwMode="auto">
          <a:xfrm flipH="1">
            <a:off x="6010790" y="2339475"/>
            <a:ext cx="146624" cy="146627"/>
          </a:xfrm>
          <a:prstGeom prst="ellipse">
            <a:avLst/>
          </a:prstGeom>
          <a:solidFill>
            <a:srgbClr val="3498DB"/>
          </a:solidFill>
          <a:ln w="9525">
            <a:noFill/>
            <a:round/>
          </a:ln>
        </p:spPr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 bwMode="auto">
          <a:xfrm>
            <a:off x="6235496" y="2161277"/>
            <a:ext cx="4902839" cy="367817"/>
          </a:xfrm>
          <a:prstGeom prst="rect">
            <a:avLst/>
          </a:prstGeom>
          <a:noFill/>
        </p:spPr>
        <p:txBody>
          <a:bodyPr wrap="square" lIns="90000" tIns="46800" rIns="90000" bIns="0" anchor="b" anchorCtr="0">
            <a:normAutofit fontScale="92500" lnSpcReduction="20000"/>
          </a:bodyPr>
          <a:p>
            <a:pPr>
              <a:lnSpc>
                <a:spcPct val="130000"/>
              </a:lnSpc>
            </a:pPr>
            <a:r>
              <a:rPr lang="zh-CN" altLang="en-US" sz="2000" b="1" spc="300">
                <a:solidFill>
                  <a:srgbClr val="3498DB"/>
                </a:solidFill>
                <a:latin typeface="思源黑体 CN Regular" panose="020B0500000000000000" charset="-122"/>
                <a:ea typeface="思源黑体 CN Regular" panose="020B0500000000000000" charset="-122"/>
                <a:cs typeface="+mn-ea"/>
                <a:sym typeface="Arial" panose="020B0604020202020204" pitchFamily="34" charset="0"/>
              </a:rPr>
              <a:t>添加标题</a:t>
            </a:r>
            <a:endParaRPr lang="zh-CN" altLang="en-US" sz="2000" b="1" spc="300">
              <a:solidFill>
                <a:srgbClr val="3498DB"/>
              </a:solidFill>
              <a:latin typeface="思源黑体 CN Regular" panose="020B0500000000000000" charset="-122"/>
              <a:ea typeface="思源黑体 CN Regular" panose="020B0500000000000000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 bwMode="auto">
          <a:xfrm>
            <a:off x="6235496" y="2545192"/>
            <a:ext cx="4902840" cy="367817"/>
          </a:xfrm>
          <a:prstGeom prst="rect">
            <a:avLst/>
          </a:prstGeom>
          <a:noFill/>
        </p:spPr>
        <p:txBody>
          <a:bodyPr wrap="square" lIns="90000" tIns="0" rIns="90000" bIns="46800">
            <a:normAutofit fontScale="90000"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latin typeface="思源黑体 CN Regular" panose="020B0500000000000000" charset="-122"/>
                <a:ea typeface="思源黑体 CN Regular" panose="020B0500000000000000" charset="-122"/>
                <a:sym typeface="Arial" panose="020B0604020202020204" pitchFamily="34" charset="0"/>
              </a:rPr>
              <a:t>单击此处添加文本具体内容，简明扼要的阐述您的观点。</a:t>
            </a:r>
            <a:endParaRPr lang="zh-CN" altLang="en-US" sz="1400" spc="150"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>
            <p:custDataLst>
              <p:tags r:id="rId8"/>
            </p:custDataLst>
          </p:nvPr>
        </p:nvSpPr>
        <p:spPr bwMode="auto">
          <a:xfrm flipH="1">
            <a:off x="6010790" y="3084588"/>
            <a:ext cx="146624" cy="146627"/>
          </a:xfrm>
          <a:prstGeom prst="ellipse">
            <a:avLst/>
          </a:prstGeom>
          <a:solidFill>
            <a:srgbClr val="1AA3AA"/>
          </a:solidFill>
          <a:ln w="9525">
            <a:noFill/>
            <a:round/>
          </a:ln>
        </p:spPr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 bwMode="auto">
          <a:xfrm>
            <a:off x="6235496" y="2973994"/>
            <a:ext cx="4902839" cy="367817"/>
          </a:xfrm>
          <a:prstGeom prst="rect">
            <a:avLst/>
          </a:prstGeom>
          <a:noFill/>
        </p:spPr>
        <p:txBody>
          <a:bodyPr wrap="square" lIns="90000" tIns="46800" rIns="90000" bIns="0" anchor="b" anchorCtr="0">
            <a:normAutofit fontScale="92500" lnSpcReduction="20000"/>
          </a:bodyPr>
          <a:p>
            <a:pPr>
              <a:lnSpc>
                <a:spcPct val="130000"/>
              </a:lnSpc>
            </a:pPr>
            <a:r>
              <a:rPr lang="zh-CN" altLang="en-US" sz="2000" b="1" spc="300">
                <a:solidFill>
                  <a:srgbClr val="1AA3AA"/>
                </a:solidFill>
                <a:latin typeface="思源黑体 CN Regular" panose="020B0500000000000000" charset="-122"/>
                <a:ea typeface="思源黑体 CN Regular" panose="020B0500000000000000" charset="-122"/>
                <a:cs typeface="+mn-ea"/>
                <a:sym typeface="Arial" panose="020B0604020202020204" pitchFamily="34" charset="0"/>
              </a:rPr>
              <a:t>添加标题</a:t>
            </a:r>
            <a:endParaRPr lang="zh-CN" altLang="en-US" sz="2000" b="1" spc="300">
              <a:solidFill>
                <a:srgbClr val="1AA3AA"/>
              </a:solidFill>
              <a:latin typeface="思源黑体 CN Regular" panose="020B0500000000000000" charset="-122"/>
              <a:ea typeface="思源黑体 CN Regular" panose="020B0500000000000000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 bwMode="auto">
          <a:xfrm>
            <a:off x="6235496" y="3358748"/>
            <a:ext cx="4902840" cy="367817"/>
          </a:xfrm>
          <a:prstGeom prst="rect">
            <a:avLst/>
          </a:prstGeom>
          <a:noFill/>
        </p:spPr>
        <p:txBody>
          <a:bodyPr wrap="square" lIns="90000" tIns="0" rIns="90000" bIns="46800">
            <a:normAutofit fontScale="90000"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latin typeface="思源黑体 CN Regular" panose="020B0500000000000000" charset="-122"/>
                <a:ea typeface="思源黑体 CN Regular" panose="020B0500000000000000" charset="-122"/>
                <a:sym typeface="Arial" panose="020B0604020202020204" pitchFamily="34" charset="0"/>
              </a:rPr>
              <a:t>单击此处添加文本具体内容，简明扼要的阐述您的观点。</a:t>
            </a:r>
            <a:endParaRPr lang="zh-CN" altLang="en-US" sz="1400" spc="150"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7" name="椭圆 6"/>
          <p:cNvSpPr/>
          <p:nvPr>
            <p:custDataLst>
              <p:tags r:id="rId11"/>
            </p:custDataLst>
          </p:nvPr>
        </p:nvSpPr>
        <p:spPr bwMode="auto">
          <a:xfrm flipH="1">
            <a:off x="6010790" y="3898144"/>
            <a:ext cx="146624" cy="146627"/>
          </a:xfrm>
          <a:prstGeom prst="ellipse">
            <a:avLst/>
          </a:prstGeom>
          <a:solidFill>
            <a:srgbClr val="69A35B"/>
          </a:solidFill>
          <a:ln w="9525">
            <a:noFill/>
            <a:round/>
          </a:ln>
        </p:spPr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 bwMode="auto">
          <a:xfrm>
            <a:off x="6235496" y="3787549"/>
            <a:ext cx="4902839" cy="367817"/>
          </a:xfrm>
          <a:prstGeom prst="rect">
            <a:avLst/>
          </a:prstGeom>
          <a:noFill/>
        </p:spPr>
        <p:txBody>
          <a:bodyPr wrap="square" lIns="90000" tIns="46800" rIns="90000" bIns="0" anchor="b" anchorCtr="0">
            <a:normAutofit fontScale="92500" lnSpcReduction="20000"/>
          </a:bodyPr>
          <a:p>
            <a:pPr>
              <a:lnSpc>
                <a:spcPct val="130000"/>
              </a:lnSpc>
            </a:pPr>
            <a:r>
              <a:rPr lang="zh-CN" altLang="en-US" sz="2000" b="1" spc="300">
                <a:solidFill>
                  <a:srgbClr val="69A35B"/>
                </a:solidFill>
                <a:latin typeface="思源黑体 CN Regular" panose="020B0500000000000000" charset="-122"/>
                <a:ea typeface="思源黑体 CN Regular" panose="020B0500000000000000" charset="-122"/>
                <a:cs typeface="+mn-ea"/>
                <a:sym typeface="Arial" panose="020B0604020202020204" pitchFamily="34" charset="0"/>
              </a:rPr>
              <a:t>添加标题</a:t>
            </a:r>
            <a:endParaRPr lang="zh-CN" altLang="en-US" sz="2000" b="1" spc="300">
              <a:solidFill>
                <a:srgbClr val="69A35B"/>
              </a:solidFill>
              <a:latin typeface="思源黑体 CN Regular" panose="020B0500000000000000" charset="-122"/>
              <a:ea typeface="思源黑体 CN Regular" panose="020B0500000000000000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 bwMode="auto">
          <a:xfrm>
            <a:off x="6235496" y="4168803"/>
            <a:ext cx="4902840" cy="367817"/>
          </a:xfrm>
          <a:prstGeom prst="rect">
            <a:avLst/>
          </a:prstGeom>
          <a:noFill/>
        </p:spPr>
        <p:txBody>
          <a:bodyPr wrap="square" lIns="90000" tIns="0" rIns="90000" bIns="46800">
            <a:normAutofit fontScale="90000"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latin typeface="思源黑体 CN Regular" panose="020B0500000000000000" charset="-122"/>
                <a:ea typeface="思源黑体 CN Regular" panose="020B0500000000000000" charset="-122"/>
                <a:sym typeface="Arial" panose="020B0604020202020204" pitchFamily="34" charset="0"/>
              </a:rPr>
              <a:t>单击此处添加文本具体内容，简明扼要的阐述您的观点。</a:t>
            </a:r>
            <a:endParaRPr lang="zh-CN" altLang="en-US" sz="1400" spc="150"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14"/>
            </p:custDataLst>
          </p:nvPr>
        </p:nvSpPr>
        <p:spPr bwMode="auto">
          <a:xfrm flipH="1">
            <a:off x="6010790" y="4708199"/>
            <a:ext cx="146624" cy="146627"/>
          </a:xfrm>
          <a:prstGeom prst="ellipse">
            <a:avLst/>
          </a:prstGeom>
          <a:solidFill>
            <a:srgbClr val="9BBB59"/>
          </a:solidFill>
          <a:ln w="9525">
            <a:noFill/>
            <a:round/>
          </a:ln>
        </p:spPr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 bwMode="auto">
          <a:xfrm>
            <a:off x="6235496" y="4609573"/>
            <a:ext cx="4902839" cy="367817"/>
          </a:xfrm>
          <a:prstGeom prst="rect">
            <a:avLst/>
          </a:prstGeom>
          <a:noFill/>
        </p:spPr>
        <p:txBody>
          <a:bodyPr wrap="square" lIns="90000" tIns="46800" rIns="90000" bIns="0" anchor="b" anchorCtr="0">
            <a:normAutofit fontScale="92500" lnSpcReduction="20000"/>
          </a:bodyPr>
          <a:p>
            <a:pPr>
              <a:lnSpc>
                <a:spcPct val="130000"/>
              </a:lnSpc>
            </a:pPr>
            <a:r>
              <a:rPr lang="zh-CN" altLang="en-US" sz="2000" b="1" spc="300">
                <a:solidFill>
                  <a:srgbClr val="9BBB59"/>
                </a:solidFill>
                <a:latin typeface="思源黑体 CN Regular" panose="020B0500000000000000" charset="-122"/>
                <a:ea typeface="思源黑体 CN Regular" panose="020B0500000000000000" charset="-122"/>
                <a:cs typeface="+mn-ea"/>
                <a:sym typeface="Arial" panose="020B0604020202020204" pitchFamily="34" charset="0"/>
              </a:rPr>
              <a:t>添加标题</a:t>
            </a:r>
            <a:endParaRPr lang="zh-CN" altLang="en-US" sz="2000" b="1" spc="300">
              <a:solidFill>
                <a:srgbClr val="9BBB59"/>
              </a:solidFill>
              <a:latin typeface="思源黑体 CN Regular" panose="020B0500000000000000" charset="-122"/>
              <a:ea typeface="思源黑体 CN Regular" panose="020B0500000000000000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6"/>
            </p:custDataLst>
          </p:nvPr>
        </p:nvSpPr>
        <p:spPr bwMode="auto">
          <a:xfrm>
            <a:off x="6235496" y="4986844"/>
            <a:ext cx="4902840" cy="367817"/>
          </a:xfrm>
          <a:prstGeom prst="rect">
            <a:avLst/>
          </a:prstGeom>
          <a:noFill/>
        </p:spPr>
        <p:txBody>
          <a:bodyPr wrap="square" lIns="90000" tIns="0" rIns="90000" bIns="46800">
            <a:normAutofit fontScale="90000"/>
          </a:bodyPr>
          <a:p>
            <a:pPr>
              <a:lnSpc>
                <a:spcPct val="120000"/>
              </a:lnSpc>
            </a:pPr>
            <a:r>
              <a:rPr lang="zh-CN" altLang="en-US" sz="1400" spc="150">
                <a:latin typeface="思源黑体 CN Regular" panose="020B0500000000000000" charset="-122"/>
                <a:ea typeface="思源黑体 CN Regular" panose="020B0500000000000000" charset="-122"/>
                <a:sym typeface="Arial" panose="020B0604020202020204" pitchFamily="34" charset="0"/>
              </a:rPr>
              <a:t>单击此处添加文本具体内容，简明扼要的阐述您的观点。</a:t>
            </a:r>
            <a:endParaRPr lang="zh-CN" altLang="en-US" sz="1400" spc="150"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33" name="立方体 32"/>
          <p:cNvSpPr/>
          <p:nvPr>
            <p:custDataLst>
              <p:tags r:id="rId17"/>
            </p:custDataLst>
          </p:nvPr>
        </p:nvSpPr>
        <p:spPr>
          <a:xfrm>
            <a:off x="2112519" y="1927443"/>
            <a:ext cx="1423797" cy="3413576"/>
          </a:xfrm>
          <a:prstGeom prst="cube">
            <a:avLst>
              <a:gd name="adj" fmla="val 88345"/>
            </a:avLst>
          </a:prstGeom>
          <a:solidFill>
            <a:srgbClr val="69A35B"/>
          </a:solidFill>
          <a:ln>
            <a:noFill/>
          </a:ln>
          <a:effectLst/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anchor="ctr"/>
          <a:p>
            <a:pPr algn="ctr">
              <a:lnSpc>
                <a:spcPct val="120000"/>
              </a:lnSpc>
            </a:pPr>
            <a:endParaRPr dirty="0"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34" name="立方体 33"/>
          <p:cNvSpPr/>
          <p:nvPr>
            <p:custDataLst>
              <p:tags r:id="rId18"/>
            </p:custDataLst>
          </p:nvPr>
        </p:nvSpPr>
        <p:spPr>
          <a:xfrm>
            <a:off x="2787781" y="2240821"/>
            <a:ext cx="1298725" cy="3113530"/>
          </a:xfrm>
          <a:prstGeom prst="cube">
            <a:avLst>
              <a:gd name="adj" fmla="val 88345"/>
            </a:avLst>
          </a:prstGeom>
          <a:solidFill>
            <a:srgbClr val="1AA3AA"/>
          </a:solidFill>
          <a:ln>
            <a:noFill/>
          </a:ln>
          <a:effectLst/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35" name="立方体 34"/>
          <p:cNvSpPr/>
          <p:nvPr>
            <p:custDataLst>
              <p:tags r:id="rId19"/>
            </p:custDataLst>
          </p:nvPr>
        </p:nvSpPr>
        <p:spPr>
          <a:xfrm>
            <a:off x="3421351" y="2538274"/>
            <a:ext cx="1169232" cy="2803377"/>
          </a:xfrm>
          <a:prstGeom prst="cube">
            <a:avLst>
              <a:gd name="adj" fmla="val 85731"/>
            </a:avLst>
          </a:prstGeom>
          <a:solidFill>
            <a:srgbClr val="3498DB"/>
          </a:solidFill>
          <a:ln>
            <a:noFill/>
          </a:ln>
          <a:effectLst/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36" name="立方体 35"/>
          <p:cNvSpPr/>
          <p:nvPr>
            <p:custDataLst>
              <p:tags r:id="rId20"/>
            </p:custDataLst>
          </p:nvPr>
        </p:nvSpPr>
        <p:spPr>
          <a:xfrm>
            <a:off x="3973436" y="3018347"/>
            <a:ext cx="968991" cy="2323303"/>
          </a:xfrm>
          <a:prstGeom prst="cube">
            <a:avLst>
              <a:gd name="adj" fmla="val 85731"/>
            </a:avLst>
          </a:prstGeom>
          <a:ln>
            <a:noFill/>
          </a:ln>
          <a:effectLst/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anchor="ctr"/>
          <a:p>
            <a:pPr algn="ctr">
              <a:lnSpc>
                <a:spcPct val="120000"/>
              </a:lnSpc>
            </a:pPr>
            <a:endParaRPr>
              <a:latin typeface="思源黑体 CN Regular" panose="020B0500000000000000" charset="-122"/>
              <a:ea typeface="思源黑体 CN Regular" panose="020B0500000000000000" charset="-122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542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542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任意多边形 1"/>
          <p:cNvSpPr/>
          <p:nvPr/>
        </p:nvSpPr>
        <p:spPr>
          <a:xfrm rot="16200000">
            <a:off x="835025" y="2486025"/>
            <a:ext cx="3772535" cy="1885950"/>
          </a:xfrm>
          <a:custGeom>
            <a:avLst/>
            <a:gdLst>
              <a:gd name="connsiteX0" fmla="*/ 5103 w 5103"/>
              <a:gd name="connsiteY0" fmla="*/ 0 h 2551"/>
              <a:gd name="connsiteX1" fmla="*/ 2552 w 5103"/>
              <a:gd name="connsiteY1" fmla="*/ 2551 h 2551"/>
              <a:gd name="connsiteX2" fmla="*/ 0 w 5103"/>
              <a:gd name="connsiteY2" fmla="*/ 0 h 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" h="2551">
                <a:moveTo>
                  <a:pt x="5103" y="0"/>
                </a:moveTo>
                <a:cubicBezTo>
                  <a:pt x="5103" y="1409"/>
                  <a:pt x="3961" y="2551"/>
                  <a:pt x="2552" y="2551"/>
                </a:cubicBezTo>
                <a:cubicBezTo>
                  <a:pt x="1142" y="2551"/>
                  <a:pt x="0" y="1409"/>
                  <a:pt x="0" y="0"/>
                </a:cubicBezTo>
              </a:path>
            </a:pathLst>
          </a:custGeom>
          <a:noFill/>
          <a:ln w="31750">
            <a:solidFill>
              <a:schemeClr val="accent2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611120" y="1543050"/>
            <a:ext cx="863600" cy="86360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3234055" y="2997835"/>
            <a:ext cx="863600" cy="86360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611120" y="4451985"/>
            <a:ext cx="863600" cy="86360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74185" y="1543050"/>
            <a:ext cx="5725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02810" y="3013710"/>
            <a:ext cx="5725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35145" y="4468495"/>
            <a:ext cx="5725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pic>
        <p:nvPicPr>
          <p:cNvPr id="8" name="图片 7" descr="2028867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8290" y="4669155"/>
            <a:ext cx="429260" cy="429260"/>
          </a:xfrm>
          <a:prstGeom prst="rect">
            <a:avLst/>
          </a:prstGeom>
        </p:spPr>
      </p:pic>
      <p:pic>
        <p:nvPicPr>
          <p:cNvPr id="9" name="图片 8" descr="2028868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720" y="3207385"/>
            <a:ext cx="442595" cy="442595"/>
          </a:xfrm>
          <a:prstGeom prst="rect">
            <a:avLst/>
          </a:prstGeom>
        </p:spPr>
      </p:pic>
      <p:pic>
        <p:nvPicPr>
          <p:cNvPr id="10" name="图片 9" descr="2028870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4475" y="1699260"/>
            <a:ext cx="516890" cy="5168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066925" y="1056005"/>
            <a:ext cx="82537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The input here is as concise and concise as possible, not too detailed, and as concise as possible to extract all things. A good ppt should mainly rely on the speaker, but don't over rely on the text on the PPT, come on.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542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1895" y="4413885"/>
            <a:ext cx="4869180" cy="13677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26505" y="2626995"/>
            <a:ext cx="4869815" cy="1367790"/>
          </a:xfrm>
          <a:prstGeom prst="rect">
            <a:avLst/>
          </a:prstGeom>
          <a:solidFill>
            <a:srgbClr val="BFD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91895" y="2626995"/>
            <a:ext cx="4869180" cy="13677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26505" y="4413885"/>
            <a:ext cx="4869815" cy="13677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79245" y="2711450"/>
            <a:ext cx="40944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88455" y="2711450"/>
            <a:ext cx="41459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79245" y="4498340"/>
            <a:ext cx="41541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24650" y="4498340"/>
            <a:ext cx="40741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  <a:sym typeface="+mn-ea"/>
              </a:rPr>
              <a:t>The input here should be as simple as possible, not too complex, and important things should be extracted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191895" y="1223645"/>
            <a:ext cx="0" cy="1031240"/>
          </a:xfrm>
          <a:prstGeom prst="line">
            <a:avLst/>
          </a:prstGeom>
          <a:ln w="508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1196320" y="1223645"/>
            <a:ext cx="0" cy="1031240"/>
          </a:xfrm>
          <a:prstGeom prst="line">
            <a:avLst/>
          </a:prstGeom>
          <a:ln w="508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542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1316990" y="2392045"/>
            <a:ext cx="9557385" cy="0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317625" y="4097655"/>
            <a:ext cx="9557385" cy="0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317625" y="991235"/>
            <a:ext cx="1080135" cy="10801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94875" y="2704465"/>
            <a:ext cx="1080135" cy="10801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16990" y="4429760"/>
            <a:ext cx="1080135" cy="10801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97125" y="2645410"/>
            <a:ext cx="7299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The input here is as concise and concise as possible, not too detailed, and as concise as possible to extract all things. A good ppt should mainly rely on the speaker, but don't over rely on the text on the PPT, come on.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94915" y="931545"/>
            <a:ext cx="7299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The input here is as concise and concise as possible, not too detailed, and as concise as possible to extract all things. A good ppt should mainly rely on the speaker, but don't over rely on the text on the PPT, come on.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94915" y="4370070"/>
            <a:ext cx="7299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The input here is as concise and concise as possible, not too detailed, and as concise as possible to extract all things. A good ppt should mainly rely on the speaker, but don't over rely on the text on the PPT, come on.</a:t>
            </a:r>
            <a:endParaRPr lang="zh-CN" altLang="en-US" sz="160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9545" y="1115695"/>
            <a:ext cx="835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2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01</a:t>
            </a:r>
            <a:endParaRPr lang="en-US" altLang="zh-CN" sz="4800">
              <a:solidFill>
                <a:schemeClr val="bg2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917430" y="2830195"/>
            <a:ext cx="835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2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02</a:t>
            </a:r>
            <a:endParaRPr lang="en-US" altLang="zh-CN" sz="4800">
              <a:solidFill>
                <a:schemeClr val="bg2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0180" y="4554220"/>
            <a:ext cx="835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2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03</a:t>
            </a:r>
            <a:endParaRPr lang="en-US" altLang="zh-CN" sz="4800">
              <a:solidFill>
                <a:schemeClr val="bg2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等腰三角形 5"/>
          <p:cNvSpPr/>
          <p:nvPr/>
        </p:nvSpPr>
        <p:spPr>
          <a:xfrm rot="5400000" flipH="1">
            <a:off x="-1449070" y="1449070"/>
            <a:ext cx="6858635" cy="3960495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 flipH="1">
            <a:off x="-236855" y="236855"/>
            <a:ext cx="5605145" cy="5131435"/>
          </a:xfrm>
          <a:prstGeom prst="triangle">
            <a:avLst>
              <a:gd name="adj" fmla="val 7538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flipH="1">
            <a:off x="109855" y="4300855"/>
            <a:ext cx="4912360" cy="2557780"/>
          </a:xfrm>
          <a:prstGeom prst="triangle">
            <a:avLst>
              <a:gd name="adj" fmla="val 399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10800000" flipH="1">
            <a:off x="170815" y="0"/>
            <a:ext cx="10298430" cy="1505585"/>
          </a:xfrm>
          <a:prstGeom prst="triangle">
            <a:avLst>
              <a:gd name="adj" fmla="val 5474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62780" y="2292985"/>
            <a:ext cx="715200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8000">
                <a:solidFill>
                  <a:schemeClr val="accent3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输入您的</a:t>
            </a:r>
            <a:r>
              <a:rPr lang="en-US" altLang="zh-CN" sz="8000">
                <a:solidFill>
                  <a:schemeClr val="accent3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LOGO</a:t>
            </a:r>
            <a:endParaRPr lang="en-US" altLang="zh-CN" sz="8000">
              <a:solidFill>
                <a:schemeClr val="accent3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3940" y="3778885"/>
            <a:ext cx="6461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4F78C9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THANKS FOR YOUR WATCHING</a:t>
            </a:r>
            <a:endParaRPr lang="en-US" altLang="zh-CN" sz="2800">
              <a:solidFill>
                <a:srgbClr val="4F78C9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22215" y="4982210"/>
            <a:ext cx="6170295" cy="4711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33670" y="5033010"/>
            <a:ext cx="2762885" cy="3600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20075" y="5033645"/>
            <a:ext cx="2762885" cy="3600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537200" y="5033645"/>
            <a:ext cx="21558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汇报人：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DAOKEER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20075" y="5024755"/>
            <a:ext cx="27997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联系方式：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00000000000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187706_5*l_h_i*1_5_2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10"/>
  <p:tag name="KSO_WM_UNIT_TEXT_FILL_TYPE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87706_5*l_h_i*1_1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187706_5*l_h_a*1_1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5"/>
  <p:tag name="KSO_WM_UNIT_TEXT_FILL_TYPE" val="1"/>
</p:tagLst>
</file>

<file path=ppt/tags/tag4.xml><?xml version="1.0" encoding="utf-8"?>
<p:tagLst xmlns:p="http://schemas.openxmlformats.org/presentationml/2006/main"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87706_5*l_h_f*1_1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87706_5*l_h_i*1_2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187706_5*l_h_a*1_2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6"/>
  <p:tag name="KSO_WM_UNIT_TEXT_FILL_TYPE" val="1"/>
</p:tagLst>
</file>

<file path=ppt/tags/tag7.xml><?xml version="1.0" encoding="utf-8"?>
<p:tagLst xmlns:p="http://schemas.openxmlformats.org/presentationml/2006/main"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87706_5*l_h_f*1_2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87706_5*l_h_i*1_3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87706_5*l_h_a*1_3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7"/>
  <p:tag name="KSO_WM_UNIT_TEXT_FILL_TYPE" val="1"/>
</p:tagLst>
</file>

<file path=ppt/tags/tag10.xml><?xml version="1.0" encoding="utf-8"?>
<p:tagLst xmlns:p="http://schemas.openxmlformats.org/presentationml/2006/main"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187706_5*l_h_f*1_3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187706_5*l_h_i*1_4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187706_5*l_h_a*1_4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8"/>
  <p:tag name="KSO_WM_UNIT_TEXT_FILL_TYPE" val="1"/>
</p:tagLst>
</file>

<file path=ppt/tags/tag13.xml><?xml version="1.0" encoding="utf-8"?>
<p:tagLst xmlns:p="http://schemas.openxmlformats.org/presentationml/2006/main"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187706_5*l_h_f*1_4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187706_5*l_h_i*1_5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187706_5*l_h_a*1_5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9"/>
  <p:tag name="KSO_WM_UNIT_TEXT_FILL_TYPE" val="1"/>
</p:tagLst>
</file>

<file path=ppt/tags/tag16.xml><?xml version="1.0" encoding="utf-8"?>
<p:tagLst xmlns:p="http://schemas.openxmlformats.org/presentationml/2006/main"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187706_5*l_h_f*1_5_1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187706_5*l_h_i*1_4_2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187706_5*l_h_i*1_3_2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87706_5*l_h_i*1_2_2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87706_5*l_h_i*1_1_2"/>
  <p:tag name="KSO_WM_TEMPLATE_CATEGORY" val="diagram"/>
  <p:tag name="KSO_WM_TEMPLATE_INDEX" val="2018770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默认设计模板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3267</Words>
  <Application>WPS 演示</Application>
  <PresentationFormat/>
  <Paragraphs>136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思源黑体 CN Heavy</vt:lpstr>
      <vt:lpstr>黑体</vt:lpstr>
      <vt:lpstr>思源黑体 CN Regular</vt:lpstr>
      <vt:lpstr>Calibri Light</vt:lpstr>
      <vt:lpstr>微软雅黑</vt:lpstr>
      <vt:lpstr>Arial Unicode MS</vt:lpstr>
      <vt:lpstr>Calibri</vt:lpstr>
      <vt:lpstr>等线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86181</dc:creator>
  <cp:lastModifiedBy>何平</cp:lastModifiedBy>
  <cp:revision>3</cp:revision>
  <dcterms:created xsi:type="dcterms:W3CDTF">2020-02-21T12:21:00Z</dcterms:created>
  <dcterms:modified xsi:type="dcterms:W3CDTF">2025-06-12T07:06:17Z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KSOTemplateUUID">
    <vt:lpwstr>v1.0_mb_FR4vU9H+zFkmatbzijbVsg==</vt:lpwstr>
  </property>
  <property fmtid="{D5CDD505-2E9C-101B-9397-08002B2CF9AE}" pid="4" name="ICV">
    <vt:lpwstr>2C00D5FAC66A42B3BF7D2D621C4EC735_11</vt:lpwstr>
  </property>
</Properties>
</file>