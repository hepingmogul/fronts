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</p:sldMasterIdLst>
  <p:notesMasterIdLst>
    <p:notesMasterId r:id="rId29"/>
  </p:notesMasterIdLst>
  <p:sldIdLst>
    <p:sldId id="257" r:id="rId3"/>
    <p:sldId id="259" r:id="rId4"/>
    <p:sldId id="261" r:id="rId5"/>
    <p:sldId id="286" r:id="rId6"/>
    <p:sldId id="299" r:id="rId7"/>
    <p:sldId id="287" r:id="rId8"/>
    <p:sldId id="301" r:id="rId9"/>
    <p:sldId id="282" r:id="rId10"/>
    <p:sldId id="290" r:id="rId11"/>
    <p:sldId id="298" r:id="rId12"/>
    <p:sldId id="300" r:id="rId13"/>
    <p:sldId id="260" r:id="rId14"/>
    <p:sldId id="288" r:id="rId15"/>
    <p:sldId id="283" r:id="rId16"/>
    <p:sldId id="303" r:id="rId17"/>
    <p:sldId id="305" r:id="rId18"/>
    <p:sldId id="302" r:id="rId19"/>
    <p:sldId id="306" r:id="rId20"/>
    <p:sldId id="304" r:id="rId21"/>
    <p:sldId id="284" r:id="rId22"/>
    <p:sldId id="269" r:id="rId23"/>
    <p:sldId id="281" r:id="rId24"/>
    <p:sldId id="270" r:id="rId25"/>
    <p:sldId id="289" r:id="rId26"/>
    <p:sldId id="285" r:id="rId27"/>
    <p:sldId id="342" r:id="rId28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19" autoAdjust="0"/>
    <p:restoredTop sz="95267" autoAdjust="0"/>
  </p:normalViewPr>
  <p:slideViewPr>
    <p:cSldViewPr snapToGrid="0">
      <p:cViewPr>
        <p:scale>
          <a:sx n="100" d="100"/>
          <a:sy n="100" d="100"/>
        </p:scale>
        <p:origin x="-744" y="-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77D22-AD28-43FC-8EB4-B134A7D334C3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C8EFA-96ED-4A18-B46D-8BDC030E3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2435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702ca88d2a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702ca88d2a_0_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702ca88d2a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702ca88d2a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702ca88d2a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702ca88d2a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Google Shape;3973;g42c663f82a594803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4" name="Google Shape;3974;g42c663f82a594803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702ca88d2a_0_4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702ca88d2a_0_4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702ca88d2a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702ca88d2a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702ca88d2a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702ca88d2a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g9a059561c3_0_2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9" name="Google Shape;2539;g9a059561c3_0_2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Google Shape;2823;g70f825ef5b_0_2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4" name="Google Shape;2824;g70f825ef5b_0_2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g42c663f82a594803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0" name="Google Shape;2580;g42c663f82a594803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3" name="Google Shape;3773;g42c663f82a594803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4" name="Google Shape;3774;g42c663f82a594803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/>
              <a:t>模板来自于：</a:t>
            </a:r>
            <a:r>
              <a:rPr lang="en-US" altLang="zh-CN"/>
              <a:t> </a:t>
            </a:r>
            <a:r>
              <a:rPr lang="zh-CN" altLang="en-US"/>
              <a:t>第一</a:t>
            </a:r>
            <a:r>
              <a:rPr lang="en-US" altLang="zh-CN"/>
              <a:t>PPT https://www.1ppt.com/</a:t>
            </a: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611" y="2008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12800"/>
            </a:lvl1pPr>
            <a:lvl2pPr lvl="1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6935"/>
            </a:lvl2pPr>
            <a:lvl3pPr lvl="2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6935"/>
            </a:lvl3pPr>
            <a:lvl4pPr lvl="3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6935"/>
            </a:lvl4pPr>
            <a:lvl5pPr lvl="4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6935"/>
            </a:lvl5pPr>
            <a:lvl6pPr lvl="5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6935"/>
            </a:lvl6pPr>
            <a:lvl7pPr lvl="6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6935"/>
            </a:lvl7pPr>
            <a:lvl8pPr lvl="7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6935"/>
            </a:lvl8pPr>
            <a:lvl9pPr lvl="8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6935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600" y="46580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3735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996100" y="764467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1434500" y="11245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 rot="10800000">
            <a:off x="10938000" y="5817433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 rot="10800000">
            <a:off x="10499600" y="54574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839200" y="2187200"/>
            <a:ext cx="8513600" cy="2483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960000" y="2878400"/>
            <a:ext cx="10272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4800"/>
              <a:buNone/>
              <a:defRPr sz="6400">
                <a:solidFill>
                  <a:schemeClr val="dk2"/>
                </a:solidFill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48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48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48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48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48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48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48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334335" y="3925700"/>
            <a:ext cx="9521600" cy="57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2135"/>
              </a:spcBef>
              <a:spcAft>
                <a:spcPct val="0"/>
              </a:spcAft>
              <a:buNone/>
              <a:defRPr/>
            </a:lvl2pPr>
            <a:lvl3pPr lvl="2">
              <a:spcBef>
                <a:spcPts val="2135"/>
              </a:spcBef>
              <a:spcAft>
                <a:spcPct val="0"/>
              </a:spcAft>
              <a:buNone/>
              <a:defRPr/>
            </a:lvl3pPr>
            <a:lvl4pPr lvl="3">
              <a:spcBef>
                <a:spcPts val="2135"/>
              </a:spcBef>
              <a:spcAft>
                <a:spcPct val="0"/>
              </a:spcAft>
              <a:buNone/>
              <a:defRPr/>
            </a:lvl4pPr>
            <a:lvl5pPr lvl="4">
              <a:spcBef>
                <a:spcPts val="2135"/>
              </a:spcBef>
              <a:spcAft>
                <a:spcPct val="0"/>
              </a:spcAft>
              <a:buNone/>
              <a:defRPr/>
            </a:lvl5pPr>
            <a:lvl6pPr lvl="5">
              <a:spcBef>
                <a:spcPts val="2135"/>
              </a:spcBef>
              <a:spcAft>
                <a:spcPct val="0"/>
              </a:spcAft>
              <a:buNone/>
              <a:defRPr/>
            </a:lvl6pPr>
            <a:lvl7pPr lvl="6">
              <a:spcBef>
                <a:spcPts val="2135"/>
              </a:spcBef>
              <a:spcAft>
                <a:spcPct val="0"/>
              </a:spcAft>
              <a:buNone/>
              <a:defRPr/>
            </a:lvl7pPr>
            <a:lvl8pPr lvl="7">
              <a:spcBef>
                <a:spcPts val="2135"/>
              </a:spcBef>
              <a:spcAft>
                <a:spcPct val="0"/>
              </a:spcAft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215001" y="1061134"/>
            <a:ext cx="2059833" cy="1888100"/>
          </a:xfrm>
          <a:custGeom>
            <a:avLst/>
            <a:gdLst/>
            <a:ahLst/>
            <a:cxnLst/>
            <a:rect l="l" t="t" r="r" b="b"/>
            <a:pathLst>
              <a:path w="61794" h="56643" extrusionOk="0">
                <a:moveTo>
                  <a:pt x="34089" y="1"/>
                </a:moveTo>
                <a:cubicBezTo>
                  <a:pt x="24362" y="1"/>
                  <a:pt x="14276" y="5165"/>
                  <a:pt x="7721" y="14507"/>
                </a:cubicBezTo>
                <a:cubicBezTo>
                  <a:pt x="0" y="25449"/>
                  <a:pt x="0" y="39674"/>
                  <a:pt x="4073" y="47790"/>
                </a:cubicBezTo>
                <a:cubicBezTo>
                  <a:pt x="6880" y="53403"/>
                  <a:pt x="15284" y="56643"/>
                  <a:pt x="24467" y="56643"/>
                </a:cubicBezTo>
                <a:cubicBezTo>
                  <a:pt x="30700" y="56643"/>
                  <a:pt x="37292" y="55150"/>
                  <a:pt x="42737" y="51893"/>
                </a:cubicBezTo>
                <a:cubicBezTo>
                  <a:pt x="56293" y="43839"/>
                  <a:pt x="61795" y="13261"/>
                  <a:pt x="48329" y="4264"/>
                </a:cubicBezTo>
                <a:cubicBezTo>
                  <a:pt x="44035" y="1376"/>
                  <a:pt x="39110" y="1"/>
                  <a:pt x="340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5022033" y="1585200"/>
            <a:ext cx="2252800" cy="10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5000"/>
              <a:buNone/>
              <a:defRPr sz="6665">
                <a:solidFill>
                  <a:schemeClr val="lt1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6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6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6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6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6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6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6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/>
          <p:nvPr/>
        </p:nvSpPr>
        <p:spPr>
          <a:xfrm>
            <a:off x="996100" y="764467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2" name="Google Shape;22;p3"/>
          <p:cNvSpPr/>
          <p:nvPr/>
        </p:nvSpPr>
        <p:spPr>
          <a:xfrm>
            <a:off x="1434500" y="11245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3" name="Google Shape;23;p3"/>
          <p:cNvSpPr/>
          <p:nvPr/>
        </p:nvSpPr>
        <p:spPr>
          <a:xfrm rot="10800000">
            <a:off x="10938000" y="5817433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4" name="Google Shape;24;p3"/>
          <p:cNvSpPr/>
          <p:nvPr/>
        </p:nvSpPr>
        <p:spPr>
          <a:xfrm rot="10800000">
            <a:off x="10499600" y="54574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5" name="Google Shape;25;p3"/>
          <p:cNvSpPr/>
          <p:nvPr/>
        </p:nvSpPr>
        <p:spPr>
          <a:xfrm>
            <a:off x="10746401" y="-997734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6" name="Google Shape;26;p3"/>
          <p:cNvSpPr/>
          <p:nvPr/>
        </p:nvSpPr>
        <p:spPr>
          <a:xfrm>
            <a:off x="-445266" y="5280967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960000" y="1575000"/>
            <a:ext cx="10272000" cy="45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0640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1pPr>
            <a:lvl2pPr marL="1219200" lvl="1" indent="-406400" rtl="0">
              <a:spcBef>
                <a:spcPts val="2135"/>
              </a:spcBef>
              <a:spcAft>
                <a:spcPct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2pPr>
            <a:lvl3pPr marL="1828800" lvl="2" indent="-406400" rtl="0">
              <a:spcBef>
                <a:spcPts val="2135"/>
              </a:spcBef>
              <a:spcAft>
                <a:spcPct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3pPr>
            <a:lvl4pPr marL="2438400" lvl="3" indent="-406400" rtl="0">
              <a:spcBef>
                <a:spcPts val="2135"/>
              </a:spcBef>
              <a:spcAft>
                <a:spcPct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4pPr>
            <a:lvl5pPr marL="3048000" lvl="4" indent="-406400" rtl="0">
              <a:spcBef>
                <a:spcPts val="2135"/>
              </a:spcBef>
              <a:spcAft>
                <a:spcPct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5pPr>
            <a:lvl6pPr marL="3657600" lvl="5" indent="-406400" rtl="0">
              <a:spcBef>
                <a:spcPts val="2135"/>
              </a:spcBef>
              <a:spcAft>
                <a:spcPct val="0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6pPr>
            <a:lvl7pPr marL="4267200" lvl="6" indent="-406400" rtl="0">
              <a:spcBef>
                <a:spcPts val="2135"/>
              </a:spcBef>
              <a:spcAft>
                <a:spcPct val="0"/>
              </a:spcAft>
              <a:buClr>
                <a:schemeClr val="dk1"/>
              </a:buClr>
              <a:buSzPts val="1200"/>
              <a:buChar char="●"/>
              <a:defRPr sz="1600">
                <a:solidFill>
                  <a:schemeClr val="dk1"/>
                </a:solidFill>
              </a:defRPr>
            </a:lvl7pPr>
            <a:lvl8pPr marL="4876800" lvl="7" indent="-406400" rtl="0">
              <a:spcBef>
                <a:spcPts val="2135"/>
              </a:spcBef>
              <a:spcAft>
                <a:spcPct val="0"/>
              </a:spcAft>
              <a:buClr>
                <a:schemeClr val="dk1"/>
              </a:buClr>
              <a:buSzPts val="1200"/>
              <a:buChar char="○"/>
              <a:defRPr sz="1600">
                <a:solidFill>
                  <a:schemeClr val="dk1"/>
                </a:solidFill>
              </a:defRPr>
            </a:lvl8pPr>
            <a:lvl9pPr marL="5486400" lvl="8" indent="-406400" rtl="0">
              <a:spcBef>
                <a:spcPts val="2135"/>
              </a:spcBef>
              <a:spcAft>
                <a:spcPts val="2135"/>
              </a:spcAft>
              <a:buClr>
                <a:schemeClr val="dk1"/>
              </a:buClr>
              <a:buSzPts val="1200"/>
              <a:buChar char="■"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2260600" y="720000"/>
            <a:ext cx="7670800" cy="7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0746401" y="-997734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31" name="Google Shape;31;p4"/>
          <p:cNvSpPr/>
          <p:nvPr/>
        </p:nvSpPr>
        <p:spPr>
          <a:xfrm>
            <a:off x="-445266" y="5280967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 rot="3600049">
            <a:off x="1762455" y="639891"/>
            <a:ext cx="6274407" cy="5750967"/>
          </a:xfrm>
          <a:custGeom>
            <a:avLst/>
            <a:gdLst/>
            <a:ahLst/>
            <a:cxnLst/>
            <a:rect l="l" t="t" r="r" b="b"/>
            <a:pathLst>
              <a:path w="61794" h="56643" extrusionOk="0">
                <a:moveTo>
                  <a:pt x="34089" y="1"/>
                </a:moveTo>
                <a:cubicBezTo>
                  <a:pt x="24362" y="1"/>
                  <a:pt x="14276" y="5165"/>
                  <a:pt x="7721" y="14507"/>
                </a:cubicBezTo>
                <a:cubicBezTo>
                  <a:pt x="0" y="25449"/>
                  <a:pt x="0" y="39674"/>
                  <a:pt x="4073" y="47790"/>
                </a:cubicBezTo>
                <a:cubicBezTo>
                  <a:pt x="6880" y="53403"/>
                  <a:pt x="15284" y="56643"/>
                  <a:pt x="24467" y="56643"/>
                </a:cubicBezTo>
                <a:cubicBezTo>
                  <a:pt x="30700" y="56643"/>
                  <a:pt x="37292" y="55150"/>
                  <a:pt x="42737" y="51893"/>
                </a:cubicBezTo>
                <a:cubicBezTo>
                  <a:pt x="56293" y="43839"/>
                  <a:pt x="61795" y="13261"/>
                  <a:pt x="48329" y="4264"/>
                </a:cubicBezTo>
                <a:cubicBezTo>
                  <a:pt x="44035" y="1376"/>
                  <a:pt x="39110" y="1"/>
                  <a:pt x="340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2404151" y="2035867"/>
            <a:ext cx="4864000" cy="1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None/>
              <a:defRPr sz="9600">
                <a:solidFill>
                  <a:schemeClr val="dk2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2pPr>
            <a:lvl3pPr lvl="2">
              <a:spcBef>
                <a:spcPct val="0"/>
              </a:spcBef>
              <a:spcAft>
                <a:spcPct val="0"/>
              </a:spcAft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3pPr>
            <a:lvl4pPr lvl="3">
              <a:spcBef>
                <a:spcPct val="0"/>
              </a:spcBef>
              <a:spcAft>
                <a:spcPct val="0"/>
              </a:spcAft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4pPr>
            <a:lvl5pPr lvl="4">
              <a:spcBef>
                <a:spcPct val="0"/>
              </a:spcBef>
              <a:spcAft>
                <a:spcPct val="0"/>
              </a:spcAft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5pPr>
            <a:lvl6pPr lvl="5">
              <a:spcBef>
                <a:spcPct val="0"/>
              </a:spcBef>
              <a:spcAft>
                <a:spcPct val="0"/>
              </a:spcAft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6pPr>
            <a:lvl7pPr lvl="6">
              <a:spcBef>
                <a:spcPct val="0"/>
              </a:spcBef>
              <a:spcAft>
                <a:spcPct val="0"/>
              </a:spcAft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7pPr>
            <a:lvl8pPr lvl="7">
              <a:spcBef>
                <a:spcPct val="0"/>
              </a:spcBef>
              <a:spcAft>
                <a:spcPct val="0"/>
              </a:spcAft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8pPr>
            <a:lvl9pPr lvl="8">
              <a:spcBef>
                <a:spcPct val="0"/>
              </a:spcBef>
              <a:spcAft>
                <a:spcPct val="0"/>
              </a:spcAft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2404151" y="3585267"/>
            <a:ext cx="4864000" cy="17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None/>
              <a:defRPr sz="1865">
                <a:solidFill>
                  <a:schemeClr val="dk1"/>
                </a:solidFill>
              </a:defRPr>
            </a:lvl1pPr>
            <a:lvl2pPr lvl="1">
              <a:spcBef>
                <a:spcPts val="2135"/>
              </a:spcBef>
              <a:spcAft>
                <a:spcPct val="0"/>
              </a:spcAft>
              <a:buNone/>
              <a:defRPr/>
            </a:lvl2pPr>
            <a:lvl3pPr lvl="2">
              <a:spcBef>
                <a:spcPts val="2135"/>
              </a:spcBef>
              <a:spcAft>
                <a:spcPct val="0"/>
              </a:spcAft>
              <a:buNone/>
              <a:defRPr/>
            </a:lvl3pPr>
            <a:lvl4pPr lvl="3">
              <a:spcBef>
                <a:spcPts val="2135"/>
              </a:spcBef>
              <a:spcAft>
                <a:spcPct val="0"/>
              </a:spcAft>
              <a:buNone/>
              <a:defRPr/>
            </a:lvl4pPr>
            <a:lvl5pPr lvl="4">
              <a:spcBef>
                <a:spcPts val="2135"/>
              </a:spcBef>
              <a:spcAft>
                <a:spcPct val="0"/>
              </a:spcAft>
              <a:buNone/>
              <a:defRPr/>
            </a:lvl5pPr>
            <a:lvl6pPr lvl="5">
              <a:spcBef>
                <a:spcPts val="2135"/>
              </a:spcBef>
              <a:spcAft>
                <a:spcPct val="0"/>
              </a:spcAft>
              <a:buNone/>
              <a:defRPr/>
            </a:lvl6pPr>
            <a:lvl7pPr lvl="6">
              <a:spcBef>
                <a:spcPts val="2135"/>
              </a:spcBef>
              <a:spcAft>
                <a:spcPct val="0"/>
              </a:spcAft>
              <a:buNone/>
              <a:defRPr/>
            </a:lvl7pPr>
            <a:lvl8pPr lvl="7">
              <a:spcBef>
                <a:spcPts val="2135"/>
              </a:spcBef>
              <a:spcAft>
                <a:spcPct val="0"/>
              </a:spcAft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/>
          <p:nvPr/>
        </p:nvSpPr>
        <p:spPr>
          <a:xfrm flipH="1">
            <a:off x="10938000" y="764467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37" name="Google Shape;37;p5"/>
          <p:cNvSpPr/>
          <p:nvPr/>
        </p:nvSpPr>
        <p:spPr>
          <a:xfrm flipH="1">
            <a:off x="10499600" y="11245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38" name="Google Shape;38;p5"/>
          <p:cNvSpPr/>
          <p:nvPr/>
        </p:nvSpPr>
        <p:spPr>
          <a:xfrm>
            <a:off x="-445266" y="5280967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913167" y="600200"/>
            <a:ext cx="62308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996100" y="764467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73" name="Google Shape;73;p9"/>
          <p:cNvSpPr/>
          <p:nvPr/>
        </p:nvSpPr>
        <p:spPr>
          <a:xfrm>
            <a:off x="1434500" y="11245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74" name="Google Shape;74;p9"/>
          <p:cNvSpPr/>
          <p:nvPr/>
        </p:nvSpPr>
        <p:spPr>
          <a:xfrm rot="10800000">
            <a:off x="10938000" y="5817433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75" name="Google Shape;75;p9"/>
          <p:cNvSpPr/>
          <p:nvPr/>
        </p:nvSpPr>
        <p:spPr>
          <a:xfrm rot="10800000">
            <a:off x="10499600" y="54574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76" name="Google Shape;76;p9"/>
          <p:cNvSpPr/>
          <p:nvPr/>
        </p:nvSpPr>
        <p:spPr>
          <a:xfrm>
            <a:off x="10746401" y="-997734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77" name="Google Shape;77;p9"/>
          <p:cNvSpPr/>
          <p:nvPr/>
        </p:nvSpPr>
        <p:spPr>
          <a:xfrm>
            <a:off x="-445266" y="5280967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 rot="10800000">
            <a:off x="854458" y="749551"/>
            <a:ext cx="5817175" cy="5332183"/>
          </a:xfrm>
          <a:custGeom>
            <a:avLst/>
            <a:gdLst/>
            <a:ahLst/>
            <a:cxnLst/>
            <a:rect l="l" t="t" r="r" b="b"/>
            <a:pathLst>
              <a:path w="61794" h="56643" extrusionOk="0">
                <a:moveTo>
                  <a:pt x="34089" y="1"/>
                </a:moveTo>
                <a:cubicBezTo>
                  <a:pt x="24362" y="1"/>
                  <a:pt x="14276" y="5165"/>
                  <a:pt x="7721" y="14507"/>
                </a:cubicBezTo>
                <a:cubicBezTo>
                  <a:pt x="0" y="25449"/>
                  <a:pt x="0" y="39674"/>
                  <a:pt x="4073" y="47790"/>
                </a:cubicBezTo>
                <a:cubicBezTo>
                  <a:pt x="6880" y="53403"/>
                  <a:pt x="15284" y="56643"/>
                  <a:pt x="24467" y="56643"/>
                </a:cubicBezTo>
                <a:cubicBezTo>
                  <a:pt x="30700" y="56643"/>
                  <a:pt x="37292" y="55150"/>
                  <a:pt x="42737" y="51893"/>
                </a:cubicBezTo>
                <a:cubicBezTo>
                  <a:pt x="56293" y="43839"/>
                  <a:pt x="61795" y="13261"/>
                  <a:pt x="48329" y="4264"/>
                </a:cubicBezTo>
                <a:cubicBezTo>
                  <a:pt x="44035" y="1376"/>
                  <a:pt x="39110" y="1"/>
                  <a:pt x="340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2179200" y="2790033"/>
            <a:ext cx="3818400" cy="130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2"/>
          </p:nvPr>
        </p:nvSpPr>
        <p:spPr>
          <a:xfrm>
            <a:off x="2197100" y="4058433"/>
            <a:ext cx="5118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None/>
              <a:defRPr sz="1865" b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2135"/>
              </a:spcBef>
              <a:spcAft>
                <a:spcPct val="0"/>
              </a:spcAft>
              <a:buNone/>
              <a:defRPr/>
            </a:lvl2pPr>
            <a:lvl3pPr lvl="2">
              <a:spcBef>
                <a:spcPts val="2135"/>
              </a:spcBef>
              <a:spcAft>
                <a:spcPct val="0"/>
              </a:spcAft>
              <a:buNone/>
              <a:defRPr/>
            </a:lvl3pPr>
            <a:lvl4pPr lvl="3">
              <a:spcBef>
                <a:spcPts val="2135"/>
              </a:spcBef>
              <a:spcAft>
                <a:spcPct val="0"/>
              </a:spcAft>
              <a:buNone/>
              <a:defRPr/>
            </a:lvl4pPr>
            <a:lvl5pPr lvl="4">
              <a:spcBef>
                <a:spcPts val="2135"/>
              </a:spcBef>
              <a:spcAft>
                <a:spcPct val="0"/>
              </a:spcAft>
              <a:buNone/>
              <a:defRPr/>
            </a:lvl5pPr>
            <a:lvl6pPr lvl="5">
              <a:spcBef>
                <a:spcPts val="2135"/>
              </a:spcBef>
              <a:spcAft>
                <a:spcPct val="0"/>
              </a:spcAft>
              <a:buNone/>
              <a:defRPr/>
            </a:lvl6pPr>
            <a:lvl7pPr lvl="6">
              <a:spcBef>
                <a:spcPts val="2135"/>
              </a:spcBef>
              <a:spcAft>
                <a:spcPct val="0"/>
              </a:spcAft>
              <a:buNone/>
              <a:defRPr/>
            </a:lvl7pPr>
            <a:lvl8pPr lvl="7">
              <a:spcBef>
                <a:spcPts val="2135"/>
              </a:spcBef>
              <a:spcAft>
                <a:spcPct val="0"/>
              </a:spcAft>
              <a:buNone/>
              <a:defRPr/>
            </a:lvl8pPr>
            <a:lvl9pPr lvl="8">
              <a:spcBef>
                <a:spcPts val="2135"/>
              </a:spcBef>
              <a:spcAft>
                <a:spcPts val="2135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/>
          <p:nvPr/>
        </p:nvSpPr>
        <p:spPr>
          <a:xfrm flipH="1">
            <a:off x="10938000" y="764467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88" name="Google Shape;88;p11"/>
          <p:cNvSpPr/>
          <p:nvPr/>
        </p:nvSpPr>
        <p:spPr>
          <a:xfrm flipH="1">
            <a:off x="10499600" y="11245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89" name="Google Shape;89;p11"/>
          <p:cNvSpPr/>
          <p:nvPr/>
        </p:nvSpPr>
        <p:spPr>
          <a:xfrm>
            <a:off x="-445266" y="5280967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able of Contents">
  <p:cSld name=" Table of Contents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996100" y="764467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02" name="Google Shape;102;p14"/>
          <p:cNvSpPr/>
          <p:nvPr/>
        </p:nvSpPr>
        <p:spPr>
          <a:xfrm>
            <a:off x="1434500" y="11245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03" name="Google Shape;103;p14"/>
          <p:cNvSpPr txBox="1">
            <a:spLocks noGrp="1"/>
          </p:cNvSpPr>
          <p:nvPr>
            <p:ph type="subTitle" idx="1"/>
          </p:nvPr>
        </p:nvSpPr>
        <p:spPr>
          <a:xfrm>
            <a:off x="2925800" y="2328633"/>
            <a:ext cx="34896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2"/>
          </p:nvPr>
        </p:nvSpPr>
        <p:spPr>
          <a:xfrm>
            <a:off x="2925800" y="2747733"/>
            <a:ext cx="327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 sz="1865"/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 sz="1865"/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 sz="1865"/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 sz="1865"/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 sz="1865"/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 sz="1865"/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 sz="1865"/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 sz="1865"/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 sz="1865"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hasCustomPrompt="1"/>
          </p:nvPr>
        </p:nvSpPr>
        <p:spPr>
          <a:xfrm>
            <a:off x="1355000" y="2376367"/>
            <a:ext cx="1672400" cy="9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4800"/>
              <a:buNone/>
              <a:defRPr sz="6400">
                <a:solidFill>
                  <a:schemeClr val="dk2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3"/>
          </p:nvPr>
        </p:nvSpPr>
        <p:spPr>
          <a:xfrm>
            <a:off x="2925800" y="4636933"/>
            <a:ext cx="34896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4"/>
          </p:nvPr>
        </p:nvSpPr>
        <p:spPr>
          <a:xfrm>
            <a:off x="2925800" y="5056033"/>
            <a:ext cx="327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 sz="1865"/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 sz="1865"/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 sz="1865"/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 sz="1865"/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 sz="1865"/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 sz="1865"/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 sz="1865"/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 sz="1865"/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 sz="1865"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5" hasCustomPrompt="1"/>
          </p:nvPr>
        </p:nvSpPr>
        <p:spPr>
          <a:xfrm>
            <a:off x="1355000" y="4684667"/>
            <a:ext cx="1672400" cy="9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4"/>
          <p:cNvSpPr txBox="1">
            <a:spLocks noGrp="1"/>
          </p:cNvSpPr>
          <p:nvPr>
            <p:ph type="subTitle" idx="6"/>
          </p:nvPr>
        </p:nvSpPr>
        <p:spPr>
          <a:xfrm>
            <a:off x="8314533" y="2328633"/>
            <a:ext cx="34896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subTitle" idx="7"/>
          </p:nvPr>
        </p:nvSpPr>
        <p:spPr>
          <a:xfrm>
            <a:off x="8314533" y="2747733"/>
            <a:ext cx="327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 sz="1865"/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 sz="1865"/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 sz="1865"/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 sz="1865"/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 sz="1865"/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 sz="1865"/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 sz="1865"/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 sz="1865"/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 sz="1865"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title" idx="8" hasCustomPrompt="1"/>
          </p:nvPr>
        </p:nvSpPr>
        <p:spPr>
          <a:xfrm>
            <a:off x="6743733" y="2376367"/>
            <a:ext cx="1672400" cy="9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ts val="4800"/>
              <a:buNone/>
              <a:defRPr sz="64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9"/>
          </p:nvPr>
        </p:nvSpPr>
        <p:spPr>
          <a:xfrm>
            <a:off x="8314533" y="4636933"/>
            <a:ext cx="34896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subTitle" idx="13"/>
          </p:nvPr>
        </p:nvSpPr>
        <p:spPr>
          <a:xfrm>
            <a:off x="8314533" y="5056033"/>
            <a:ext cx="32764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 sz="1865"/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 sz="1865"/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 sz="1865"/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 sz="1865"/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 sz="1865"/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 sz="1865"/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 sz="1865"/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 sz="1865"/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 sz="1865"/>
            </a:lvl9pPr>
          </a:lstStyle>
          <a:p>
            <a:endParaRPr/>
          </a:p>
        </p:txBody>
      </p:sp>
      <p:sp>
        <p:nvSpPr>
          <p:cNvPr id="114" name="Google Shape;114;p14"/>
          <p:cNvSpPr txBox="1">
            <a:spLocks noGrp="1"/>
          </p:cNvSpPr>
          <p:nvPr>
            <p:ph type="title" idx="14" hasCustomPrompt="1"/>
          </p:nvPr>
        </p:nvSpPr>
        <p:spPr>
          <a:xfrm>
            <a:off x="6743733" y="4684667"/>
            <a:ext cx="1672400" cy="9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4800"/>
              <a:buNone/>
              <a:defRPr sz="6400">
                <a:solidFill>
                  <a:schemeClr val="dk2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5" name="Google Shape;115;p14"/>
          <p:cNvSpPr/>
          <p:nvPr/>
        </p:nvSpPr>
        <p:spPr>
          <a:xfrm rot="5400000" flipH="1">
            <a:off x="10746401" y="5280967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16" name="Google Shape;116;p14"/>
          <p:cNvSpPr txBox="1">
            <a:spLocks noGrp="1"/>
          </p:cNvSpPr>
          <p:nvPr>
            <p:ph type="title" idx="15"/>
          </p:nvPr>
        </p:nvSpPr>
        <p:spPr>
          <a:xfrm>
            <a:off x="2260600" y="720000"/>
            <a:ext cx="7670800" cy="7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960001" y="2239901"/>
            <a:ext cx="6290980" cy="3952604"/>
          </a:xfrm>
          <a:custGeom>
            <a:avLst/>
            <a:gdLst/>
            <a:ahLst/>
            <a:cxnLst/>
            <a:rect l="l" t="t" r="r" b="b"/>
            <a:pathLst>
              <a:path w="61036" h="25959" extrusionOk="0">
                <a:moveTo>
                  <a:pt x="1520" y="1"/>
                </a:moveTo>
                <a:cubicBezTo>
                  <a:pt x="700" y="1"/>
                  <a:pt x="1" y="670"/>
                  <a:pt x="1" y="1521"/>
                </a:cubicBezTo>
                <a:lnTo>
                  <a:pt x="1" y="24439"/>
                </a:lnTo>
                <a:cubicBezTo>
                  <a:pt x="1" y="25260"/>
                  <a:pt x="700" y="25959"/>
                  <a:pt x="1520" y="25959"/>
                </a:cubicBezTo>
                <a:lnTo>
                  <a:pt x="59515" y="25959"/>
                </a:lnTo>
                <a:cubicBezTo>
                  <a:pt x="60336" y="25959"/>
                  <a:pt x="61035" y="25260"/>
                  <a:pt x="61035" y="24439"/>
                </a:cubicBezTo>
                <a:lnTo>
                  <a:pt x="61035" y="1521"/>
                </a:lnTo>
                <a:cubicBezTo>
                  <a:pt x="61035" y="670"/>
                  <a:pt x="60336" y="1"/>
                  <a:pt x="59515" y="1"/>
                </a:cubicBezTo>
                <a:close/>
              </a:path>
            </a:pathLst>
          </a:custGeom>
          <a:solidFill>
            <a:srgbClr val="FF945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1"/>
          </p:nvPr>
        </p:nvSpPr>
        <p:spPr>
          <a:xfrm>
            <a:off x="1371600" y="2374900"/>
            <a:ext cx="5636000" cy="34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None/>
              <a:defRPr sz="1865">
                <a:solidFill>
                  <a:schemeClr val="lt1"/>
                </a:solidFill>
              </a:defRPr>
            </a:lvl1pPr>
            <a:lvl2pPr lvl="1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2135"/>
              </a:spcBef>
              <a:spcAft>
                <a:spcPts val="2135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996100" y="764467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21" name="Google Shape;121;p15"/>
          <p:cNvSpPr/>
          <p:nvPr/>
        </p:nvSpPr>
        <p:spPr>
          <a:xfrm>
            <a:off x="1434500" y="11245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22" name="Google Shape;122;p15"/>
          <p:cNvSpPr/>
          <p:nvPr/>
        </p:nvSpPr>
        <p:spPr>
          <a:xfrm>
            <a:off x="10499400" y="1247900"/>
            <a:ext cx="1732000" cy="3232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2260600" y="720000"/>
            <a:ext cx="7670800" cy="7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3">
  <p:cSld name="Three columns 3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/>
          <p:nvPr/>
        </p:nvSpPr>
        <p:spPr>
          <a:xfrm>
            <a:off x="6096001" y="512767"/>
            <a:ext cx="4149873" cy="4143413"/>
          </a:xfrm>
          <a:custGeom>
            <a:avLst/>
            <a:gdLst/>
            <a:ahLst/>
            <a:cxnLst/>
            <a:rect l="l" t="t" r="r" b="b"/>
            <a:pathLst>
              <a:path w="62950" h="62852" extrusionOk="0">
                <a:moveTo>
                  <a:pt x="19676" y="0"/>
                </a:moveTo>
                <a:cubicBezTo>
                  <a:pt x="16633" y="0"/>
                  <a:pt x="13712" y="824"/>
                  <a:pt x="10821" y="2780"/>
                </a:cubicBezTo>
                <a:cubicBezTo>
                  <a:pt x="3739" y="7552"/>
                  <a:pt x="0" y="16458"/>
                  <a:pt x="3526" y="31656"/>
                </a:cubicBezTo>
                <a:cubicBezTo>
                  <a:pt x="7082" y="46854"/>
                  <a:pt x="10790" y="60076"/>
                  <a:pt x="17569" y="62264"/>
                </a:cubicBezTo>
                <a:cubicBezTo>
                  <a:pt x="18779" y="62662"/>
                  <a:pt x="20048" y="62852"/>
                  <a:pt x="21374" y="62852"/>
                </a:cubicBezTo>
                <a:cubicBezTo>
                  <a:pt x="27637" y="62852"/>
                  <a:pt x="35165" y="58620"/>
                  <a:pt x="43770" y="52173"/>
                </a:cubicBezTo>
                <a:cubicBezTo>
                  <a:pt x="54165" y="44331"/>
                  <a:pt x="62950" y="37674"/>
                  <a:pt x="62858" y="29315"/>
                </a:cubicBezTo>
                <a:cubicBezTo>
                  <a:pt x="62798" y="21321"/>
                  <a:pt x="55168" y="15394"/>
                  <a:pt x="42341" y="8586"/>
                </a:cubicBezTo>
                <a:cubicBezTo>
                  <a:pt x="33562" y="3935"/>
                  <a:pt x="26327" y="0"/>
                  <a:pt x="19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14" name="Google Shape;214;p26"/>
          <p:cNvSpPr/>
          <p:nvPr/>
        </p:nvSpPr>
        <p:spPr>
          <a:xfrm>
            <a:off x="1320000" y="1088567"/>
            <a:ext cx="4041600" cy="2483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15" name="Google Shape;215;p26"/>
          <p:cNvSpPr/>
          <p:nvPr/>
        </p:nvSpPr>
        <p:spPr>
          <a:xfrm rot="3299625">
            <a:off x="3719693" y="2734291"/>
            <a:ext cx="4146124" cy="3760019"/>
          </a:xfrm>
          <a:custGeom>
            <a:avLst/>
            <a:gdLst/>
            <a:ahLst/>
            <a:cxnLst/>
            <a:rect l="l" t="t" r="r" b="b"/>
            <a:pathLst>
              <a:path w="61794" h="56643" extrusionOk="0">
                <a:moveTo>
                  <a:pt x="34089" y="1"/>
                </a:moveTo>
                <a:cubicBezTo>
                  <a:pt x="24362" y="1"/>
                  <a:pt x="14276" y="5165"/>
                  <a:pt x="7721" y="14507"/>
                </a:cubicBezTo>
                <a:cubicBezTo>
                  <a:pt x="0" y="25449"/>
                  <a:pt x="0" y="39674"/>
                  <a:pt x="4073" y="47790"/>
                </a:cubicBezTo>
                <a:cubicBezTo>
                  <a:pt x="6880" y="53403"/>
                  <a:pt x="15284" y="56643"/>
                  <a:pt x="24467" y="56643"/>
                </a:cubicBezTo>
                <a:cubicBezTo>
                  <a:pt x="30700" y="56643"/>
                  <a:pt x="37292" y="55150"/>
                  <a:pt x="42737" y="51893"/>
                </a:cubicBezTo>
                <a:cubicBezTo>
                  <a:pt x="56293" y="43839"/>
                  <a:pt x="61795" y="13261"/>
                  <a:pt x="48329" y="4264"/>
                </a:cubicBezTo>
                <a:cubicBezTo>
                  <a:pt x="44035" y="1376"/>
                  <a:pt x="39110" y="1"/>
                  <a:pt x="340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16" name="Google Shape;216;p26"/>
          <p:cNvSpPr/>
          <p:nvPr/>
        </p:nvSpPr>
        <p:spPr>
          <a:xfrm>
            <a:off x="-445266" y="5280967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17" name="Google Shape;217;p26"/>
          <p:cNvSpPr/>
          <p:nvPr/>
        </p:nvSpPr>
        <p:spPr>
          <a:xfrm flipH="1">
            <a:off x="10938000" y="764467"/>
            <a:ext cx="294000" cy="274400"/>
          </a:xfrm>
          <a:prstGeom prst="star4">
            <a:avLst>
              <a:gd name="adj" fmla="val 125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18" name="Google Shape;218;p26"/>
          <p:cNvSpPr/>
          <p:nvPr/>
        </p:nvSpPr>
        <p:spPr>
          <a:xfrm flipH="1">
            <a:off x="10499600" y="1124500"/>
            <a:ext cx="294000" cy="2744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19" name="Google Shape;219;p26"/>
          <p:cNvSpPr/>
          <p:nvPr/>
        </p:nvSpPr>
        <p:spPr>
          <a:xfrm rot="-2700000" flipH="1">
            <a:off x="2334017" y="4851264"/>
            <a:ext cx="619604" cy="567947"/>
          </a:xfrm>
          <a:custGeom>
            <a:avLst/>
            <a:gdLst/>
            <a:ahLst/>
            <a:cxnLst/>
            <a:rect l="l" t="t" r="r" b="b"/>
            <a:pathLst>
              <a:path w="61794" h="56643" extrusionOk="0">
                <a:moveTo>
                  <a:pt x="34089" y="1"/>
                </a:moveTo>
                <a:cubicBezTo>
                  <a:pt x="24362" y="1"/>
                  <a:pt x="14276" y="5165"/>
                  <a:pt x="7721" y="14507"/>
                </a:cubicBezTo>
                <a:cubicBezTo>
                  <a:pt x="0" y="25449"/>
                  <a:pt x="0" y="39674"/>
                  <a:pt x="4073" y="47790"/>
                </a:cubicBezTo>
                <a:cubicBezTo>
                  <a:pt x="6880" y="53403"/>
                  <a:pt x="15284" y="56643"/>
                  <a:pt x="24467" y="56643"/>
                </a:cubicBezTo>
                <a:cubicBezTo>
                  <a:pt x="30700" y="56643"/>
                  <a:pt x="37292" y="55150"/>
                  <a:pt x="42737" y="51893"/>
                </a:cubicBezTo>
                <a:cubicBezTo>
                  <a:pt x="56293" y="43839"/>
                  <a:pt x="61795" y="13261"/>
                  <a:pt x="48329" y="4264"/>
                </a:cubicBezTo>
                <a:cubicBezTo>
                  <a:pt x="44035" y="1376"/>
                  <a:pt x="39110" y="1"/>
                  <a:pt x="340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  <p:sp>
        <p:nvSpPr>
          <p:cNvPr id="220" name="Google Shape;220;p26"/>
          <p:cNvSpPr txBox="1">
            <a:spLocks noGrp="1"/>
          </p:cNvSpPr>
          <p:nvPr>
            <p:ph type="title" hasCustomPrompt="1"/>
          </p:nvPr>
        </p:nvSpPr>
        <p:spPr>
          <a:xfrm>
            <a:off x="3977151" y="3163533"/>
            <a:ext cx="3428000" cy="134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t>xx%</a:t>
            </a:r>
          </a:p>
        </p:txBody>
      </p:sp>
      <p:sp>
        <p:nvSpPr>
          <p:cNvPr id="221" name="Google Shape;221;p26"/>
          <p:cNvSpPr txBox="1">
            <a:spLocks noGrp="1"/>
          </p:cNvSpPr>
          <p:nvPr>
            <p:ph type="subTitle" idx="1"/>
          </p:nvPr>
        </p:nvSpPr>
        <p:spPr>
          <a:xfrm>
            <a:off x="4378667" y="4347000"/>
            <a:ext cx="2714400" cy="22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None/>
              <a:defRPr sz="1865">
                <a:solidFill>
                  <a:schemeClr val="lt1"/>
                </a:solidFill>
              </a:defRPr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/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/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/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/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/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/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/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6"/>
          <p:cNvSpPr txBox="1">
            <a:spLocks noGrp="1"/>
          </p:cNvSpPr>
          <p:nvPr>
            <p:ph type="title" idx="2" hasCustomPrompt="1"/>
          </p:nvPr>
        </p:nvSpPr>
        <p:spPr>
          <a:xfrm>
            <a:off x="6380367" y="1253900"/>
            <a:ext cx="3611200" cy="134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6"/>
          <p:cNvSpPr txBox="1">
            <a:spLocks noGrp="1"/>
          </p:cNvSpPr>
          <p:nvPr>
            <p:ph type="subTitle" idx="3"/>
          </p:nvPr>
        </p:nvSpPr>
        <p:spPr>
          <a:xfrm>
            <a:off x="6658401" y="2437367"/>
            <a:ext cx="2714400" cy="22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ct val="0"/>
              </a:spcBef>
              <a:spcAft>
                <a:spcPct val="0"/>
              </a:spcAft>
              <a:buNone/>
              <a:defRPr sz="1865">
                <a:solidFill>
                  <a:schemeClr val="lt1"/>
                </a:solidFill>
              </a:defRPr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/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/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/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/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/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/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/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6"/>
          <p:cNvSpPr txBox="1">
            <a:spLocks noGrp="1"/>
          </p:cNvSpPr>
          <p:nvPr>
            <p:ph type="title" idx="4" hasCustomPrompt="1"/>
          </p:nvPr>
        </p:nvSpPr>
        <p:spPr>
          <a:xfrm>
            <a:off x="1755600" y="1050700"/>
            <a:ext cx="3170400" cy="134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3000"/>
              <a:buNone/>
              <a:defRPr sz="4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Font typeface="Merriweather"/>
              <a:buNone/>
              <a:defRPr sz="4000" b="1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6"/>
          <p:cNvSpPr txBox="1">
            <a:spLocks noGrp="1"/>
          </p:cNvSpPr>
          <p:nvPr>
            <p:ph type="subTitle" idx="5"/>
          </p:nvPr>
        </p:nvSpPr>
        <p:spPr>
          <a:xfrm>
            <a:off x="1755600" y="2234167"/>
            <a:ext cx="2818000" cy="22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None/>
              <a:defRPr sz="1865">
                <a:solidFill>
                  <a:schemeClr val="dk1"/>
                </a:solidFill>
              </a:defRPr>
            </a:lvl1pPr>
            <a:lvl2pPr lvl="1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2135"/>
              </a:spcBef>
              <a:spcAft>
                <a:spcPct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2135"/>
              </a:spcBef>
              <a:spcAft>
                <a:spcPts val="2135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26"/>
          <p:cNvSpPr/>
          <p:nvPr/>
        </p:nvSpPr>
        <p:spPr>
          <a:xfrm rot="5400000" flipH="1">
            <a:off x="10746401" y="5280967"/>
            <a:ext cx="2179433" cy="2092867"/>
          </a:xfrm>
          <a:custGeom>
            <a:avLst/>
            <a:gdLst/>
            <a:ahLst/>
            <a:cxnLst/>
            <a:rect l="l" t="t" r="r" b="b"/>
            <a:pathLst>
              <a:path w="65383" h="62786" extrusionOk="0">
                <a:moveTo>
                  <a:pt x="27687" y="1"/>
                </a:moveTo>
                <a:cubicBezTo>
                  <a:pt x="27126" y="1"/>
                  <a:pt x="26550" y="19"/>
                  <a:pt x="25959" y="56"/>
                </a:cubicBezTo>
                <a:cubicBezTo>
                  <a:pt x="10488" y="1028"/>
                  <a:pt x="1" y="16895"/>
                  <a:pt x="3345" y="35041"/>
                </a:cubicBezTo>
                <a:cubicBezTo>
                  <a:pt x="6185" y="50482"/>
                  <a:pt x="19773" y="62786"/>
                  <a:pt x="35370" y="62786"/>
                </a:cubicBezTo>
                <a:cubicBezTo>
                  <a:pt x="38134" y="62786"/>
                  <a:pt x="40960" y="62400"/>
                  <a:pt x="43801" y="61576"/>
                </a:cubicBezTo>
                <a:cubicBezTo>
                  <a:pt x="62707" y="56075"/>
                  <a:pt x="65382" y="44616"/>
                  <a:pt x="59911" y="39144"/>
                </a:cubicBezTo>
                <a:cubicBezTo>
                  <a:pt x="54440" y="33673"/>
                  <a:pt x="48269" y="30907"/>
                  <a:pt x="46993" y="19995"/>
                </a:cubicBezTo>
                <a:cubicBezTo>
                  <a:pt x="45769" y="9537"/>
                  <a:pt x="40609" y="1"/>
                  <a:pt x="2768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Merriweather"/>
              <a:buNone/>
              <a:defRPr sz="28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Ubuntu Medium"/>
              <a:buChar char="●"/>
              <a:defRPr sz="1800"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Ubuntu Medium"/>
              <a:buChar char="○"/>
              <a:defRPr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Ubuntu Medium"/>
              <a:buChar char="■"/>
              <a:defRPr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Ubuntu Medium"/>
              <a:buChar char="●"/>
              <a:defRPr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Ubuntu Medium"/>
              <a:buChar char="○"/>
              <a:defRPr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Ubuntu Medium"/>
              <a:buChar char="■"/>
              <a:defRPr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Ubuntu Medium"/>
              <a:buChar char="●"/>
              <a:defRPr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Ubuntu Medium"/>
              <a:buChar char="○"/>
              <a:defRPr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Ubuntu Medium"/>
              <a:buChar char="■"/>
              <a:defRPr>
                <a:solidFill>
                  <a:schemeClr val="dk2"/>
                </a:solidFill>
                <a:latin typeface="Ubuntu Medium"/>
                <a:ea typeface="Ubuntu Medium"/>
                <a:cs typeface="Ubuntu Medium"/>
                <a:sym typeface="Ubuntu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hf sldNum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7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8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0"/>
            <a:ext cx="12192000" cy="6868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Google Shape;235;p29"/>
          <p:cNvSpPr/>
          <p:nvPr/>
        </p:nvSpPr>
        <p:spPr>
          <a:xfrm>
            <a:off x="1341435" y="2048839"/>
            <a:ext cx="9440400" cy="262150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83" name="Google Shape;283;p29"/>
          <p:cNvGrpSpPr/>
          <p:nvPr/>
        </p:nvGrpSpPr>
        <p:grpSpPr>
          <a:xfrm>
            <a:off x="9876001" y="1562109"/>
            <a:ext cx="1201447" cy="1304320"/>
            <a:chOff x="6817499" y="1037952"/>
            <a:chExt cx="901085" cy="978240"/>
          </a:xfrm>
        </p:grpSpPr>
        <p:sp>
          <p:nvSpPr>
            <p:cNvPr id="284" name="Google Shape;284;p29"/>
            <p:cNvSpPr/>
            <p:nvPr/>
          </p:nvSpPr>
          <p:spPr>
            <a:xfrm>
              <a:off x="7192057" y="1203600"/>
              <a:ext cx="41712" cy="25418"/>
            </a:xfrm>
            <a:custGeom>
              <a:avLst/>
              <a:gdLst/>
              <a:ahLst/>
              <a:cxnLst/>
              <a:rect l="l" t="t" r="r" b="b"/>
              <a:pathLst>
                <a:path w="6573" h="4006" extrusionOk="0">
                  <a:moveTo>
                    <a:pt x="1449" y="1"/>
                  </a:moveTo>
                  <a:cubicBezTo>
                    <a:pt x="905" y="1"/>
                    <a:pt x="371" y="323"/>
                    <a:pt x="206" y="883"/>
                  </a:cubicBezTo>
                  <a:cubicBezTo>
                    <a:pt x="1" y="1540"/>
                    <a:pt x="371" y="2321"/>
                    <a:pt x="1028" y="2526"/>
                  </a:cubicBezTo>
                  <a:cubicBezTo>
                    <a:pt x="1028" y="2526"/>
                    <a:pt x="2383" y="2978"/>
                    <a:pt x="4561" y="3882"/>
                  </a:cubicBezTo>
                  <a:cubicBezTo>
                    <a:pt x="4848" y="4005"/>
                    <a:pt x="5054" y="4005"/>
                    <a:pt x="5259" y="4005"/>
                  </a:cubicBezTo>
                  <a:cubicBezTo>
                    <a:pt x="5711" y="3964"/>
                    <a:pt x="6122" y="3677"/>
                    <a:pt x="6327" y="3184"/>
                  </a:cubicBezTo>
                  <a:cubicBezTo>
                    <a:pt x="6574" y="2526"/>
                    <a:pt x="6286" y="1746"/>
                    <a:pt x="5588" y="1499"/>
                  </a:cubicBezTo>
                  <a:cubicBezTo>
                    <a:pt x="3246" y="513"/>
                    <a:pt x="1890" y="61"/>
                    <a:pt x="1849" y="61"/>
                  </a:cubicBezTo>
                  <a:cubicBezTo>
                    <a:pt x="1719" y="21"/>
                    <a:pt x="1584" y="1"/>
                    <a:pt x="1449" y="1"/>
                  </a:cubicBezTo>
                  <a:close/>
                </a:path>
              </a:pathLst>
            </a:custGeom>
            <a:solidFill>
              <a:srgbClr val="E5E6E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7645591" y="1661729"/>
              <a:ext cx="34675" cy="63126"/>
            </a:xfrm>
            <a:custGeom>
              <a:avLst/>
              <a:gdLst/>
              <a:ahLst/>
              <a:cxnLst/>
              <a:rect l="l" t="t" r="r" b="b"/>
              <a:pathLst>
                <a:path w="5465" h="9949" extrusionOk="0">
                  <a:moveTo>
                    <a:pt x="1473" y="1"/>
                  </a:moveTo>
                  <a:cubicBezTo>
                    <a:pt x="1326" y="1"/>
                    <a:pt x="1176" y="25"/>
                    <a:pt x="1028" y="77"/>
                  </a:cubicBezTo>
                  <a:cubicBezTo>
                    <a:pt x="371" y="365"/>
                    <a:pt x="1" y="1104"/>
                    <a:pt x="288" y="1803"/>
                  </a:cubicBezTo>
                  <a:cubicBezTo>
                    <a:pt x="1151" y="4144"/>
                    <a:pt x="1973" y="6609"/>
                    <a:pt x="2753" y="9033"/>
                  </a:cubicBezTo>
                  <a:cubicBezTo>
                    <a:pt x="2940" y="9592"/>
                    <a:pt x="3396" y="9948"/>
                    <a:pt x="3940" y="9948"/>
                  </a:cubicBezTo>
                  <a:cubicBezTo>
                    <a:pt x="3995" y="9948"/>
                    <a:pt x="4052" y="9944"/>
                    <a:pt x="4109" y="9937"/>
                  </a:cubicBezTo>
                  <a:cubicBezTo>
                    <a:pt x="4232" y="9937"/>
                    <a:pt x="4273" y="9937"/>
                    <a:pt x="4396" y="9896"/>
                  </a:cubicBezTo>
                  <a:cubicBezTo>
                    <a:pt x="5054" y="9690"/>
                    <a:pt x="5465" y="8992"/>
                    <a:pt x="5259" y="8252"/>
                  </a:cubicBezTo>
                  <a:cubicBezTo>
                    <a:pt x="4479" y="5747"/>
                    <a:pt x="3657" y="3282"/>
                    <a:pt x="2753" y="858"/>
                  </a:cubicBezTo>
                  <a:cubicBezTo>
                    <a:pt x="2527" y="340"/>
                    <a:pt x="2019" y="1"/>
                    <a:pt x="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7675045" y="1755914"/>
              <a:ext cx="28419" cy="64801"/>
            </a:xfrm>
            <a:custGeom>
              <a:avLst/>
              <a:gdLst/>
              <a:ahLst/>
              <a:cxnLst/>
              <a:rect l="l" t="t" r="r" b="b"/>
              <a:pathLst>
                <a:path w="4479" h="10213" extrusionOk="0">
                  <a:moveTo>
                    <a:pt x="1330" y="1"/>
                  </a:moveTo>
                  <a:cubicBezTo>
                    <a:pt x="1244" y="1"/>
                    <a:pt x="1157" y="8"/>
                    <a:pt x="1069" y="22"/>
                  </a:cubicBezTo>
                  <a:cubicBezTo>
                    <a:pt x="412" y="187"/>
                    <a:pt x="1" y="885"/>
                    <a:pt x="124" y="1624"/>
                  </a:cubicBezTo>
                  <a:cubicBezTo>
                    <a:pt x="740" y="4089"/>
                    <a:pt x="1274" y="6595"/>
                    <a:pt x="1726" y="9142"/>
                  </a:cubicBezTo>
                  <a:cubicBezTo>
                    <a:pt x="1844" y="9772"/>
                    <a:pt x="2452" y="10213"/>
                    <a:pt x="3081" y="10213"/>
                  </a:cubicBezTo>
                  <a:cubicBezTo>
                    <a:pt x="3109" y="10213"/>
                    <a:pt x="3136" y="10212"/>
                    <a:pt x="3164" y="10210"/>
                  </a:cubicBezTo>
                  <a:lnTo>
                    <a:pt x="3287" y="10210"/>
                  </a:lnTo>
                  <a:cubicBezTo>
                    <a:pt x="3986" y="10046"/>
                    <a:pt x="4479" y="9389"/>
                    <a:pt x="4314" y="8649"/>
                  </a:cubicBezTo>
                  <a:cubicBezTo>
                    <a:pt x="3862" y="6102"/>
                    <a:pt x="3287" y="3514"/>
                    <a:pt x="2671" y="1008"/>
                  </a:cubicBezTo>
                  <a:cubicBezTo>
                    <a:pt x="2526" y="393"/>
                    <a:pt x="1967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7701376" y="1950242"/>
              <a:ext cx="17208" cy="65950"/>
            </a:xfrm>
            <a:custGeom>
              <a:avLst/>
              <a:gdLst/>
              <a:ahLst/>
              <a:cxnLst/>
              <a:rect l="l" t="t" r="r" b="b"/>
              <a:pathLst>
                <a:path w="2712" h="10394" extrusionOk="0">
                  <a:moveTo>
                    <a:pt x="1274" y="0"/>
                  </a:moveTo>
                  <a:cubicBezTo>
                    <a:pt x="575" y="82"/>
                    <a:pt x="0" y="616"/>
                    <a:pt x="0" y="1356"/>
                  </a:cubicBezTo>
                  <a:cubicBezTo>
                    <a:pt x="41" y="3862"/>
                    <a:pt x="82" y="6491"/>
                    <a:pt x="41" y="9038"/>
                  </a:cubicBezTo>
                  <a:cubicBezTo>
                    <a:pt x="41" y="9777"/>
                    <a:pt x="616" y="10393"/>
                    <a:pt x="1356" y="10393"/>
                  </a:cubicBezTo>
                  <a:lnTo>
                    <a:pt x="1479" y="10393"/>
                  </a:lnTo>
                  <a:cubicBezTo>
                    <a:pt x="2177" y="10352"/>
                    <a:pt x="2670" y="9777"/>
                    <a:pt x="2670" y="9120"/>
                  </a:cubicBezTo>
                  <a:cubicBezTo>
                    <a:pt x="2711" y="6491"/>
                    <a:pt x="2670" y="3862"/>
                    <a:pt x="2629" y="1315"/>
                  </a:cubicBezTo>
                  <a:cubicBezTo>
                    <a:pt x="2629" y="575"/>
                    <a:pt x="2013" y="0"/>
                    <a:pt x="1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7693033" y="1852440"/>
              <a:ext cx="22423" cy="65239"/>
            </a:xfrm>
            <a:custGeom>
              <a:avLst/>
              <a:gdLst/>
              <a:ahLst/>
              <a:cxnLst/>
              <a:rect l="l" t="t" r="r" b="b"/>
              <a:pathLst>
                <a:path w="3534" h="10282" extrusionOk="0">
                  <a:moveTo>
                    <a:pt x="1393" y="0"/>
                  </a:moveTo>
                  <a:cubicBezTo>
                    <a:pt x="1340" y="0"/>
                    <a:pt x="1287" y="3"/>
                    <a:pt x="1233" y="9"/>
                  </a:cubicBezTo>
                  <a:cubicBezTo>
                    <a:pt x="493" y="132"/>
                    <a:pt x="0" y="789"/>
                    <a:pt x="83" y="1447"/>
                  </a:cubicBezTo>
                  <a:cubicBezTo>
                    <a:pt x="247" y="2638"/>
                    <a:pt x="411" y="3829"/>
                    <a:pt x="493" y="5021"/>
                  </a:cubicBezTo>
                  <a:cubicBezTo>
                    <a:pt x="658" y="6335"/>
                    <a:pt x="740" y="7732"/>
                    <a:pt x="863" y="9129"/>
                  </a:cubicBezTo>
                  <a:cubicBezTo>
                    <a:pt x="903" y="9800"/>
                    <a:pt x="1473" y="10281"/>
                    <a:pt x="2174" y="10281"/>
                  </a:cubicBezTo>
                  <a:cubicBezTo>
                    <a:pt x="2202" y="10281"/>
                    <a:pt x="2231" y="10281"/>
                    <a:pt x="2260" y="10279"/>
                  </a:cubicBezTo>
                  <a:lnTo>
                    <a:pt x="2301" y="10279"/>
                  </a:lnTo>
                  <a:cubicBezTo>
                    <a:pt x="2999" y="10238"/>
                    <a:pt x="3533" y="9622"/>
                    <a:pt x="3492" y="8923"/>
                  </a:cubicBezTo>
                  <a:cubicBezTo>
                    <a:pt x="3369" y="7527"/>
                    <a:pt x="3205" y="6130"/>
                    <a:pt x="3123" y="4733"/>
                  </a:cubicBezTo>
                  <a:cubicBezTo>
                    <a:pt x="2999" y="3583"/>
                    <a:pt x="2876" y="2351"/>
                    <a:pt x="2712" y="1159"/>
                  </a:cubicBezTo>
                  <a:cubicBezTo>
                    <a:pt x="2597" y="474"/>
                    <a:pt x="2060" y="0"/>
                    <a:pt x="1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7605973" y="1572201"/>
              <a:ext cx="40411" cy="60855"/>
            </a:xfrm>
            <a:custGeom>
              <a:avLst/>
              <a:gdLst/>
              <a:ahLst/>
              <a:cxnLst/>
              <a:rect l="l" t="t" r="r" b="b"/>
              <a:pathLst>
                <a:path w="6369" h="9591" extrusionOk="0">
                  <a:moveTo>
                    <a:pt x="1418" y="1"/>
                  </a:moveTo>
                  <a:cubicBezTo>
                    <a:pt x="1229" y="1"/>
                    <a:pt x="1039" y="44"/>
                    <a:pt x="863" y="138"/>
                  </a:cubicBezTo>
                  <a:cubicBezTo>
                    <a:pt x="247" y="508"/>
                    <a:pt x="1" y="1247"/>
                    <a:pt x="288" y="1863"/>
                  </a:cubicBezTo>
                  <a:cubicBezTo>
                    <a:pt x="1439" y="4205"/>
                    <a:pt x="2548" y="6505"/>
                    <a:pt x="3657" y="8806"/>
                  </a:cubicBezTo>
                  <a:cubicBezTo>
                    <a:pt x="3888" y="9306"/>
                    <a:pt x="4335" y="9590"/>
                    <a:pt x="4864" y="9590"/>
                  </a:cubicBezTo>
                  <a:cubicBezTo>
                    <a:pt x="4899" y="9590"/>
                    <a:pt x="4935" y="9589"/>
                    <a:pt x="4971" y="9586"/>
                  </a:cubicBezTo>
                  <a:cubicBezTo>
                    <a:pt x="5136" y="9586"/>
                    <a:pt x="5218" y="9545"/>
                    <a:pt x="5382" y="9463"/>
                  </a:cubicBezTo>
                  <a:cubicBezTo>
                    <a:pt x="6040" y="9176"/>
                    <a:pt x="6368" y="8395"/>
                    <a:pt x="6040" y="7738"/>
                  </a:cubicBezTo>
                  <a:cubicBezTo>
                    <a:pt x="4971" y="5355"/>
                    <a:pt x="3862" y="3014"/>
                    <a:pt x="2630" y="713"/>
                  </a:cubicBezTo>
                  <a:cubicBezTo>
                    <a:pt x="2366" y="273"/>
                    <a:pt x="1892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7259568" y="1233035"/>
              <a:ext cx="62302" cy="40386"/>
            </a:xfrm>
            <a:custGeom>
              <a:avLst/>
              <a:gdLst/>
              <a:ahLst/>
              <a:cxnLst/>
              <a:rect l="l" t="t" r="r" b="b"/>
              <a:pathLst>
                <a:path w="9819" h="6365" extrusionOk="0">
                  <a:moveTo>
                    <a:pt x="1501" y="1"/>
                  </a:moveTo>
                  <a:cubicBezTo>
                    <a:pt x="1032" y="1"/>
                    <a:pt x="571" y="251"/>
                    <a:pt x="370" y="681"/>
                  </a:cubicBezTo>
                  <a:cubicBezTo>
                    <a:pt x="1" y="1420"/>
                    <a:pt x="247" y="2201"/>
                    <a:pt x="945" y="2488"/>
                  </a:cubicBezTo>
                  <a:cubicBezTo>
                    <a:pt x="3205" y="3639"/>
                    <a:pt x="5464" y="4912"/>
                    <a:pt x="7641" y="6185"/>
                  </a:cubicBezTo>
                  <a:cubicBezTo>
                    <a:pt x="7861" y="6311"/>
                    <a:pt x="8057" y="6365"/>
                    <a:pt x="8265" y="6365"/>
                  </a:cubicBezTo>
                  <a:cubicBezTo>
                    <a:pt x="8330" y="6365"/>
                    <a:pt x="8395" y="6360"/>
                    <a:pt x="8463" y="6350"/>
                  </a:cubicBezTo>
                  <a:cubicBezTo>
                    <a:pt x="8874" y="6309"/>
                    <a:pt x="9243" y="6103"/>
                    <a:pt x="9449" y="5734"/>
                  </a:cubicBezTo>
                  <a:cubicBezTo>
                    <a:pt x="9819" y="5117"/>
                    <a:pt x="9613" y="4296"/>
                    <a:pt x="8997" y="3926"/>
                  </a:cubicBezTo>
                  <a:cubicBezTo>
                    <a:pt x="6738" y="2612"/>
                    <a:pt x="4437" y="1297"/>
                    <a:pt x="2096" y="147"/>
                  </a:cubicBezTo>
                  <a:cubicBezTo>
                    <a:pt x="1909" y="47"/>
                    <a:pt x="1705" y="1"/>
                    <a:pt x="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7344280" y="1283268"/>
              <a:ext cx="58913" cy="45481"/>
            </a:xfrm>
            <a:custGeom>
              <a:avLst/>
              <a:gdLst/>
              <a:ahLst/>
              <a:cxnLst/>
              <a:rect l="l" t="t" r="r" b="b"/>
              <a:pathLst>
                <a:path w="9285" h="7168" extrusionOk="0">
                  <a:moveTo>
                    <a:pt x="1454" y="1"/>
                  </a:moveTo>
                  <a:cubicBezTo>
                    <a:pt x="1049" y="1"/>
                    <a:pt x="662" y="193"/>
                    <a:pt x="411" y="569"/>
                  </a:cubicBezTo>
                  <a:cubicBezTo>
                    <a:pt x="0" y="1185"/>
                    <a:pt x="165" y="1966"/>
                    <a:pt x="781" y="2376"/>
                  </a:cubicBezTo>
                  <a:cubicBezTo>
                    <a:pt x="2876" y="3814"/>
                    <a:pt x="4971" y="5375"/>
                    <a:pt x="6984" y="6895"/>
                  </a:cubicBezTo>
                  <a:cubicBezTo>
                    <a:pt x="7178" y="7057"/>
                    <a:pt x="7448" y="7168"/>
                    <a:pt x="7714" y="7168"/>
                  </a:cubicBezTo>
                  <a:cubicBezTo>
                    <a:pt x="7787" y="7168"/>
                    <a:pt x="7859" y="7159"/>
                    <a:pt x="7929" y="7142"/>
                  </a:cubicBezTo>
                  <a:cubicBezTo>
                    <a:pt x="8258" y="7101"/>
                    <a:pt x="8586" y="6936"/>
                    <a:pt x="8833" y="6649"/>
                  </a:cubicBezTo>
                  <a:cubicBezTo>
                    <a:pt x="9285" y="6074"/>
                    <a:pt x="9161" y="5252"/>
                    <a:pt x="8586" y="4800"/>
                  </a:cubicBezTo>
                  <a:cubicBezTo>
                    <a:pt x="6532" y="3198"/>
                    <a:pt x="4355" y="1678"/>
                    <a:pt x="2219" y="240"/>
                  </a:cubicBezTo>
                  <a:cubicBezTo>
                    <a:pt x="1978" y="80"/>
                    <a:pt x="1713" y="1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9"/>
            <p:cNvSpPr/>
            <p:nvPr/>
          </p:nvSpPr>
          <p:spPr>
            <a:xfrm>
              <a:off x="7493114" y="1411710"/>
              <a:ext cx="50570" cy="53850"/>
            </a:xfrm>
            <a:custGeom>
              <a:avLst/>
              <a:gdLst/>
              <a:ahLst/>
              <a:cxnLst/>
              <a:rect l="l" t="t" r="r" b="b"/>
              <a:pathLst>
                <a:path w="7970" h="8487" extrusionOk="0">
                  <a:moveTo>
                    <a:pt x="1446" y="1"/>
                  </a:moveTo>
                  <a:cubicBezTo>
                    <a:pt x="1134" y="1"/>
                    <a:pt x="820" y="106"/>
                    <a:pt x="575" y="332"/>
                  </a:cubicBezTo>
                  <a:cubicBezTo>
                    <a:pt x="82" y="784"/>
                    <a:pt x="0" y="1647"/>
                    <a:pt x="493" y="2181"/>
                  </a:cubicBezTo>
                  <a:cubicBezTo>
                    <a:pt x="2218" y="4070"/>
                    <a:pt x="3862" y="6001"/>
                    <a:pt x="5464" y="8014"/>
                  </a:cubicBezTo>
                  <a:cubicBezTo>
                    <a:pt x="5703" y="8321"/>
                    <a:pt x="6027" y="8487"/>
                    <a:pt x="6412" y="8487"/>
                  </a:cubicBezTo>
                  <a:cubicBezTo>
                    <a:pt x="6491" y="8487"/>
                    <a:pt x="6572" y="8480"/>
                    <a:pt x="6655" y="8466"/>
                  </a:cubicBezTo>
                  <a:cubicBezTo>
                    <a:pt x="6902" y="8466"/>
                    <a:pt x="7107" y="8384"/>
                    <a:pt x="7312" y="8219"/>
                  </a:cubicBezTo>
                  <a:cubicBezTo>
                    <a:pt x="7887" y="7768"/>
                    <a:pt x="7970" y="6946"/>
                    <a:pt x="7518" y="6371"/>
                  </a:cubicBezTo>
                  <a:cubicBezTo>
                    <a:pt x="5875" y="4358"/>
                    <a:pt x="4190" y="2386"/>
                    <a:pt x="2424" y="414"/>
                  </a:cubicBezTo>
                  <a:cubicBezTo>
                    <a:pt x="2179" y="147"/>
                    <a:pt x="1814" y="1"/>
                    <a:pt x="14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9"/>
            <p:cNvSpPr/>
            <p:nvPr/>
          </p:nvSpPr>
          <p:spPr>
            <a:xfrm>
              <a:off x="7423256" y="1342924"/>
              <a:ext cx="54224" cy="49916"/>
            </a:xfrm>
            <a:custGeom>
              <a:avLst/>
              <a:gdLst/>
              <a:ahLst/>
              <a:cxnLst/>
              <a:rect l="l" t="t" r="r" b="b"/>
              <a:pathLst>
                <a:path w="8546" h="7867" extrusionOk="0">
                  <a:moveTo>
                    <a:pt x="1431" y="1"/>
                  </a:moveTo>
                  <a:cubicBezTo>
                    <a:pt x="1061" y="1"/>
                    <a:pt x="701" y="158"/>
                    <a:pt x="453" y="451"/>
                  </a:cubicBezTo>
                  <a:cubicBezTo>
                    <a:pt x="1" y="1026"/>
                    <a:pt x="42" y="1848"/>
                    <a:pt x="617" y="2300"/>
                  </a:cubicBezTo>
                  <a:cubicBezTo>
                    <a:pt x="2466" y="3984"/>
                    <a:pt x="4355" y="5709"/>
                    <a:pt x="6204" y="7517"/>
                  </a:cubicBezTo>
                  <a:cubicBezTo>
                    <a:pt x="6440" y="7720"/>
                    <a:pt x="6733" y="7867"/>
                    <a:pt x="7035" y="7867"/>
                  </a:cubicBezTo>
                  <a:cubicBezTo>
                    <a:pt x="7100" y="7867"/>
                    <a:pt x="7165" y="7860"/>
                    <a:pt x="7231" y="7846"/>
                  </a:cubicBezTo>
                  <a:cubicBezTo>
                    <a:pt x="7518" y="7804"/>
                    <a:pt x="7806" y="7722"/>
                    <a:pt x="8052" y="7435"/>
                  </a:cubicBezTo>
                  <a:cubicBezTo>
                    <a:pt x="8545" y="6942"/>
                    <a:pt x="8545" y="6120"/>
                    <a:pt x="8052" y="5586"/>
                  </a:cubicBezTo>
                  <a:cubicBezTo>
                    <a:pt x="6204" y="3820"/>
                    <a:pt x="4232" y="2012"/>
                    <a:pt x="2301" y="328"/>
                  </a:cubicBezTo>
                  <a:cubicBezTo>
                    <a:pt x="2042" y="106"/>
                    <a:pt x="1733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9"/>
            <p:cNvSpPr/>
            <p:nvPr/>
          </p:nvSpPr>
          <p:spPr>
            <a:xfrm>
              <a:off x="7554363" y="1488129"/>
              <a:ext cx="46147" cy="57873"/>
            </a:xfrm>
            <a:custGeom>
              <a:avLst/>
              <a:gdLst/>
              <a:ahLst/>
              <a:cxnLst/>
              <a:rect l="l" t="t" r="r" b="b"/>
              <a:pathLst>
                <a:path w="7272" h="9121" extrusionOk="0">
                  <a:moveTo>
                    <a:pt x="1500" y="0"/>
                  </a:moveTo>
                  <a:cubicBezTo>
                    <a:pt x="1235" y="0"/>
                    <a:pt x="969" y="79"/>
                    <a:pt x="740" y="242"/>
                  </a:cubicBezTo>
                  <a:cubicBezTo>
                    <a:pt x="165" y="653"/>
                    <a:pt x="1" y="1475"/>
                    <a:pt x="412" y="2009"/>
                  </a:cubicBezTo>
                  <a:cubicBezTo>
                    <a:pt x="1850" y="4186"/>
                    <a:pt x="3287" y="6363"/>
                    <a:pt x="4643" y="8499"/>
                  </a:cubicBezTo>
                  <a:cubicBezTo>
                    <a:pt x="4869" y="8914"/>
                    <a:pt x="5336" y="9121"/>
                    <a:pt x="5761" y="9121"/>
                  </a:cubicBezTo>
                  <a:cubicBezTo>
                    <a:pt x="5799" y="9121"/>
                    <a:pt x="5838" y="9119"/>
                    <a:pt x="5875" y="9116"/>
                  </a:cubicBezTo>
                  <a:cubicBezTo>
                    <a:pt x="6081" y="9116"/>
                    <a:pt x="6245" y="9034"/>
                    <a:pt x="6450" y="8910"/>
                  </a:cubicBezTo>
                  <a:cubicBezTo>
                    <a:pt x="7067" y="8541"/>
                    <a:pt x="7272" y="7719"/>
                    <a:pt x="6861" y="7103"/>
                  </a:cubicBezTo>
                  <a:cubicBezTo>
                    <a:pt x="5506" y="4884"/>
                    <a:pt x="4068" y="2707"/>
                    <a:pt x="2548" y="530"/>
                  </a:cubicBezTo>
                  <a:cubicBezTo>
                    <a:pt x="2300" y="183"/>
                    <a:pt x="1903" y="0"/>
                    <a:pt x="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9"/>
            <p:cNvSpPr/>
            <p:nvPr/>
          </p:nvSpPr>
          <p:spPr>
            <a:xfrm>
              <a:off x="6817499" y="1037952"/>
              <a:ext cx="443903" cy="134241"/>
            </a:xfrm>
            <a:custGeom>
              <a:avLst/>
              <a:gdLst/>
              <a:ahLst/>
              <a:cxnLst/>
              <a:rect l="l" t="t" r="r" b="b"/>
              <a:pathLst>
                <a:path w="69961" h="21157" extrusionOk="0">
                  <a:moveTo>
                    <a:pt x="69960" y="0"/>
                  </a:moveTo>
                  <a:lnTo>
                    <a:pt x="1" y="617"/>
                  </a:lnTo>
                  <a:lnTo>
                    <a:pt x="64291" y="21157"/>
                  </a:lnTo>
                  <a:lnTo>
                    <a:pt x="699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9"/>
            <p:cNvSpPr/>
            <p:nvPr/>
          </p:nvSpPr>
          <p:spPr>
            <a:xfrm>
              <a:off x="6817499" y="1041860"/>
              <a:ext cx="407933" cy="191067"/>
            </a:xfrm>
            <a:custGeom>
              <a:avLst/>
              <a:gdLst/>
              <a:ahLst/>
              <a:cxnLst/>
              <a:rect l="l" t="t" r="r" b="b"/>
              <a:pathLst>
                <a:path w="64292" h="30113" extrusionOk="0">
                  <a:moveTo>
                    <a:pt x="1" y="1"/>
                  </a:moveTo>
                  <a:lnTo>
                    <a:pt x="60881" y="25676"/>
                  </a:lnTo>
                  <a:lnTo>
                    <a:pt x="61046" y="25758"/>
                  </a:lnTo>
                  <a:lnTo>
                    <a:pt x="63675" y="30112"/>
                  </a:lnTo>
                  <a:lnTo>
                    <a:pt x="64291" y="205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7185280" y="1205288"/>
              <a:ext cx="36236" cy="27639"/>
            </a:xfrm>
            <a:custGeom>
              <a:avLst/>
              <a:gdLst/>
              <a:ahLst/>
              <a:cxnLst/>
              <a:rect l="l" t="t" r="r" b="b"/>
              <a:pathLst>
                <a:path w="5711" h="4356" extrusionOk="0">
                  <a:moveTo>
                    <a:pt x="3082" y="1"/>
                  </a:moveTo>
                  <a:lnTo>
                    <a:pt x="1" y="3411"/>
                  </a:lnTo>
                  <a:lnTo>
                    <a:pt x="5711" y="4355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9"/>
            <p:cNvSpPr/>
            <p:nvPr/>
          </p:nvSpPr>
          <p:spPr>
            <a:xfrm>
              <a:off x="6817499" y="1041860"/>
              <a:ext cx="387337" cy="276039"/>
            </a:xfrm>
            <a:custGeom>
              <a:avLst/>
              <a:gdLst/>
              <a:ahLst/>
              <a:cxnLst/>
              <a:rect l="l" t="t" r="r" b="b"/>
              <a:pathLst>
                <a:path w="61046" h="43505" extrusionOk="0">
                  <a:moveTo>
                    <a:pt x="1" y="1"/>
                  </a:moveTo>
                  <a:lnTo>
                    <a:pt x="45271" y="43505"/>
                  </a:lnTo>
                  <a:lnTo>
                    <a:pt x="61046" y="25758"/>
                  </a:lnTo>
                  <a:lnTo>
                    <a:pt x="53405" y="225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29"/>
          <p:cNvGrpSpPr/>
          <p:nvPr/>
        </p:nvGrpSpPr>
        <p:grpSpPr>
          <a:xfrm>
            <a:off x="969423" y="3976036"/>
            <a:ext cx="1201447" cy="1304320"/>
            <a:chOff x="1353541" y="3414607"/>
            <a:chExt cx="901085" cy="978240"/>
          </a:xfrm>
        </p:grpSpPr>
        <p:sp>
          <p:nvSpPr>
            <p:cNvPr id="300" name="Google Shape;300;p29"/>
            <p:cNvSpPr/>
            <p:nvPr/>
          </p:nvSpPr>
          <p:spPr>
            <a:xfrm rot="10800000">
              <a:off x="1838356" y="4201781"/>
              <a:ext cx="41712" cy="25418"/>
            </a:xfrm>
            <a:custGeom>
              <a:avLst/>
              <a:gdLst/>
              <a:ahLst/>
              <a:cxnLst/>
              <a:rect l="l" t="t" r="r" b="b"/>
              <a:pathLst>
                <a:path w="6573" h="4006" extrusionOk="0">
                  <a:moveTo>
                    <a:pt x="1449" y="1"/>
                  </a:moveTo>
                  <a:cubicBezTo>
                    <a:pt x="905" y="1"/>
                    <a:pt x="371" y="323"/>
                    <a:pt x="206" y="883"/>
                  </a:cubicBezTo>
                  <a:cubicBezTo>
                    <a:pt x="1" y="1540"/>
                    <a:pt x="371" y="2321"/>
                    <a:pt x="1028" y="2526"/>
                  </a:cubicBezTo>
                  <a:cubicBezTo>
                    <a:pt x="1028" y="2526"/>
                    <a:pt x="2383" y="2978"/>
                    <a:pt x="4561" y="3882"/>
                  </a:cubicBezTo>
                  <a:cubicBezTo>
                    <a:pt x="4848" y="4005"/>
                    <a:pt x="5054" y="4005"/>
                    <a:pt x="5259" y="4005"/>
                  </a:cubicBezTo>
                  <a:cubicBezTo>
                    <a:pt x="5711" y="3964"/>
                    <a:pt x="6122" y="3677"/>
                    <a:pt x="6327" y="3184"/>
                  </a:cubicBezTo>
                  <a:cubicBezTo>
                    <a:pt x="6574" y="2526"/>
                    <a:pt x="6286" y="1746"/>
                    <a:pt x="5588" y="1499"/>
                  </a:cubicBezTo>
                  <a:cubicBezTo>
                    <a:pt x="3246" y="513"/>
                    <a:pt x="1890" y="61"/>
                    <a:pt x="1849" y="61"/>
                  </a:cubicBezTo>
                  <a:cubicBezTo>
                    <a:pt x="1719" y="21"/>
                    <a:pt x="1584" y="1"/>
                    <a:pt x="1449" y="1"/>
                  </a:cubicBezTo>
                  <a:close/>
                </a:path>
              </a:pathLst>
            </a:custGeom>
            <a:solidFill>
              <a:srgbClr val="E5E6E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 rot="10800000">
              <a:off x="1391859" y="3705944"/>
              <a:ext cx="34675" cy="63126"/>
            </a:xfrm>
            <a:custGeom>
              <a:avLst/>
              <a:gdLst/>
              <a:ahLst/>
              <a:cxnLst/>
              <a:rect l="l" t="t" r="r" b="b"/>
              <a:pathLst>
                <a:path w="5465" h="9949" extrusionOk="0">
                  <a:moveTo>
                    <a:pt x="1473" y="1"/>
                  </a:moveTo>
                  <a:cubicBezTo>
                    <a:pt x="1326" y="1"/>
                    <a:pt x="1176" y="25"/>
                    <a:pt x="1028" y="77"/>
                  </a:cubicBezTo>
                  <a:cubicBezTo>
                    <a:pt x="371" y="365"/>
                    <a:pt x="1" y="1104"/>
                    <a:pt x="288" y="1803"/>
                  </a:cubicBezTo>
                  <a:cubicBezTo>
                    <a:pt x="1151" y="4144"/>
                    <a:pt x="1973" y="6609"/>
                    <a:pt x="2753" y="9033"/>
                  </a:cubicBezTo>
                  <a:cubicBezTo>
                    <a:pt x="2940" y="9592"/>
                    <a:pt x="3396" y="9948"/>
                    <a:pt x="3940" y="9948"/>
                  </a:cubicBezTo>
                  <a:cubicBezTo>
                    <a:pt x="3995" y="9948"/>
                    <a:pt x="4052" y="9944"/>
                    <a:pt x="4109" y="9937"/>
                  </a:cubicBezTo>
                  <a:cubicBezTo>
                    <a:pt x="4232" y="9937"/>
                    <a:pt x="4273" y="9937"/>
                    <a:pt x="4396" y="9896"/>
                  </a:cubicBezTo>
                  <a:cubicBezTo>
                    <a:pt x="5054" y="9690"/>
                    <a:pt x="5465" y="8992"/>
                    <a:pt x="5259" y="8252"/>
                  </a:cubicBezTo>
                  <a:cubicBezTo>
                    <a:pt x="4479" y="5747"/>
                    <a:pt x="3657" y="3282"/>
                    <a:pt x="2753" y="858"/>
                  </a:cubicBezTo>
                  <a:cubicBezTo>
                    <a:pt x="2527" y="340"/>
                    <a:pt x="2019" y="1"/>
                    <a:pt x="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9"/>
            <p:cNvSpPr/>
            <p:nvPr/>
          </p:nvSpPr>
          <p:spPr>
            <a:xfrm rot="10800000">
              <a:off x="1368661" y="3610084"/>
              <a:ext cx="28419" cy="64801"/>
            </a:xfrm>
            <a:custGeom>
              <a:avLst/>
              <a:gdLst/>
              <a:ahLst/>
              <a:cxnLst/>
              <a:rect l="l" t="t" r="r" b="b"/>
              <a:pathLst>
                <a:path w="4479" h="10213" extrusionOk="0">
                  <a:moveTo>
                    <a:pt x="1330" y="1"/>
                  </a:moveTo>
                  <a:cubicBezTo>
                    <a:pt x="1244" y="1"/>
                    <a:pt x="1157" y="8"/>
                    <a:pt x="1069" y="22"/>
                  </a:cubicBezTo>
                  <a:cubicBezTo>
                    <a:pt x="412" y="187"/>
                    <a:pt x="1" y="885"/>
                    <a:pt x="124" y="1624"/>
                  </a:cubicBezTo>
                  <a:cubicBezTo>
                    <a:pt x="740" y="4089"/>
                    <a:pt x="1274" y="6595"/>
                    <a:pt x="1726" y="9142"/>
                  </a:cubicBezTo>
                  <a:cubicBezTo>
                    <a:pt x="1844" y="9772"/>
                    <a:pt x="2452" y="10213"/>
                    <a:pt x="3081" y="10213"/>
                  </a:cubicBezTo>
                  <a:cubicBezTo>
                    <a:pt x="3109" y="10213"/>
                    <a:pt x="3136" y="10212"/>
                    <a:pt x="3164" y="10210"/>
                  </a:cubicBezTo>
                  <a:lnTo>
                    <a:pt x="3287" y="10210"/>
                  </a:lnTo>
                  <a:cubicBezTo>
                    <a:pt x="3986" y="10046"/>
                    <a:pt x="4479" y="9389"/>
                    <a:pt x="4314" y="8649"/>
                  </a:cubicBezTo>
                  <a:cubicBezTo>
                    <a:pt x="3862" y="6102"/>
                    <a:pt x="3287" y="3514"/>
                    <a:pt x="2671" y="1008"/>
                  </a:cubicBezTo>
                  <a:cubicBezTo>
                    <a:pt x="2526" y="393"/>
                    <a:pt x="1967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9"/>
            <p:cNvSpPr/>
            <p:nvPr/>
          </p:nvSpPr>
          <p:spPr>
            <a:xfrm rot="10800000">
              <a:off x="1353541" y="3414607"/>
              <a:ext cx="17208" cy="65950"/>
            </a:xfrm>
            <a:custGeom>
              <a:avLst/>
              <a:gdLst/>
              <a:ahLst/>
              <a:cxnLst/>
              <a:rect l="l" t="t" r="r" b="b"/>
              <a:pathLst>
                <a:path w="2712" h="10394" extrusionOk="0">
                  <a:moveTo>
                    <a:pt x="1274" y="0"/>
                  </a:moveTo>
                  <a:cubicBezTo>
                    <a:pt x="575" y="82"/>
                    <a:pt x="0" y="616"/>
                    <a:pt x="0" y="1356"/>
                  </a:cubicBezTo>
                  <a:cubicBezTo>
                    <a:pt x="41" y="3862"/>
                    <a:pt x="82" y="6491"/>
                    <a:pt x="41" y="9038"/>
                  </a:cubicBezTo>
                  <a:cubicBezTo>
                    <a:pt x="41" y="9777"/>
                    <a:pt x="616" y="10393"/>
                    <a:pt x="1356" y="10393"/>
                  </a:cubicBezTo>
                  <a:lnTo>
                    <a:pt x="1479" y="10393"/>
                  </a:lnTo>
                  <a:cubicBezTo>
                    <a:pt x="2177" y="10352"/>
                    <a:pt x="2670" y="9777"/>
                    <a:pt x="2670" y="9120"/>
                  </a:cubicBezTo>
                  <a:cubicBezTo>
                    <a:pt x="2711" y="6491"/>
                    <a:pt x="2670" y="3862"/>
                    <a:pt x="2629" y="1315"/>
                  </a:cubicBezTo>
                  <a:cubicBezTo>
                    <a:pt x="2629" y="575"/>
                    <a:pt x="2013" y="0"/>
                    <a:pt x="1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9"/>
            <p:cNvSpPr/>
            <p:nvPr/>
          </p:nvSpPr>
          <p:spPr>
            <a:xfrm rot="10800000">
              <a:off x="1356669" y="3513120"/>
              <a:ext cx="22423" cy="65239"/>
            </a:xfrm>
            <a:custGeom>
              <a:avLst/>
              <a:gdLst/>
              <a:ahLst/>
              <a:cxnLst/>
              <a:rect l="l" t="t" r="r" b="b"/>
              <a:pathLst>
                <a:path w="3534" h="10282" extrusionOk="0">
                  <a:moveTo>
                    <a:pt x="1393" y="0"/>
                  </a:moveTo>
                  <a:cubicBezTo>
                    <a:pt x="1340" y="0"/>
                    <a:pt x="1287" y="3"/>
                    <a:pt x="1233" y="9"/>
                  </a:cubicBezTo>
                  <a:cubicBezTo>
                    <a:pt x="493" y="132"/>
                    <a:pt x="0" y="789"/>
                    <a:pt x="83" y="1447"/>
                  </a:cubicBezTo>
                  <a:cubicBezTo>
                    <a:pt x="247" y="2638"/>
                    <a:pt x="411" y="3829"/>
                    <a:pt x="493" y="5021"/>
                  </a:cubicBezTo>
                  <a:cubicBezTo>
                    <a:pt x="658" y="6335"/>
                    <a:pt x="740" y="7732"/>
                    <a:pt x="863" y="9129"/>
                  </a:cubicBezTo>
                  <a:cubicBezTo>
                    <a:pt x="903" y="9800"/>
                    <a:pt x="1473" y="10281"/>
                    <a:pt x="2174" y="10281"/>
                  </a:cubicBezTo>
                  <a:cubicBezTo>
                    <a:pt x="2202" y="10281"/>
                    <a:pt x="2231" y="10281"/>
                    <a:pt x="2260" y="10279"/>
                  </a:cubicBezTo>
                  <a:lnTo>
                    <a:pt x="2301" y="10279"/>
                  </a:lnTo>
                  <a:cubicBezTo>
                    <a:pt x="2999" y="10238"/>
                    <a:pt x="3533" y="9622"/>
                    <a:pt x="3492" y="8923"/>
                  </a:cubicBezTo>
                  <a:cubicBezTo>
                    <a:pt x="3369" y="7527"/>
                    <a:pt x="3205" y="6130"/>
                    <a:pt x="3123" y="4733"/>
                  </a:cubicBezTo>
                  <a:cubicBezTo>
                    <a:pt x="2999" y="3583"/>
                    <a:pt x="2876" y="2351"/>
                    <a:pt x="2712" y="1159"/>
                  </a:cubicBezTo>
                  <a:cubicBezTo>
                    <a:pt x="2597" y="474"/>
                    <a:pt x="2060" y="0"/>
                    <a:pt x="1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9"/>
            <p:cNvSpPr/>
            <p:nvPr/>
          </p:nvSpPr>
          <p:spPr>
            <a:xfrm rot="10800000">
              <a:off x="1425741" y="3797744"/>
              <a:ext cx="40411" cy="60855"/>
            </a:xfrm>
            <a:custGeom>
              <a:avLst/>
              <a:gdLst/>
              <a:ahLst/>
              <a:cxnLst/>
              <a:rect l="l" t="t" r="r" b="b"/>
              <a:pathLst>
                <a:path w="6369" h="9591" extrusionOk="0">
                  <a:moveTo>
                    <a:pt x="1418" y="1"/>
                  </a:moveTo>
                  <a:cubicBezTo>
                    <a:pt x="1229" y="1"/>
                    <a:pt x="1039" y="44"/>
                    <a:pt x="863" y="138"/>
                  </a:cubicBezTo>
                  <a:cubicBezTo>
                    <a:pt x="247" y="508"/>
                    <a:pt x="1" y="1247"/>
                    <a:pt x="288" y="1863"/>
                  </a:cubicBezTo>
                  <a:cubicBezTo>
                    <a:pt x="1439" y="4205"/>
                    <a:pt x="2548" y="6505"/>
                    <a:pt x="3657" y="8806"/>
                  </a:cubicBezTo>
                  <a:cubicBezTo>
                    <a:pt x="3888" y="9306"/>
                    <a:pt x="4335" y="9590"/>
                    <a:pt x="4864" y="9590"/>
                  </a:cubicBezTo>
                  <a:cubicBezTo>
                    <a:pt x="4899" y="9590"/>
                    <a:pt x="4935" y="9589"/>
                    <a:pt x="4971" y="9586"/>
                  </a:cubicBezTo>
                  <a:cubicBezTo>
                    <a:pt x="5136" y="9586"/>
                    <a:pt x="5218" y="9545"/>
                    <a:pt x="5382" y="9463"/>
                  </a:cubicBezTo>
                  <a:cubicBezTo>
                    <a:pt x="6040" y="9176"/>
                    <a:pt x="6368" y="8395"/>
                    <a:pt x="6040" y="7738"/>
                  </a:cubicBezTo>
                  <a:cubicBezTo>
                    <a:pt x="4971" y="5355"/>
                    <a:pt x="3862" y="3014"/>
                    <a:pt x="2630" y="713"/>
                  </a:cubicBezTo>
                  <a:cubicBezTo>
                    <a:pt x="2366" y="273"/>
                    <a:pt x="1892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9"/>
            <p:cNvSpPr/>
            <p:nvPr/>
          </p:nvSpPr>
          <p:spPr>
            <a:xfrm rot="10800000">
              <a:off x="1750256" y="4157379"/>
              <a:ext cx="62302" cy="40386"/>
            </a:xfrm>
            <a:custGeom>
              <a:avLst/>
              <a:gdLst/>
              <a:ahLst/>
              <a:cxnLst/>
              <a:rect l="l" t="t" r="r" b="b"/>
              <a:pathLst>
                <a:path w="9819" h="6365" extrusionOk="0">
                  <a:moveTo>
                    <a:pt x="1501" y="1"/>
                  </a:moveTo>
                  <a:cubicBezTo>
                    <a:pt x="1032" y="1"/>
                    <a:pt x="571" y="251"/>
                    <a:pt x="370" y="681"/>
                  </a:cubicBezTo>
                  <a:cubicBezTo>
                    <a:pt x="1" y="1420"/>
                    <a:pt x="247" y="2201"/>
                    <a:pt x="945" y="2488"/>
                  </a:cubicBezTo>
                  <a:cubicBezTo>
                    <a:pt x="3205" y="3639"/>
                    <a:pt x="5464" y="4912"/>
                    <a:pt x="7641" y="6185"/>
                  </a:cubicBezTo>
                  <a:cubicBezTo>
                    <a:pt x="7861" y="6311"/>
                    <a:pt x="8057" y="6365"/>
                    <a:pt x="8265" y="6365"/>
                  </a:cubicBezTo>
                  <a:cubicBezTo>
                    <a:pt x="8330" y="6365"/>
                    <a:pt x="8395" y="6360"/>
                    <a:pt x="8463" y="6350"/>
                  </a:cubicBezTo>
                  <a:cubicBezTo>
                    <a:pt x="8874" y="6309"/>
                    <a:pt x="9243" y="6103"/>
                    <a:pt x="9449" y="5734"/>
                  </a:cubicBezTo>
                  <a:cubicBezTo>
                    <a:pt x="9819" y="5117"/>
                    <a:pt x="9613" y="4296"/>
                    <a:pt x="8997" y="3926"/>
                  </a:cubicBezTo>
                  <a:cubicBezTo>
                    <a:pt x="6738" y="2612"/>
                    <a:pt x="4437" y="1297"/>
                    <a:pt x="2096" y="147"/>
                  </a:cubicBezTo>
                  <a:cubicBezTo>
                    <a:pt x="1909" y="47"/>
                    <a:pt x="1705" y="1"/>
                    <a:pt x="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9"/>
            <p:cNvSpPr/>
            <p:nvPr/>
          </p:nvSpPr>
          <p:spPr>
            <a:xfrm rot="10800000">
              <a:off x="1668932" y="4102050"/>
              <a:ext cx="58913" cy="45481"/>
            </a:xfrm>
            <a:custGeom>
              <a:avLst/>
              <a:gdLst/>
              <a:ahLst/>
              <a:cxnLst/>
              <a:rect l="l" t="t" r="r" b="b"/>
              <a:pathLst>
                <a:path w="9285" h="7168" extrusionOk="0">
                  <a:moveTo>
                    <a:pt x="1454" y="1"/>
                  </a:moveTo>
                  <a:cubicBezTo>
                    <a:pt x="1049" y="1"/>
                    <a:pt x="662" y="193"/>
                    <a:pt x="411" y="569"/>
                  </a:cubicBezTo>
                  <a:cubicBezTo>
                    <a:pt x="0" y="1185"/>
                    <a:pt x="165" y="1966"/>
                    <a:pt x="781" y="2376"/>
                  </a:cubicBezTo>
                  <a:cubicBezTo>
                    <a:pt x="2876" y="3814"/>
                    <a:pt x="4971" y="5375"/>
                    <a:pt x="6984" y="6895"/>
                  </a:cubicBezTo>
                  <a:cubicBezTo>
                    <a:pt x="7178" y="7057"/>
                    <a:pt x="7448" y="7168"/>
                    <a:pt x="7714" y="7168"/>
                  </a:cubicBezTo>
                  <a:cubicBezTo>
                    <a:pt x="7787" y="7168"/>
                    <a:pt x="7859" y="7159"/>
                    <a:pt x="7929" y="7142"/>
                  </a:cubicBezTo>
                  <a:cubicBezTo>
                    <a:pt x="8258" y="7101"/>
                    <a:pt x="8586" y="6936"/>
                    <a:pt x="8833" y="6649"/>
                  </a:cubicBezTo>
                  <a:cubicBezTo>
                    <a:pt x="9285" y="6074"/>
                    <a:pt x="9161" y="5252"/>
                    <a:pt x="8586" y="4800"/>
                  </a:cubicBezTo>
                  <a:cubicBezTo>
                    <a:pt x="6532" y="3198"/>
                    <a:pt x="4355" y="1678"/>
                    <a:pt x="2219" y="240"/>
                  </a:cubicBezTo>
                  <a:cubicBezTo>
                    <a:pt x="1978" y="80"/>
                    <a:pt x="1713" y="1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9"/>
            <p:cNvSpPr/>
            <p:nvPr/>
          </p:nvSpPr>
          <p:spPr>
            <a:xfrm rot="10800000">
              <a:off x="1528441" y="3965239"/>
              <a:ext cx="50570" cy="53850"/>
            </a:xfrm>
            <a:custGeom>
              <a:avLst/>
              <a:gdLst/>
              <a:ahLst/>
              <a:cxnLst/>
              <a:rect l="l" t="t" r="r" b="b"/>
              <a:pathLst>
                <a:path w="7970" h="8487" extrusionOk="0">
                  <a:moveTo>
                    <a:pt x="1446" y="1"/>
                  </a:moveTo>
                  <a:cubicBezTo>
                    <a:pt x="1134" y="1"/>
                    <a:pt x="820" y="106"/>
                    <a:pt x="575" y="332"/>
                  </a:cubicBezTo>
                  <a:cubicBezTo>
                    <a:pt x="82" y="784"/>
                    <a:pt x="0" y="1647"/>
                    <a:pt x="493" y="2181"/>
                  </a:cubicBezTo>
                  <a:cubicBezTo>
                    <a:pt x="2218" y="4070"/>
                    <a:pt x="3862" y="6001"/>
                    <a:pt x="5464" y="8014"/>
                  </a:cubicBezTo>
                  <a:cubicBezTo>
                    <a:pt x="5703" y="8321"/>
                    <a:pt x="6027" y="8487"/>
                    <a:pt x="6412" y="8487"/>
                  </a:cubicBezTo>
                  <a:cubicBezTo>
                    <a:pt x="6491" y="8487"/>
                    <a:pt x="6572" y="8480"/>
                    <a:pt x="6655" y="8466"/>
                  </a:cubicBezTo>
                  <a:cubicBezTo>
                    <a:pt x="6902" y="8466"/>
                    <a:pt x="7107" y="8384"/>
                    <a:pt x="7312" y="8219"/>
                  </a:cubicBezTo>
                  <a:cubicBezTo>
                    <a:pt x="7887" y="7768"/>
                    <a:pt x="7970" y="6946"/>
                    <a:pt x="7518" y="6371"/>
                  </a:cubicBezTo>
                  <a:cubicBezTo>
                    <a:pt x="5875" y="4358"/>
                    <a:pt x="4190" y="2386"/>
                    <a:pt x="2424" y="414"/>
                  </a:cubicBezTo>
                  <a:cubicBezTo>
                    <a:pt x="2179" y="147"/>
                    <a:pt x="1814" y="1"/>
                    <a:pt x="14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9"/>
            <p:cNvSpPr/>
            <p:nvPr/>
          </p:nvSpPr>
          <p:spPr>
            <a:xfrm rot="10800000">
              <a:off x="1594645" y="4037959"/>
              <a:ext cx="54224" cy="49916"/>
            </a:xfrm>
            <a:custGeom>
              <a:avLst/>
              <a:gdLst/>
              <a:ahLst/>
              <a:cxnLst/>
              <a:rect l="l" t="t" r="r" b="b"/>
              <a:pathLst>
                <a:path w="8546" h="7867" extrusionOk="0">
                  <a:moveTo>
                    <a:pt x="1431" y="1"/>
                  </a:moveTo>
                  <a:cubicBezTo>
                    <a:pt x="1061" y="1"/>
                    <a:pt x="701" y="158"/>
                    <a:pt x="453" y="451"/>
                  </a:cubicBezTo>
                  <a:cubicBezTo>
                    <a:pt x="1" y="1026"/>
                    <a:pt x="42" y="1848"/>
                    <a:pt x="617" y="2300"/>
                  </a:cubicBezTo>
                  <a:cubicBezTo>
                    <a:pt x="2466" y="3984"/>
                    <a:pt x="4355" y="5709"/>
                    <a:pt x="6204" y="7517"/>
                  </a:cubicBezTo>
                  <a:cubicBezTo>
                    <a:pt x="6440" y="7720"/>
                    <a:pt x="6733" y="7867"/>
                    <a:pt x="7035" y="7867"/>
                  </a:cubicBezTo>
                  <a:cubicBezTo>
                    <a:pt x="7100" y="7867"/>
                    <a:pt x="7165" y="7860"/>
                    <a:pt x="7231" y="7846"/>
                  </a:cubicBezTo>
                  <a:cubicBezTo>
                    <a:pt x="7518" y="7804"/>
                    <a:pt x="7806" y="7722"/>
                    <a:pt x="8052" y="7435"/>
                  </a:cubicBezTo>
                  <a:cubicBezTo>
                    <a:pt x="8545" y="6942"/>
                    <a:pt x="8545" y="6120"/>
                    <a:pt x="8052" y="5586"/>
                  </a:cubicBezTo>
                  <a:cubicBezTo>
                    <a:pt x="6204" y="3820"/>
                    <a:pt x="4232" y="2012"/>
                    <a:pt x="2301" y="328"/>
                  </a:cubicBezTo>
                  <a:cubicBezTo>
                    <a:pt x="2042" y="106"/>
                    <a:pt x="1733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 rot="10800000">
              <a:off x="1471615" y="3884797"/>
              <a:ext cx="46147" cy="57873"/>
            </a:xfrm>
            <a:custGeom>
              <a:avLst/>
              <a:gdLst/>
              <a:ahLst/>
              <a:cxnLst/>
              <a:rect l="l" t="t" r="r" b="b"/>
              <a:pathLst>
                <a:path w="7272" h="9121" extrusionOk="0">
                  <a:moveTo>
                    <a:pt x="1500" y="0"/>
                  </a:moveTo>
                  <a:cubicBezTo>
                    <a:pt x="1235" y="0"/>
                    <a:pt x="969" y="79"/>
                    <a:pt x="740" y="242"/>
                  </a:cubicBezTo>
                  <a:cubicBezTo>
                    <a:pt x="165" y="653"/>
                    <a:pt x="1" y="1475"/>
                    <a:pt x="412" y="2009"/>
                  </a:cubicBezTo>
                  <a:cubicBezTo>
                    <a:pt x="1850" y="4186"/>
                    <a:pt x="3287" y="6363"/>
                    <a:pt x="4643" y="8499"/>
                  </a:cubicBezTo>
                  <a:cubicBezTo>
                    <a:pt x="4869" y="8914"/>
                    <a:pt x="5336" y="9121"/>
                    <a:pt x="5761" y="9121"/>
                  </a:cubicBezTo>
                  <a:cubicBezTo>
                    <a:pt x="5799" y="9121"/>
                    <a:pt x="5838" y="9119"/>
                    <a:pt x="5875" y="9116"/>
                  </a:cubicBezTo>
                  <a:cubicBezTo>
                    <a:pt x="6081" y="9116"/>
                    <a:pt x="6245" y="9034"/>
                    <a:pt x="6450" y="8910"/>
                  </a:cubicBezTo>
                  <a:cubicBezTo>
                    <a:pt x="7067" y="8541"/>
                    <a:pt x="7272" y="7719"/>
                    <a:pt x="6861" y="7103"/>
                  </a:cubicBezTo>
                  <a:cubicBezTo>
                    <a:pt x="5506" y="4884"/>
                    <a:pt x="4068" y="2707"/>
                    <a:pt x="2548" y="530"/>
                  </a:cubicBezTo>
                  <a:cubicBezTo>
                    <a:pt x="2300" y="183"/>
                    <a:pt x="1903" y="0"/>
                    <a:pt x="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 rot="10800000">
              <a:off x="1810724" y="4258607"/>
              <a:ext cx="443903" cy="134241"/>
            </a:xfrm>
            <a:custGeom>
              <a:avLst/>
              <a:gdLst/>
              <a:ahLst/>
              <a:cxnLst/>
              <a:rect l="l" t="t" r="r" b="b"/>
              <a:pathLst>
                <a:path w="69961" h="21157" extrusionOk="0">
                  <a:moveTo>
                    <a:pt x="69960" y="0"/>
                  </a:moveTo>
                  <a:lnTo>
                    <a:pt x="1" y="617"/>
                  </a:lnTo>
                  <a:lnTo>
                    <a:pt x="64291" y="21157"/>
                  </a:lnTo>
                  <a:lnTo>
                    <a:pt x="699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 rot="10800000">
              <a:off x="1846694" y="4197872"/>
              <a:ext cx="407933" cy="191067"/>
            </a:xfrm>
            <a:custGeom>
              <a:avLst/>
              <a:gdLst/>
              <a:ahLst/>
              <a:cxnLst/>
              <a:rect l="l" t="t" r="r" b="b"/>
              <a:pathLst>
                <a:path w="64292" h="30113" extrusionOk="0">
                  <a:moveTo>
                    <a:pt x="1" y="1"/>
                  </a:moveTo>
                  <a:lnTo>
                    <a:pt x="60881" y="25676"/>
                  </a:lnTo>
                  <a:lnTo>
                    <a:pt x="61046" y="25758"/>
                  </a:lnTo>
                  <a:lnTo>
                    <a:pt x="63675" y="30112"/>
                  </a:lnTo>
                  <a:lnTo>
                    <a:pt x="64291" y="205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9"/>
            <p:cNvSpPr/>
            <p:nvPr/>
          </p:nvSpPr>
          <p:spPr>
            <a:xfrm rot="10800000">
              <a:off x="1850609" y="4197872"/>
              <a:ext cx="36236" cy="27639"/>
            </a:xfrm>
            <a:custGeom>
              <a:avLst/>
              <a:gdLst/>
              <a:ahLst/>
              <a:cxnLst/>
              <a:rect l="l" t="t" r="r" b="b"/>
              <a:pathLst>
                <a:path w="5711" h="4356" extrusionOk="0">
                  <a:moveTo>
                    <a:pt x="3082" y="1"/>
                  </a:moveTo>
                  <a:lnTo>
                    <a:pt x="1" y="3411"/>
                  </a:lnTo>
                  <a:lnTo>
                    <a:pt x="5711" y="4355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 rot="10800000">
              <a:off x="1867290" y="4112900"/>
              <a:ext cx="387337" cy="276039"/>
            </a:xfrm>
            <a:custGeom>
              <a:avLst/>
              <a:gdLst/>
              <a:ahLst/>
              <a:cxnLst/>
              <a:rect l="l" t="t" r="r" b="b"/>
              <a:pathLst>
                <a:path w="61046" h="43505" extrusionOk="0">
                  <a:moveTo>
                    <a:pt x="1" y="1"/>
                  </a:moveTo>
                  <a:lnTo>
                    <a:pt x="45271" y="43505"/>
                  </a:lnTo>
                  <a:lnTo>
                    <a:pt x="61046" y="25758"/>
                  </a:lnTo>
                  <a:lnTo>
                    <a:pt x="53405" y="225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4" name="文本框 93"/>
          <p:cNvSpPr txBox="1"/>
          <p:nvPr/>
        </p:nvSpPr>
        <p:spPr>
          <a:xfrm>
            <a:off x="2598969" y="2459556"/>
            <a:ext cx="70556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800" dirty="0" smtClean="0">
                <a:solidFill>
                  <a:srgbClr val="34596C"/>
                </a:solidFill>
                <a:latin typeface="思源宋体 CN Heavy" pitchFamily="18" charset="-122"/>
                <a:ea typeface="思源宋体 CN Heavy" pitchFamily="18" charset="-122"/>
              </a:rPr>
              <a:t>读</a:t>
            </a:r>
            <a:r>
              <a:rPr lang="zh-CN" altLang="en-US" sz="8800" dirty="0">
                <a:solidFill>
                  <a:srgbClr val="34596C"/>
                </a:solidFill>
                <a:latin typeface="思源宋体 CN Heavy" pitchFamily="18" charset="-122"/>
                <a:ea typeface="思源宋体 CN Heavy" pitchFamily="18" charset="-122"/>
              </a:rPr>
              <a:t>书分享会</a:t>
            </a:r>
            <a:endParaRPr lang="en-US" altLang="zh-CN" sz="8800" dirty="0">
              <a:solidFill>
                <a:srgbClr val="34596C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grpSp>
        <p:nvGrpSpPr>
          <p:cNvPr id="95" name="Google Shape;443;p34"/>
          <p:cNvGrpSpPr/>
          <p:nvPr/>
        </p:nvGrpSpPr>
        <p:grpSpPr>
          <a:xfrm rot="18059551">
            <a:off x="-519304" y="4339906"/>
            <a:ext cx="2034293" cy="3279161"/>
            <a:chOff x="6634300" y="1683989"/>
            <a:chExt cx="1789666" cy="2884836"/>
          </a:xfrm>
        </p:grpSpPr>
        <p:sp>
          <p:nvSpPr>
            <p:cNvPr id="96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434;p34"/>
          <p:cNvGrpSpPr/>
          <p:nvPr/>
        </p:nvGrpSpPr>
        <p:grpSpPr>
          <a:xfrm rot="5964363">
            <a:off x="10095519" y="-655262"/>
            <a:ext cx="2034492" cy="3279483"/>
            <a:chOff x="6634300" y="1683989"/>
            <a:chExt cx="1789666" cy="2884836"/>
          </a:xfrm>
        </p:grpSpPr>
        <p:sp>
          <p:nvSpPr>
            <p:cNvPr id="105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432;p34"/>
          <p:cNvSpPr txBox="1"/>
          <p:nvPr/>
        </p:nvSpPr>
        <p:spPr>
          <a:xfrm>
            <a:off x="1498376" y="1847612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 dirty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 dirty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4" name="Google Shape;433;p34"/>
          <p:cNvSpPr txBox="1"/>
          <p:nvPr/>
        </p:nvSpPr>
        <p:spPr>
          <a:xfrm rot="10800000" flipH="1">
            <a:off x="9597025" y="3510499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 dirty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 dirty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" name="Synergistically utilize technically sound portals with frictionless chains. Dramatically customize…"/>
          <p:cNvSpPr txBox="1"/>
          <p:nvPr/>
        </p:nvSpPr>
        <p:spPr>
          <a:xfrm>
            <a:off x="4723043" y="3859643"/>
            <a:ext cx="2810448" cy="66781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sp>
        <p:nvSpPr>
          <p:cNvPr id="116" name="Oval 18"/>
          <p:cNvSpPr/>
          <p:nvPr/>
        </p:nvSpPr>
        <p:spPr>
          <a:xfrm>
            <a:off x="3880156" y="5084529"/>
            <a:ext cx="176245" cy="17624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9"/>
          <p:cNvSpPr/>
          <p:nvPr/>
        </p:nvSpPr>
        <p:spPr>
          <a:xfrm>
            <a:off x="4166271" y="5064929"/>
            <a:ext cx="127163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D" sz="1400" dirty="0">
                <a:latin typeface="微软雅黑" panose="020B0503020204020204" pitchFamily="34" charset="-122"/>
              </a:rPr>
              <a:t>Lorem Ipsum</a:t>
            </a:r>
            <a:endParaRPr lang="en-US" sz="1400" dirty="0">
              <a:latin typeface="微软雅黑" panose="020B0503020204020204" pitchFamily="34" charset="-122"/>
            </a:endParaRPr>
          </a:p>
        </p:txBody>
      </p:sp>
      <p:sp>
        <p:nvSpPr>
          <p:cNvPr id="118" name="Oval 22"/>
          <p:cNvSpPr/>
          <p:nvPr/>
        </p:nvSpPr>
        <p:spPr>
          <a:xfrm>
            <a:off x="5437911" y="5084529"/>
            <a:ext cx="176245" cy="176245"/>
          </a:xfrm>
          <a:prstGeom prst="ellipse">
            <a:avLst/>
          </a:prstGeom>
          <a:solidFill>
            <a:srgbClr val="F39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23"/>
          <p:cNvSpPr/>
          <p:nvPr/>
        </p:nvSpPr>
        <p:spPr>
          <a:xfrm>
            <a:off x="5724026" y="5064929"/>
            <a:ext cx="127163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D" sz="1400" dirty="0">
                <a:latin typeface="微软雅黑" panose="020B0503020204020204" pitchFamily="34" charset="-122"/>
              </a:rPr>
              <a:t>Lorem Ipsum</a:t>
            </a:r>
            <a:endParaRPr lang="en-US" sz="1400" dirty="0">
              <a:latin typeface="微软雅黑" panose="020B0503020204020204" pitchFamily="34" charset="-122"/>
            </a:endParaRPr>
          </a:p>
        </p:txBody>
      </p:sp>
      <p:sp>
        <p:nvSpPr>
          <p:cNvPr id="120" name="Oval 25"/>
          <p:cNvSpPr/>
          <p:nvPr/>
        </p:nvSpPr>
        <p:spPr>
          <a:xfrm>
            <a:off x="6995666" y="5084529"/>
            <a:ext cx="176245" cy="176245"/>
          </a:xfrm>
          <a:prstGeom prst="ellipse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26"/>
          <p:cNvSpPr/>
          <p:nvPr/>
        </p:nvSpPr>
        <p:spPr>
          <a:xfrm>
            <a:off x="7281781" y="5064929"/>
            <a:ext cx="127163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D" sz="1400" dirty="0">
                <a:latin typeface="微软雅黑" panose="020B0503020204020204" pitchFamily="34" charset="-122"/>
              </a:rPr>
              <a:t>Lorem Ipsum</a:t>
            </a:r>
            <a:endParaRPr lang="en-US" sz="1400" dirty="0">
              <a:latin typeface="微软雅黑" panose="020B0503020204020204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691543" y="1391155"/>
            <a:ext cx="2463084" cy="369332"/>
          </a:xfrm>
          <a:prstGeom prst="rect">
            <a:avLst/>
          </a:prstGeom>
          <a:solidFill>
            <a:srgbClr val="FF500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  <a:endParaRPr lang="zh-CN" altLang="en-US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646" y="3284626"/>
            <a:ext cx="2810349" cy="3612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  <p:cond evt="onBegin" delay="0">
                          <p:tn val="17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1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2"/>
          <p:cNvSpPr/>
          <p:nvPr/>
        </p:nvSpPr>
        <p:spPr>
          <a:xfrm rot="2940077">
            <a:off x="1520426" y="2135067"/>
            <a:ext cx="1816749" cy="1742288"/>
          </a:xfrm>
          <a:custGeom>
            <a:avLst/>
            <a:gdLst/>
            <a:ahLst/>
            <a:cxnLst/>
            <a:rect l="l" t="t" r="r" b="b"/>
            <a:pathLst>
              <a:path w="60094" h="57631" extrusionOk="0">
                <a:moveTo>
                  <a:pt x="36339" y="0"/>
                </a:moveTo>
                <a:cubicBezTo>
                  <a:pt x="34188" y="0"/>
                  <a:pt x="31775" y="978"/>
                  <a:pt x="28968" y="3690"/>
                </a:cubicBezTo>
                <a:cubicBezTo>
                  <a:pt x="22767" y="9678"/>
                  <a:pt x="7265" y="28158"/>
                  <a:pt x="3891" y="32140"/>
                </a:cubicBezTo>
                <a:cubicBezTo>
                  <a:pt x="518" y="36122"/>
                  <a:pt x="1" y="39587"/>
                  <a:pt x="4773" y="44329"/>
                </a:cubicBezTo>
                <a:cubicBezTo>
                  <a:pt x="9484" y="49101"/>
                  <a:pt x="13436" y="52171"/>
                  <a:pt x="16931" y="55180"/>
                </a:cubicBezTo>
                <a:cubicBezTo>
                  <a:pt x="18690" y="56678"/>
                  <a:pt x="20809" y="57631"/>
                  <a:pt x="23086" y="57631"/>
                </a:cubicBezTo>
                <a:cubicBezTo>
                  <a:pt x="25335" y="57631"/>
                  <a:pt x="27736" y="56701"/>
                  <a:pt x="30093" y="54450"/>
                </a:cubicBezTo>
                <a:cubicBezTo>
                  <a:pt x="34865" y="49891"/>
                  <a:pt x="49455" y="34146"/>
                  <a:pt x="53072" y="29891"/>
                </a:cubicBezTo>
                <a:cubicBezTo>
                  <a:pt x="56658" y="25635"/>
                  <a:pt x="60093" y="20559"/>
                  <a:pt x="56142" y="15301"/>
                </a:cubicBezTo>
                <a:cubicBezTo>
                  <a:pt x="52707" y="10863"/>
                  <a:pt x="47996" y="6486"/>
                  <a:pt x="43284" y="2991"/>
                </a:cubicBezTo>
                <a:cubicBezTo>
                  <a:pt x="41197" y="1454"/>
                  <a:pt x="38962" y="0"/>
                  <a:pt x="3633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34596C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3" name="Google Shape;403;p32"/>
          <p:cNvSpPr/>
          <p:nvPr/>
        </p:nvSpPr>
        <p:spPr>
          <a:xfrm rot="2940077">
            <a:off x="6363768" y="2175647"/>
            <a:ext cx="1816749" cy="1742288"/>
          </a:xfrm>
          <a:custGeom>
            <a:avLst/>
            <a:gdLst/>
            <a:ahLst/>
            <a:cxnLst/>
            <a:rect l="l" t="t" r="r" b="b"/>
            <a:pathLst>
              <a:path w="60094" h="57631" extrusionOk="0">
                <a:moveTo>
                  <a:pt x="36339" y="0"/>
                </a:moveTo>
                <a:cubicBezTo>
                  <a:pt x="34188" y="0"/>
                  <a:pt x="31775" y="978"/>
                  <a:pt x="28968" y="3690"/>
                </a:cubicBezTo>
                <a:cubicBezTo>
                  <a:pt x="22767" y="9678"/>
                  <a:pt x="7265" y="28158"/>
                  <a:pt x="3891" y="32140"/>
                </a:cubicBezTo>
                <a:cubicBezTo>
                  <a:pt x="518" y="36122"/>
                  <a:pt x="1" y="39587"/>
                  <a:pt x="4773" y="44329"/>
                </a:cubicBezTo>
                <a:cubicBezTo>
                  <a:pt x="9484" y="49101"/>
                  <a:pt x="13436" y="52171"/>
                  <a:pt x="16931" y="55180"/>
                </a:cubicBezTo>
                <a:cubicBezTo>
                  <a:pt x="18690" y="56678"/>
                  <a:pt x="20809" y="57631"/>
                  <a:pt x="23086" y="57631"/>
                </a:cubicBezTo>
                <a:cubicBezTo>
                  <a:pt x="25335" y="57631"/>
                  <a:pt x="27736" y="56701"/>
                  <a:pt x="30093" y="54450"/>
                </a:cubicBezTo>
                <a:cubicBezTo>
                  <a:pt x="34865" y="49891"/>
                  <a:pt x="49455" y="34146"/>
                  <a:pt x="53072" y="29891"/>
                </a:cubicBezTo>
                <a:cubicBezTo>
                  <a:pt x="56658" y="25635"/>
                  <a:pt x="60093" y="20559"/>
                  <a:pt x="56142" y="15301"/>
                </a:cubicBezTo>
                <a:cubicBezTo>
                  <a:pt x="52707" y="10863"/>
                  <a:pt x="47996" y="6486"/>
                  <a:pt x="43284" y="2991"/>
                </a:cubicBezTo>
                <a:cubicBezTo>
                  <a:pt x="41197" y="1454"/>
                  <a:pt x="38962" y="0"/>
                  <a:pt x="3633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34596C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4" name="Google Shape;404;p32"/>
          <p:cNvSpPr/>
          <p:nvPr/>
        </p:nvSpPr>
        <p:spPr>
          <a:xfrm rot="2940077">
            <a:off x="1518729" y="3983438"/>
            <a:ext cx="1816749" cy="1742288"/>
          </a:xfrm>
          <a:custGeom>
            <a:avLst/>
            <a:gdLst/>
            <a:ahLst/>
            <a:cxnLst/>
            <a:rect l="l" t="t" r="r" b="b"/>
            <a:pathLst>
              <a:path w="60094" h="57631" extrusionOk="0">
                <a:moveTo>
                  <a:pt x="36339" y="0"/>
                </a:moveTo>
                <a:cubicBezTo>
                  <a:pt x="34188" y="0"/>
                  <a:pt x="31775" y="978"/>
                  <a:pt x="28968" y="3690"/>
                </a:cubicBezTo>
                <a:cubicBezTo>
                  <a:pt x="22767" y="9678"/>
                  <a:pt x="7265" y="28158"/>
                  <a:pt x="3891" y="32140"/>
                </a:cubicBezTo>
                <a:cubicBezTo>
                  <a:pt x="518" y="36122"/>
                  <a:pt x="1" y="39587"/>
                  <a:pt x="4773" y="44329"/>
                </a:cubicBezTo>
                <a:cubicBezTo>
                  <a:pt x="9484" y="49101"/>
                  <a:pt x="13436" y="52171"/>
                  <a:pt x="16931" y="55180"/>
                </a:cubicBezTo>
                <a:cubicBezTo>
                  <a:pt x="18690" y="56678"/>
                  <a:pt x="20809" y="57631"/>
                  <a:pt x="23086" y="57631"/>
                </a:cubicBezTo>
                <a:cubicBezTo>
                  <a:pt x="25335" y="57631"/>
                  <a:pt x="27736" y="56701"/>
                  <a:pt x="30093" y="54450"/>
                </a:cubicBezTo>
                <a:cubicBezTo>
                  <a:pt x="34865" y="49891"/>
                  <a:pt x="49455" y="34146"/>
                  <a:pt x="53072" y="29891"/>
                </a:cubicBezTo>
                <a:cubicBezTo>
                  <a:pt x="56658" y="25635"/>
                  <a:pt x="60093" y="20559"/>
                  <a:pt x="56142" y="15301"/>
                </a:cubicBezTo>
                <a:cubicBezTo>
                  <a:pt x="52707" y="10863"/>
                  <a:pt x="47996" y="6486"/>
                  <a:pt x="43284" y="2991"/>
                </a:cubicBezTo>
                <a:cubicBezTo>
                  <a:pt x="41197" y="1454"/>
                  <a:pt x="38962" y="0"/>
                  <a:pt x="3633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400" kern="0" dirty="0">
              <a:solidFill>
                <a:schemeClr val="tx2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405" name="Google Shape;405;p32"/>
          <p:cNvSpPr/>
          <p:nvPr/>
        </p:nvSpPr>
        <p:spPr>
          <a:xfrm rot="2940077">
            <a:off x="6362071" y="4024018"/>
            <a:ext cx="1816749" cy="1742288"/>
          </a:xfrm>
          <a:custGeom>
            <a:avLst/>
            <a:gdLst/>
            <a:ahLst/>
            <a:cxnLst/>
            <a:rect l="l" t="t" r="r" b="b"/>
            <a:pathLst>
              <a:path w="60094" h="57631" extrusionOk="0">
                <a:moveTo>
                  <a:pt x="36339" y="0"/>
                </a:moveTo>
                <a:cubicBezTo>
                  <a:pt x="34188" y="0"/>
                  <a:pt x="31775" y="978"/>
                  <a:pt x="28968" y="3690"/>
                </a:cubicBezTo>
                <a:cubicBezTo>
                  <a:pt x="22767" y="9678"/>
                  <a:pt x="7265" y="28158"/>
                  <a:pt x="3891" y="32140"/>
                </a:cubicBezTo>
                <a:cubicBezTo>
                  <a:pt x="518" y="36122"/>
                  <a:pt x="1" y="39587"/>
                  <a:pt x="4773" y="44329"/>
                </a:cubicBezTo>
                <a:cubicBezTo>
                  <a:pt x="9484" y="49101"/>
                  <a:pt x="13436" y="52171"/>
                  <a:pt x="16931" y="55180"/>
                </a:cubicBezTo>
                <a:cubicBezTo>
                  <a:pt x="18690" y="56678"/>
                  <a:pt x="20809" y="57631"/>
                  <a:pt x="23086" y="57631"/>
                </a:cubicBezTo>
                <a:cubicBezTo>
                  <a:pt x="25335" y="57631"/>
                  <a:pt x="27736" y="56701"/>
                  <a:pt x="30093" y="54450"/>
                </a:cubicBezTo>
                <a:cubicBezTo>
                  <a:pt x="34865" y="49891"/>
                  <a:pt x="49455" y="34146"/>
                  <a:pt x="53072" y="29891"/>
                </a:cubicBezTo>
                <a:cubicBezTo>
                  <a:pt x="56658" y="25635"/>
                  <a:pt x="60093" y="20559"/>
                  <a:pt x="56142" y="15301"/>
                </a:cubicBezTo>
                <a:cubicBezTo>
                  <a:pt x="52707" y="10863"/>
                  <a:pt x="47996" y="6486"/>
                  <a:pt x="43284" y="2991"/>
                </a:cubicBezTo>
                <a:cubicBezTo>
                  <a:pt x="41197" y="1454"/>
                  <a:pt x="38962" y="0"/>
                  <a:pt x="3633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400" kern="0" dirty="0">
              <a:solidFill>
                <a:schemeClr val="tx2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409" name="Google Shape;409;p32"/>
          <p:cNvSpPr txBox="1">
            <a:spLocks noGrp="1"/>
          </p:cNvSpPr>
          <p:nvPr>
            <p:ph type="title"/>
          </p:nvPr>
        </p:nvSpPr>
        <p:spPr>
          <a:xfrm>
            <a:off x="1969737" y="2547109"/>
            <a:ext cx="1672400" cy="916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sz="4800" dirty="0">
                <a:solidFill>
                  <a:schemeClr val="tx2"/>
                </a:solidFill>
                <a:latin typeface="思源宋体 CN Heavy" pitchFamily="18" charset="-122"/>
                <a:ea typeface="思源宋体 CN Heavy" pitchFamily="18" charset="-122"/>
              </a:rPr>
              <a:t>01</a:t>
            </a:r>
            <a:endParaRPr sz="4800" dirty="0">
              <a:solidFill>
                <a:schemeClr val="tx2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412" name="Google Shape;412;p32"/>
          <p:cNvSpPr txBox="1">
            <a:spLocks noGrp="1"/>
          </p:cNvSpPr>
          <p:nvPr>
            <p:ph type="title" idx="5"/>
          </p:nvPr>
        </p:nvSpPr>
        <p:spPr>
          <a:xfrm>
            <a:off x="1968040" y="4417780"/>
            <a:ext cx="1672400" cy="916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sz="4800" dirty="0">
                <a:solidFill>
                  <a:schemeClr val="tx2"/>
                </a:solidFill>
                <a:latin typeface="思源宋体 CN Heavy" pitchFamily="18" charset="-122"/>
                <a:ea typeface="思源宋体 CN Heavy" pitchFamily="18" charset="-122"/>
              </a:rPr>
              <a:t>02</a:t>
            </a:r>
            <a:endParaRPr sz="4800" dirty="0">
              <a:solidFill>
                <a:schemeClr val="tx2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415" name="Google Shape;415;p32"/>
          <p:cNvSpPr txBox="1">
            <a:spLocks noGrp="1"/>
          </p:cNvSpPr>
          <p:nvPr>
            <p:ph type="title" idx="8"/>
          </p:nvPr>
        </p:nvSpPr>
        <p:spPr>
          <a:xfrm>
            <a:off x="6813078" y="2587689"/>
            <a:ext cx="1672400" cy="916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sz="4800" dirty="0">
                <a:solidFill>
                  <a:schemeClr val="tx2"/>
                </a:solidFill>
                <a:latin typeface="思源宋体 CN Heavy" pitchFamily="18" charset="-122"/>
                <a:ea typeface="思源宋体 CN Heavy" pitchFamily="18" charset="-122"/>
              </a:rPr>
              <a:t>03</a:t>
            </a:r>
            <a:endParaRPr sz="4800" dirty="0">
              <a:solidFill>
                <a:schemeClr val="tx2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418" name="Google Shape;418;p32"/>
          <p:cNvSpPr txBox="1">
            <a:spLocks noGrp="1"/>
          </p:cNvSpPr>
          <p:nvPr>
            <p:ph type="title" idx="14"/>
          </p:nvPr>
        </p:nvSpPr>
        <p:spPr>
          <a:xfrm>
            <a:off x="6811381" y="4458360"/>
            <a:ext cx="1672400" cy="916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 sz="4800" dirty="0">
                <a:solidFill>
                  <a:schemeClr val="tx2"/>
                </a:solidFill>
                <a:latin typeface="思源宋体 CN Heavy" pitchFamily="18" charset="-122"/>
                <a:ea typeface="思源宋体 CN Heavy" pitchFamily="18" charset="-122"/>
              </a:rPr>
              <a:t>04</a:t>
            </a:r>
            <a:endParaRPr sz="4800" dirty="0">
              <a:solidFill>
                <a:schemeClr val="tx2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37" name="Synergistically utilize technically sound portals with frictionless chains. Dramatically customize…"/>
          <p:cNvSpPr txBox="1"/>
          <p:nvPr/>
        </p:nvSpPr>
        <p:spPr>
          <a:xfrm>
            <a:off x="3511511" y="2533112"/>
            <a:ext cx="2133781" cy="8986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sp>
        <p:nvSpPr>
          <p:cNvPr id="38" name="Synergistically utilize technically sound portals with frictionless chains. Dramatically customize…"/>
          <p:cNvSpPr txBox="1"/>
          <p:nvPr/>
        </p:nvSpPr>
        <p:spPr>
          <a:xfrm>
            <a:off x="3509814" y="4339628"/>
            <a:ext cx="2133781" cy="8986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sp>
        <p:nvSpPr>
          <p:cNvPr id="39" name="Synergistically utilize technically sound portals with frictionless chains. Dramatically customize…"/>
          <p:cNvSpPr txBox="1"/>
          <p:nvPr/>
        </p:nvSpPr>
        <p:spPr>
          <a:xfrm>
            <a:off x="8354852" y="2573692"/>
            <a:ext cx="2133781" cy="8986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sp>
        <p:nvSpPr>
          <p:cNvPr id="40" name="Synergistically utilize technically sound portals with frictionless chains. Dramatically customize…"/>
          <p:cNvSpPr txBox="1"/>
          <p:nvPr/>
        </p:nvSpPr>
        <p:spPr>
          <a:xfrm>
            <a:off x="8375797" y="4395684"/>
            <a:ext cx="2133781" cy="8986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</a:t>
            </a:r>
            <a:r>
              <a:rPr lang="en-US" altLang="zh-CN" sz="1000" kern="0" dirty="0" err="1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Synergisticallys</a:t>
            </a:r>
            <a:endParaRPr lang="en-US" altLang="zh-CN" sz="1000" kern="0" dirty="0">
              <a:solidFill>
                <a:srgbClr val="34596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Roboto Light" panose="02000000000000000000"/>
            </a:endParaRPr>
          </a:p>
        </p:txBody>
      </p:sp>
      <p:grpSp>
        <p:nvGrpSpPr>
          <p:cNvPr id="41" name="Google Shape;443;p34"/>
          <p:cNvGrpSpPr/>
          <p:nvPr/>
        </p:nvGrpSpPr>
        <p:grpSpPr>
          <a:xfrm rot="18059551">
            <a:off x="-519304" y="4339906"/>
            <a:ext cx="2034293" cy="3279161"/>
            <a:chOff x="6634300" y="1683989"/>
            <a:chExt cx="1789666" cy="2884836"/>
          </a:xfrm>
        </p:grpSpPr>
        <p:sp>
          <p:nvSpPr>
            <p:cNvPr id="42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6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434;p34"/>
          <p:cNvGrpSpPr/>
          <p:nvPr/>
        </p:nvGrpSpPr>
        <p:grpSpPr>
          <a:xfrm rot="5964363">
            <a:off x="9803729" y="-560856"/>
            <a:ext cx="2034492" cy="3279483"/>
            <a:chOff x="6634300" y="1683989"/>
            <a:chExt cx="1789666" cy="2884836"/>
          </a:xfrm>
        </p:grpSpPr>
        <p:sp>
          <p:nvSpPr>
            <p:cNvPr id="51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1683283" y="766234"/>
            <a:ext cx="3994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u="sng" dirty="0">
                <a:solidFill>
                  <a:srgbClr val="34596C"/>
                </a:solidFill>
                <a:latin typeface="思源宋体 CN Heavy" pitchFamily="18" charset="-122"/>
                <a:ea typeface="思源宋体 CN Heavy" pitchFamily="18" charset="-122"/>
              </a:rPr>
              <a:t>Contents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4"/>
          <p:cNvSpPr txBox="1"/>
          <p:nvPr/>
        </p:nvSpPr>
        <p:spPr>
          <a:xfrm>
            <a:off x="1001341" y="1865416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 rot="10800000" flipH="1">
            <a:off x="5354963" y="3655733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434" name="Google Shape;434;p34"/>
          <p:cNvGrpSpPr/>
          <p:nvPr/>
        </p:nvGrpSpPr>
        <p:grpSpPr>
          <a:xfrm rot="8560047">
            <a:off x="5220154" y="135768"/>
            <a:ext cx="2034492" cy="3279483"/>
            <a:chOff x="6634300" y="1683989"/>
            <a:chExt cx="1789666" cy="2884836"/>
          </a:xfrm>
        </p:grpSpPr>
        <p:sp>
          <p:nvSpPr>
            <p:cNvPr id="435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34"/>
          <p:cNvGrpSpPr/>
          <p:nvPr/>
        </p:nvGrpSpPr>
        <p:grpSpPr>
          <a:xfrm rot="18059551">
            <a:off x="774442" y="3313544"/>
            <a:ext cx="2034293" cy="3279161"/>
            <a:chOff x="6634300" y="1683989"/>
            <a:chExt cx="1789666" cy="2884836"/>
          </a:xfrm>
        </p:grpSpPr>
        <p:sp>
          <p:nvSpPr>
            <p:cNvPr id="444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784784" y="2439775"/>
            <a:ext cx="39944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u="sng" dirty="0">
                <a:solidFill>
                  <a:srgbClr val="34596C"/>
                </a:solidFill>
                <a:latin typeface="思源宋体 CN Heavy" pitchFamily="18" charset="-122"/>
                <a:ea typeface="思源宋体 CN Heavy" pitchFamily="18" charset="-122"/>
              </a:rPr>
              <a:t>Part 01</a:t>
            </a:r>
          </a:p>
        </p:txBody>
      </p:sp>
      <p:sp>
        <p:nvSpPr>
          <p:cNvPr id="29" name="Synergistically utilize technically sound portals with frictionless chains. Dramatically customize…"/>
          <p:cNvSpPr txBox="1"/>
          <p:nvPr/>
        </p:nvSpPr>
        <p:spPr>
          <a:xfrm>
            <a:off x="2415070" y="3621072"/>
            <a:ext cx="2810448" cy="66781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799" y="988962"/>
            <a:ext cx="4094757" cy="526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直接连接符 19"/>
          <p:cNvCxnSpPr/>
          <p:nvPr/>
        </p:nvCxnSpPr>
        <p:spPr>
          <a:xfrm flipH="1" flipV="1">
            <a:off x="5500993" y="18145"/>
            <a:ext cx="0" cy="5384799"/>
          </a:xfrm>
          <a:prstGeom prst="line">
            <a:avLst/>
          </a:prstGeom>
          <a:noFill/>
          <a:ln w="3175" cap="rnd" cmpd="sng" algn="ctr">
            <a:solidFill>
              <a:srgbClr val="FF5000"/>
            </a:solidFill>
            <a:prstDash val="solid"/>
            <a:round/>
            <a:tailEnd type="none" w="med" len="med"/>
          </a:ln>
          <a:effectLst/>
        </p:spPr>
      </p:cxnSp>
      <p:sp>
        <p:nvSpPr>
          <p:cNvPr id="21" name="îsḷîḑè"/>
          <p:cNvSpPr/>
          <p:nvPr/>
        </p:nvSpPr>
        <p:spPr>
          <a:xfrm>
            <a:off x="5425097" y="5327048"/>
            <a:ext cx="151792" cy="151792"/>
          </a:xfrm>
          <a:prstGeom prst="ellipse">
            <a:avLst/>
          </a:prstGeom>
          <a:solidFill>
            <a:srgbClr val="FF5000"/>
          </a:solidFill>
          <a:ln w="12700" cap="flat" cmpd="sng" algn="ctr">
            <a:solidFill>
              <a:srgbClr val="FF5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471E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íṡļiḋé"/>
          <p:cNvSpPr/>
          <p:nvPr/>
        </p:nvSpPr>
        <p:spPr>
          <a:xfrm>
            <a:off x="5425097" y="4122312"/>
            <a:ext cx="151792" cy="151792"/>
          </a:xfrm>
          <a:prstGeom prst="ellipse">
            <a:avLst/>
          </a:prstGeom>
          <a:solidFill>
            <a:srgbClr val="FF5000"/>
          </a:solidFill>
          <a:ln w="12700" cap="flat" cmpd="sng" algn="ctr">
            <a:solidFill>
              <a:srgbClr val="FF5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471E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ïṡ1íde"/>
          <p:cNvSpPr/>
          <p:nvPr/>
        </p:nvSpPr>
        <p:spPr>
          <a:xfrm>
            <a:off x="5425097" y="2917577"/>
            <a:ext cx="151792" cy="151792"/>
          </a:xfrm>
          <a:prstGeom prst="ellipse">
            <a:avLst/>
          </a:prstGeom>
          <a:solidFill>
            <a:srgbClr val="FF5000"/>
          </a:solidFill>
          <a:ln w="12700" cap="flat" cmpd="sng" algn="ctr">
            <a:solidFill>
              <a:srgbClr val="FF5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471E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iṡḷíde"/>
          <p:cNvSpPr/>
          <p:nvPr/>
        </p:nvSpPr>
        <p:spPr>
          <a:xfrm>
            <a:off x="5425097" y="1712842"/>
            <a:ext cx="151792" cy="151792"/>
          </a:xfrm>
          <a:prstGeom prst="ellipse">
            <a:avLst/>
          </a:prstGeom>
          <a:solidFill>
            <a:srgbClr val="FF5000"/>
          </a:solidFill>
          <a:ln w="12700" cap="flat" cmpd="sng" algn="ctr">
            <a:solidFill>
              <a:srgbClr val="FF5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6471E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îŝľîdé"/>
          <p:cNvSpPr txBox="1"/>
          <p:nvPr/>
        </p:nvSpPr>
        <p:spPr>
          <a:xfrm>
            <a:off x="6002811" y="1501355"/>
            <a:ext cx="63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0</a:t>
            </a:r>
            <a:r>
              <a:rPr lang="en-US" altLang="zh-CN" sz="1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 </a:t>
            </a:r>
            <a:r>
              <a:rPr lang="en-US" altLang="zh-CN" sz="32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1</a:t>
            </a:r>
            <a:endParaRPr lang="zh-CN" altLang="en-US" sz="3200" b="1" i="1">
              <a:solidFill>
                <a:srgbClr val="FF5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6" name="ísľiḓe"/>
          <p:cNvSpPr txBox="1"/>
          <p:nvPr/>
        </p:nvSpPr>
        <p:spPr>
          <a:xfrm>
            <a:off x="6002811" y="2706090"/>
            <a:ext cx="63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i="1" dirty="0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0</a:t>
            </a:r>
            <a:r>
              <a:rPr lang="en-US" altLang="zh-CN" sz="100" b="1" i="1" dirty="0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 </a:t>
            </a:r>
            <a:r>
              <a:rPr lang="en-US" altLang="zh-CN" sz="3200" b="1" i="1" dirty="0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2</a:t>
            </a:r>
            <a:endParaRPr lang="zh-CN" altLang="en-US" sz="3200" b="1" i="1" dirty="0">
              <a:solidFill>
                <a:srgbClr val="FF5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7" name="îṣḻiḍe"/>
          <p:cNvSpPr txBox="1"/>
          <p:nvPr/>
        </p:nvSpPr>
        <p:spPr>
          <a:xfrm>
            <a:off x="6002811" y="3910825"/>
            <a:ext cx="63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0</a:t>
            </a:r>
            <a:r>
              <a:rPr lang="en-US" altLang="zh-CN" sz="1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 </a:t>
            </a:r>
            <a:r>
              <a:rPr lang="en-US" altLang="zh-CN" sz="32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3</a:t>
            </a:r>
            <a:endParaRPr lang="zh-CN" altLang="en-US" sz="3200" b="1" i="1">
              <a:solidFill>
                <a:srgbClr val="FF5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8" name="íṡḻïḋê"/>
          <p:cNvSpPr txBox="1"/>
          <p:nvPr/>
        </p:nvSpPr>
        <p:spPr>
          <a:xfrm>
            <a:off x="6002811" y="5110557"/>
            <a:ext cx="6344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0</a:t>
            </a:r>
            <a:r>
              <a:rPr lang="en-US" altLang="zh-CN" sz="1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 </a:t>
            </a:r>
            <a:r>
              <a:rPr lang="en-US" altLang="zh-CN" sz="3200" b="1" i="1">
                <a:solidFill>
                  <a:srgbClr val="FF5000"/>
                </a:solidFill>
                <a:latin typeface="Calibri"/>
                <a:ea typeface="等线" panose="02010600030101010101" pitchFamily="2" charset="-122"/>
              </a:rPr>
              <a:t>4</a:t>
            </a:r>
            <a:endParaRPr lang="zh-CN" altLang="en-US" sz="3200" b="1" i="1">
              <a:solidFill>
                <a:srgbClr val="FF5000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29" name="îṧ1ïḋé"/>
          <p:cNvSpPr/>
          <p:nvPr/>
        </p:nvSpPr>
        <p:spPr>
          <a:xfrm>
            <a:off x="6893633" y="1593941"/>
            <a:ext cx="1401582" cy="492189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 w="12700" cap="flat" cmpd="sng" algn="ctr">
            <a:solidFill>
              <a:srgbClr val="FF5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en-US" altLang="zh-CN" dirty="0">
                <a:solidFill>
                  <a:prstClr val="white"/>
                </a:solidFill>
                <a:latin typeface="思源宋体 CN Heavy" pitchFamily="18" charset="-122"/>
                <a:ea typeface="思源宋体 CN Heavy" pitchFamily="18" charset="-122"/>
              </a:rPr>
              <a:t>ONE.</a:t>
            </a:r>
            <a:endParaRPr lang="zh-CN" altLang="en-US" dirty="0">
              <a:solidFill>
                <a:prstClr val="white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30" name="îṧ1ïḋé"/>
          <p:cNvSpPr/>
          <p:nvPr/>
        </p:nvSpPr>
        <p:spPr>
          <a:xfrm>
            <a:off x="6893633" y="2706090"/>
            <a:ext cx="1401582" cy="492189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 w="12700" cap="flat" cmpd="sng" algn="ctr">
            <a:solidFill>
              <a:srgbClr val="FF5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en-US" altLang="zh-CN" dirty="0">
                <a:solidFill>
                  <a:prstClr val="white"/>
                </a:solidFill>
                <a:latin typeface="思源宋体 CN Heavy" pitchFamily="18" charset="-122"/>
                <a:ea typeface="思源宋体 CN Heavy" pitchFamily="18" charset="-122"/>
              </a:rPr>
              <a:t>TWO.</a:t>
            </a:r>
            <a:endParaRPr lang="zh-CN" altLang="en-US" dirty="0">
              <a:solidFill>
                <a:prstClr val="white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31" name="îṧ1ïḋé"/>
          <p:cNvSpPr/>
          <p:nvPr/>
        </p:nvSpPr>
        <p:spPr>
          <a:xfrm>
            <a:off x="6893633" y="3910825"/>
            <a:ext cx="1401582" cy="492189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 w="12700" cap="flat" cmpd="sng" algn="ctr">
            <a:solidFill>
              <a:srgbClr val="FF5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en-US" altLang="zh-CN" dirty="0">
                <a:solidFill>
                  <a:prstClr val="white"/>
                </a:solidFill>
                <a:latin typeface="思源宋体 CN Heavy" pitchFamily="18" charset="-122"/>
                <a:ea typeface="思源宋体 CN Heavy" pitchFamily="18" charset="-122"/>
              </a:rPr>
              <a:t>THREE.</a:t>
            </a:r>
            <a:endParaRPr lang="zh-CN" altLang="en-US" dirty="0">
              <a:solidFill>
                <a:prstClr val="white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32" name="îṧ1ïḋé"/>
          <p:cNvSpPr/>
          <p:nvPr/>
        </p:nvSpPr>
        <p:spPr>
          <a:xfrm>
            <a:off x="6893633" y="5022974"/>
            <a:ext cx="1401582" cy="492189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 w="12700" cap="flat" cmpd="sng" algn="ctr">
            <a:solidFill>
              <a:srgbClr val="FF5000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914400"/>
            <a:r>
              <a:rPr lang="en-US" altLang="zh-CN" dirty="0">
                <a:solidFill>
                  <a:prstClr val="white"/>
                </a:solidFill>
                <a:latin typeface="思源宋体 CN Heavy" pitchFamily="18" charset="-122"/>
                <a:ea typeface="思源宋体 CN Heavy" pitchFamily="18" charset="-122"/>
              </a:rPr>
              <a:t>FOUR.</a:t>
            </a:r>
            <a:endParaRPr lang="zh-CN" altLang="en-US" dirty="0">
              <a:solidFill>
                <a:prstClr val="white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33" name="Synergistically utilize technically sound portals with frictionless chains. Dramatically customize…"/>
          <p:cNvSpPr txBox="1"/>
          <p:nvPr/>
        </p:nvSpPr>
        <p:spPr>
          <a:xfrm>
            <a:off x="8710756" y="1595411"/>
            <a:ext cx="2354642" cy="4807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prstClr val="white">
                    <a:lumMod val="6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Synergistically utilize technically sound portals with</a:t>
            </a:r>
            <a:endParaRPr lang="en-US" altLang="zh-CN" sz="1100" kern="0" dirty="0">
              <a:solidFill>
                <a:prstClr val="white">
                  <a:lumMod val="6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Bold"/>
              <a:sym typeface="Roboto Light" panose="02000000000000000000"/>
            </a:endParaRPr>
          </a:p>
        </p:txBody>
      </p:sp>
      <p:sp>
        <p:nvSpPr>
          <p:cNvPr id="34" name="Synergistically utilize technically sound portals with frictionless chains. Dramatically customize…"/>
          <p:cNvSpPr txBox="1"/>
          <p:nvPr/>
        </p:nvSpPr>
        <p:spPr>
          <a:xfrm>
            <a:off x="8710756" y="2753118"/>
            <a:ext cx="2354642" cy="4807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prstClr val="white">
                    <a:lumMod val="6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Synergistically utilize technically sound portals with</a:t>
            </a:r>
            <a:endParaRPr lang="en-US" altLang="zh-CN" sz="1100" kern="0" dirty="0">
              <a:solidFill>
                <a:prstClr val="white">
                  <a:lumMod val="6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Bold"/>
              <a:sym typeface="Roboto Light" panose="02000000000000000000"/>
            </a:endParaRPr>
          </a:p>
        </p:txBody>
      </p:sp>
      <p:sp>
        <p:nvSpPr>
          <p:cNvPr id="35" name="Synergistically utilize technically sound portals with frictionless chains. Dramatically customize…"/>
          <p:cNvSpPr txBox="1"/>
          <p:nvPr/>
        </p:nvSpPr>
        <p:spPr>
          <a:xfrm>
            <a:off x="8710756" y="3931897"/>
            <a:ext cx="2354642" cy="4807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prstClr val="white">
                    <a:lumMod val="6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Synergistically utilize technically sound portals with</a:t>
            </a:r>
            <a:endParaRPr lang="en-US" altLang="zh-CN" sz="1100" kern="0" dirty="0">
              <a:solidFill>
                <a:prstClr val="white">
                  <a:lumMod val="6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Bold"/>
              <a:sym typeface="Roboto Light" panose="02000000000000000000"/>
            </a:endParaRPr>
          </a:p>
        </p:txBody>
      </p:sp>
      <p:sp>
        <p:nvSpPr>
          <p:cNvPr id="36" name="Synergistically utilize technically sound portals with frictionless chains. Dramatically customize…"/>
          <p:cNvSpPr txBox="1"/>
          <p:nvPr/>
        </p:nvSpPr>
        <p:spPr>
          <a:xfrm>
            <a:off x="8710756" y="4972174"/>
            <a:ext cx="2354642" cy="4807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prstClr val="white">
                    <a:lumMod val="6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Synergistically utilize technically sound portals with</a:t>
            </a:r>
            <a:endParaRPr lang="en-US" altLang="zh-CN" sz="1100" kern="0" dirty="0">
              <a:solidFill>
                <a:prstClr val="white">
                  <a:lumMod val="6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Roboto Bold"/>
              <a:sym typeface="Roboto Light" panose="02000000000000000000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11" y="1536836"/>
            <a:ext cx="4663145" cy="4663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42"/>
          <p:cNvSpPr txBox="1"/>
          <p:nvPr/>
        </p:nvSpPr>
        <p:spPr>
          <a:xfrm>
            <a:off x="6552548" y="1455573"/>
            <a:ext cx="1658885" cy="1658885"/>
          </a:xfrm>
          <a:prstGeom prst="ellipse">
            <a:avLst/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defTabSz="914400">
              <a:buClr>
                <a:srgbClr val="000000"/>
              </a:buClr>
              <a:defRPr sz="1400" kern="0">
                <a:solidFill>
                  <a:srgbClr val="000000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1"/>
            <a:endParaRPr lang="en-US">
              <a:sym typeface="Calibri" panose="020F0502020204030204" pitchFamily="34" charset="0"/>
            </a:endParaRPr>
          </a:p>
        </p:txBody>
      </p:sp>
      <p:grpSp>
        <p:nvGrpSpPr>
          <p:cNvPr id="23" name="Group 65"/>
          <p:cNvGrpSpPr/>
          <p:nvPr/>
        </p:nvGrpSpPr>
        <p:grpSpPr>
          <a:xfrm>
            <a:off x="6971997" y="1927682"/>
            <a:ext cx="819986" cy="714667"/>
            <a:chOff x="8868627" y="4646203"/>
            <a:chExt cx="346075" cy="301625"/>
          </a:xfrm>
        </p:grpSpPr>
        <p:sp>
          <p:nvSpPr>
            <p:cNvPr id="24" name="Freeform 91"/>
            <p:cNvSpPr/>
            <p:nvPr/>
          </p:nvSpPr>
          <p:spPr bwMode="auto">
            <a:xfrm>
              <a:off x="9109927" y="4812890"/>
              <a:ext cx="104775" cy="104775"/>
            </a:xfrm>
            <a:custGeom>
              <a:avLst/>
              <a:gdLst>
                <a:gd name="T0" fmla="*/ 0 w 28"/>
                <a:gd name="T1" fmla="*/ 0 h 28"/>
                <a:gd name="T2" fmla="*/ 18 w 28"/>
                <a:gd name="T3" fmla="*/ 0 h 28"/>
                <a:gd name="T4" fmla="*/ 28 w 28"/>
                <a:gd name="T5" fmla="*/ 16 h 28"/>
                <a:gd name="T6" fmla="*/ 28 w 28"/>
                <a:gd name="T7" fmla="*/ 22 h 28"/>
                <a:gd name="T8" fmla="*/ 28 w 28"/>
                <a:gd name="T9" fmla="*/ 28 h 28"/>
                <a:gd name="T10" fmla="*/ 18 w 28"/>
                <a:gd name="T11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28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20"/>
                    <a:pt x="28" y="22"/>
                  </a:cubicBezTo>
                  <a:cubicBezTo>
                    <a:pt x="28" y="24"/>
                    <a:pt x="28" y="28"/>
                    <a:pt x="28" y="28"/>
                  </a:cubicBezTo>
                  <a:cubicBezTo>
                    <a:pt x="18" y="28"/>
                    <a:pt x="18" y="28"/>
                    <a:pt x="18" y="28"/>
                  </a:cubicBezTo>
                </a:path>
              </a:pathLst>
            </a:cu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Freeform 92"/>
            <p:cNvSpPr/>
            <p:nvPr/>
          </p:nvSpPr>
          <p:spPr bwMode="auto">
            <a:xfrm>
              <a:off x="9025789" y="4766853"/>
              <a:ext cx="84138" cy="150813"/>
            </a:xfrm>
            <a:custGeom>
              <a:avLst/>
              <a:gdLst>
                <a:gd name="T0" fmla="*/ 0 w 53"/>
                <a:gd name="T1" fmla="*/ 95 h 95"/>
                <a:gd name="T2" fmla="*/ 53 w 53"/>
                <a:gd name="T3" fmla="*/ 95 h 95"/>
                <a:gd name="T4" fmla="*/ 53 w 53"/>
                <a:gd name="T5" fmla="*/ 0 h 95"/>
                <a:gd name="T6" fmla="*/ 0 w 53"/>
                <a:gd name="T7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" h="95">
                  <a:moveTo>
                    <a:pt x="0" y="95"/>
                  </a:moveTo>
                  <a:lnTo>
                    <a:pt x="53" y="95"/>
                  </a:lnTo>
                  <a:lnTo>
                    <a:pt x="53" y="0"/>
                  </a:lnTo>
                  <a:lnTo>
                    <a:pt x="0" y="0"/>
                  </a:lnTo>
                </a:path>
              </a:pathLst>
            </a:cu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Freeform 93"/>
            <p:cNvSpPr/>
            <p:nvPr/>
          </p:nvSpPr>
          <p:spPr bwMode="auto">
            <a:xfrm>
              <a:off x="8943239" y="4804953"/>
              <a:ext cx="38100" cy="112713"/>
            </a:xfrm>
            <a:custGeom>
              <a:avLst/>
              <a:gdLst>
                <a:gd name="T0" fmla="*/ 0 w 24"/>
                <a:gd name="T1" fmla="*/ 0 h 71"/>
                <a:gd name="T2" fmla="*/ 0 w 24"/>
                <a:gd name="T3" fmla="*/ 71 h 71"/>
                <a:gd name="T4" fmla="*/ 24 w 24"/>
                <a:gd name="T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71">
                  <a:moveTo>
                    <a:pt x="0" y="0"/>
                  </a:moveTo>
                  <a:lnTo>
                    <a:pt x="0" y="71"/>
                  </a:lnTo>
                  <a:lnTo>
                    <a:pt x="24" y="71"/>
                  </a:lnTo>
                </a:path>
              </a:pathLst>
            </a:cu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Oval 94"/>
            <p:cNvSpPr>
              <a:spLocks noChangeArrowheads="1"/>
            </p:cNvSpPr>
            <p:nvPr/>
          </p:nvSpPr>
          <p:spPr bwMode="auto">
            <a:xfrm>
              <a:off x="9132152" y="4903378"/>
              <a:ext cx="44450" cy="44450"/>
            </a:xfrm>
            <a:prstGeom prst="ellipse">
              <a:avLst/>
            </a:pr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Oval 95"/>
            <p:cNvSpPr>
              <a:spLocks noChangeArrowheads="1"/>
            </p:cNvSpPr>
            <p:nvPr/>
          </p:nvSpPr>
          <p:spPr bwMode="auto">
            <a:xfrm>
              <a:off x="8981339" y="4903378"/>
              <a:ext cx="44450" cy="44450"/>
            </a:xfrm>
            <a:prstGeom prst="ellipse">
              <a:avLst/>
            </a:pr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Line 98"/>
            <p:cNvSpPr>
              <a:spLocks noChangeShapeType="1"/>
            </p:cNvSpPr>
            <p:nvPr/>
          </p:nvSpPr>
          <p:spPr bwMode="auto">
            <a:xfrm>
              <a:off x="8868627" y="4843053"/>
              <a:ext cx="44450" cy="0"/>
            </a:xfrm>
            <a:prstGeom prst="line">
              <a:avLst/>
            </a:pr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Line 99"/>
            <p:cNvSpPr>
              <a:spLocks noChangeShapeType="1"/>
            </p:cNvSpPr>
            <p:nvPr/>
          </p:nvSpPr>
          <p:spPr bwMode="auto">
            <a:xfrm>
              <a:off x="8890852" y="4873215"/>
              <a:ext cx="22225" cy="0"/>
            </a:xfrm>
            <a:prstGeom prst="line">
              <a:avLst/>
            </a:pr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Line 100"/>
            <p:cNvSpPr>
              <a:spLocks noChangeShapeType="1"/>
            </p:cNvSpPr>
            <p:nvPr/>
          </p:nvSpPr>
          <p:spPr bwMode="auto">
            <a:xfrm>
              <a:off x="8906727" y="4903378"/>
              <a:ext cx="6350" cy="0"/>
            </a:xfrm>
            <a:prstGeom prst="line">
              <a:avLst/>
            </a:pr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Line 101"/>
            <p:cNvSpPr>
              <a:spLocks noChangeShapeType="1"/>
            </p:cNvSpPr>
            <p:nvPr/>
          </p:nvSpPr>
          <p:spPr bwMode="auto">
            <a:xfrm>
              <a:off x="9109927" y="4873215"/>
              <a:ext cx="100013" cy="0"/>
            </a:xfrm>
            <a:prstGeom prst="line">
              <a:avLst/>
            </a:pr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Line 102"/>
            <p:cNvSpPr>
              <a:spLocks noChangeShapeType="1"/>
            </p:cNvSpPr>
            <p:nvPr/>
          </p:nvSpPr>
          <p:spPr bwMode="auto">
            <a:xfrm flipH="1">
              <a:off x="9109927" y="4917665"/>
              <a:ext cx="0" cy="0"/>
            </a:xfrm>
            <a:prstGeom prst="line">
              <a:avLst/>
            </a:pr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Line 103"/>
            <p:cNvSpPr>
              <a:spLocks noChangeShapeType="1"/>
            </p:cNvSpPr>
            <p:nvPr/>
          </p:nvSpPr>
          <p:spPr bwMode="auto">
            <a:xfrm>
              <a:off x="9109927" y="4917665"/>
              <a:ext cx="25400" cy="0"/>
            </a:xfrm>
            <a:prstGeom prst="line">
              <a:avLst/>
            </a:prstGeom>
            <a:noFill/>
            <a:ln w="31750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5" name="Group 64"/>
            <p:cNvGrpSpPr/>
            <p:nvPr/>
          </p:nvGrpSpPr>
          <p:grpSpPr>
            <a:xfrm>
              <a:off x="8868627" y="4646203"/>
              <a:ext cx="136525" cy="136525"/>
              <a:chOff x="8830527" y="5411361"/>
              <a:chExt cx="211138" cy="211138"/>
            </a:xfrm>
          </p:grpSpPr>
          <p:sp>
            <p:nvSpPr>
              <p:cNvPr id="36" name="Oval 216"/>
              <p:cNvSpPr>
                <a:spLocks noChangeArrowheads="1"/>
              </p:cNvSpPr>
              <p:nvPr/>
            </p:nvSpPr>
            <p:spPr bwMode="auto">
              <a:xfrm>
                <a:off x="8830527" y="5411361"/>
                <a:ext cx="211138" cy="211138"/>
              </a:xfrm>
              <a:prstGeom prst="ellipse">
                <a:avLst/>
              </a:prstGeom>
              <a:noFill/>
              <a:ln w="31750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Freeform 217"/>
              <p:cNvSpPr/>
              <p:nvPr/>
            </p:nvSpPr>
            <p:spPr bwMode="auto">
              <a:xfrm>
                <a:off x="8879740" y="5487561"/>
                <a:ext cx="112713" cy="74613"/>
              </a:xfrm>
              <a:custGeom>
                <a:avLst/>
                <a:gdLst>
                  <a:gd name="T0" fmla="*/ 71 w 71"/>
                  <a:gd name="T1" fmla="*/ 0 h 47"/>
                  <a:gd name="T2" fmla="*/ 28 w 71"/>
                  <a:gd name="T3" fmla="*/ 47 h 47"/>
                  <a:gd name="T4" fmla="*/ 0 w 71"/>
                  <a:gd name="T5" fmla="*/ 17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47">
                    <a:moveTo>
                      <a:pt x="71" y="0"/>
                    </a:moveTo>
                    <a:lnTo>
                      <a:pt x="28" y="47"/>
                    </a:lnTo>
                    <a:lnTo>
                      <a:pt x="0" y="17"/>
                    </a:lnTo>
                  </a:path>
                </a:pathLst>
              </a:custGeom>
              <a:noFill/>
              <a:ln w="31750" cap="rnd">
                <a:solidFill>
                  <a:schemeClr val="bg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id-ID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8" name="Google Shape;2062;p40"/>
          <p:cNvSpPr/>
          <p:nvPr/>
        </p:nvSpPr>
        <p:spPr>
          <a:xfrm>
            <a:off x="6768880" y="3328857"/>
            <a:ext cx="3933200" cy="931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ym typeface="Roboto" panose="02000000000000000000"/>
              </a:rPr>
              <a:t> </a:t>
            </a:r>
            <a:endParaRPr>
              <a:sym typeface="Roboto" panose="02000000000000000000"/>
            </a:endParaRPr>
          </a:p>
        </p:txBody>
      </p:sp>
      <p:sp>
        <p:nvSpPr>
          <p:cNvPr id="39" name="Google Shape;2069;p40"/>
          <p:cNvSpPr/>
          <p:nvPr/>
        </p:nvSpPr>
        <p:spPr>
          <a:xfrm>
            <a:off x="6927531" y="3522257"/>
            <a:ext cx="544400" cy="5444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457200" algn="ctr">
              <a:lnSpc>
                <a:spcPct val="90000"/>
              </a:lnSpc>
              <a:spcBef>
                <a:spcPts val="1000"/>
              </a:spcBef>
              <a:buSzTx/>
            </a:pPr>
            <a:r>
              <a:rPr lang="en-GB">
                <a:latin typeface="Calibri" panose="020F0502020204030204" pitchFamily="34" charset="0"/>
                <a:sym typeface="Fira Sans Extra Condensed Medium"/>
              </a:rPr>
              <a:t>A</a:t>
            </a:r>
            <a:endParaRPr>
              <a:latin typeface="Calibri" panose="020F0502020204030204" pitchFamily="34" charset="0"/>
              <a:sym typeface="Arial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036866" y="3609790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973B9E"/>
                </a:solidFill>
                <a:latin typeface="思源宋体 CN Heavy" pitchFamily="18" charset="-122"/>
                <a:ea typeface="思源宋体 CN Heavy" pitchFamily="18" charset="-122"/>
              </a:rPr>
              <a:t> </a:t>
            </a:r>
            <a:endParaRPr lang="zh-CN" altLang="en-US" dirty="0">
              <a:solidFill>
                <a:srgbClr val="973B9E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sp>
        <p:nvSpPr>
          <p:cNvPr id="41" name="Synergistically utilize technically sound portals with frictionless chains. Dramatically customize…"/>
          <p:cNvSpPr txBox="1"/>
          <p:nvPr/>
        </p:nvSpPr>
        <p:spPr>
          <a:xfrm>
            <a:off x="7718258" y="3565034"/>
            <a:ext cx="2565582" cy="4807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 Synergistically</a:t>
            </a:r>
          </a:p>
        </p:txBody>
      </p:sp>
      <p:sp>
        <p:nvSpPr>
          <p:cNvPr id="42" name="Google Shape;2062;p40"/>
          <p:cNvSpPr/>
          <p:nvPr/>
        </p:nvSpPr>
        <p:spPr>
          <a:xfrm>
            <a:off x="6768880" y="4347590"/>
            <a:ext cx="3933200" cy="931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ym typeface="Roboto" panose="02000000000000000000"/>
              </a:rPr>
              <a:t> </a:t>
            </a:r>
            <a:endParaRPr>
              <a:sym typeface="Roboto" panose="02000000000000000000"/>
            </a:endParaRPr>
          </a:p>
        </p:txBody>
      </p:sp>
      <p:sp>
        <p:nvSpPr>
          <p:cNvPr id="43" name="Google Shape;2069;p40"/>
          <p:cNvSpPr/>
          <p:nvPr/>
        </p:nvSpPr>
        <p:spPr>
          <a:xfrm>
            <a:off x="6927531" y="4540990"/>
            <a:ext cx="544400" cy="5444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457200" algn="ctr">
              <a:lnSpc>
                <a:spcPct val="90000"/>
              </a:lnSpc>
              <a:spcBef>
                <a:spcPts val="1000"/>
              </a:spcBef>
              <a:buSzTx/>
            </a:pPr>
            <a:r>
              <a:rPr lang="en-GB">
                <a:latin typeface="Calibri" panose="020F0502020204030204" pitchFamily="34" charset="0"/>
                <a:sym typeface="Fira Sans Extra Condensed Medium"/>
              </a:rPr>
              <a:t>b</a:t>
            </a:r>
            <a:endParaRPr>
              <a:latin typeface="Calibri" panose="020F0502020204030204" pitchFamily="34" charset="0"/>
              <a:sym typeface="Arial"/>
            </a:endParaRPr>
          </a:p>
        </p:txBody>
      </p:sp>
      <p:sp>
        <p:nvSpPr>
          <p:cNvPr id="44" name="Synergistically utilize technically sound portals with frictionless chains. Dramatically customize…"/>
          <p:cNvSpPr txBox="1"/>
          <p:nvPr/>
        </p:nvSpPr>
        <p:spPr>
          <a:xfrm>
            <a:off x="7718258" y="4583767"/>
            <a:ext cx="2565582" cy="4807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 Synergistically</a:t>
            </a:r>
          </a:p>
        </p:txBody>
      </p:sp>
      <p:sp>
        <p:nvSpPr>
          <p:cNvPr id="45" name="Google Shape;2062;p40"/>
          <p:cNvSpPr/>
          <p:nvPr/>
        </p:nvSpPr>
        <p:spPr>
          <a:xfrm>
            <a:off x="6768880" y="5300653"/>
            <a:ext cx="3933200" cy="931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ym typeface="Roboto" panose="02000000000000000000"/>
              </a:rPr>
              <a:t> </a:t>
            </a:r>
            <a:endParaRPr>
              <a:sym typeface="Roboto" panose="02000000000000000000"/>
            </a:endParaRPr>
          </a:p>
        </p:txBody>
      </p:sp>
      <p:sp>
        <p:nvSpPr>
          <p:cNvPr id="46" name="Google Shape;2069;p40"/>
          <p:cNvSpPr/>
          <p:nvPr/>
        </p:nvSpPr>
        <p:spPr>
          <a:xfrm>
            <a:off x="6927531" y="5494053"/>
            <a:ext cx="544400" cy="5444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457200" algn="ctr">
              <a:lnSpc>
                <a:spcPct val="90000"/>
              </a:lnSpc>
              <a:spcBef>
                <a:spcPts val="1000"/>
              </a:spcBef>
              <a:buSzTx/>
            </a:pPr>
            <a:r>
              <a:rPr lang="en-GB">
                <a:latin typeface="Calibri" panose="020F0502020204030204" pitchFamily="34" charset="0"/>
                <a:sym typeface="Fira Sans Extra Condensed Medium"/>
              </a:rPr>
              <a:t>c</a:t>
            </a:r>
            <a:endParaRPr>
              <a:latin typeface="Calibri" panose="020F0502020204030204" pitchFamily="34" charset="0"/>
              <a:sym typeface="Arial"/>
            </a:endParaRPr>
          </a:p>
        </p:txBody>
      </p:sp>
      <p:sp>
        <p:nvSpPr>
          <p:cNvPr id="47" name="Synergistically utilize technically sound portals with frictionless chains. Dramatically customize…"/>
          <p:cNvSpPr txBox="1"/>
          <p:nvPr/>
        </p:nvSpPr>
        <p:spPr>
          <a:xfrm>
            <a:off x="7718258" y="5536830"/>
            <a:ext cx="2565582" cy="4807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Roboto Bold"/>
                <a:sym typeface="Roboto Light" panose="02000000000000000000"/>
              </a:rPr>
              <a:t> Synergistically</a:t>
            </a:r>
          </a:p>
        </p:txBody>
      </p:sp>
      <p:grpSp>
        <p:nvGrpSpPr>
          <p:cNvPr id="48" name="Group 184"/>
          <p:cNvGrpSpPr/>
          <p:nvPr/>
        </p:nvGrpSpPr>
        <p:grpSpPr>
          <a:xfrm>
            <a:off x="8632461" y="1327983"/>
            <a:ext cx="1651379" cy="1320136"/>
            <a:chOff x="10053740" y="592613"/>
            <a:chExt cx="1072349" cy="857252"/>
          </a:xfrm>
          <a:solidFill>
            <a:srgbClr val="FAD34D"/>
          </a:solidFill>
        </p:grpSpPr>
        <p:sp>
          <p:nvSpPr>
            <p:cNvPr id="49" name="Freeform: Shape 182"/>
            <p:cNvSpPr/>
            <p:nvPr/>
          </p:nvSpPr>
          <p:spPr>
            <a:xfrm>
              <a:off x="10419674" y="890707"/>
              <a:ext cx="706415" cy="559158"/>
            </a:xfrm>
            <a:custGeom>
              <a:avLst/>
              <a:gdLst>
                <a:gd name="connsiteX0" fmla="*/ 177502 w 704333"/>
                <a:gd name="connsiteY0" fmla="*/ 49126 h 580325"/>
                <a:gd name="connsiteX1" fmla="*/ 6052 w 704333"/>
                <a:gd name="connsiteY1" fmla="*/ 426316 h 580325"/>
                <a:gd name="connsiteX2" fmla="*/ 428962 w 704333"/>
                <a:gd name="connsiteY2" fmla="*/ 574906 h 580325"/>
                <a:gd name="connsiteX3" fmla="*/ 703282 w 704333"/>
                <a:gd name="connsiteY3" fmla="*/ 254866 h 580325"/>
                <a:gd name="connsiteX4" fmla="*/ 508972 w 704333"/>
                <a:gd name="connsiteY4" fmla="*/ 71986 h 580325"/>
                <a:gd name="connsiteX5" fmla="*/ 154642 w 704333"/>
                <a:gd name="connsiteY5" fmla="*/ 3406 h 580325"/>
                <a:gd name="connsiteX6" fmla="*/ 177502 w 704333"/>
                <a:gd name="connsiteY6" fmla="*/ 49126 h 580325"/>
                <a:gd name="connsiteX0-1" fmla="*/ 179584 w 706415"/>
                <a:gd name="connsiteY0-2" fmla="*/ 27959 h 559158"/>
                <a:gd name="connsiteX1-3" fmla="*/ 8134 w 706415"/>
                <a:gd name="connsiteY1-4" fmla="*/ 405149 h 559158"/>
                <a:gd name="connsiteX2-5" fmla="*/ 431044 w 706415"/>
                <a:gd name="connsiteY2-6" fmla="*/ 553739 h 559158"/>
                <a:gd name="connsiteX3-7" fmla="*/ 705364 w 706415"/>
                <a:gd name="connsiteY3-8" fmla="*/ 233699 h 559158"/>
                <a:gd name="connsiteX4-9" fmla="*/ 511054 w 706415"/>
                <a:gd name="connsiteY4-10" fmla="*/ 50819 h 559158"/>
                <a:gd name="connsiteX5-11" fmla="*/ 179584 w 706415"/>
                <a:gd name="connsiteY5-12" fmla="*/ 27959 h 55915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06415" h="559158">
                  <a:moveTo>
                    <a:pt x="179584" y="27959"/>
                  </a:moveTo>
                  <a:cubicBezTo>
                    <a:pt x="95764" y="87014"/>
                    <a:pt x="-33776" y="317519"/>
                    <a:pt x="8134" y="405149"/>
                  </a:cubicBezTo>
                  <a:cubicBezTo>
                    <a:pt x="50044" y="492779"/>
                    <a:pt x="314839" y="582314"/>
                    <a:pt x="431044" y="553739"/>
                  </a:cubicBezTo>
                  <a:cubicBezTo>
                    <a:pt x="547249" y="525164"/>
                    <a:pt x="692029" y="317519"/>
                    <a:pt x="705364" y="233699"/>
                  </a:cubicBezTo>
                  <a:cubicBezTo>
                    <a:pt x="718699" y="149879"/>
                    <a:pt x="602494" y="92729"/>
                    <a:pt x="511054" y="50819"/>
                  </a:cubicBezTo>
                  <a:cubicBezTo>
                    <a:pt x="423424" y="16529"/>
                    <a:pt x="263404" y="-31096"/>
                    <a:pt x="179584" y="27959"/>
                  </a:cubicBezTo>
                  <a:close/>
                </a:path>
              </a:pathLst>
            </a:custGeom>
            <a:solidFill>
              <a:srgbClr val="FF945E"/>
            </a:solidFill>
            <a:ln>
              <a:noFill/>
            </a:ln>
            <a:effectLst/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50" name="Freeform: Shape 183"/>
            <p:cNvSpPr/>
            <p:nvPr/>
          </p:nvSpPr>
          <p:spPr>
            <a:xfrm>
              <a:off x="10053740" y="592613"/>
              <a:ext cx="289173" cy="267730"/>
            </a:xfrm>
            <a:custGeom>
              <a:avLst/>
              <a:gdLst>
                <a:gd name="connsiteX0" fmla="*/ 31917 w 289173"/>
                <a:gd name="connsiteY0" fmla="*/ 21108 h 267730"/>
                <a:gd name="connsiteX1" fmla="*/ 22392 w 289173"/>
                <a:gd name="connsiteY1" fmla="*/ 259233 h 267730"/>
                <a:gd name="connsiteX2" fmla="*/ 284330 w 289173"/>
                <a:gd name="connsiteY2" fmla="*/ 197321 h 267730"/>
                <a:gd name="connsiteX3" fmla="*/ 179555 w 289173"/>
                <a:gd name="connsiteY3" fmla="*/ 30633 h 267730"/>
                <a:gd name="connsiteX4" fmla="*/ 31917 w 289173"/>
                <a:gd name="connsiteY4" fmla="*/ 21108 h 26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173" h="267730">
                  <a:moveTo>
                    <a:pt x="31917" y="21108"/>
                  </a:moveTo>
                  <a:cubicBezTo>
                    <a:pt x="5723" y="59208"/>
                    <a:pt x="-19677" y="229864"/>
                    <a:pt x="22392" y="259233"/>
                  </a:cubicBezTo>
                  <a:cubicBezTo>
                    <a:pt x="64461" y="288602"/>
                    <a:pt x="258136" y="235421"/>
                    <a:pt x="284330" y="197321"/>
                  </a:cubicBezTo>
                  <a:cubicBezTo>
                    <a:pt x="310524" y="159221"/>
                    <a:pt x="224005" y="58414"/>
                    <a:pt x="179555" y="30633"/>
                  </a:cubicBezTo>
                  <a:cubicBezTo>
                    <a:pt x="135105" y="2852"/>
                    <a:pt x="58111" y="-16992"/>
                    <a:pt x="31917" y="21108"/>
                  </a:cubicBezTo>
                  <a:close/>
                </a:path>
              </a:pathLst>
            </a:custGeom>
            <a:solidFill>
              <a:srgbClr val="FF945E"/>
            </a:solidFill>
            <a:ln>
              <a:noFill/>
            </a:ln>
            <a:effectLst/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pic>
        <p:nvPicPr>
          <p:cNvPr id="61" name="图片 6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57" y="1114149"/>
            <a:ext cx="4901769" cy="4901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4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6;p30"/>
          <p:cNvSpPr/>
          <p:nvPr/>
        </p:nvSpPr>
        <p:spPr>
          <a:xfrm>
            <a:off x="7281057" y="1579141"/>
            <a:ext cx="4324400" cy="15128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F3F3F3"/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 w="28575" cap="flat" cmpd="sng">
            <a:solidFill>
              <a:srgbClr val="D47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Google Shape;589;p30"/>
          <p:cNvSpPr/>
          <p:nvPr/>
        </p:nvSpPr>
        <p:spPr>
          <a:xfrm flipH="1">
            <a:off x="632843" y="4337329"/>
            <a:ext cx="4324400" cy="15128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F3F3F3"/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 w="28575" cap="flat" cmpd="sng">
            <a:solidFill>
              <a:srgbClr val="D47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Google Shape;592;p30"/>
          <p:cNvSpPr/>
          <p:nvPr/>
        </p:nvSpPr>
        <p:spPr>
          <a:xfrm>
            <a:off x="7280955" y="4337329"/>
            <a:ext cx="4324400" cy="15128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F3F3F3"/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 w="28575" cap="flat" cmpd="sng">
            <a:solidFill>
              <a:srgbClr val="D47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Google Shape;595;p30"/>
          <p:cNvSpPr/>
          <p:nvPr/>
        </p:nvSpPr>
        <p:spPr>
          <a:xfrm flipH="1">
            <a:off x="632843" y="1579141"/>
            <a:ext cx="4324400" cy="151280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F3F3F3"/>
              </a:gs>
              <a:gs pos="4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 w="28575" cap="flat" cmpd="sng">
            <a:solidFill>
              <a:srgbClr val="D47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Google Shape;598;p30"/>
          <p:cNvSpPr/>
          <p:nvPr/>
        </p:nvSpPr>
        <p:spPr>
          <a:xfrm>
            <a:off x="6493117" y="2138111"/>
            <a:ext cx="1256400" cy="1256400"/>
          </a:xfrm>
          <a:prstGeom prst="ellipse">
            <a:avLst/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Google Shape;599;p30"/>
          <p:cNvSpPr/>
          <p:nvPr/>
        </p:nvSpPr>
        <p:spPr>
          <a:xfrm>
            <a:off x="4488783" y="2138111"/>
            <a:ext cx="1256400" cy="1256400"/>
          </a:xfrm>
          <a:prstGeom prst="ellipse">
            <a:avLst/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600;p30"/>
          <p:cNvSpPr/>
          <p:nvPr/>
        </p:nvSpPr>
        <p:spPr>
          <a:xfrm flipH="1">
            <a:off x="6493117" y="4034987"/>
            <a:ext cx="1256400" cy="1256400"/>
          </a:xfrm>
          <a:prstGeom prst="ellipse">
            <a:avLst/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Google Shape;601;p30"/>
          <p:cNvSpPr/>
          <p:nvPr/>
        </p:nvSpPr>
        <p:spPr>
          <a:xfrm flipH="1">
            <a:off x="4488783" y="4034987"/>
            <a:ext cx="1256400" cy="1256400"/>
          </a:xfrm>
          <a:prstGeom prst="ellipse">
            <a:avLst/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0" name="Google Shape;602;p30"/>
          <p:cNvGrpSpPr/>
          <p:nvPr/>
        </p:nvGrpSpPr>
        <p:grpSpPr>
          <a:xfrm>
            <a:off x="6895140" y="2540150"/>
            <a:ext cx="452337" cy="452337"/>
            <a:chOff x="3271200" y="1435075"/>
            <a:chExt cx="481825" cy="481825"/>
          </a:xfrm>
        </p:grpSpPr>
        <p:sp>
          <p:nvSpPr>
            <p:cNvPr id="11" name="Google Shape;603;p30"/>
            <p:cNvSpPr/>
            <p:nvPr/>
          </p:nvSpPr>
          <p:spPr>
            <a:xfrm>
              <a:off x="3271200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2" name="Google Shape;604;p30"/>
            <p:cNvSpPr/>
            <p:nvPr/>
          </p:nvSpPr>
          <p:spPr>
            <a:xfrm>
              <a:off x="3356575" y="1520525"/>
              <a:ext cx="311000" cy="311025"/>
            </a:xfrm>
            <a:custGeom>
              <a:avLst/>
              <a:gdLst/>
              <a:ahLst/>
              <a:cxnLst/>
              <a:rect l="l" t="t" r="r" b="b"/>
              <a:pathLst>
                <a:path w="12440" h="12441" extrusionOk="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3" name="Google Shape;605;p30"/>
          <p:cNvGrpSpPr/>
          <p:nvPr/>
        </p:nvGrpSpPr>
        <p:grpSpPr>
          <a:xfrm>
            <a:off x="6895111" y="4464403"/>
            <a:ext cx="452408" cy="397581"/>
            <a:chOff x="2085450" y="2057100"/>
            <a:chExt cx="481900" cy="423500"/>
          </a:xfrm>
        </p:grpSpPr>
        <p:sp>
          <p:nvSpPr>
            <p:cNvPr id="14" name="Google Shape;606;p30"/>
            <p:cNvSpPr/>
            <p:nvPr/>
          </p:nvSpPr>
          <p:spPr>
            <a:xfrm>
              <a:off x="2085450" y="2061650"/>
              <a:ext cx="141250" cy="418950"/>
            </a:xfrm>
            <a:custGeom>
              <a:avLst/>
              <a:gdLst/>
              <a:ahLst/>
              <a:cxnLst/>
              <a:rect l="l" t="t" r="r" b="b"/>
              <a:pathLst>
                <a:path w="5650" h="16758" extrusionOk="0">
                  <a:moveTo>
                    <a:pt x="4305" y="6452"/>
                  </a:moveTo>
                  <a:cubicBezTo>
                    <a:pt x="4736" y="6452"/>
                    <a:pt x="5115" y="6999"/>
                    <a:pt x="4728" y="7411"/>
                  </a:cubicBezTo>
                  <a:cubicBezTo>
                    <a:pt x="4520" y="7631"/>
                    <a:pt x="4352" y="7887"/>
                    <a:pt x="4228" y="8164"/>
                  </a:cubicBezTo>
                  <a:cubicBezTo>
                    <a:pt x="4120" y="8402"/>
                    <a:pt x="3927" y="8502"/>
                    <a:pt x="3732" y="8502"/>
                  </a:cubicBezTo>
                  <a:cubicBezTo>
                    <a:pt x="3367" y="8502"/>
                    <a:pt x="2999" y="8150"/>
                    <a:pt x="3195" y="7703"/>
                  </a:cubicBezTo>
                  <a:cubicBezTo>
                    <a:pt x="3373" y="7312"/>
                    <a:pt x="3611" y="6951"/>
                    <a:pt x="3903" y="6637"/>
                  </a:cubicBezTo>
                  <a:cubicBezTo>
                    <a:pt x="4027" y="6506"/>
                    <a:pt x="4169" y="6452"/>
                    <a:pt x="4305" y="6452"/>
                  </a:cubicBezTo>
                  <a:close/>
                  <a:moveTo>
                    <a:pt x="2983" y="9449"/>
                  </a:moveTo>
                  <a:cubicBezTo>
                    <a:pt x="3331" y="9449"/>
                    <a:pt x="3684" y="9752"/>
                    <a:pt x="3539" y="10191"/>
                  </a:cubicBezTo>
                  <a:lnTo>
                    <a:pt x="3361" y="10727"/>
                  </a:lnTo>
                  <a:cubicBezTo>
                    <a:pt x="3270" y="10997"/>
                    <a:pt x="3059" y="11113"/>
                    <a:pt x="2845" y="11113"/>
                  </a:cubicBezTo>
                  <a:cubicBezTo>
                    <a:pt x="2498" y="11113"/>
                    <a:pt x="2143" y="10808"/>
                    <a:pt x="2289" y="10368"/>
                  </a:cubicBezTo>
                  <a:lnTo>
                    <a:pt x="2467" y="9832"/>
                  </a:lnTo>
                  <a:cubicBezTo>
                    <a:pt x="2558" y="9564"/>
                    <a:pt x="2770" y="9449"/>
                    <a:pt x="2983" y="9449"/>
                  </a:cubicBezTo>
                  <a:close/>
                  <a:moveTo>
                    <a:pt x="5649" y="1"/>
                  </a:moveTo>
                  <a:lnTo>
                    <a:pt x="356" y="2117"/>
                  </a:lnTo>
                  <a:cubicBezTo>
                    <a:pt x="142" y="2202"/>
                    <a:pt x="3" y="2410"/>
                    <a:pt x="3" y="2641"/>
                  </a:cubicBezTo>
                  <a:lnTo>
                    <a:pt x="3" y="16192"/>
                  </a:lnTo>
                  <a:cubicBezTo>
                    <a:pt x="1" y="16516"/>
                    <a:pt x="265" y="16758"/>
                    <a:pt x="564" y="16758"/>
                  </a:cubicBezTo>
                  <a:cubicBezTo>
                    <a:pt x="634" y="16758"/>
                    <a:pt x="706" y="16745"/>
                    <a:pt x="777" y="16716"/>
                  </a:cubicBezTo>
                  <a:lnTo>
                    <a:pt x="5649" y="14768"/>
                  </a:lnTo>
                  <a:lnTo>
                    <a:pt x="56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Google Shape;607;p30"/>
            <p:cNvSpPr/>
            <p:nvPr/>
          </p:nvSpPr>
          <p:spPr>
            <a:xfrm>
              <a:off x="2254900" y="2061050"/>
              <a:ext cx="143050" cy="415650"/>
            </a:xfrm>
            <a:custGeom>
              <a:avLst/>
              <a:gdLst/>
              <a:ahLst/>
              <a:cxnLst/>
              <a:rect l="l" t="t" r="r" b="b"/>
              <a:pathLst>
                <a:path w="5722" h="16626" extrusionOk="0">
                  <a:moveTo>
                    <a:pt x="2504" y="6585"/>
                  </a:moveTo>
                  <a:cubicBezTo>
                    <a:pt x="2647" y="6585"/>
                    <a:pt x="2794" y="6645"/>
                    <a:pt x="2916" y="6788"/>
                  </a:cubicBezTo>
                  <a:cubicBezTo>
                    <a:pt x="3153" y="7068"/>
                    <a:pt x="3349" y="7378"/>
                    <a:pt x="3500" y="7709"/>
                  </a:cubicBezTo>
                  <a:cubicBezTo>
                    <a:pt x="3766" y="8258"/>
                    <a:pt x="3464" y="8654"/>
                    <a:pt x="3096" y="8654"/>
                  </a:cubicBezTo>
                  <a:cubicBezTo>
                    <a:pt x="2878" y="8654"/>
                    <a:pt x="2636" y="8515"/>
                    <a:pt x="2476" y="8185"/>
                  </a:cubicBezTo>
                  <a:cubicBezTo>
                    <a:pt x="2367" y="7947"/>
                    <a:pt x="2226" y="7724"/>
                    <a:pt x="2057" y="7523"/>
                  </a:cubicBezTo>
                  <a:cubicBezTo>
                    <a:pt x="1694" y="7098"/>
                    <a:pt x="2083" y="6585"/>
                    <a:pt x="2504" y="6585"/>
                  </a:cubicBezTo>
                  <a:close/>
                  <a:moveTo>
                    <a:pt x="1" y="0"/>
                  </a:moveTo>
                  <a:lnTo>
                    <a:pt x="1" y="5475"/>
                  </a:lnTo>
                  <a:cubicBezTo>
                    <a:pt x="217" y="5475"/>
                    <a:pt x="434" y="5496"/>
                    <a:pt x="648" y="5532"/>
                  </a:cubicBezTo>
                  <a:cubicBezTo>
                    <a:pt x="1334" y="5657"/>
                    <a:pt x="1201" y="6655"/>
                    <a:pt x="564" y="6655"/>
                  </a:cubicBezTo>
                  <a:cubicBezTo>
                    <a:pt x="525" y="6655"/>
                    <a:pt x="483" y="6651"/>
                    <a:pt x="440" y="6643"/>
                  </a:cubicBezTo>
                  <a:cubicBezTo>
                    <a:pt x="296" y="6622"/>
                    <a:pt x="148" y="6610"/>
                    <a:pt x="1" y="6604"/>
                  </a:cubicBezTo>
                  <a:lnTo>
                    <a:pt x="1" y="14744"/>
                  </a:lnTo>
                  <a:lnTo>
                    <a:pt x="5722" y="16626"/>
                  </a:lnTo>
                  <a:lnTo>
                    <a:pt x="5722" y="10395"/>
                  </a:lnTo>
                  <a:cubicBezTo>
                    <a:pt x="5704" y="10397"/>
                    <a:pt x="5684" y="10397"/>
                    <a:pt x="5661" y="10397"/>
                  </a:cubicBezTo>
                  <a:cubicBezTo>
                    <a:pt x="5400" y="10397"/>
                    <a:pt x="4871" y="10299"/>
                    <a:pt x="4388" y="10085"/>
                  </a:cubicBezTo>
                  <a:cubicBezTo>
                    <a:pt x="3793" y="9819"/>
                    <a:pt x="4068" y="8997"/>
                    <a:pt x="4603" y="8997"/>
                  </a:cubicBezTo>
                  <a:cubicBezTo>
                    <a:pt x="4680" y="8997"/>
                    <a:pt x="4763" y="9014"/>
                    <a:pt x="4849" y="9052"/>
                  </a:cubicBezTo>
                  <a:cubicBezTo>
                    <a:pt x="5123" y="9176"/>
                    <a:pt x="5418" y="9251"/>
                    <a:pt x="5722" y="9275"/>
                  </a:cubicBezTo>
                  <a:lnTo>
                    <a:pt x="5722" y="18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6" name="Google Shape;608;p30"/>
            <p:cNvSpPr/>
            <p:nvPr/>
          </p:nvSpPr>
          <p:spPr>
            <a:xfrm>
              <a:off x="2426175" y="2057100"/>
              <a:ext cx="141175" cy="418925"/>
            </a:xfrm>
            <a:custGeom>
              <a:avLst/>
              <a:gdLst/>
              <a:ahLst/>
              <a:cxnLst/>
              <a:rect l="l" t="t" r="r" b="b"/>
              <a:pathLst>
                <a:path w="5647" h="16757" extrusionOk="0">
                  <a:moveTo>
                    <a:pt x="2800" y="5647"/>
                  </a:moveTo>
                  <a:cubicBezTo>
                    <a:pt x="3154" y="5647"/>
                    <a:pt x="3516" y="5968"/>
                    <a:pt x="3349" y="6410"/>
                  </a:cubicBezTo>
                  <a:lnTo>
                    <a:pt x="3153" y="6937"/>
                  </a:lnTo>
                  <a:cubicBezTo>
                    <a:pt x="3055" y="7196"/>
                    <a:pt x="2850" y="7305"/>
                    <a:pt x="2643" y="7305"/>
                  </a:cubicBezTo>
                  <a:cubicBezTo>
                    <a:pt x="2288" y="7305"/>
                    <a:pt x="1929" y="6984"/>
                    <a:pt x="2096" y="6539"/>
                  </a:cubicBezTo>
                  <a:lnTo>
                    <a:pt x="2295" y="6012"/>
                  </a:lnTo>
                  <a:cubicBezTo>
                    <a:pt x="2390" y="5755"/>
                    <a:pt x="2594" y="5647"/>
                    <a:pt x="2800" y="5647"/>
                  </a:cubicBezTo>
                  <a:close/>
                  <a:moveTo>
                    <a:pt x="1700" y="8178"/>
                  </a:moveTo>
                  <a:cubicBezTo>
                    <a:pt x="2108" y="8178"/>
                    <a:pt x="2500" y="8655"/>
                    <a:pt x="2168" y="9090"/>
                  </a:cubicBezTo>
                  <a:cubicBezTo>
                    <a:pt x="1906" y="9433"/>
                    <a:pt x="1587" y="9725"/>
                    <a:pt x="1226" y="9960"/>
                  </a:cubicBezTo>
                  <a:cubicBezTo>
                    <a:pt x="1118" y="10030"/>
                    <a:pt x="1011" y="10060"/>
                    <a:pt x="911" y="10060"/>
                  </a:cubicBezTo>
                  <a:cubicBezTo>
                    <a:pt x="424" y="10060"/>
                    <a:pt x="97" y="9344"/>
                    <a:pt x="612" y="9012"/>
                  </a:cubicBezTo>
                  <a:cubicBezTo>
                    <a:pt x="867" y="8849"/>
                    <a:pt x="1090" y="8641"/>
                    <a:pt x="1274" y="8403"/>
                  </a:cubicBezTo>
                  <a:cubicBezTo>
                    <a:pt x="1394" y="8244"/>
                    <a:pt x="1548" y="8178"/>
                    <a:pt x="1700" y="8178"/>
                  </a:cubicBezTo>
                  <a:close/>
                  <a:moveTo>
                    <a:pt x="5080" y="0"/>
                  </a:moveTo>
                  <a:cubicBezTo>
                    <a:pt x="5010" y="0"/>
                    <a:pt x="4939" y="13"/>
                    <a:pt x="4869" y="41"/>
                  </a:cubicBezTo>
                  <a:lnTo>
                    <a:pt x="0" y="1989"/>
                  </a:lnTo>
                  <a:lnTo>
                    <a:pt x="0" y="16756"/>
                  </a:lnTo>
                  <a:lnTo>
                    <a:pt x="5291" y="14640"/>
                  </a:lnTo>
                  <a:cubicBezTo>
                    <a:pt x="5505" y="14555"/>
                    <a:pt x="5646" y="14347"/>
                    <a:pt x="5646" y="14116"/>
                  </a:cubicBezTo>
                  <a:lnTo>
                    <a:pt x="5646" y="565"/>
                  </a:lnTo>
                  <a:cubicBezTo>
                    <a:pt x="5644" y="240"/>
                    <a:pt x="5378" y="0"/>
                    <a:pt x="5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17" name="Google Shape;609;p30"/>
          <p:cNvGrpSpPr/>
          <p:nvPr/>
        </p:nvGrpSpPr>
        <p:grpSpPr>
          <a:xfrm>
            <a:off x="4890850" y="4437008"/>
            <a:ext cx="452267" cy="452361"/>
            <a:chOff x="5049725" y="2027900"/>
            <a:chExt cx="481750" cy="481850"/>
          </a:xfrm>
        </p:grpSpPr>
        <p:sp>
          <p:nvSpPr>
            <p:cNvPr id="18" name="Google Shape;610;p30"/>
            <p:cNvSpPr/>
            <p:nvPr/>
          </p:nvSpPr>
          <p:spPr>
            <a:xfrm>
              <a:off x="5191775" y="2394925"/>
              <a:ext cx="197625" cy="114825"/>
            </a:xfrm>
            <a:custGeom>
              <a:avLst/>
              <a:gdLst/>
              <a:ahLst/>
              <a:cxnLst/>
              <a:rect l="l" t="t" r="r" b="b"/>
              <a:pathLst>
                <a:path w="7903" h="4593" extrusionOk="0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Google Shape;611;p30"/>
            <p:cNvSpPr/>
            <p:nvPr/>
          </p:nvSpPr>
          <p:spPr>
            <a:xfrm>
              <a:off x="5113625" y="2027900"/>
              <a:ext cx="347300" cy="338825"/>
            </a:xfrm>
            <a:custGeom>
              <a:avLst/>
              <a:gdLst/>
              <a:ahLst/>
              <a:cxnLst/>
              <a:rect l="l" t="t" r="r" b="b"/>
              <a:pathLst>
                <a:path w="13892" h="13553" extrusionOk="0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0" name="Google Shape;612;p30"/>
            <p:cNvSpPr/>
            <p:nvPr/>
          </p:nvSpPr>
          <p:spPr>
            <a:xfrm>
              <a:off x="5049725" y="2197300"/>
              <a:ext cx="56400" cy="28275"/>
            </a:xfrm>
            <a:custGeom>
              <a:avLst/>
              <a:gdLst/>
              <a:ahLst/>
              <a:cxnLst/>
              <a:rect l="l" t="t" r="r" b="b"/>
              <a:pathLst>
                <a:path w="2256" h="1131" extrusionOk="0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1" name="Google Shape;613;p30"/>
            <p:cNvSpPr/>
            <p:nvPr/>
          </p:nvSpPr>
          <p:spPr>
            <a:xfrm>
              <a:off x="5052575" y="2102800"/>
              <a:ext cx="50850" cy="48075"/>
            </a:xfrm>
            <a:custGeom>
              <a:avLst/>
              <a:gdLst/>
              <a:ahLst/>
              <a:cxnLst/>
              <a:rect l="l" t="t" r="r" b="b"/>
              <a:pathLst>
                <a:path w="2034" h="1923" extrusionOk="0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2" name="Google Shape;614;p30"/>
            <p:cNvSpPr/>
            <p:nvPr/>
          </p:nvSpPr>
          <p:spPr>
            <a:xfrm>
              <a:off x="5052575" y="2272175"/>
              <a:ext cx="50700" cy="47900"/>
            </a:xfrm>
            <a:custGeom>
              <a:avLst/>
              <a:gdLst/>
              <a:ahLst/>
              <a:cxnLst/>
              <a:rect l="l" t="t" r="r" b="b"/>
              <a:pathLst>
                <a:path w="2028" h="1916" extrusionOk="0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3" name="Google Shape;615;p30"/>
            <p:cNvSpPr/>
            <p:nvPr/>
          </p:nvSpPr>
          <p:spPr>
            <a:xfrm>
              <a:off x="5475050" y="2197300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" name="Google Shape;616;p30"/>
            <p:cNvSpPr/>
            <p:nvPr/>
          </p:nvSpPr>
          <p:spPr>
            <a:xfrm>
              <a:off x="5477925" y="2102800"/>
              <a:ext cx="50675" cy="47900"/>
            </a:xfrm>
            <a:custGeom>
              <a:avLst/>
              <a:gdLst/>
              <a:ahLst/>
              <a:cxnLst/>
              <a:rect l="l" t="t" r="r" b="b"/>
              <a:pathLst>
                <a:path w="2027" h="1916" extrusionOk="0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" name="Google Shape;617;p30"/>
            <p:cNvSpPr/>
            <p:nvPr/>
          </p:nvSpPr>
          <p:spPr>
            <a:xfrm>
              <a:off x="5477775" y="2272000"/>
              <a:ext cx="50825" cy="48075"/>
            </a:xfrm>
            <a:custGeom>
              <a:avLst/>
              <a:gdLst/>
              <a:ahLst/>
              <a:cxnLst/>
              <a:rect l="l" t="t" r="r" b="b"/>
              <a:pathLst>
                <a:path w="2032" h="1923" extrusionOk="0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6" name="Google Shape;618;p30"/>
          <p:cNvGrpSpPr/>
          <p:nvPr/>
        </p:nvGrpSpPr>
        <p:grpSpPr>
          <a:xfrm>
            <a:off x="4890815" y="2540142"/>
            <a:ext cx="452337" cy="452337"/>
            <a:chOff x="1492675" y="2027925"/>
            <a:chExt cx="481825" cy="481825"/>
          </a:xfrm>
        </p:grpSpPr>
        <p:sp>
          <p:nvSpPr>
            <p:cNvPr id="27" name="Google Shape;619;p30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" name="Google Shape;620;p30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" name="Google Shape;621;p30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0" name="Google Shape;622;p30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Google Shape;623;p30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27000"/>
                </a:srgb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435D74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32" name="Synergistically utilize technically sound portals with frictionless chains. Dramatically customize…"/>
          <p:cNvSpPr txBox="1"/>
          <p:nvPr/>
        </p:nvSpPr>
        <p:spPr>
          <a:xfrm>
            <a:off x="1247748" y="1863745"/>
            <a:ext cx="2957052" cy="94359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 portals with, Synergistically utilize</a:t>
            </a:r>
          </a:p>
        </p:txBody>
      </p:sp>
      <p:sp>
        <p:nvSpPr>
          <p:cNvPr id="33" name="Synergistically utilize technically sound portals with frictionless chains. Dramatically customize…"/>
          <p:cNvSpPr txBox="1"/>
          <p:nvPr/>
        </p:nvSpPr>
        <p:spPr>
          <a:xfrm>
            <a:off x="1297677" y="4659611"/>
            <a:ext cx="2957052" cy="94359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 portals with, Synergistically utilize</a:t>
            </a:r>
          </a:p>
        </p:txBody>
      </p:sp>
      <p:sp>
        <p:nvSpPr>
          <p:cNvPr id="34" name="Synergistically utilize technically sound portals with frictionless chains. Dramatically customize…"/>
          <p:cNvSpPr txBox="1"/>
          <p:nvPr/>
        </p:nvSpPr>
        <p:spPr>
          <a:xfrm>
            <a:off x="8122597" y="1942028"/>
            <a:ext cx="2957052" cy="94359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 portals with, Synergistically utilize</a:t>
            </a:r>
          </a:p>
        </p:txBody>
      </p:sp>
      <p:sp>
        <p:nvSpPr>
          <p:cNvPr id="35" name="Synergistically utilize technically sound portals with frictionless chains. Dramatically customize…"/>
          <p:cNvSpPr txBox="1"/>
          <p:nvPr/>
        </p:nvSpPr>
        <p:spPr>
          <a:xfrm>
            <a:off x="8110669" y="4551365"/>
            <a:ext cx="2957052" cy="94359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 portals with, Synergistically utilize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7;p23"/>
          <p:cNvSpPr/>
          <p:nvPr/>
        </p:nvSpPr>
        <p:spPr>
          <a:xfrm>
            <a:off x="3255879" y="1977243"/>
            <a:ext cx="152173" cy="148113"/>
          </a:xfrm>
          <a:custGeom>
            <a:avLst/>
            <a:gdLst/>
            <a:ahLst/>
            <a:cxnLst/>
            <a:rect l="l" t="t" r="r" b="b"/>
            <a:pathLst>
              <a:path w="3560" h="3466" extrusionOk="0">
                <a:moveTo>
                  <a:pt x="1797" y="0"/>
                </a:moveTo>
                <a:cubicBezTo>
                  <a:pt x="789" y="0"/>
                  <a:pt x="1" y="788"/>
                  <a:pt x="1" y="1733"/>
                </a:cubicBezTo>
                <a:cubicBezTo>
                  <a:pt x="1" y="2710"/>
                  <a:pt x="789" y="3466"/>
                  <a:pt x="1797" y="3466"/>
                </a:cubicBezTo>
                <a:cubicBezTo>
                  <a:pt x="2773" y="3466"/>
                  <a:pt x="3561" y="2710"/>
                  <a:pt x="3561" y="1733"/>
                </a:cubicBezTo>
                <a:cubicBezTo>
                  <a:pt x="3561" y="788"/>
                  <a:pt x="2773" y="0"/>
                  <a:pt x="179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Google Shape;288;p23"/>
          <p:cNvSpPr/>
          <p:nvPr/>
        </p:nvSpPr>
        <p:spPr>
          <a:xfrm>
            <a:off x="3434975" y="1800881"/>
            <a:ext cx="269305" cy="266613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355"/>
                </a:moveTo>
                <a:cubicBezTo>
                  <a:pt x="3749" y="1355"/>
                  <a:pt x="4159" y="1827"/>
                  <a:pt x="4159" y="2363"/>
                </a:cubicBezTo>
                <a:cubicBezTo>
                  <a:pt x="4159" y="2773"/>
                  <a:pt x="3970" y="3119"/>
                  <a:pt x="3623" y="3277"/>
                </a:cubicBezTo>
                <a:cubicBezTo>
                  <a:pt x="3529" y="3308"/>
                  <a:pt x="3497" y="3434"/>
                  <a:pt x="3497" y="3560"/>
                </a:cubicBezTo>
                <a:cubicBezTo>
                  <a:pt x="3497" y="3749"/>
                  <a:pt x="3340" y="3907"/>
                  <a:pt x="3151" y="3907"/>
                </a:cubicBezTo>
                <a:cubicBezTo>
                  <a:pt x="2962" y="3907"/>
                  <a:pt x="2804" y="3749"/>
                  <a:pt x="2804" y="3560"/>
                </a:cubicBezTo>
                <a:cubicBezTo>
                  <a:pt x="2804" y="3151"/>
                  <a:pt x="2993" y="2836"/>
                  <a:pt x="3308" y="2647"/>
                </a:cubicBezTo>
                <a:cubicBezTo>
                  <a:pt x="3434" y="2552"/>
                  <a:pt x="3497" y="2458"/>
                  <a:pt x="3497" y="2332"/>
                </a:cubicBezTo>
                <a:cubicBezTo>
                  <a:pt x="3497" y="2143"/>
                  <a:pt x="3340" y="1953"/>
                  <a:pt x="3151" y="1953"/>
                </a:cubicBezTo>
                <a:cubicBezTo>
                  <a:pt x="2962" y="1953"/>
                  <a:pt x="2804" y="2143"/>
                  <a:pt x="2804" y="2332"/>
                </a:cubicBezTo>
                <a:cubicBezTo>
                  <a:pt x="2804" y="2521"/>
                  <a:pt x="2646" y="2678"/>
                  <a:pt x="2426" y="2678"/>
                </a:cubicBezTo>
                <a:cubicBezTo>
                  <a:pt x="2237" y="2678"/>
                  <a:pt x="2079" y="2521"/>
                  <a:pt x="2079" y="2332"/>
                </a:cubicBezTo>
                <a:cubicBezTo>
                  <a:pt x="2079" y="1827"/>
                  <a:pt x="2552" y="1355"/>
                  <a:pt x="3151" y="1355"/>
                </a:cubicBezTo>
                <a:close/>
                <a:moveTo>
                  <a:pt x="3151" y="4096"/>
                </a:moveTo>
                <a:cubicBezTo>
                  <a:pt x="3340" y="4096"/>
                  <a:pt x="3497" y="4253"/>
                  <a:pt x="3497" y="4442"/>
                </a:cubicBezTo>
                <a:cubicBezTo>
                  <a:pt x="3497" y="4663"/>
                  <a:pt x="3340" y="4820"/>
                  <a:pt x="3151" y="4820"/>
                </a:cubicBezTo>
                <a:cubicBezTo>
                  <a:pt x="2962" y="4820"/>
                  <a:pt x="2804" y="4663"/>
                  <a:pt x="2804" y="4442"/>
                </a:cubicBezTo>
                <a:cubicBezTo>
                  <a:pt x="2804" y="4253"/>
                  <a:pt x="2962" y="4096"/>
                  <a:pt x="3151" y="4096"/>
                </a:cubicBezTo>
                <a:close/>
                <a:moveTo>
                  <a:pt x="3182" y="0"/>
                </a:moveTo>
                <a:cubicBezTo>
                  <a:pt x="1481" y="0"/>
                  <a:pt x="63" y="1418"/>
                  <a:pt x="63" y="3119"/>
                </a:cubicBezTo>
                <a:cubicBezTo>
                  <a:pt x="63" y="3655"/>
                  <a:pt x="189" y="4159"/>
                  <a:pt x="473" y="4663"/>
                </a:cubicBezTo>
                <a:lnTo>
                  <a:pt x="32" y="5766"/>
                </a:lnTo>
                <a:cubicBezTo>
                  <a:pt x="0" y="5860"/>
                  <a:pt x="32" y="5986"/>
                  <a:pt x="126" y="6112"/>
                </a:cubicBezTo>
                <a:cubicBezTo>
                  <a:pt x="189" y="6175"/>
                  <a:pt x="347" y="6238"/>
                  <a:pt x="473" y="6238"/>
                </a:cubicBezTo>
                <a:lnTo>
                  <a:pt x="1764" y="5892"/>
                </a:lnTo>
                <a:cubicBezTo>
                  <a:pt x="2205" y="6144"/>
                  <a:pt x="2678" y="6238"/>
                  <a:pt x="3182" y="6238"/>
                </a:cubicBezTo>
                <a:cubicBezTo>
                  <a:pt x="4915" y="6238"/>
                  <a:pt x="6301" y="4789"/>
                  <a:pt x="6301" y="3119"/>
                </a:cubicBezTo>
                <a:cubicBezTo>
                  <a:pt x="6301" y="1386"/>
                  <a:pt x="4883" y="0"/>
                  <a:pt x="318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Google Shape;289;p23"/>
          <p:cNvSpPr/>
          <p:nvPr/>
        </p:nvSpPr>
        <p:spPr>
          <a:xfrm flipH="1">
            <a:off x="1082392" y="1803907"/>
            <a:ext cx="2725651" cy="1178417"/>
          </a:xfrm>
          <a:custGeom>
            <a:avLst/>
            <a:gdLst/>
            <a:ahLst/>
            <a:cxnLst/>
            <a:rect l="l" t="t" r="r" b="b"/>
            <a:pathLst>
              <a:path w="15529" h="7470" extrusionOk="0">
                <a:moveTo>
                  <a:pt x="2156" y="1"/>
                </a:moveTo>
                <a:lnTo>
                  <a:pt x="0" y="3735"/>
                </a:lnTo>
                <a:lnTo>
                  <a:pt x="2156" y="7470"/>
                </a:lnTo>
                <a:lnTo>
                  <a:pt x="13303" y="7470"/>
                </a:lnTo>
                <a:cubicBezTo>
                  <a:pt x="13356" y="7470"/>
                  <a:pt x="13405" y="7441"/>
                  <a:pt x="13432" y="7396"/>
                </a:cubicBezTo>
                <a:lnTo>
                  <a:pt x="15503" y="3810"/>
                </a:lnTo>
                <a:cubicBezTo>
                  <a:pt x="15529" y="3763"/>
                  <a:pt x="15529" y="3707"/>
                  <a:pt x="15503" y="3661"/>
                </a:cubicBezTo>
                <a:lnTo>
                  <a:pt x="13432" y="75"/>
                </a:lnTo>
                <a:cubicBezTo>
                  <a:pt x="13405" y="30"/>
                  <a:pt x="13356" y="1"/>
                  <a:pt x="1330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5" name="Google Shape;290;p23"/>
          <p:cNvSpPr/>
          <p:nvPr/>
        </p:nvSpPr>
        <p:spPr>
          <a:xfrm flipH="1">
            <a:off x="3374348" y="1803922"/>
            <a:ext cx="865635" cy="1178417"/>
          </a:xfrm>
          <a:custGeom>
            <a:avLst/>
            <a:gdLst/>
            <a:ahLst/>
            <a:cxnLst/>
            <a:rect l="l" t="t" r="r" b="b"/>
            <a:pathLst>
              <a:path w="4894" h="7470" extrusionOk="0">
                <a:moveTo>
                  <a:pt x="2200" y="1"/>
                </a:moveTo>
                <a:cubicBezTo>
                  <a:pt x="2166" y="1"/>
                  <a:pt x="2136" y="19"/>
                  <a:pt x="2119" y="48"/>
                </a:cubicBezTo>
                <a:lnTo>
                  <a:pt x="17" y="3689"/>
                </a:lnTo>
                <a:cubicBezTo>
                  <a:pt x="0" y="3718"/>
                  <a:pt x="0" y="3754"/>
                  <a:pt x="17" y="3782"/>
                </a:cubicBezTo>
                <a:lnTo>
                  <a:pt x="2119" y="7423"/>
                </a:lnTo>
                <a:cubicBezTo>
                  <a:pt x="2136" y="7451"/>
                  <a:pt x="2166" y="7470"/>
                  <a:pt x="2200" y="7470"/>
                </a:cubicBezTo>
                <a:lnTo>
                  <a:pt x="4894" y="7470"/>
                </a:lnTo>
                <a:lnTo>
                  <a:pt x="2738" y="3735"/>
                </a:lnTo>
                <a:lnTo>
                  <a:pt x="4894" y="1"/>
                </a:lnTo>
                <a:close/>
              </a:path>
            </a:pathLst>
          </a:cu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291;p23"/>
          <p:cNvSpPr/>
          <p:nvPr/>
        </p:nvSpPr>
        <p:spPr>
          <a:xfrm flipH="1">
            <a:off x="1241523" y="2139617"/>
            <a:ext cx="533217" cy="492821"/>
          </a:xfrm>
          <a:custGeom>
            <a:avLst/>
            <a:gdLst/>
            <a:ahLst/>
            <a:cxnLst/>
            <a:rect l="l" t="t" r="r" b="b"/>
            <a:pathLst>
              <a:path w="3380" h="3124" extrusionOk="0">
                <a:moveTo>
                  <a:pt x="1689" y="0"/>
                </a:moveTo>
                <a:cubicBezTo>
                  <a:pt x="1594" y="0"/>
                  <a:pt x="1496" y="9"/>
                  <a:pt x="1399" y="28"/>
                </a:cubicBezTo>
                <a:cubicBezTo>
                  <a:pt x="555" y="188"/>
                  <a:pt x="0" y="1004"/>
                  <a:pt x="160" y="1852"/>
                </a:cubicBezTo>
                <a:cubicBezTo>
                  <a:pt x="302" y="2601"/>
                  <a:pt x="956" y="3123"/>
                  <a:pt x="1690" y="3123"/>
                </a:cubicBezTo>
                <a:cubicBezTo>
                  <a:pt x="1786" y="3123"/>
                  <a:pt x="1883" y="3114"/>
                  <a:pt x="1980" y="3096"/>
                </a:cubicBezTo>
                <a:cubicBezTo>
                  <a:pt x="2825" y="2936"/>
                  <a:pt x="3379" y="2120"/>
                  <a:pt x="3219" y="1272"/>
                </a:cubicBezTo>
                <a:cubicBezTo>
                  <a:pt x="3077" y="523"/>
                  <a:pt x="2423" y="0"/>
                  <a:pt x="1689" y="0"/>
                </a:cubicBezTo>
                <a:close/>
              </a:path>
            </a:pathLst>
          </a:custGeom>
          <a:solidFill>
            <a:srgbClr val="FF9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indent="-457200" algn="ctr" defTabSz="914400">
              <a:lnSpc>
                <a:spcPct val="90000"/>
              </a:lnSpc>
              <a:spcBef>
                <a:spcPts val="1000"/>
              </a:spcBef>
              <a:buSzTx/>
            </a:pPr>
            <a:r>
              <a:rPr lang="en-GB">
                <a:solidFill>
                  <a:prstClr val="white"/>
                </a:solidFill>
                <a:latin typeface="Calibri" panose="020F0502020204030204" pitchFamily="34" charset="0"/>
                <a:sym typeface="Fira Sans Extra Condensed Medium"/>
              </a:rPr>
              <a:t>S</a:t>
            </a:r>
            <a:endParaRPr>
              <a:solidFill>
                <a:prstClr val="white"/>
              </a:solidFill>
              <a:latin typeface="Calibri" panose="020F0502020204030204" pitchFamily="34" charset="0"/>
              <a:sym typeface="Fira Sans Extra Condensed Medium"/>
            </a:endParaRPr>
          </a:p>
        </p:txBody>
      </p:sp>
      <p:sp>
        <p:nvSpPr>
          <p:cNvPr id="7" name="Google Shape;293;p23"/>
          <p:cNvSpPr/>
          <p:nvPr/>
        </p:nvSpPr>
        <p:spPr>
          <a:xfrm flipH="1">
            <a:off x="1087475" y="4237416"/>
            <a:ext cx="2725825" cy="1178417"/>
          </a:xfrm>
          <a:custGeom>
            <a:avLst/>
            <a:gdLst/>
            <a:ahLst/>
            <a:cxnLst/>
            <a:rect l="l" t="t" r="r" b="b"/>
            <a:pathLst>
              <a:path w="15530" h="7470" extrusionOk="0">
                <a:moveTo>
                  <a:pt x="2157" y="0"/>
                </a:moveTo>
                <a:lnTo>
                  <a:pt x="1" y="3735"/>
                </a:lnTo>
                <a:lnTo>
                  <a:pt x="2157" y="7469"/>
                </a:lnTo>
                <a:lnTo>
                  <a:pt x="13304" y="7469"/>
                </a:lnTo>
                <a:cubicBezTo>
                  <a:pt x="13357" y="7469"/>
                  <a:pt x="13406" y="7441"/>
                  <a:pt x="13432" y="7395"/>
                </a:cubicBezTo>
                <a:lnTo>
                  <a:pt x="15502" y="3809"/>
                </a:lnTo>
                <a:cubicBezTo>
                  <a:pt x="15529" y="3763"/>
                  <a:pt x="15529" y="3707"/>
                  <a:pt x="15502" y="3660"/>
                </a:cubicBezTo>
                <a:lnTo>
                  <a:pt x="13432" y="74"/>
                </a:lnTo>
                <a:cubicBezTo>
                  <a:pt x="13406" y="29"/>
                  <a:pt x="13357" y="0"/>
                  <a:pt x="133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8" name="Google Shape;294;p23"/>
          <p:cNvSpPr/>
          <p:nvPr/>
        </p:nvSpPr>
        <p:spPr>
          <a:xfrm flipH="1">
            <a:off x="3480688" y="4237410"/>
            <a:ext cx="860563" cy="1178417"/>
          </a:xfrm>
          <a:custGeom>
            <a:avLst/>
            <a:gdLst/>
            <a:ahLst/>
            <a:cxnLst/>
            <a:rect l="l" t="t" r="r" b="b"/>
            <a:pathLst>
              <a:path w="5455" h="7470" extrusionOk="0">
                <a:moveTo>
                  <a:pt x="2200" y="0"/>
                </a:moveTo>
                <a:cubicBezTo>
                  <a:pt x="2165" y="0"/>
                  <a:pt x="2135" y="19"/>
                  <a:pt x="2118" y="47"/>
                </a:cubicBezTo>
                <a:lnTo>
                  <a:pt x="17" y="3688"/>
                </a:lnTo>
                <a:cubicBezTo>
                  <a:pt x="0" y="3717"/>
                  <a:pt x="0" y="3753"/>
                  <a:pt x="17" y="3782"/>
                </a:cubicBezTo>
                <a:lnTo>
                  <a:pt x="2118" y="7422"/>
                </a:lnTo>
                <a:cubicBezTo>
                  <a:pt x="2135" y="7451"/>
                  <a:pt x="2165" y="7469"/>
                  <a:pt x="2200" y="7469"/>
                </a:cubicBezTo>
                <a:lnTo>
                  <a:pt x="5455" y="7469"/>
                </a:lnTo>
                <a:lnTo>
                  <a:pt x="3299" y="3735"/>
                </a:lnTo>
                <a:lnTo>
                  <a:pt x="5455" y="0"/>
                </a:lnTo>
                <a:close/>
              </a:path>
            </a:pathLst>
          </a:cu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Google Shape;295;p23"/>
          <p:cNvSpPr/>
          <p:nvPr/>
        </p:nvSpPr>
        <p:spPr>
          <a:xfrm flipH="1">
            <a:off x="1317865" y="4580129"/>
            <a:ext cx="533217" cy="492979"/>
          </a:xfrm>
          <a:custGeom>
            <a:avLst/>
            <a:gdLst/>
            <a:ahLst/>
            <a:cxnLst/>
            <a:rect l="l" t="t" r="r" b="b"/>
            <a:pathLst>
              <a:path w="3380" h="3125" extrusionOk="0">
                <a:moveTo>
                  <a:pt x="1689" y="1"/>
                </a:moveTo>
                <a:cubicBezTo>
                  <a:pt x="1594" y="1"/>
                  <a:pt x="1497" y="10"/>
                  <a:pt x="1399" y="28"/>
                </a:cubicBezTo>
                <a:cubicBezTo>
                  <a:pt x="555" y="188"/>
                  <a:pt x="0" y="1004"/>
                  <a:pt x="160" y="1852"/>
                </a:cubicBezTo>
                <a:cubicBezTo>
                  <a:pt x="302" y="2601"/>
                  <a:pt x="956" y="3125"/>
                  <a:pt x="1690" y="3125"/>
                </a:cubicBezTo>
                <a:cubicBezTo>
                  <a:pt x="1786" y="3125"/>
                  <a:pt x="1883" y="3116"/>
                  <a:pt x="1981" y="3097"/>
                </a:cubicBezTo>
                <a:cubicBezTo>
                  <a:pt x="2825" y="2937"/>
                  <a:pt x="3379" y="2120"/>
                  <a:pt x="3219" y="1273"/>
                </a:cubicBezTo>
                <a:cubicBezTo>
                  <a:pt x="3077" y="523"/>
                  <a:pt x="2424" y="1"/>
                  <a:pt x="1689" y="1"/>
                </a:cubicBezTo>
                <a:close/>
              </a:path>
            </a:pathLst>
          </a:custGeom>
          <a:solidFill>
            <a:srgbClr val="FF9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indent="-457200" algn="ctr" defTabSz="914400">
              <a:lnSpc>
                <a:spcPct val="90000"/>
              </a:lnSpc>
              <a:spcBef>
                <a:spcPts val="1000"/>
              </a:spcBef>
              <a:buSzTx/>
            </a:pPr>
            <a:r>
              <a:rPr lang="en-GB">
                <a:solidFill>
                  <a:prstClr val="white"/>
                </a:solidFill>
                <a:latin typeface="Calibri" panose="020F0502020204030204" pitchFamily="34" charset="0"/>
                <a:sym typeface="Fira Sans Extra Condensed Medium"/>
              </a:rPr>
              <a:t>T</a:t>
            </a:r>
            <a:endParaRPr>
              <a:solidFill>
                <a:prstClr val="white"/>
              </a:solidFill>
              <a:latin typeface="Calibri" panose="020F0502020204030204" pitchFamily="34" charset="0"/>
              <a:sym typeface="Fira Sans Extra Condensed Medium"/>
            </a:endParaRPr>
          </a:p>
        </p:txBody>
      </p:sp>
      <p:sp>
        <p:nvSpPr>
          <p:cNvPr id="10" name="Google Shape;297;p23"/>
          <p:cNvSpPr/>
          <p:nvPr/>
        </p:nvSpPr>
        <p:spPr>
          <a:xfrm flipH="1">
            <a:off x="8428468" y="1803906"/>
            <a:ext cx="2725644" cy="1178443"/>
          </a:xfrm>
          <a:custGeom>
            <a:avLst/>
            <a:gdLst/>
            <a:ahLst/>
            <a:cxnLst/>
            <a:rect l="l" t="t" r="r" b="b"/>
            <a:pathLst>
              <a:path w="15380" h="7470" extrusionOk="0">
                <a:moveTo>
                  <a:pt x="2226" y="1"/>
                </a:moveTo>
                <a:cubicBezTo>
                  <a:pt x="2173" y="1"/>
                  <a:pt x="2124" y="30"/>
                  <a:pt x="2098" y="75"/>
                </a:cubicBezTo>
                <a:lnTo>
                  <a:pt x="27" y="3661"/>
                </a:lnTo>
                <a:cubicBezTo>
                  <a:pt x="1" y="3707"/>
                  <a:pt x="1" y="3763"/>
                  <a:pt x="27" y="3810"/>
                </a:cubicBezTo>
                <a:lnTo>
                  <a:pt x="2098" y="7396"/>
                </a:lnTo>
                <a:cubicBezTo>
                  <a:pt x="2124" y="7441"/>
                  <a:pt x="2173" y="7470"/>
                  <a:pt x="2226" y="7470"/>
                </a:cubicBezTo>
                <a:lnTo>
                  <a:pt x="13223" y="7470"/>
                </a:lnTo>
                <a:lnTo>
                  <a:pt x="15379" y="3735"/>
                </a:lnTo>
                <a:lnTo>
                  <a:pt x="1322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11" name="Google Shape;298;p23"/>
          <p:cNvSpPr/>
          <p:nvPr/>
        </p:nvSpPr>
        <p:spPr>
          <a:xfrm flipH="1">
            <a:off x="7905783" y="1803922"/>
            <a:ext cx="860720" cy="1178417"/>
          </a:xfrm>
          <a:custGeom>
            <a:avLst/>
            <a:gdLst/>
            <a:ahLst/>
            <a:cxnLst/>
            <a:rect l="l" t="t" r="r" b="b"/>
            <a:pathLst>
              <a:path w="5456" h="7470" extrusionOk="0">
                <a:moveTo>
                  <a:pt x="0" y="1"/>
                </a:moveTo>
                <a:lnTo>
                  <a:pt x="2156" y="3735"/>
                </a:lnTo>
                <a:lnTo>
                  <a:pt x="0" y="7470"/>
                </a:lnTo>
                <a:lnTo>
                  <a:pt x="3255" y="7470"/>
                </a:lnTo>
                <a:cubicBezTo>
                  <a:pt x="3290" y="7470"/>
                  <a:pt x="3320" y="7451"/>
                  <a:pt x="3337" y="7423"/>
                </a:cubicBezTo>
                <a:lnTo>
                  <a:pt x="5438" y="3782"/>
                </a:lnTo>
                <a:cubicBezTo>
                  <a:pt x="5456" y="3754"/>
                  <a:pt x="5456" y="3718"/>
                  <a:pt x="5438" y="3689"/>
                </a:cubicBezTo>
                <a:lnTo>
                  <a:pt x="3337" y="48"/>
                </a:lnTo>
                <a:cubicBezTo>
                  <a:pt x="3320" y="19"/>
                  <a:pt x="3290" y="1"/>
                  <a:pt x="3255" y="1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299;p23"/>
          <p:cNvSpPr/>
          <p:nvPr/>
        </p:nvSpPr>
        <p:spPr>
          <a:xfrm flipH="1">
            <a:off x="10361253" y="2139617"/>
            <a:ext cx="533375" cy="492821"/>
          </a:xfrm>
          <a:custGeom>
            <a:avLst/>
            <a:gdLst/>
            <a:ahLst/>
            <a:cxnLst/>
            <a:rect l="l" t="t" r="r" b="b"/>
            <a:pathLst>
              <a:path w="3381" h="3124" extrusionOk="0">
                <a:moveTo>
                  <a:pt x="1691" y="0"/>
                </a:moveTo>
                <a:cubicBezTo>
                  <a:pt x="1595" y="0"/>
                  <a:pt x="1498" y="9"/>
                  <a:pt x="1400" y="28"/>
                </a:cubicBezTo>
                <a:cubicBezTo>
                  <a:pt x="556" y="188"/>
                  <a:pt x="1" y="1004"/>
                  <a:pt x="161" y="1852"/>
                </a:cubicBezTo>
                <a:cubicBezTo>
                  <a:pt x="304" y="2601"/>
                  <a:pt x="957" y="3123"/>
                  <a:pt x="1691" y="3123"/>
                </a:cubicBezTo>
                <a:cubicBezTo>
                  <a:pt x="1787" y="3123"/>
                  <a:pt x="1884" y="3114"/>
                  <a:pt x="1981" y="3096"/>
                </a:cubicBezTo>
                <a:cubicBezTo>
                  <a:pt x="2826" y="2936"/>
                  <a:pt x="3381" y="2120"/>
                  <a:pt x="3220" y="1272"/>
                </a:cubicBezTo>
                <a:cubicBezTo>
                  <a:pt x="3079" y="523"/>
                  <a:pt x="2425" y="0"/>
                  <a:pt x="1691" y="0"/>
                </a:cubicBezTo>
                <a:close/>
              </a:path>
            </a:pathLst>
          </a:custGeom>
          <a:solidFill>
            <a:srgbClr val="FF9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indent="-457200" algn="ctr" defTabSz="914400">
              <a:lnSpc>
                <a:spcPct val="90000"/>
              </a:lnSpc>
              <a:spcBef>
                <a:spcPts val="1000"/>
              </a:spcBef>
              <a:buSzTx/>
            </a:pPr>
            <a:r>
              <a:rPr lang="en-GB">
                <a:solidFill>
                  <a:prstClr val="white"/>
                </a:solidFill>
                <a:latin typeface="Calibri" panose="020F0502020204030204" pitchFamily="34" charset="0"/>
                <a:sym typeface="Fira Sans Extra Condensed Medium"/>
              </a:rPr>
              <a:t>A</a:t>
            </a:r>
            <a:endParaRPr>
              <a:solidFill>
                <a:prstClr val="white"/>
              </a:solidFill>
              <a:latin typeface="Calibri" panose="020F0502020204030204" pitchFamily="34" charset="0"/>
              <a:sym typeface="Fira Sans Extra Condensed Medium"/>
            </a:endParaRPr>
          </a:p>
        </p:txBody>
      </p:sp>
      <p:sp>
        <p:nvSpPr>
          <p:cNvPr id="13" name="Google Shape;301;p23"/>
          <p:cNvSpPr/>
          <p:nvPr/>
        </p:nvSpPr>
        <p:spPr>
          <a:xfrm flipH="1">
            <a:off x="8428468" y="4237384"/>
            <a:ext cx="2725825" cy="1178443"/>
          </a:xfrm>
          <a:custGeom>
            <a:avLst/>
            <a:gdLst/>
            <a:ahLst/>
            <a:cxnLst/>
            <a:rect l="l" t="t" r="r" b="b"/>
            <a:pathLst>
              <a:path w="15378" h="7470" extrusionOk="0">
                <a:moveTo>
                  <a:pt x="2226" y="0"/>
                </a:moveTo>
                <a:cubicBezTo>
                  <a:pt x="2173" y="0"/>
                  <a:pt x="2124" y="29"/>
                  <a:pt x="2097" y="74"/>
                </a:cubicBezTo>
                <a:lnTo>
                  <a:pt x="27" y="3660"/>
                </a:lnTo>
                <a:cubicBezTo>
                  <a:pt x="0" y="3707"/>
                  <a:pt x="0" y="3763"/>
                  <a:pt x="27" y="3809"/>
                </a:cubicBezTo>
                <a:lnTo>
                  <a:pt x="2097" y="7395"/>
                </a:lnTo>
                <a:cubicBezTo>
                  <a:pt x="2124" y="7441"/>
                  <a:pt x="2173" y="7469"/>
                  <a:pt x="2226" y="7469"/>
                </a:cubicBezTo>
                <a:lnTo>
                  <a:pt x="13223" y="7469"/>
                </a:lnTo>
                <a:lnTo>
                  <a:pt x="15379" y="3735"/>
                </a:lnTo>
                <a:lnTo>
                  <a:pt x="1322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14" name="Google Shape;302;p23"/>
          <p:cNvSpPr/>
          <p:nvPr/>
        </p:nvSpPr>
        <p:spPr>
          <a:xfrm flipH="1">
            <a:off x="7908040" y="4237387"/>
            <a:ext cx="860563" cy="1178417"/>
          </a:xfrm>
          <a:custGeom>
            <a:avLst/>
            <a:gdLst/>
            <a:ahLst/>
            <a:cxnLst/>
            <a:rect l="l" t="t" r="r" b="b"/>
            <a:pathLst>
              <a:path w="5455" h="7470" extrusionOk="0">
                <a:moveTo>
                  <a:pt x="0" y="0"/>
                </a:moveTo>
                <a:lnTo>
                  <a:pt x="2156" y="3735"/>
                </a:lnTo>
                <a:lnTo>
                  <a:pt x="0" y="7469"/>
                </a:lnTo>
                <a:lnTo>
                  <a:pt x="3255" y="7469"/>
                </a:lnTo>
                <a:cubicBezTo>
                  <a:pt x="3288" y="7469"/>
                  <a:pt x="3320" y="7451"/>
                  <a:pt x="3336" y="7422"/>
                </a:cubicBezTo>
                <a:lnTo>
                  <a:pt x="5438" y="3782"/>
                </a:lnTo>
                <a:cubicBezTo>
                  <a:pt x="5455" y="3753"/>
                  <a:pt x="5455" y="3717"/>
                  <a:pt x="5438" y="3688"/>
                </a:cubicBezTo>
                <a:lnTo>
                  <a:pt x="3336" y="47"/>
                </a:lnTo>
                <a:cubicBezTo>
                  <a:pt x="3320" y="19"/>
                  <a:pt x="3288" y="0"/>
                  <a:pt x="3255" y="0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303;p23"/>
          <p:cNvSpPr/>
          <p:nvPr/>
        </p:nvSpPr>
        <p:spPr>
          <a:xfrm flipH="1">
            <a:off x="10385912" y="4580106"/>
            <a:ext cx="533217" cy="492979"/>
          </a:xfrm>
          <a:custGeom>
            <a:avLst/>
            <a:gdLst/>
            <a:ahLst/>
            <a:cxnLst/>
            <a:rect l="l" t="t" r="r" b="b"/>
            <a:pathLst>
              <a:path w="3380" h="3125" extrusionOk="0">
                <a:moveTo>
                  <a:pt x="1689" y="1"/>
                </a:moveTo>
                <a:cubicBezTo>
                  <a:pt x="1593" y="1"/>
                  <a:pt x="1496" y="10"/>
                  <a:pt x="1399" y="28"/>
                </a:cubicBezTo>
                <a:cubicBezTo>
                  <a:pt x="555" y="189"/>
                  <a:pt x="0" y="1005"/>
                  <a:pt x="160" y="1852"/>
                </a:cubicBezTo>
                <a:cubicBezTo>
                  <a:pt x="302" y="2602"/>
                  <a:pt x="956" y="3125"/>
                  <a:pt x="1690" y="3125"/>
                </a:cubicBezTo>
                <a:cubicBezTo>
                  <a:pt x="1786" y="3125"/>
                  <a:pt x="1883" y="3116"/>
                  <a:pt x="1980" y="3097"/>
                </a:cubicBezTo>
                <a:cubicBezTo>
                  <a:pt x="2825" y="2937"/>
                  <a:pt x="3379" y="2121"/>
                  <a:pt x="3219" y="1273"/>
                </a:cubicBezTo>
                <a:cubicBezTo>
                  <a:pt x="3077" y="524"/>
                  <a:pt x="2423" y="1"/>
                  <a:pt x="1689" y="1"/>
                </a:cubicBezTo>
                <a:close/>
              </a:path>
            </a:pathLst>
          </a:custGeom>
          <a:solidFill>
            <a:srgbClr val="FF94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indent="-457200" algn="ctr" defTabSz="914400">
              <a:lnSpc>
                <a:spcPct val="90000"/>
              </a:lnSpc>
              <a:spcBef>
                <a:spcPts val="1000"/>
              </a:spcBef>
              <a:buSzTx/>
            </a:pPr>
            <a:r>
              <a:rPr lang="en-GB">
                <a:solidFill>
                  <a:prstClr val="white"/>
                </a:solidFill>
                <a:latin typeface="Calibri" panose="020F0502020204030204" pitchFamily="34" charset="0"/>
                <a:sym typeface="Fira Sans Extra Condensed Medium"/>
              </a:rPr>
              <a:t>R</a:t>
            </a:r>
            <a:endParaRPr>
              <a:solidFill>
                <a:prstClr val="white"/>
              </a:solidFill>
              <a:latin typeface="Calibri" panose="020F0502020204030204" pitchFamily="34" charset="0"/>
              <a:sym typeface="Fira Sans Extra Condensed Medium"/>
            </a:endParaRPr>
          </a:p>
        </p:txBody>
      </p:sp>
      <p:sp>
        <p:nvSpPr>
          <p:cNvPr id="16" name="Synergistically utilize technically sound portals with frictionless chains. Dramatically customize…"/>
          <p:cNvSpPr txBox="1"/>
          <p:nvPr/>
        </p:nvSpPr>
        <p:spPr>
          <a:xfrm>
            <a:off x="1944346" y="2072279"/>
            <a:ext cx="1389866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sp>
        <p:nvSpPr>
          <p:cNvPr id="17" name="Synergistically utilize technically sound portals with frictionless chains. Dramatically customize…"/>
          <p:cNvSpPr txBox="1"/>
          <p:nvPr/>
        </p:nvSpPr>
        <p:spPr>
          <a:xfrm>
            <a:off x="1991477" y="4541438"/>
            <a:ext cx="1389866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sp>
        <p:nvSpPr>
          <p:cNvPr id="18" name="Synergistically utilize technically sound portals with frictionless chains. Dramatically customize…"/>
          <p:cNvSpPr txBox="1"/>
          <p:nvPr/>
        </p:nvSpPr>
        <p:spPr>
          <a:xfrm>
            <a:off x="8868945" y="2018714"/>
            <a:ext cx="1389866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sp>
        <p:nvSpPr>
          <p:cNvPr id="19" name="Synergistically utilize technically sound portals with frictionless chains. Dramatically customize…"/>
          <p:cNvSpPr txBox="1"/>
          <p:nvPr/>
        </p:nvSpPr>
        <p:spPr>
          <a:xfrm>
            <a:off x="8971387" y="4459282"/>
            <a:ext cx="1389866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738" y="946453"/>
            <a:ext cx="5403232" cy="540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4"/>
          <p:cNvSpPr txBox="1"/>
          <p:nvPr/>
        </p:nvSpPr>
        <p:spPr>
          <a:xfrm>
            <a:off x="1001341" y="1865416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 rot="10800000" flipH="1">
            <a:off x="5354963" y="3655733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434" name="Google Shape;434;p34"/>
          <p:cNvGrpSpPr/>
          <p:nvPr/>
        </p:nvGrpSpPr>
        <p:grpSpPr>
          <a:xfrm rot="8560047">
            <a:off x="5220154" y="135768"/>
            <a:ext cx="2034492" cy="3279483"/>
            <a:chOff x="6634300" y="1683989"/>
            <a:chExt cx="1789666" cy="2884836"/>
          </a:xfrm>
        </p:grpSpPr>
        <p:sp>
          <p:nvSpPr>
            <p:cNvPr id="435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34"/>
          <p:cNvGrpSpPr/>
          <p:nvPr/>
        </p:nvGrpSpPr>
        <p:grpSpPr>
          <a:xfrm rot="18059551">
            <a:off x="774442" y="3313544"/>
            <a:ext cx="2034293" cy="3279161"/>
            <a:chOff x="6634300" y="1683989"/>
            <a:chExt cx="1789666" cy="2884836"/>
          </a:xfrm>
        </p:grpSpPr>
        <p:sp>
          <p:nvSpPr>
            <p:cNvPr id="444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784784" y="2439775"/>
            <a:ext cx="39944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u="sng" dirty="0">
                <a:solidFill>
                  <a:srgbClr val="34596C"/>
                </a:solidFill>
                <a:latin typeface="思源宋体 CN Heavy" pitchFamily="18" charset="-122"/>
                <a:ea typeface="思源宋体 CN Heavy" pitchFamily="18" charset="-122"/>
              </a:rPr>
              <a:t>Part 02</a:t>
            </a:r>
          </a:p>
        </p:txBody>
      </p:sp>
      <p:sp>
        <p:nvSpPr>
          <p:cNvPr id="29" name="Synergistically utilize technically sound portals with frictionless chains. Dramatically customize…"/>
          <p:cNvSpPr txBox="1"/>
          <p:nvPr/>
        </p:nvSpPr>
        <p:spPr>
          <a:xfrm>
            <a:off x="2415070" y="3621072"/>
            <a:ext cx="2810448" cy="66781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799" y="988962"/>
            <a:ext cx="4094757" cy="526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54"/>
          <p:cNvSpPr/>
          <p:nvPr/>
        </p:nvSpPr>
        <p:spPr>
          <a:xfrm>
            <a:off x="1261810" y="4261993"/>
            <a:ext cx="1672704" cy="612038"/>
          </a:xfrm>
          <a:custGeom>
            <a:avLst/>
            <a:gdLst/>
            <a:ahLst/>
            <a:cxnLst/>
            <a:rect l="l" t="t" r="r" b="b"/>
            <a:pathLst>
              <a:path w="3387" h="2663" extrusionOk="0">
                <a:moveTo>
                  <a:pt x="0" y="1"/>
                </a:moveTo>
                <a:lnTo>
                  <a:pt x="0" y="2663"/>
                </a:lnTo>
                <a:lnTo>
                  <a:pt x="3386" y="2663"/>
                </a:lnTo>
                <a:lnTo>
                  <a:pt x="338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84" name="Google Shape;3984;p54"/>
          <p:cNvSpPr/>
          <p:nvPr/>
        </p:nvSpPr>
        <p:spPr>
          <a:xfrm>
            <a:off x="1897742" y="4026356"/>
            <a:ext cx="393935" cy="259533"/>
          </a:xfrm>
          <a:custGeom>
            <a:avLst/>
            <a:gdLst/>
            <a:ahLst/>
            <a:cxnLst/>
            <a:rect l="l" t="t" r="r" b="b"/>
            <a:pathLst>
              <a:path w="1714" h="2096" extrusionOk="0">
                <a:moveTo>
                  <a:pt x="856" y="0"/>
                </a:moveTo>
                <a:lnTo>
                  <a:pt x="1" y="2064"/>
                </a:lnTo>
                <a:lnTo>
                  <a:pt x="856" y="2095"/>
                </a:lnTo>
                <a:lnTo>
                  <a:pt x="1713" y="2064"/>
                </a:lnTo>
                <a:lnTo>
                  <a:pt x="85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86" name="Google Shape;3986;p54"/>
          <p:cNvSpPr/>
          <p:nvPr/>
        </p:nvSpPr>
        <p:spPr>
          <a:xfrm>
            <a:off x="5235944" y="4261993"/>
            <a:ext cx="1672704" cy="612038"/>
          </a:xfrm>
          <a:custGeom>
            <a:avLst/>
            <a:gdLst/>
            <a:ahLst/>
            <a:cxnLst/>
            <a:rect l="l" t="t" r="r" b="b"/>
            <a:pathLst>
              <a:path w="3387" h="2663" extrusionOk="0">
                <a:moveTo>
                  <a:pt x="0" y="1"/>
                </a:moveTo>
                <a:lnTo>
                  <a:pt x="0" y="2663"/>
                </a:lnTo>
                <a:lnTo>
                  <a:pt x="3386" y="2663"/>
                </a:lnTo>
                <a:lnTo>
                  <a:pt x="33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87" name="Google Shape;3987;p54"/>
          <p:cNvSpPr/>
          <p:nvPr/>
        </p:nvSpPr>
        <p:spPr>
          <a:xfrm>
            <a:off x="5871876" y="4026356"/>
            <a:ext cx="393935" cy="259533"/>
          </a:xfrm>
          <a:custGeom>
            <a:avLst/>
            <a:gdLst/>
            <a:ahLst/>
            <a:cxnLst/>
            <a:rect l="l" t="t" r="r" b="b"/>
            <a:pathLst>
              <a:path w="1714" h="2096" extrusionOk="0">
                <a:moveTo>
                  <a:pt x="856" y="0"/>
                </a:moveTo>
                <a:lnTo>
                  <a:pt x="1" y="2064"/>
                </a:lnTo>
                <a:lnTo>
                  <a:pt x="856" y="2095"/>
                </a:lnTo>
                <a:lnTo>
                  <a:pt x="1713" y="2064"/>
                </a:lnTo>
                <a:lnTo>
                  <a:pt x="8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89" name="Google Shape;3989;p54"/>
          <p:cNvSpPr/>
          <p:nvPr/>
        </p:nvSpPr>
        <p:spPr>
          <a:xfrm>
            <a:off x="9318844" y="4261993"/>
            <a:ext cx="1672704" cy="612038"/>
          </a:xfrm>
          <a:custGeom>
            <a:avLst/>
            <a:gdLst/>
            <a:ahLst/>
            <a:cxnLst/>
            <a:rect l="l" t="t" r="r" b="b"/>
            <a:pathLst>
              <a:path w="3387" h="2663" extrusionOk="0">
                <a:moveTo>
                  <a:pt x="0" y="1"/>
                </a:moveTo>
                <a:lnTo>
                  <a:pt x="0" y="2663"/>
                </a:lnTo>
                <a:lnTo>
                  <a:pt x="3386" y="2663"/>
                </a:lnTo>
                <a:lnTo>
                  <a:pt x="338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90" name="Google Shape;3990;p54"/>
          <p:cNvSpPr/>
          <p:nvPr/>
        </p:nvSpPr>
        <p:spPr>
          <a:xfrm>
            <a:off x="9954776" y="4026356"/>
            <a:ext cx="393935" cy="259533"/>
          </a:xfrm>
          <a:custGeom>
            <a:avLst/>
            <a:gdLst/>
            <a:ahLst/>
            <a:cxnLst/>
            <a:rect l="l" t="t" r="r" b="b"/>
            <a:pathLst>
              <a:path w="1714" h="2096" extrusionOk="0">
                <a:moveTo>
                  <a:pt x="856" y="0"/>
                </a:moveTo>
                <a:lnTo>
                  <a:pt x="1" y="2064"/>
                </a:lnTo>
                <a:lnTo>
                  <a:pt x="856" y="2095"/>
                </a:lnTo>
                <a:lnTo>
                  <a:pt x="1713" y="2064"/>
                </a:lnTo>
                <a:lnTo>
                  <a:pt x="8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92" name="Google Shape;3992;p54"/>
          <p:cNvSpPr/>
          <p:nvPr/>
        </p:nvSpPr>
        <p:spPr>
          <a:xfrm rot="10800000">
            <a:off x="7286844" y="1930021"/>
            <a:ext cx="1672704" cy="612038"/>
          </a:xfrm>
          <a:custGeom>
            <a:avLst/>
            <a:gdLst/>
            <a:ahLst/>
            <a:cxnLst/>
            <a:rect l="l" t="t" r="r" b="b"/>
            <a:pathLst>
              <a:path w="3387" h="2663" extrusionOk="0">
                <a:moveTo>
                  <a:pt x="0" y="1"/>
                </a:moveTo>
                <a:lnTo>
                  <a:pt x="0" y="2663"/>
                </a:lnTo>
                <a:lnTo>
                  <a:pt x="3386" y="2663"/>
                </a:lnTo>
                <a:lnTo>
                  <a:pt x="338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93" name="Google Shape;3993;p54"/>
          <p:cNvSpPr/>
          <p:nvPr/>
        </p:nvSpPr>
        <p:spPr>
          <a:xfrm rot="10800000">
            <a:off x="7929681" y="2518163"/>
            <a:ext cx="393935" cy="259533"/>
          </a:xfrm>
          <a:custGeom>
            <a:avLst/>
            <a:gdLst/>
            <a:ahLst/>
            <a:cxnLst/>
            <a:rect l="l" t="t" r="r" b="b"/>
            <a:pathLst>
              <a:path w="1714" h="2096" extrusionOk="0">
                <a:moveTo>
                  <a:pt x="856" y="0"/>
                </a:moveTo>
                <a:lnTo>
                  <a:pt x="1" y="2064"/>
                </a:lnTo>
                <a:lnTo>
                  <a:pt x="856" y="2095"/>
                </a:lnTo>
                <a:lnTo>
                  <a:pt x="1713" y="2064"/>
                </a:lnTo>
                <a:lnTo>
                  <a:pt x="85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95" name="Google Shape;3995;p54"/>
          <p:cNvSpPr/>
          <p:nvPr/>
        </p:nvSpPr>
        <p:spPr>
          <a:xfrm rot="10800000">
            <a:off x="3203944" y="1930021"/>
            <a:ext cx="1672704" cy="612038"/>
          </a:xfrm>
          <a:custGeom>
            <a:avLst/>
            <a:gdLst/>
            <a:ahLst/>
            <a:cxnLst/>
            <a:rect l="l" t="t" r="r" b="b"/>
            <a:pathLst>
              <a:path w="3387" h="2663" extrusionOk="0">
                <a:moveTo>
                  <a:pt x="0" y="1"/>
                </a:moveTo>
                <a:lnTo>
                  <a:pt x="0" y="2663"/>
                </a:lnTo>
                <a:lnTo>
                  <a:pt x="3386" y="2663"/>
                </a:lnTo>
                <a:lnTo>
                  <a:pt x="3386" y="1"/>
                </a:lnTo>
                <a:close/>
              </a:path>
            </a:pathLst>
          </a:custGeom>
          <a:solidFill>
            <a:srgbClr val="FFE3D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96" name="Google Shape;3996;p54"/>
          <p:cNvSpPr/>
          <p:nvPr/>
        </p:nvSpPr>
        <p:spPr>
          <a:xfrm rot="10800000">
            <a:off x="3846781" y="2518163"/>
            <a:ext cx="393935" cy="259533"/>
          </a:xfrm>
          <a:custGeom>
            <a:avLst/>
            <a:gdLst/>
            <a:ahLst/>
            <a:cxnLst/>
            <a:rect l="l" t="t" r="r" b="b"/>
            <a:pathLst>
              <a:path w="1714" h="2096" extrusionOk="0">
                <a:moveTo>
                  <a:pt x="856" y="0"/>
                </a:moveTo>
                <a:lnTo>
                  <a:pt x="1" y="2064"/>
                </a:lnTo>
                <a:lnTo>
                  <a:pt x="856" y="2095"/>
                </a:lnTo>
                <a:lnTo>
                  <a:pt x="1713" y="2064"/>
                </a:lnTo>
                <a:lnTo>
                  <a:pt x="856" y="0"/>
                </a:lnTo>
                <a:close/>
              </a:path>
            </a:pathLst>
          </a:custGeom>
          <a:solidFill>
            <a:srgbClr val="FFE3D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04" name="Google Shape;4004;p54"/>
          <p:cNvSpPr/>
          <p:nvPr/>
        </p:nvSpPr>
        <p:spPr>
          <a:xfrm>
            <a:off x="1285242" y="3085457"/>
            <a:ext cx="9499380" cy="629960"/>
          </a:xfrm>
          <a:custGeom>
            <a:avLst/>
            <a:gdLst/>
            <a:ahLst/>
            <a:cxnLst/>
            <a:rect l="l" t="t" r="r" b="b"/>
            <a:pathLst>
              <a:path w="33642" h="2231" extrusionOk="0">
                <a:moveTo>
                  <a:pt x="1115" y="1"/>
                </a:moveTo>
                <a:cubicBezTo>
                  <a:pt x="501" y="1"/>
                  <a:pt x="0" y="502"/>
                  <a:pt x="0" y="1116"/>
                </a:cubicBezTo>
                <a:cubicBezTo>
                  <a:pt x="0" y="1730"/>
                  <a:pt x="501" y="2231"/>
                  <a:pt x="1115" y="2231"/>
                </a:cubicBezTo>
                <a:lnTo>
                  <a:pt x="32526" y="2231"/>
                </a:lnTo>
                <a:cubicBezTo>
                  <a:pt x="33140" y="2231"/>
                  <a:pt x="33641" y="1730"/>
                  <a:pt x="33641" y="1116"/>
                </a:cubicBezTo>
                <a:cubicBezTo>
                  <a:pt x="33641" y="502"/>
                  <a:pt x="33140" y="1"/>
                  <a:pt x="32526" y="1"/>
                </a:cubicBezTo>
                <a:close/>
              </a:path>
            </a:pathLst>
          </a:custGeom>
          <a:solidFill>
            <a:srgbClr val="306A9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05" name="Google Shape;4005;p54"/>
          <p:cNvSpPr/>
          <p:nvPr/>
        </p:nvSpPr>
        <p:spPr>
          <a:xfrm>
            <a:off x="1285242" y="3085457"/>
            <a:ext cx="1433011" cy="629960"/>
          </a:xfrm>
          <a:custGeom>
            <a:avLst/>
            <a:gdLst/>
            <a:ahLst/>
            <a:cxnLst/>
            <a:rect l="l" t="t" r="r" b="b"/>
            <a:pathLst>
              <a:path w="5075" h="2231" extrusionOk="0">
                <a:moveTo>
                  <a:pt x="1115" y="1"/>
                </a:moveTo>
                <a:cubicBezTo>
                  <a:pt x="501" y="1"/>
                  <a:pt x="0" y="502"/>
                  <a:pt x="0" y="1116"/>
                </a:cubicBezTo>
                <a:cubicBezTo>
                  <a:pt x="0" y="1730"/>
                  <a:pt x="501" y="2231"/>
                  <a:pt x="1115" y="2231"/>
                </a:cubicBezTo>
                <a:lnTo>
                  <a:pt x="5074" y="2231"/>
                </a:lnTo>
                <a:lnTo>
                  <a:pt x="507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06" name="Google Shape;4006;p54"/>
          <p:cNvSpPr/>
          <p:nvPr/>
        </p:nvSpPr>
        <p:spPr>
          <a:xfrm>
            <a:off x="2717411" y="3085457"/>
            <a:ext cx="2410364" cy="629945"/>
          </a:xfrm>
          <a:custGeom>
            <a:avLst/>
            <a:gdLst/>
            <a:ahLst/>
            <a:cxnLst/>
            <a:rect l="l" t="t" r="r" b="b"/>
            <a:pathLst>
              <a:path w="3309" h="2231" extrusionOk="0">
                <a:moveTo>
                  <a:pt x="0" y="1"/>
                </a:moveTo>
                <a:lnTo>
                  <a:pt x="0" y="2231"/>
                </a:lnTo>
                <a:lnTo>
                  <a:pt x="3308" y="2231"/>
                </a:lnTo>
                <a:lnTo>
                  <a:pt x="3308" y="1"/>
                </a:lnTo>
                <a:close/>
              </a:path>
            </a:pathLst>
          </a:custGeom>
          <a:solidFill>
            <a:srgbClr val="FFE3D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07" name="Google Shape;4007;p54"/>
          <p:cNvSpPr/>
          <p:nvPr/>
        </p:nvSpPr>
        <p:spPr>
          <a:xfrm>
            <a:off x="9378710" y="3085457"/>
            <a:ext cx="1405904" cy="629960"/>
          </a:xfrm>
          <a:custGeom>
            <a:avLst/>
            <a:gdLst/>
            <a:ahLst/>
            <a:cxnLst/>
            <a:rect l="l" t="t" r="r" b="b"/>
            <a:pathLst>
              <a:path w="4979" h="2231" extrusionOk="0">
                <a:moveTo>
                  <a:pt x="1" y="1"/>
                </a:moveTo>
                <a:lnTo>
                  <a:pt x="1" y="2231"/>
                </a:lnTo>
                <a:lnTo>
                  <a:pt x="3863" y="2231"/>
                </a:lnTo>
                <a:cubicBezTo>
                  <a:pt x="4477" y="2231"/>
                  <a:pt x="4978" y="1730"/>
                  <a:pt x="4978" y="1116"/>
                </a:cubicBezTo>
                <a:cubicBezTo>
                  <a:pt x="4978" y="502"/>
                  <a:pt x="4477" y="1"/>
                  <a:pt x="386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08" name="Google Shape;4008;p54"/>
          <p:cNvSpPr/>
          <p:nvPr/>
        </p:nvSpPr>
        <p:spPr>
          <a:xfrm>
            <a:off x="5430663" y="3085457"/>
            <a:ext cx="3948897" cy="629960"/>
          </a:xfrm>
          <a:custGeom>
            <a:avLst/>
            <a:gdLst/>
            <a:ahLst/>
            <a:cxnLst/>
            <a:rect l="l" t="t" r="r" b="b"/>
            <a:pathLst>
              <a:path w="13985" h="2231" extrusionOk="0">
                <a:moveTo>
                  <a:pt x="1" y="1"/>
                </a:moveTo>
                <a:lnTo>
                  <a:pt x="1" y="2231"/>
                </a:lnTo>
                <a:lnTo>
                  <a:pt x="13985" y="2231"/>
                </a:lnTo>
                <a:lnTo>
                  <a:pt x="1398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09" name="Google Shape;4009;p54"/>
          <p:cNvSpPr/>
          <p:nvPr/>
        </p:nvSpPr>
        <p:spPr>
          <a:xfrm>
            <a:off x="5127778" y="3085457"/>
            <a:ext cx="1779475" cy="629960"/>
          </a:xfrm>
          <a:custGeom>
            <a:avLst/>
            <a:gdLst/>
            <a:ahLst/>
            <a:cxnLst/>
            <a:rect l="l" t="t" r="r" b="b"/>
            <a:pathLst>
              <a:path w="6302" h="2231" extrusionOk="0">
                <a:moveTo>
                  <a:pt x="0" y="1"/>
                </a:moveTo>
                <a:lnTo>
                  <a:pt x="0" y="2231"/>
                </a:lnTo>
                <a:lnTo>
                  <a:pt x="6302" y="2231"/>
                </a:lnTo>
                <a:lnTo>
                  <a:pt x="63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4010" name="Google Shape;4010;p54"/>
          <p:cNvGrpSpPr/>
          <p:nvPr/>
        </p:nvGrpSpPr>
        <p:grpSpPr>
          <a:xfrm>
            <a:off x="7908535" y="3261164"/>
            <a:ext cx="469049" cy="278441"/>
            <a:chOff x="2940987" y="2162532"/>
            <a:chExt cx="580028" cy="344321"/>
          </a:xfrm>
        </p:grpSpPr>
        <p:sp>
          <p:nvSpPr>
            <p:cNvPr id="4011" name="Google Shape;4011;p54"/>
            <p:cNvSpPr/>
            <p:nvPr/>
          </p:nvSpPr>
          <p:spPr>
            <a:xfrm>
              <a:off x="3020878" y="2340427"/>
              <a:ext cx="325904" cy="127337"/>
            </a:xfrm>
            <a:custGeom>
              <a:avLst/>
              <a:gdLst/>
              <a:ahLst/>
              <a:cxnLst/>
              <a:rect l="l" t="t" r="r" b="b"/>
              <a:pathLst>
                <a:path w="5344" h="2088" extrusionOk="0">
                  <a:moveTo>
                    <a:pt x="1427" y="830"/>
                  </a:moveTo>
                  <a:cubicBezTo>
                    <a:pt x="1414" y="780"/>
                    <a:pt x="1404" y="742"/>
                    <a:pt x="1392" y="692"/>
                  </a:cubicBezTo>
                  <a:cubicBezTo>
                    <a:pt x="1271" y="763"/>
                    <a:pt x="1151" y="757"/>
                    <a:pt x="1030" y="756"/>
                  </a:cubicBezTo>
                  <a:cubicBezTo>
                    <a:pt x="815" y="754"/>
                    <a:pt x="601" y="732"/>
                    <a:pt x="391" y="682"/>
                  </a:cubicBezTo>
                  <a:cubicBezTo>
                    <a:pt x="304" y="661"/>
                    <a:pt x="231" y="600"/>
                    <a:pt x="137" y="597"/>
                  </a:cubicBezTo>
                  <a:cubicBezTo>
                    <a:pt x="118" y="597"/>
                    <a:pt x="99" y="565"/>
                    <a:pt x="74" y="542"/>
                  </a:cubicBezTo>
                  <a:cubicBezTo>
                    <a:pt x="155" y="507"/>
                    <a:pt x="226" y="520"/>
                    <a:pt x="294" y="523"/>
                  </a:cubicBezTo>
                  <a:cubicBezTo>
                    <a:pt x="439" y="529"/>
                    <a:pt x="583" y="553"/>
                    <a:pt x="728" y="554"/>
                  </a:cubicBezTo>
                  <a:cubicBezTo>
                    <a:pt x="839" y="555"/>
                    <a:pt x="949" y="535"/>
                    <a:pt x="1060" y="524"/>
                  </a:cubicBezTo>
                  <a:cubicBezTo>
                    <a:pt x="1084" y="522"/>
                    <a:pt x="1106" y="517"/>
                    <a:pt x="1130" y="515"/>
                  </a:cubicBezTo>
                  <a:cubicBezTo>
                    <a:pt x="1201" y="513"/>
                    <a:pt x="1201" y="514"/>
                    <a:pt x="1219" y="415"/>
                  </a:cubicBezTo>
                  <a:cubicBezTo>
                    <a:pt x="1182" y="415"/>
                    <a:pt x="1145" y="405"/>
                    <a:pt x="1114" y="416"/>
                  </a:cubicBezTo>
                  <a:cubicBezTo>
                    <a:pt x="940" y="476"/>
                    <a:pt x="767" y="484"/>
                    <a:pt x="585" y="450"/>
                  </a:cubicBezTo>
                  <a:cubicBezTo>
                    <a:pt x="431" y="421"/>
                    <a:pt x="270" y="421"/>
                    <a:pt x="113" y="405"/>
                  </a:cubicBezTo>
                  <a:cubicBezTo>
                    <a:pt x="36" y="397"/>
                    <a:pt x="20" y="379"/>
                    <a:pt x="0" y="288"/>
                  </a:cubicBezTo>
                  <a:cubicBezTo>
                    <a:pt x="189" y="343"/>
                    <a:pt x="383" y="333"/>
                    <a:pt x="569" y="360"/>
                  </a:cubicBezTo>
                  <a:cubicBezTo>
                    <a:pt x="758" y="390"/>
                    <a:pt x="938" y="334"/>
                    <a:pt x="1140" y="322"/>
                  </a:cubicBezTo>
                  <a:cubicBezTo>
                    <a:pt x="1153" y="299"/>
                    <a:pt x="1176" y="262"/>
                    <a:pt x="1192" y="232"/>
                  </a:cubicBezTo>
                  <a:cubicBezTo>
                    <a:pt x="1335" y="246"/>
                    <a:pt x="1475" y="259"/>
                    <a:pt x="1616" y="271"/>
                  </a:cubicBezTo>
                  <a:cubicBezTo>
                    <a:pt x="1703" y="278"/>
                    <a:pt x="1791" y="285"/>
                    <a:pt x="1878" y="293"/>
                  </a:cubicBezTo>
                  <a:cubicBezTo>
                    <a:pt x="1971" y="300"/>
                    <a:pt x="2063" y="315"/>
                    <a:pt x="2156" y="317"/>
                  </a:cubicBezTo>
                  <a:cubicBezTo>
                    <a:pt x="2281" y="319"/>
                    <a:pt x="2405" y="312"/>
                    <a:pt x="2528" y="310"/>
                  </a:cubicBezTo>
                  <a:cubicBezTo>
                    <a:pt x="2580" y="310"/>
                    <a:pt x="2630" y="312"/>
                    <a:pt x="2681" y="318"/>
                  </a:cubicBezTo>
                  <a:cubicBezTo>
                    <a:pt x="2805" y="333"/>
                    <a:pt x="2928" y="339"/>
                    <a:pt x="3053" y="323"/>
                  </a:cubicBezTo>
                  <a:cubicBezTo>
                    <a:pt x="3101" y="317"/>
                    <a:pt x="3153" y="324"/>
                    <a:pt x="3203" y="328"/>
                  </a:cubicBezTo>
                  <a:cubicBezTo>
                    <a:pt x="3368" y="334"/>
                    <a:pt x="3526" y="278"/>
                    <a:pt x="3688" y="257"/>
                  </a:cubicBezTo>
                  <a:cubicBezTo>
                    <a:pt x="3848" y="235"/>
                    <a:pt x="4010" y="176"/>
                    <a:pt x="4177" y="220"/>
                  </a:cubicBezTo>
                  <a:cubicBezTo>
                    <a:pt x="4195" y="225"/>
                    <a:pt x="4220" y="222"/>
                    <a:pt x="4236" y="213"/>
                  </a:cubicBezTo>
                  <a:cubicBezTo>
                    <a:pt x="4273" y="195"/>
                    <a:pt x="4308" y="176"/>
                    <a:pt x="4350" y="203"/>
                  </a:cubicBezTo>
                  <a:cubicBezTo>
                    <a:pt x="4356" y="207"/>
                    <a:pt x="4373" y="206"/>
                    <a:pt x="4378" y="201"/>
                  </a:cubicBezTo>
                  <a:cubicBezTo>
                    <a:pt x="4425" y="160"/>
                    <a:pt x="4482" y="180"/>
                    <a:pt x="4534" y="179"/>
                  </a:cubicBezTo>
                  <a:cubicBezTo>
                    <a:pt x="4624" y="176"/>
                    <a:pt x="4721" y="195"/>
                    <a:pt x="4799" y="162"/>
                  </a:cubicBezTo>
                  <a:cubicBezTo>
                    <a:pt x="4937" y="104"/>
                    <a:pt x="5089" y="119"/>
                    <a:pt x="5223" y="56"/>
                  </a:cubicBezTo>
                  <a:cubicBezTo>
                    <a:pt x="5256" y="41"/>
                    <a:pt x="5287" y="21"/>
                    <a:pt x="5323" y="0"/>
                  </a:cubicBezTo>
                  <a:cubicBezTo>
                    <a:pt x="5343" y="68"/>
                    <a:pt x="5299" y="114"/>
                    <a:pt x="5287" y="174"/>
                  </a:cubicBezTo>
                  <a:cubicBezTo>
                    <a:pt x="5144" y="157"/>
                    <a:pt x="5023" y="227"/>
                    <a:pt x="4891" y="253"/>
                  </a:cubicBezTo>
                  <a:cubicBezTo>
                    <a:pt x="4823" y="266"/>
                    <a:pt x="4752" y="259"/>
                    <a:pt x="4682" y="257"/>
                  </a:cubicBezTo>
                  <a:cubicBezTo>
                    <a:pt x="4646" y="256"/>
                    <a:pt x="4606" y="230"/>
                    <a:pt x="4589" y="283"/>
                  </a:cubicBezTo>
                  <a:cubicBezTo>
                    <a:pt x="4575" y="322"/>
                    <a:pt x="4616" y="379"/>
                    <a:pt x="4665" y="386"/>
                  </a:cubicBezTo>
                  <a:cubicBezTo>
                    <a:pt x="4687" y="390"/>
                    <a:pt x="4712" y="388"/>
                    <a:pt x="4734" y="383"/>
                  </a:cubicBezTo>
                  <a:cubicBezTo>
                    <a:pt x="4831" y="361"/>
                    <a:pt x="4925" y="339"/>
                    <a:pt x="5021" y="317"/>
                  </a:cubicBezTo>
                  <a:cubicBezTo>
                    <a:pt x="5094" y="300"/>
                    <a:pt x="5168" y="287"/>
                    <a:pt x="5268" y="266"/>
                  </a:cubicBezTo>
                  <a:cubicBezTo>
                    <a:pt x="5215" y="351"/>
                    <a:pt x="5176" y="416"/>
                    <a:pt x="5135" y="483"/>
                  </a:cubicBezTo>
                  <a:cubicBezTo>
                    <a:pt x="5111" y="468"/>
                    <a:pt x="5091" y="456"/>
                    <a:pt x="5070" y="443"/>
                  </a:cubicBezTo>
                  <a:cubicBezTo>
                    <a:pt x="4948" y="509"/>
                    <a:pt x="4819" y="524"/>
                    <a:pt x="4686" y="514"/>
                  </a:cubicBezTo>
                  <a:cubicBezTo>
                    <a:pt x="4666" y="513"/>
                    <a:pt x="4645" y="512"/>
                    <a:pt x="4625" y="513"/>
                  </a:cubicBezTo>
                  <a:cubicBezTo>
                    <a:pt x="4582" y="517"/>
                    <a:pt x="4549" y="554"/>
                    <a:pt x="4554" y="594"/>
                  </a:cubicBezTo>
                  <a:cubicBezTo>
                    <a:pt x="4560" y="640"/>
                    <a:pt x="4597" y="643"/>
                    <a:pt x="4631" y="640"/>
                  </a:cubicBezTo>
                  <a:cubicBezTo>
                    <a:pt x="4767" y="620"/>
                    <a:pt x="4907" y="634"/>
                    <a:pt x="5044" y="564"/>
                  </a:cubicBezTo>
                  <a:cubicBezTo>
                    <a:pt x="5051" y="654"/>
                    <a:pt x="4963" y="661"/>
                    <a:pt x="4937" y="717"/>
                  </a:cubicBezTo>
                  <a:cubicBezTo>
                    <a:pt x="4911" y="775"/>
                    <a:pt x="4865" y="822"/>
                    <a:pt x="4823" y="881"/>
                  </a:cubicBezTo>
                  <a:cubicBezTo>
                    <a:pt x="4805" y="859"/>
                    <a:pt x="4791" y="841"/>
                    <a:pt x="4777" y="825"/>
                  </a:cubicBezTo>
                  <a:cubicBezTo>
                    <a:pt x="4656" y="843"/>
                    <a:pt x="4535" y="860"/>
                    <a:pt x="4402" y="879"/>
                  </a:cubicBezTo>
                  <a:cubicBezTo>
                    <a:pt x="4417" y="908"/>
                    <a:pt x="4425" y="926"/>
                    <a:pt x="4435" y="941"/>
                  </a:cubicBezTo>
                  <a:cubicBezTo>
                    <a:pt x="4442" y="956"/>
                    <a:pt x="4450" y="971"/>
                    <a:pt x="4458" y="986"/>
                  </a:cubicBezTo>
                  <a:cubicBezTo>
                    <a:pt x="4570" y="967"/>
                    <a:pt x="4677" y="948"/>
                    <a:pt x="4802" y="926"/>
                  </a:cubicBezTo>
                  <a:cubicBezTo>
                    <a:pt x="4753" y="998"/>
                    <a:pt x="4710" y="1058"/>
                    <a:pt x="4666" y="1123"/>
                  </a:cubicBezTo>
                  <a:cubicBezTo>
                    <a:pt x="4611" y="1131"/>
                    <a:pt x="4552" y="1143"/>
                    <a:pt x="4492" y="1146"/>
                  </a:cubicBezTo>
                  <a:cubicBezTo>
                    <a:pt x="4436" y="1148"/>
                    <a:pt x="4379" y="1140"/>
                    <a:pt x="4305" y="1135"/>
                  </a:cubicBezTo>
                  <a:cubicBezTo>
                    <a:pt x="4304" y="1136"/>
                    <a:pt x="4288" y="1147"/>
                    <a:pt x="4273" y="1160"/>
                  </a:cubicBezTo>
                  <a:cubicBezTo>
                    <a:pt x="4244" y="1183"/>
                    <a:pt x="4237" y="1215"/>
                    <a:pt x="4259" y="1239"/>
                  </a:cubicBezTo>
                  <a:cubicBezTo>
                    <a:pt x="4273" y="1256"/>
                    <a:pt x="4305" y="1265"/>
                    <a:pt x="4328" y="1264"/>
                  </a:cubicBezTo>
                  <a:cubicBezTo>
                    <a:pt x="4397" y="1257"/>
                    <a:pt x="4466" y="1243"/>
                    <a:pt x="4538" y="1231"/>
                  </a:cubicBezTo>
                  <a:cubicBezTo>
                    <a:pt x="4524" y="1302"/>
                    <a:pt x="4523" y="1298"/>
                    <a:pt x="4371" y="1335"/>
                  </a:cubicBezTo>
                  <a:cubicBezTo>
                    <a:pt x="4299" y="1353"/>
                    <a:pt x="4233" y="1350"/>
                    <a:pt x="4165" y="1311"/>
                  </a:cubicBezTo>
                  <a:cubicBezTo>
                    <a:pt x="4132" y="1331"/>
                    <a:pt x="4111" y="1355"/>
                    <a:pt x="4127" y="1401"/>
                  </a:cubicBezTo>
                  <a:cubicBezTo>
                    <a:pt x="4141" y="1445"/>
                    <a:pt x="4171" y="1457"/>
                    <a:pt x="4212" y="1457"/>
                  </a:cubicBezTo>
                  <a:cubicBezTo>
                    <a:pt x="4239" y="1457"/>
                    <a:pt x="4268" y="1459"/>
                    <a:pt x="4306" y="1461"/>
                  </a:cubicBezTo>
                  <a:cubicBezTo>
                    <a:pt x="4221" y="1537"/>
                    <a:pt x="4125" y="1581"/>
                    <a:pt x="3985" y="1609"/>
                  </a:cubicBezTo>
                  <a:cubicBezTo>
                    <a:pt x="3993" y="1640"/>
                    <a:pt x="4001" y="1673"/>
                    <a:pt x="4009" y="1711"/>
                  </a:cubicBezTo>
                  <a:cubicBezTo>
                    <a:pt x="3944" y="1772"/>
                    <a:pt x="3870" y="1822"/>
                    <a:pt x="3776" y="1833"/>
                  </a:cubicBezTo>
                  <a:cubicBezTo>
                    <a:pt x="3772" y="1833"/>
                    <a:pt x="3766" y="1832"/>
                    <a:pt x="3765" y="1834"/>
                  </a:cubicBezTo>
                  <a:cubicBezTo>
                    <a:pt x="3686" y="1936"/>
                    <a:pt x="3557" y="1900"/>
                    <a:pt x="3455" y="1943"/>
                  </a:cubicBezTo>
                  <a:cubicBezTo>
                    <a:pt x="3423" y="1956"/>
                    <a:pt x="3383" y="1954"/>
                    <a:pt x="3346" y="1959"/>
                  </a:cubicBezTo>
                  <a:cubicBezTo>
                    <a:pt x="3252" y="1967"/>
                    <a:pt x="3160" y="1980"/>
                    <a:pt x="3070" y="2007"/>
                  </a:cubicBezTo>
                  <a:cubicBezTo>
                    <a:pt x="2948" y="2042"/>
                    <a:pt x="2822" y="2067"/>
                    <a:pt x="2693" y="2042"/>
                  </a:cubicBezTo>
                  <a:cubicBezTo>
                    <a:pt x="2681" y="2040"/>
                    <a:pt x="2665" y="2038"/>
                    <a:pt x="2653" y="2043"/>
                  </a:cubicBezTo>
                  <a:cubicBezTo>
                    <a:pt x="2520" y="2087"/>
                    <a:pt x="2399" y="1999"/>
                    <a:pt x="2261" y="2031"/>
                  </a:cubicBezTo>
                  <a:cubicBezTo>
                    <a:pt x="2270" y="1962"/>
                    <a:pt x="2397" y="1974"/>
                    <a:pt x="2338" y="1888"/>
                  </a:cubicBezTo>
                  <a:cubicBezTo>
                    <a:pt x="1996" y="1951"/>
                    <a:pt x="1696" y="1833"/>
                    <a:pt x="1399" y="1705"/>
                  </a:cubicBezTo>
                  <a:cubicBezTo>
                    <a:pt x="1400" y="1698"/>
                    <a:pt x="1402" y="1690"/>
                    <a:pt x="1403" y="1683"/>
                  </a:cubicBezTo>
                  <a:cubicBezTo>
                    <a:pt x="1418" y="1684"/>
                    <a:pt x="1434" y="1684"/>
                    <a:pt x="1449" y="1687"/>
                  </a:cubicBezTo>
                  <a:cubicBezTo>
                    <a:pt x="1588" y="1701"/>
                    <a:pt x="1727" y="1718"/>
                    <a:pt x="1867" y="1726"/>
                  </a:cubicBezTo>
                  <a:cubicBezTo>
                    <a:pt x="1937" y="1730"/>
                    <a:pt x="2008" y="1719"/>
                    <a:pt x="2078" y="1715"/>
                  </a:cubicBezTo>
                  <a:cubicBezTo>
                    <a:pt x="2116" y="1713"/>
                    <a:pt x="2162" y="1715"/>
                    <a:pt x="2167" y="1669"/>
                  </a:cubicBezTo>
                  <a:cubicBezTo>
                    <a:pt x="2170" y="1643"/>
                    <a:pt x="2141" y="1614"/>
                    <a:pt x="2125" y="1587"/>
                  </a:cubicBezTo>
                  <a:cubicBezTo>
                    <a:pt x="1868" y="1674"/>
                    <a:pt x="1624" y="1636"/>
                    <a:pt x="1382" y="1572"/>
                  </a:cubicBezTo>
                  <a:cubicBezTo>
                    <a:pt x="1325" y="1556"/>
                    <a:pt x="1265" y="1549"/>
                    <a:pt x="1219" y="1501"/>
                  </a:cubicBezTo>
                  <a:cubicBezTo>
                    <a:pt x="1200" y="1484"/>
                    <a:pt x="1162" y="1486"/>
                    <a:pt x="1134" y="1480"/>
                  </a:cubicBezTo>
                  <a:cubicBezTo>
                    <a:pt x="1118" y="1500"/>
                    <a:pt x="1106" y="1519"/>
                    <a:pt x="1091" y="1537"/>
                  </a:cubicBezTo>
                  <a:cubicBezTo>
                    <a:pt x="1034" y="1496"/>
                    <a:pt x="982" y="1460"/>
                    <a:pt x="931" y="1423"/>
                  </a:cubicBezTo>
                  <a:cubicBezTo>
                    <a:pt x="934" y="1417"/>
                    <a:pt x="937" y="1411"/>
                    <a:pt x="939" y="1404"/>
                  </a:cubicBezTo>
                  <a:cubicBezTo>
                    <a:pt x="988" y="1407"/>
                    <a:pt x="1037" y="1414"/>
                    <a:pt x="1085" y="1412"/>
                  </a:cubicBezTo>
                  <a:cubicBezTo>
                    <a:pt x="1226" y="1407"/>
                    <a:pt x="1368" y="1396"/>
                    <a:pt x="1510" y="1391"/>
                  </a:cubicBezTo>
                  <a:cubicBezTo>
                    <a:pt x="1610" y="1387"/>
                    <a:pt x="1710" y="1387"/>
                    <a:pt x="1809" y="1382"/>
                  </a:cubicBezTo>
                  <a:cubicBezTo>
                    <a:pt x="1839" y="1381"/>
                    <a:pt x="1868" y="1371"/>
                    <a:pt x="1898" y="1366"/>
                  </a:cubicBezTo>
                  <a:cubicBezTo>
                    <a:pt x="1927" y="1361"/>
                    <a:pt x="1954" y="1346"/>
                    <a:pt x="1947" y="1315"/>
                  </a:cubicBezTo>
                  <a:cubicBezTo>
                    <a:pt x="1944" y="1293"/>
                    <a:pt x="1922" y="1274"/>
                    <a:pt x="1906" y="1255"/>
                  </a:cubicBezTo>
                  <a:cubicBezTo>
                    <a:pt x="1900" y="1247"/>
                    <a:pt x="1889" y="1244"/>
                    <a:pt x="1891" y="1245"/>
                  </a:cubicBezTo>
                  <a:cubicBezTo>
                    <a:pt x="1829" y="1265"/>
                    <a:pt x="1776" y="1293"/>
                    <a:pt x="1722" y="1297"/>
                  </a:cubicBezTo>
                  <a:cubicBezTo>
                    <a:pt x="1445" y="1312"/>
                    <a:pt x="1164" y="1367"/>
                    <a:pt x="891" y="1275"/>
                  </a:cubicBezTo>
                  <a:cubicBezTo>
                    <a:pt x="767" y="1234"/>
                    <a:pt x="648" y="1178"/>
                    <a:pt x="530" y="1102"/>
                  </a:cubicBezTo>
                  <a:cubicBezTo>
                    <a:pt x="549" y="1090"/>
                    <a:pt x="558" y="1079"/>
                    <a:pt x="564" y="1080"/>
                  </a:cubicBezTo>
                  <a:cubicBezTo>
                    <a:pt x="745" y="1128"/>
                    <a:pt x="929" y="1126"/>
                    <a:pt x="1116" y="1111"/>
                  </a:cubicBezTo>
                  <a:cubicBezTo>
                    <a:pt x="1281" y="1100"/>
                    <a:pt x="1446" y="1106"/>
                    <a:pt x="1612" y="1127"/>
                  </a:cubicBezTo>
                  <a:cubicBezTo>
                    <a:pt x="1628" y="1130"/>
                    <a:pt x="1644" y="1131"/>
                    <a:pt x="1663" y="1130"/>
                  </a:cubicBezTo>
                  <a:cubicBezTo>
                    <a:pt x="1701" y="1127"/>
                    <a:pt x="1727" y="1109"/>
                    <a:pt x="1731" y="1069"/>
                  </a:cubicBezTo>
                  <a:cubicBezTo>
                    <a:pt x="1734" y="1038"/>
                    <a:pt x="1690" y="1000"/>
                    <a:pt x="1653" y="1009"/>
                  </a:cubicBezTo>
                  <a:cubicBezTo>
                    <a:pt x="1446" y="1056"/>
                    <a:pt x="1236" y="1018"/>
                    <a:pt x="1029" y="1038"/>
                  </a:cubicBezTo>
                  <a:cubicBezTo>
                    <a:pt x="804" y="1059"/>
                    <a:pt x="580" y="1005"/>
                    <a:pt x="375" y="910"/>
                  </a:cubicBezTo>
                  <a:cubicBezTo>
                    <a:pt x="323" y="886"/>
                    <a:pt x="292" y="824"/>
                    <a:pt x="256" y="770"/>
                  </a:cubicBezTo>
                  <a:cubicBezTo>
                    <a:pt x="640" y="861"/>
                    <a:pt x="1024" y="851"/>
                    <a:pt x="1427" y="8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12" name="Google Shape;4012;p54"/>
            <p:cNvSpPr/>
            <p:nvPr/>
          </p:nvSpPr>
          <p:spPr>
            <a:xfrm>
              <a:off x="3028318" y="2304628"/>
              <a:ext cx="322428" cy="46410"/>
            </a:xfrm>
            <a:custGeom>
              <a:avLst/>
              <a:gdLst/>
              <a:ahLst/>
              <a:cxnLst/>
              <a:rect l="l" t="t" r="r" b="b"/>
              <a:pathLst>
                <a:path w="5287" h="761" extrusionOk="0">
                  <a:moveTo>
                    <a:pt x="1" y="409"/>
                  </a:moveTo>
                  <a:cubicBezTo>
                    <a:pt x="62" y="317"/>
                    <a:pt x="124" y="264"/>
                    <a:pt x="227" y="292"/>
                  </a:cubicBezTo>
                  <a:cubicBezTo>
                    <a:pt x="251" y="300"/>
                    <a:pt x="279" y="290"/>
                    <a:pt x="305" y="284"/>
                  </a:cubicBezTo>
                  <a:cubicBezTo>
                    <a:pt x="415" y="252"/>
                    <a:pt x="522" y="209"/>
                    <a:pt x="634" y="189"/>
                  </a:cubicBezTo>
                  <a:cubicBezTo>
                    <a:pt x="763" y="167"/>
                    <a:pt x="888" y="128"/>
                    <a:pt x="1016" y="112"/>
                  </a:cubicBezTo>
                  <a:cubicBezTo>
                    <a:pt x="1125" y="98"/>
                    <a:pt x="1235" y="71"/>
                    <a:pt x="1343" y="76"/>
                  </a:cubicBezTo>
                  <a:cubicBezTo>
                    <a:pt x="1446" y="80"/>
                    <a:pt x="1537" y="29"/>
                    <a:pt x="1639" y="45"/>
                  </a:cubicBezTo>
                  <a:cubicBezTo>
                    <a:pt x="1735" y="59"/>
                    <a:pt x="1831" y="62"/>
                    <a:pt x="1929" y="66"/>
                  </a:cubicBezTo>
                  <a:cubicBezTo>
                    <a:pt x="1985" y="69"/>
                    <a:pt x="2042" y="60"/>
                    <a:pt x="2099" y="57"/>
                  </a:cubicBezTo>
                  <a:cubicBezTo>
                    <a:pt x="2169" y="54"/>
                    <a:pt x="2239" y="54"/>
                    <a:pt x="2308" y="50"/>
                  </a:cubicBezTo>
                  <a:cubicBezTo>
                    <a:pt x="2356" y="47"/>
                    <a:pt x="2405" y="40"/>
                    <a:pt x="2456" y="36"/>
                  </a:cubicBezTo>
                  <a:cubicBezTo>
                    <a:pt x="2481" y="34"/>
                    <a:pt x="2510" y="26"/>
                    <a:pt x="2530" y="37"/>
                  </a:cubicBezTo>
                  <a:cubicBezTo>
                    <a:pt x="2612" y="80"/>
                    <a:pt x="2698" y="60"/>
                    <a:pt x="2783" y="55"/>
                  </a:cubicBezTo>
                  <a:cubicBezTo>
                    <a:pt x="2913" y="49"/>
                    <a:pt x="3045" y="16"/>
                    <a:pt x="3173" y="29"/>
                  </a:cubicBezTo>
                  <a:cubicBezTo>
                    <a:pt x="3285" y="41"/>
                    <a:pt x="3403" y="1"/>
                    <a:pt x="3511" y="57"/>
                  </a:cubicBezTo>
                  <a:cubicBezTo>
                    <a:pt x="3525" y="64"/>
                    <a:pt x="3543" y="59"/>
                    <a:pt x="3561" y="59"/>
                  </a:cubicBezTo>
                  <a:cubicBezTo>
                    <a:pt x="3642" y="55"/>
                    <a:pt x="3725" y="57"/>
                    <a:pt x="3806" y="45"/>
                  </a:cubicBezTo>
                  <a:cubicBezTo>
                    <a:pt x="3895" y="31"/>
                    <a:pt x="3982" y="39"/>
                    <a:pt x="4070" y="39"/>
                  </a:cubicBezTo>
                  <a:cubicBezTo>
                    <a:pt x="4074" y="39"/>
                    <a:pt x="4078" y="36"/>
                    <a:pt x="4080" y="37"/>
                  </a:cubicBezTo>
                  <a:cubicBezTo>
                    <a:pt x="4231" y="92"/>
                    <a:pt x="4385" y="28"/>
                    <a:pt x="4538" y="62"/>
                  </a:cubicBezTo>
                  <a:cubicBezTo>
                    <a:pt x="4625" y="82"/>
                    <a:pt x="4718" y="71"/>
                    <a:pt x="4807" y="71"/>
                  </a:cubicBezTo>
                  <a:cubicBezTo>
                    <a:pt x="4967" y="72"/>
                    <a:pt x="5152" y="116"/>
                    <a:pt x="5287" y="189"/>
                  </a:cubicBezTo>
                  <a:cubicBezTo>
                    <a:pt x="5269" y="250"/>
                    <a:pt x="5279" y="327"/>
                    <a:pt x="5189" y="347"/>
                  </a:cubicBezTo>
                  <a:cubicBezTo>
                    <a:pt x="5128" y="449"/>
                    <a:pt x="5029" y="475"/>
                    <a:pt x="4919" y="495"/>
                  </a:cubicBezTo>
                  <a:cubicBezTo>
                    <a:pt x="4819" y="512"/>
                    <a:pt x="4723" y="556"/>
                    <a:pt x="4622" y="576"/>
                  </a:cubicBezTo>
                  <a:cubicBezTo>
                    <a:pt x="4483" y="601"/>
                    <a:pt x="4345" y="635"/>
                    <a:pt x="4201" y="623"/>
                  </a:cubicBezTo>
                  <a:cubicBezTo>
                    <a:pt x="4091" y="613"/>
                    <a:pt x="3978" y="620"/>
                    <a:pt x="3868" y="627"/>
                  </a:cubicBezTo>
                  <a:cubicBezTo>
                    <a:pt x="3817" y="629"/>
                    <a:pt x="3769" y="653"/>
                    <a:pt x="3720" y="661"/>
                  </a:cubicBezTo>
                  <a:cubicBezTo>
                    <a:pt x="3479" y="706"/>
                    <a:pt x="3236" y="751"/>
                    <a:pt x="2990" y="757"/>
                  </a:cubicBezTo>
                  <a:cubicBezTo>
                    <a:pt x="2876" y="760"/>
                    <a:pt x="2760" y="750"/>
                    <a:pt x="2647" y="746"/>
                  </a:cubicBezTo>
                  <a:cubicBezTo>
                    <a:pt x="2576" y="743"/>
                    <a:pt x="2505" y="745"/>
                    <a:pt x="2434" y="742"/>
                  </a:cubicBezTo>
                  <a:cubicBezTo>
                    <a:pt x="2337" y="740"/>
                    <a:pt x="2240" y="734"/>
                    <a:pt x="2141" y="730"/>
                  </a:cubicBezTo>
                  <a:cubicBezTo>
                    <a:pt x="2061" y="727"/>
                    <a:pt x="1979" y="727"/>
                    <a:pt x="1897" y="725"/>
                  </a:cubicBezTo>
                  <a:cubicBezTo>
                    <a:pt x="1854" y="724"/>
                    <a:pt x="1812" y="715"/>
                    <a:pt x="1769" y="714"/>
                  </a:cubicBezTo>
                  <a:cubicBezTo>
                    <a:pt x="1707" y="711"/>
                    <a:pt x="1643" y="712"/>
                    <a:pt x="1580" y="709"/>
                  </a:cubicBezTo>
                  <a:cubicBezTo>
                    <a:pt x="1450" y="701"/>
                    <a:pt x="1321" y="694"/>
                    <a:pt x="1190" y="681"/>
                  </a:cubicBezTo>
                  <a:cubicBezTo>
                    <a:pt x="1140" y="678"/>
                    <a:pt x="1091" y="663"/>
                    <a:pt x="1040" y="658"/>
                  </a:cubicBezTo>
                  <a:cubicBezTo>
                    <a:pt x="827" y="634"/>
                    <a:pt x="613" y="612"/>
                    <a:pt x="406" y="548"/>
                  </a:cubicBezTo>
                  <a:cubicBezTo>
                    <a:pt x="274" y="505"/>
                    <a:pt x="145" y="458"/>
                    <a:pt x="1" y="4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13" name="Google Shape;4013;p54"/>
            <p:cNvSpPr/>
            <p:nvPr/>
          </p:nvSpPr>
          <p:spPr>
            <a:xfrm>
              <a:off x="3017158" y="2338415"/>
              <a:ext cx="68974" cy="20491"/>
            </a:xfrm>
            <a:custGeom>
              <a:avLst/>
              <a:gdLst/>
              <a:ahLst/>
              <a:cxnLst/>
              <a:rect l="l" t="t" r="r" b="b"/>
              <a:pathLst>
                <a:path w="1131" h="336" extrusionOk="0">
                  <a:moveTo>
                    <a:pt x="1130" y="262"/>
                  </a:moveTo>
                  <a:cubicBezTo>
                    <a:pt x="1112" y="269"/>
                    <a:pt x="1097" y="281"/>
                    <a:pt x="1078" y="286"/>
                  </a:cubicBezTo>
                  <a:cubicBezTo>
                    <a:pt x="942" y="318"/>
                    <a:pt x="807" y="336"/>
                    <a:pt x="667" y="317"/>
                  </a:cubicBezTo>
                  <a:cubicBezTo>
                    <a:pt x="554" y="301"/>
                    <a:pt x="441" y="289"/>
                    <a:pt x="327" y="281"/>
                  </a:cubicBezTo>
                  <a:cubicBezTo>
                    <a:pt x="231" y="274"/>
                    <a:pt x="145" y="245"/>
                    <a:pt x="64" y="195"/>
                  </a:cubicBezTo>
                  <a:cubicBezTo>
                    <a:pt x="21" y="168"/>
                    <a:pt x="1" y="141"/>
                    <a:pt x="25" y="87"/>
                  </a:cubicBezTo>
                  <a:cubicBezTo>
                    <a:pt x="36" y="66"/>
                    <a:pt x="36" y="38"/>
                    <a:pt x="42" y="0"/>
                  </a:cubicBezTo>
                  <a:cubicBezTo>
                    <a:pt x="83" y="18"/>
                    <a:pt x="122" y="26"/>
                    <a:pt x="154" y="48"/>
                  </a:cubicBezTo>
                  <a:cubicBezTo>
                    <a:pt x="241" y="107"/>
                    <a:pt x="338" y="125"/>
                    <a:pt x="441" y="133"/>
                  </a:cubicBezTo>
                  <a:cubicBezTo>
                    <a:pt x="466" y="136"/>
                    <a:pt x="491" y="156"/>
                    <a:pt x="516" y="159"/>
                  </a:cubicBezTo>
                  <a:cubicBezTo>
                    <a:pt x="658" y="179"/>
                    <a:pt x="801" y="198"/>
                    <a:pt x="943" y="215"/>
                  </a:cubicBezTo>
                  <a:lnTo>
                    <a:pt x="1127" y="239"/>
                  </a:lnTo>
                  <a:cubicBezTo>
                    <a:pt x="1127" y="245"/>
                    <a:pt x="1129" y="254"/>
                    <a:pt x="1130" y="2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14" name="Google Shape;4014;p54"/>
            <p:cNvSpPr/>
            <p:nvPr/>
          </p:nvSpPr>
          <p:spPr>
            <a:xfrm>
              <a:off x="2940987" y="2162532"/>
              <a:ext cx="580028" cy="344321"/>
            </a:xfrm>
            <a:custGeom>
              <a:avLst/>
              <a:gdLst/>
              <a:ahLst/>
              <a:cxnLst/>
              <a:rect l="l" t="t" r="r" b="b"/>
              <a:pathLst>
                <a:path w="9511" h="5646" extrusionOk="0">
                  <a:moveTo>
                    <a:pt x="8077" y="1863"/>
                  </a:moveTo>
                  <a:cubicBezTo>
                    <a:pt x="8181" y="1876"/>
                    <a:pt x="8272" y="1880"/>
                    <a:pt x="8360" y="1899"/>
                  </a:cubicBezTo>
                  <a:cubicBezTo>
                    <a:pt x="8426" y="1913"/>
                    <a:pt x="8490" y="1945"/>
                    <a:pt x="8555" y="1970"/>
                  </a:cubicBezTo>
                  <a:cubicBezTo>
                    <a:pt x="8590" y="1982"/>
                    <a:pt x="8623" y="2001"/>
                    <a:pt x="8658" y="2012"/>
                  </a:cubicBezTo>
                  <a:cubicBezTo>
                    <a:pt x="8787" y="2046"/>
                    <a:pt x="8906" y="2094"/>
                    <a:pt x="9003" y="2190"/>
                  </a:cubicBezTo>
                  <a:cubicBezTo>
                    <a:pt x="9020" y="2206"/>
                    <a:pt x="9041" y="2218"/>
                    <a:pt x="9063" y="2226"/>
                  </a:cubicBezTo>
                  <a:cubicBezTo>
                    <a:pt x="9180" y="2267"/>
                    <a:pt x="9235" y="2367"/>
                    <a:pt x="9292" y="2466"/>
                  </a:cubicBezTo>
                  <a:cubicBezTo>
                    <a:pt x="9332" y="2532"/>
                    <a:pt x="9378" y="2594"/>
                    <a:pt x="9419" y="2658"/>
                  </a:cubicBezTo>
                  <a:cubicBezTo>
                    <a:pt x="9446" y="2704"/>
                    <a:pt x="9479" y="2750"/>
                    <a:pt x="9493" y="2802"/>
                  </a:cubicBezTo>
                  <a:cubicBezTo>
                    <a:pt x="9508" y="2861"/>
                    <a:pt x="9510" y="2926"/>
                    <a:pt x="9510" y="2988"/>
                  </a:cubicBezTo>
                  <a:cubicBezTo>
                    <a:pt x="9511" y="3122"/>
                    <a:pt x="9508" y="3257"/>
                    <a:pt x="9507" y="3392"/>
                  </a:cubicBezTo>
                  <a:cubicBezTo>
                    <a:pt x="9507" y="3408"/>
                    <a:pt x="9508" y="3426"/>
                    <a:pt x="9503" y="3441"/>
                  </a:cubicBezTo>
                  <a:cubicBezTo>
                    <a:pt x="9465" y="3541"/>
                    <a:pt x="9426" y="3643"/>
                    <a:pt x="9384" y="3741"/>
                  </a:cubicBezTo>
                  <a:cubicBezTo>
                    <a:pt x="9375" y="3762"/>
                    <a:pt x="9356" y="3783"/>
                    <a:pt x="9336" y="3797"/>
                  </a:cubicBezTo>
                  <a:cubicBezTo>
                    <a:pt x="9276" y="3840"/>
                    <a:pt x="9210" y="3878"/>
                    <a:pt x="9152" y="3921"/>
                  </a:cubicBezTo>
                  <a:cubicBezTo>
                    <a:pt x="9112" y="3951"/>
                    <a:pt x="9078" y="3989"/>
                    <a:pt x="9041" y="4023"/>
                  </a:cubicBezTo>
                  <a:cubicBezTo>
                    <a:pt x="9001" y="4059"/>
                    <a:pt x="8965" y="4101"/>
                    <a:pt x="8919" y="4127"/>
                  </a:cubicBezTo>
                  <a:cubicBezTo>
                    <a:pt x="8827" y="4178"/>
                    <a:pt x="8735" y="4227"/>
                    <a:pt x="8638" y="4264"/>
                  </a:cubicBezTo>
                  <a:cubicBezTo>
                    <a:pt x="8580" y="4285"/>
                    <a:pt x="8518" y="4299"/>
                    <a:pt x="8463" y="4332"/>
                  </a:cubicBezTo>
                  <a:cubicBezTo>
                    <a:pt x="8423" y="4356"/>
                    <a:pt x="8381" y="4380"/>
                    <a:pt x="8336" y="4392"/>
                  </a:cubicBezTo>
                  <a:cubicBezTo>
                    <a:pt x="8262" y="4409"/>
                    <a:pt x="8185" y="4425"/>
                    <a:pt x="8108" y="4426"/>
                  </a:cubicBezTo>
                  <a:cubicBezTo>
                    <a:pt x="8006" y="4427"/>
                    <a:pt x="7898" y="4427"/>
                    <a:pt x="7801" y="4402"/>
                  </a:cubicBezTo>
                  <a:cubicBezTo>
                    <a:pt x="7715" y="4380"/>
                    <a:pt x="7632" y="4368"/>
                    <a:pt x="7543" y="4362"/>
                  </a:cubicBezTo>
                  <a:cubicBezTo>
                    <a:pt x="7481" y="4358"/>
                    <a:pt x="7419" y="4338"/>
                    <a:pt x="7357" y="4320"/>
                  </a:cubicBezTo>
                  <a:cubicBezTo>
                    <a:pt x="7336" y="4314"/>
                    <a:pt x="7315" y="4296"/>
                    <a:pt x="7300" y="4279"/>
                  </a:cubicBezTo>
                  <a:cubicBezTo>
                    <a:pt x="7265" y="4239"/>
                    <a:pt x="7234" y="4196"/>
                    <a:pt x="7201" y="4151"/>
                  </a:cubicBezTo>
                  <a:cubicBezTo>
                    <a:pt x="7114" y="4186"/>
                    <a:pt x="7061" y="4248"/>
                    <a:pt x="7025" y="4319"/>
                  </a:cubicBezTo>
                  <a:cubicBezTo>
                    <a:pt x="6979" y="4410"/>
                    <a:pt x="6902" y="4470"/>
                    <a:pt x="6839" y="4545"/>
                  </a:cubicBezTo>
                  <a:cubicBezTo>
                    <a:pt x="6829" y="4557"/>
                    <a:pt x="6815" y="4570"/>
                    <a:pt x="6806" y="4583"/>
                  </a:cubicBezTo>
                  <a:cubicBezTo>
                    <a:pt x="6759" y="4665"/>
                    <a:pt x="6698" y="4729"/>
                    <a:pt x="6601" y="4752"/>
                  </a:cubicBezTo>
                  <a:cubicBezTo>
                    <a:pt x="6592" y="4755"/>
                    <a:pt x="6581" y="4761"/>
                    <a:pt x="6576" y="4769"/>
                  </a:cubicBezTo>
                  <a:cubicBezTo>
                    <a:pt x="6523" y="4862"/>
                    <a:pt x="6423" y="4898"/>
                    <a:pt x="6338" y="4946"/>
                  </a:cubicBezTo>
                  <a:cubicBezTo>
                    <a:pt x="6254" y="4994"/>
                    <a:pt x="6190" y="5058"/>
                    <a:pt x="6114" y="5112"/>
                  </a:cubicBezTo>
                  <a:cubicBezTo>
                    <a:pt x="6018" y="5179"/>
                    <a:pt x="5916" y="5240"/>
                    <a:pt x="5811" y="5289"/>
                  </a:cubicBezTo>
                  <a:cubicBezTo>
                    <a:pt x="5702" y="5340"/>
                    <a:pt x="5587" y="5379"/>
                    <a:pt x="5471" y="5419"/>
                  </a:cubicBezTo>
                  <a:cubicBezTo>
                    <a:pt x="5422" y="5435"/>
                    <a:pt x="5373" y="5468"/>
                    <a:pt x="5316" y="5447"/>
                  </a:cubicBezTo>
                  <a:cubicBezTo>
                    <a:pt x="5306" y="5444"/>
                    <a:pt x="5286" y="5447"/>
                    <a:pt x="5277" y="5456"/>
                  </a:cubicBezTo>
                  <a:cubicBezTo>
                    <a:pt x="5189" y="5543"/>
                    <a:pt x="5066" y="5518"/>
                    <a:pt x="4962" y="5553"/>
                  </a:cubicBezTo>
                  <a:cubicBezTo>
                    <a:pt x="4892" y="5576"/>
                    <a:pt x="4829" y="5608"/>
                    <a:pt x="4752" y="5610"/>
                  </a:cubicBezTo>
                  <a:cubicBezTo>
                    <a:pt x="4640" y="5614"/>
                    <a:pt x="4527" y="5631"/>
                    <a:pt x="4414" y="5638"/>
                  </a:cubicBezTo>
                  <a:cubicBezTo>
                    <a:pt x="4310" y="5644"/>
                    <a:pt x="4208" y="5646"/>
                    <a:pt x="4104" y="5644"/>
                  </a:cubicBezTo>
                  <a:cubicBezTo>
                    <a:pt x="4002" y="5641"/>
                    <a:pt x="3900" y="5622"/>
                    <a:pt x="3798" y="5629"/>
                  </a:cubicBezTo>
                  <a:cubicBezTo>
                    <a:pt x="3659" y="5638"/>
                    <a:pt x="3526" y="5610"/>
                    <a:pt x="3391" y="5584"/>
                  </a:cubicBezTo>
                  <a:cubicBezTo>
                    <a:pt x="3341" y="5574"/>
                    <a:pt x="3290" y="5567"/>
                    <a:pt x="3240" y="5564"/>
                  </a:cubicBezTo>
                  <a:cubicBezTo>
                    <a:pt x="3154" y="5561"/>
                    <a:pt x="3070" y="5559"/>
                    <a:pt x="2990" y="5520"/>
                  </a:cubicBezTo>
                  <a:cubicBezTo>
                    <a:pt x="2974" y="5512"/>
                    <a:pt x="2951" y="5518"/>
                    <a:pt x="2931" y="5517"/>
                  </a:cubicBezTo>
                  <a:cubicBezTo>
                    <a:pt x="2911" y="5515"/>
                    <a:pt x="2886" y="5517"/>
                    <a:pt x="2872" y="5506"/>
                  </a:cubicBezTo>
                  <a:cubicBezTo>
                    <a:pt x="2777" y="5415"/>
                    <a:pt x="2644" y="5409"/>
                    <a:pt x="2532" y="5356"/>
                  </a:cubicBezTo>
                  <a:cubicBezTo>
                    <a:pt x="2358" y="5276"/>
                    <a:pt x="2182" y="5196"/>
                    <a:pt x="2017" y="5098"/>
                  </a:cubicBezTo>
                  <a:cubicBezTo>
                    <a:pt x="2000" y="5087"/>
                    <a:pt x="1982" y="5072"/>
                    <a:pt x="1964" y="5070"/>
                  </a:cubicBezTo>
                  <a:cubicBezTo>
                    <a:pt x="1897" y="5061"/>
                    <a:pt x="1849" y="5017"/>
                    <a:pt x="1798" y="4980"/>
                  </a:cubicBezTo>
                  <a:cubicBezTo>
                    <a:pt x="1673" y="4891"/>
                    <a:pt x="1542" y="4807"/>
                    <a:pt x="1420" y="4714"/>
                  </a:cubicBezTo>
                  <a:cubicBezTo>
                    <a:pt x="1341" y="4652"/>
                    <a:pt x="1266" y="4582"/>
                    <a:pt x="1198" y="4510"/>
                  </a:cubicBezTo>
                  <a:cubicBezTo>
                    <a:pt x="1100" y="4410"/>
                    <a:pt x="1015" y="4294"/>
                    <a:pt x="912" y="4198"/>
                  </a:cubicBezTo>
                  <a:cubicBezTo>
                    <a:pt x="783" y="4078"/>
                    <a:pt x="724" y="3917"/>
                    <a:pt x="636" y="3774"/>
                  </a:cubicBezTo>
                  <a:cubicBezTo>
                    <a:pt x="545" y="3627"/>
                    <a:pt x="508" y="3455"/>
                    <a:pt x="429" y="3302"/>
                  </a:cubicBezTo>
                  <a:cubicBezTo>
                    <a:pt x="360" y="3168"/>
                    <a:pt x="317" y="3021"/>
                    <a:pt x="250" y="2888"/>
                  </a:cubicBezTo>
                  <a:cubicBezTo>
                    <a:pt x="141" y="2672"/>
                    <a:pt x="115" y="2432"/>
                    <a:pt x="38" y="2208"/>
                  </a:cubicBezTo>
                  <a:cubicBezTo>
                    <a:pt x="35" y="2196"/>
                    <a:pt x="37" y="2181"/>
                    <a:pt x="37" y="2169"/>
                  </a:cubicBezTo>
                  <a:cubicBezTo>
                    <a:pt x="37" y="2053"/>
                    <a:pt x="27" y="1937"/>
                    <a:pt x="11" y="1822"/>
                  </a:cubicBezTo>
                  <a:cubicBezTo>
                    <a:pt x="8" y="1806"/>
                    <a:pt x="11" y="1789"/>
                    <a:pt x="12" y="1771"/>
                  </a:cubicBezTo>
                  <a:cubicBezTo>
                    <a:pt x="23" y="1627"/>
                    <a:pt x="40" y="1484"/>
                    <a:pt x="45" y="1338"/>
                  </a:cubicBezTo>
                  <a:cubicBezTo>
                    <a:pt x="47" y="1255"/>
                    <a:pt x="35" y="1172"/>
                    <a:pt x="26" y="1088"/>
                  </a:cubicBezTo>
                  <a:cubicBezTo>
                    <a:pt x="20" y="1028"/>
                    <a:pt x="0" y="968"/>
                    <a:pt x="68" y="924"/>
                  </a:cubicBezTo>
                  <a:cubicBezTo>
                    <a:pt x="83" y="916"/>
                    <a:pt x="87" y="883"/>
                    <a:pt x="89" y="861"/>
                  </a:cubicBezTo>
                  <a:cubicBezTo>
                    <a:pt x="104" y="762"/>
                    <a:pt x="168" y="699"/>
                    <a:pt x="266" y="667"/>
                  </a:cubicBezTo>
                  <a:cubicBezTo>
                    <a:pt x="349" y="641"/>
                    <a:pt x="426" y="597"/>
                    <a:pt x="508" y="564"/>
                  </a:cubicBezTo>
                  <a:cubicBezTo>
                    <a:pt x="560" y="543"/>
                    <a:pt x="616" y="528"/>
                    <a:pt x="671" y="512"/>
                  </a:cubicBezTo>
                  <a:cubicBezTo>
                    <a:pt x="702" y="501"/>
                    <a:pt x="737" y="497"/>
                    <a:pt x="768" y="484"/>
                  </a:cubicBezTo>
                  <a:cubicBezTo>
                    <a:pt x="864" y="444"/>
                    <a:pt x="961" y="415"/>
                    <a:pt x="1066" y="417"/>
                  </a:cubicBezTo>
                  <a:cubicBezTo>
                    <a:pt x="1079" y="417"/>
                    <a:pt x="1092" y="413"/>
                    <a:pt x="1104" y="407"/>
                  </a:cubicBezTo>
                  <a:cubicBezTo>
                    <a:pt x="1265" y="322"/>
                    <a:pt x="1442" y="300"/>
                    <a:pt x="1618" y="272"/>
                  </a:cubicBezTo>
                  <a:cubicBezTo>
                    <a:pt x="1664" y="264"/>
                    <a:pt x="1711" y="255"/>
                    <a:pt x="1755" y="237"/>
                  </a:cubicBezTo>
                  <a:cubicBezTo>
                    <a:pt x="1844" y="202"/>
                    <a:pt x="1936" y="190"/>
                    <a:pt x="2032" y="196"/>
                  </a:cubicBezTo>
                  <a:cubicBezTo>
                    <a:pt x="2072" y="199"/>
                    <a:pt x="2113" y="194"/>
                    <a:pt x="2151" y="183"/>
                  </a:cubicBezTo>
                  <a:cubicBezTo>
                    <a:pt x="2217" y="167"/>
                    <a:pt x="2278" y="153"/>
                    <a:pt x="2348" y="150"/>
                  </a:cubicBezTo>
                  <a:cubicBezTo>
                    <a:pt x="2472" y="146"/>
                    <a:pt x="2598" y="114"/>
                    <a:pt x="2723" y="94"/>
                  </a:cubicBezTo>
                  <a:cubicBezTo>
                    <a:pt x="2755" y="89"/>
                    <a:pt x="2789" y="80"/>
                    <a:pt x="2820" y="81"/>
                  </a:cubicBezTo>
                  <a:cubicBezTo>
                    <a:pt x="2927" y="89"/>
                    <a:pt x="3025" y="53"/>
                    <a:pt x="3128" y="45"/>
                  </a:cubicBezTo>
                  <a:cubicBezTo>
                    <a:pt x="3158" y="43"/>
                    <a:pt x="3189" y="43"/>
                    <a:pt x="3218" y="42"/>
                  </a:cubicBezTo>
                  <a:cubicBezTo>
                    <a:pt x="3254" y="40"/>
                    <a:pt x="3295" y="49"/>
                    <a:pt x="3327" y="37"/>
                  </a:cubicBezTo>
                  <a:cubicBezTo>
                    <a:pt x="3387" y="11"/>
                    <a:pt x="3444" y="21"/>
                    <a:pt x="3504" y="27"/>
                  </a:cubicBezTo>
                  <a:cubicBezTo>
                    <a:pt x="3573" y="33"/>
                    <a:pt x="3644" y="38"/>
                    <a:pt x="3715" y="37"/>
                  </a:cubicBezTo>
                  <a:cubicBezTo>
                    <a:pt x="3924" y="32"/>
                    <a:pt x="4133" y="26"/>
                    <a:pt x="4343" y="17"/>
                  </a:cubicBezTo>
                  <a:cubicBezTo>
                    <a:pt x="4390" y="16"/>
                    <a:pt x="4437" y="0"/>
                    <a:pt x="4483" y="3"/>
                  </a:cubicBezTo>
                  <a:cubicBezTo>
                    <a:pt x="4620" y="12"/>
                    <a:pt x="4757" y="28"/>
                    <a:pt x="4895" y="40"/>
                  </a:cubicBezTo>
                  <a:cubicBezTo>
                    <a:pt x="4928" y="43"/>
                    <a:pt x="4963" y="50"/>
                    <a:pt x="4996" y="47"/>
                  </a:cubicBezTo>
                  <a:cubicBezTo>
                    <a:pt x="5193" y="25"/>
                    <a:pt x="5386" y="73"/>
                    <a:pt x="5582" y="70"/>
                  </a:cubicBezTo>
                  <a:cubicBezTo>
                    <a:pt x="5753" y="68"/>
                    <a:pt x="5925" y="74"/>
                    <a:pt x="6096" y="74"/>
                  </a:cubicBezTo>
                  <a:cubicBezTo>
                    <a:pt x="6157" y="74"/>
                    <a:pt x="6215" y="71"/>
                    <a:pt x="6274" y="99"/>
                  </a:cubicBezTo>
                  <a:cubicBezTo>
                    <a:pt x="6310" y="117"/>
                    <a:pt x="6360" y="115"/>
                    <a:pt x="6402" y="117"/>
                  </a:cubicBezTo>
                  <a:cubicBezTo>
                    <a:pt x="6662" y="132"/>
                    <a:pt x="6917" y="181"/>
                    <a:pt x="7172" y="231"/>
                  </a:cubicBezTo>
                  <a:cubicBezTo>
                    <a:pt x="7323" y="260"/>
                    <a:pt x="7476" y="288"/>
                    <a:pt x="7625" y="325"/>
                  </a:cubicBezTo>
                  <a:cubicBezTo>
                    <a:pt x="7716" y="349"/>
                    <a:pt x="7802" y="392"/>
                    <a:pt x="7891" y="422"/>
                  </a:cubicBezTo>
                  <a:cubicBezTo>
                    <a:pt x="7980" y="449"/>
                    <a:pt x="8013" y="514"/>
                    <a:pt x="8004" y="598"/>
                  </a:cubicBezTo>
                  <a:cubicBezTo>
                    <a:pt x="7999" y="648"/>
                    <a:pt x="8013" y="677"/>
                    <a:pt x="8049" y="710"/>
                  </a:cubicBezTo>
                  <a:cubicBezTo>
                    <a:pt x="8075" y="735"/>
                    <a:pt x="8096" y="780"/>
                    <a:pt x="8100" y="817"/>
                  </a:cubicBezTo>
                  <a:cubicBezTo>
                    <a:pt x="8114" y="956"/>
                    <a:pt x="8119" y="1096"/>
                    <a:pt x="8149" y="1235"/>
                  </a:cubicBezTo>
                  <a:cubicBezTo>
                    <a:pt x="8167" y="1326"/>
                    <a:pt x="8139" y="1428"/>
                    <a:pt x="8126" y="1526"/>
                  </a:cubicBezTo>
                  <a:cubicBezTo>
                    <a:pt x="8115" y="1635"/>
                    <a:pt x="8096" y="1741"/>
                    <a:pt x="8077" y="1863"/>
                  </a:cubicBezTo>
                  <a:close/>
                  <a:moveTo>
                    <a:pt x="276" y="1134"/>
                  </a:moveTo>
                  <a:cubicBezTo>
                    <a:pt x="261" y="1153"/>
                    <a:pt x="246" y="1164"/>
                    <a:pt x="247" y="1175"/>
                  </a:cubicBezTo>
                  <a:cubicBezTo>
                    <a:pt x="255" y="1305"/>
                    <a:pt x="210" y="1432"/>
                    <a:pt x="236" y="1561"/>
                  </a:cubicBezTo>
                  <a:cubicBezTo>
                    <a:pt x="238" y="1577"/>
                    <a:pt x="238" y="1596"/>
                    <a:pt x="233" y="1612"/>
                  </a:cubicBezTo>
                  <a:cubicBezTo>
                    <a:pt x="196" y="1715"/>
                    <a:pt x="211" y="1818"/>
                    <a:pt x="226" y="1922"/>
                  </a:cubicBezTo>
                  <a:cubicBezTo>
                    <a:pt x="231" y="1955"/>
                    <a:pt x="238" y="1990"/>
                    <a:pt x="236" y="2023"/>
                  </a:cubicBezTo>
                  <a:cubicBezTo>
                    <a:pt x="227" y="2133"/>
                    <a:pt x="253" y="2237"/>
                    <a:pt x="282" y="2341"/>
                  </a:cubicBezTo>
                  <a:cubicBezTo>
                    <a:pt x="299" y="2408"/>
                    <a:pt x="303" y="2479"/>
                    <a:pt x="324" y="2546"/>
                  </a:cubicBezTo>
                  <a:cubicBezTo>
                    <a:pt x="352" y="2638"/>
                    <a:pt x="388" y="2730"/>
                    <a:pt x="426" y="2818"/>
                  </a:cubicBezTo>
                  <a:cubicBezTo>
                    <a:pt x="475" y="2929"/>
                    <a:pt x="532" y="3036"/>
                    <a:pt x="583" y="3147"/>
                  </a:cubicBezTo>
                  <a:cubicBezTo>
                    <a:pt x="636" y="3266"/>
                    <a:pt x="681" y="3389"/>
                    <a:pt x="734" y="3508"/>
                  </a:cubicBezTo>
                  <a:cubicBezTo>
                    <a:pt x="780" y="3611"/>
                    <a:pt x="829" y="3715"/>
                    <a:pt x="884" y="3814"/>
                  </a:cubicBezTo>
                  <a:cubicBezTo>
                    <a:pt x="933" y="3902"/>
                    <a:pt x="989" y="3987"/>
                    <a:pt x="1049" y="4068"/>
                  </a:cubicBezTo>
                  <a:cubicBezTo>
                    <a:pt x="1161" y="4218"/>
                    <a:pt x="1295" y="4344"/>
                    <a:pt x="1438" y="4463"/>
                  </a:cubicBezTo>
                  <a:cubicBezTo>
                    <a:pt x="1504" y="4519"/>
                    <a:pt x="1573" y="4573"/>
                    <a:pt x="1643" y="4624"/>
                  </a:cubicBezTo>
                  <a:cubicBezTo>
                    <a:pt x="1732" y="4690"/>
                    <a:pt x="1823" y="4754"/>
                    <a:pt x="1914" y="4817"/>
                  </a:cubicBezTo>
                  <a:cubicBezTo>
                    <a:pt x="2028" y="4898"/>
                    <a:pt x="2138" y="4989"/>
                    <a:pt x="2278" y="5027"/>
                  </a:cubicBezTo>
                  <a:cubicBezTo>
                    <a:pt x="2287" y="5030"/>
                    <a:pt x="2295" y="5036"/>
                    <a:pt x="2305" y="5042"/>
                  </a:cubicBezTo>
                  <a:cubicBezTo>
                    <a:pt x="2435" y="5133"/>
                    <a:pt x="2593" y="5150"/>
                    <a:pt x="2731" y="5217"/>
                  </a:cubicBezTo>
                  <a:cubicBezTo>
                    <a:pt x="2769" y="5237"/>
                    <a:pt x="2806" y="5260"/>
                    <a:pt x="2846" y="5271"/>
                  </a:cubicBezTo>
                  <a:cubicBezTo>
                    <a:pt x="2959" y="5303"/>
                    <a:pt x="3077" y="5323"/>
                    <a:pt x="3189" y="5363"/>
                  </a:cubicBezTo>
                  <a:cubicBezTo>
                    <a:pt x="3377" y="5429"/>
                    <a:pt x="3572" y="5425"/>
                    <a:pt x="3767" y="5436"/>
                  </a:cubicBezTo>
                  <a:cubicBezTo>
                    <a:pt x="3915" y="5445"/>
                    <a:pt x="4065" y="5429"/>
                    <a:pt x="4212" y="5444"/>
                  </a:cubicBezTo>
                  <a:cubicBezTo>
                    <a:pt x="4468" y="5471"/>
                    <a:pt x="4713" y="5426"/>
                    <a:pt x="4960" y="5369"/>
                  </a:cubicBezTo>
                  <a:cubicBezTo>
                    <a:pt x="5005" y="5358"/>
                    <a:pt x="5054" y="5365"/>
                    <a:pt x="5097" y="5351"/>
                  </a:cubicBezTo>
                  <a:cubicBezTo>
                    <a:pt x="5253" y="5302"/>
                    <a:pt x="5409" y="5249"/>
                    <a:pt x="5563" y="5196"/>
                  </a:cubicBezTo>
                  <a:cubicBezTo>
                    <a:pt x="5627" y="5174"/>
                    <a:pt x="5691" y="5157"/>
                    <a:pt x="5751" y="5126"/>
                  </a:cubicBezTo>
                  <a:cubicBezTo>
                    <a:pt x="5847" y="5077"/>
                    <a:pt x="5946" y="5030"/>
                    <a:pt x="6029" y="4963"/>
                  </a:cubicBezTo>
                  <a:cubicBezTo>
                    <a:pt x="6154" y="4866"/>
                    <a:pt x="6279" y="4775"/>
                    <a:pt x="6411" y="4688"/>
                  </a:cubicBezTo>
                  <a:cubicBezTo>
                    <a:pt x="6493" y="4635"/>
                    <a:pt x="6582" y="4585"/>
                    <a:pt x="6643" y="4502"/>
                  </a:cubicBezTo>
                  <a:cubicBezTo>
                    <a:pt x="6723" y="4393"/>
                    <a:pt x="6812" y="4292"/>
                    <a:pt x="6894" y="4185"/>
                  </a:cubicBezTo>
                  <a:cubicBezTo>
                    <a:pt x="6943" y="4120"/>
                    <a:pt x="6989" y="4054"/>
                    <a:pt x="7032" y="3986"/>
                  </a:cubicBezTo>
                  <a:cubicBezTo>
                    <a:pt x="7072" y="3926"/>
                    <a:pt x="7108" y="3865"/>
                    <a:pt x="7143" y="3801"/>
                  </a:cubicBezTo>
                  <a:cubicBezTo>
                    <a:pt x="7205" y="3688"/>
                    <a:pt x="7264" y="3574"/>
                    <a:pt x="7323" y="3461"/>
                  </a:cubicBezTo>
                  <a:cubicBezTo>
                    <a:pt x="7377" y="3364"/>
                    <a:pt x="7421" y="3262"/>
                    <a:pt x="7482" y="3170"/>
                  </a:cubicBezTo>
                  <a:cubicBezTo>
                    <a:pt x="7526" y="3104"/>
                    <a:pt x="7559" y="3045"/>
                    <a:pt x="7537" y="2968"/>
                  </a:cubicBezTo>
                  <a:cubicBezTo>
                    <a:pt x="7559" y="2945"/>
                    <a:pt x="7586" y="2928"/>
                    <a:pt x="7595" y="2906"/>
                  </a:cubicBezTo>
                  <a:cubicBezTo>
                    <a:pt x="7637" y="2789"/>
                    <a:pt x="7706" y="2682"/>
                    <a:pt x="7717" y="2555"/>
                  </a:cubicBezTo>
                  <a:cubicBezTo>
                    <a:pt x="7730" y="2440"/>
                    <a:pt x="7741" y="2320"/>
                    <a:pt x="7796" y="2218"/>
                  </a:cubicBezTo>
                  <a:cubicBezTo>
                    <a:pt x="7878" y="2068"/>
                    <a:pt x="7844" y="1894"/>
                    <a:pt x="7907" y="1741"/>
                  </a:cubicBezTo>
                  <a:cubicBezTo>
                    <a:pt x="7911" y="1732"/>
                    <a:pt x="7907" y="1721"/>
                    <a:pt x="7906" y="1711"/>
                  </a:cubicBezTo>
                  <a:cubicBezTo>
                    <a:pt x="7889" y="1587"/>
                    <a:pt x="7898" y="1464"/>
                    <a:pt x="7930" y="1342"/>
                  </a:cubicBezTo>
                  <a:cubicBezTo>
                    <a:pt x="7946" y="1277"/>
                    <a:pt x="7953" y="1210"/>
                    <a:pt x="7925" y="1144"/>
                  </a:cubicBezTo>
                  <a:cubicBezTo>
                    <a:pt x="7900" y="1086"/>
                    <a:pt x="7883" y="1024"/>
                    <a:pt x="7864" y="964"/>
                  </a:cubicBezTo>
                  <a:cubicBezTo>
                    <a:pt x="7850" y="924"/>
                    <a:pt x="7827" y="908"/>
                    <a:pt x="7787" y="924"/>
                  </a:cubicBezTo>
                  <a:cubicBezTo>
                    <a:pt x="7721" y="953"/>
                    <a:pt x="7659" y="984"/>
                    <a:pt x="7593" y="1010"/>
                  </a:cubicBezTo>
                  <a:cubicBezTo>
                    <a:pt x="7384" y="1092"/>
                    <a:pt x="7192" y="1220"/>
                    <a:pt x="6962" y="1242"/>
                  </a:cubicBezTo>
                  <a:cubicBezTo>
                    <a:pt x="6952" y="1244"/>
                    <a:pt x="6943" y="1249"/>
                    <a:pt x="6933" y="1251"/>
                  </a:cubicBezTo>
                  <a:cubicBezTo>
                    <a:pt x="6851" y="1280"/>
                    <a:pt x="6766" y="1282"/>
                    <a:pt x="6682" y="1287"/>
                  </a:cubicBezTo>
                  <a:cubicBezTo>
                    <a:pt x="6632" y="1291"/>
                    <a:pt x="6584" y="1297"/>
                    <a:pt x="6533" y="1307"/>
                  </a:cubicBezTo>
                  <a:cubicBezTo>
                    <a:pt x="6502" y="1312"/>
                    <a:pt x="6469" y="1328"/>
                    <a:pt x="6437" y="1331"/>
                  </a:cubicBezTo>
                  <a:cubicBezTo>
                    <a:pt x="6229" y="1348"/>
                    <a:pt x="6028" y="1425"/>
                    <a:pt x="5816" y="1409"/>
                  </a:cubicBezTo>
                  <a:cubicBezTo>
                    <a:pt x="5799" y="1408"/>
                    <a:pt x="5782" y="1416"/>
                    <a:pt x="5766" y="1418"/>
                  </a:cubicBezTo>
                  <a:cubicBezTo>
                    <a:pt x="5665" y="1424"/>
                    <a:pt x="5566" y="1435"/>
                    <a:pt x="5464" y="1431"/>
                  </a:cubicBezTo>
                  <a:cubicBezTo>
                    <a:pt x="5357" y="1429"/>
                    <a:pt x="5250" y="1430"/>
                    <a:pt x="5146" y="1452"/>
                  </a:cubicBezTo>
                  <a:cubicBezTo>
                    <a:pt x="5106" y="1460"/>
                    <a:pt x="5069" y="1477"/>
                    <a:pt x="5029" y="1482"/>
                  </a:cubicBezTo>
                  <a:cubicBezTo>
                    <a:pt x="4781" y="1500"/>
                    <a:pt x="4534" y="1515"/>
                    <a:pt x="4287" y="1531"/>
                  </a:cubicBezTo>
                  <a:cubicBezTo>
                    <a:pt x="4232" y="1535"/>
                    <a:pt x="4179" y="1532"/>
                    <a:pt x="4124" y="1535"/>
                  </a:cubicBezTo>
                  <a:cubicBezTo>
                    <a:pt x="4000" y="1539"/>
                    <a:pt x="3874" y="1543"/>
                    <a:pt x="3750" y="1548"/>
                  </a:cubicBezTo>
                  <a:cubicBezTo>
                    <a:pt x="3724" y="1550"/>
                    <a:pt x="3696" y="1556"/>
                    <a:pt x="3671" y="1555"/>
                  </a:cubicBezTo>
                  <a:cubicBezTo>
                    <a:pt x="3573" y="1552"/>
                    <a:pt x="3476" y="1545"/>
                    <a:pt x="3378" y="1546"/>
                  </a:cubicBezTo>
                  <a:cubicBezTo>
                    <a:pt x="3229" y="1547"/>
                    <a:pt x="3077" y="1556"/>
                    <a:pt x="2928" y="1556"/>
                  </a:cubicBezTo>
                  <a:cubicBezTo>
                    <a:pt x="2790" y="1555"/>
                    <a:pt x="2651" y="1547"/>
                    <a:pt x="2514" y="1540"/>
                  </a:cubicBezTo>
                  <a:cubicBezTo>
                    <a:pt x="2313" y="1527"/>
                    <a:pt x="2110" y="1512"/>
                    <a:pt x="1910" y="1497"/>
                  </a:cubicBezTo>
                  <a:cubicBezTo>
                    <a:pt x="1655" y="1476"/>
                    <a:pt x="1402" y="1448"/>
                    <a:pt x="1147" y="1430"/>
                  </a:cubicBezTo>
                  <a:cubicBezTo>
                    <a:pt x="1014" y="1423"/>
                    <a:pt x="879" y="1394"/>
                    <a:pt x="752" y="1353"/>
                  </a:cubicBezTo>
                  <a:cubicBezTo>
                    <a:pt x="586" y="1302"/>
                    <a:pt x="417" y="1260"/>
                    <a:pt x="276" y="1134"/>
                  </a:cubicBezTo>
                  <a:close/>
                  <a:moveTo>
                    <a:pt x="291" y="854"/>
                  </a:moveTo>
                  <a:cubicBezTo>
                    <a:pt x="334" y="918"/>
                    <a:pt x="323" y="998"/>
                    <a:pt x="391" y="1033"/>
                  </a:cubicBezTo>
                  <a:cubicBezTo>
                    <a:pt x="427" y="1051"/>
                    <a:pt x="461" y="1072"/>
                    <a:pt x="496" y="1093"/>
                  </a:cubicBezTo>
                  <a:cubicBezTo>
                    <a:pt x="631" y="1172"/>
                    <a:pt x="780" y="1215"/>
                    <a:pt x="930" y="1249"/>
                  </a:cubicBezTo>
                  <a:cubicBezTo>
                    <a:pt x="1061" y="1280"/>
                    <a:pt x="1200" y="1281"/>
                    <a:pt x="1335" y="1297"/>
                  </a:cubicBezTo>
                  <a:cubicBezTo>
                    <a:pt x="1500" y="1318"/>
                    <a:pt x="1667" y="1340"/>
                    <a:pt x="1832" y="1360"/>
                  </a:cubicBezTo>
                  <a:cubicBezTo>
                    <a:pt x="1852" y="1363"/>
                    <a:pt x="1873" y="1360"/>
                    <a:pt x="1892" y="1362"/>
                  </a:cubicBezTo>
                  <a:cubicBezTo>
                    <a:pt x="2066" y="1372"/>
                    <a:pt x="2241" y="1382"/>
                    <a:pt x="2415" y="1394"/>
                  </a:cubicBezTo>
                  <a:cubicBezTo>
                    <a:pt x="2525" y="1402"/>
                    <a:pt x="2636" y="1415"/>
                    <a:pt x="2746" y="1420"/>
                  </a:cubicBezTo>
                  <a:cubicBezTo>
                    <a:pt x="2793" y="1422"/>
                    <a:pt x="2836" y="1409"/>
                    <a:pt x="2884" y="1417"/>
                  </a:cubicBezTo>
                  <a:cubicBezTo>
                    <a:pt x="2974" y="1429"/>
                    <a:pt x="3066" y="1423"/>
                    <a:pt x="3157" y="1422"/>
                  </a:cubicBezTo>
                  <a:cubicBezTo>
                    <a:pt x="3271" y="1419"/>
                    <a:pt x="3384" y="1411"/>
                    <a:pt x="3498" y="1409"/>
                  </a:cubicBezTo>
                  <a:cubicBezTo>
                    <a:pt x="3589" y="1407"/>
                    <a:pt x="3681" y="1418"/>
                    <a:pt x="3771" y="1404"/>
                  </a:cubicBezTo>
                  <a:cubicBezTo>
                    <a:pt x="3883" y="1386"/>
                    <a:pt x="3996" y="1394"/>
                    <a:pt x="4109" y="1386"/>
                  </a:cubicBezTo>
                  <a:cubicBezTo>
                    <a:pt x="4255" y="1377"/>
                    <a:pt x="4404" y="1398"/>
                    <a:pt x="4551" y="1371"/>
                  </a:cubicBezTo>
                  <a:cubicBezTo>
                    <a:pt x="4616" y="1359"/>
                    <a:pt x="4688" y="1352"/>
                    <a:pt x="4751" y="1363"/>
                  </a:cubicBezTo>
                  <a:cubicBezTo>
                    <a:pt x="4865" y="1383"/>
                    <a:pt x="4968" y="1351"/>
                    <a:pt x="5070" y="1323"/>
                  </a:cubicBezTo>
                  <a:cubicBezTo>
                    <a:pt x="5165" y="1297"/>
                    <a:pt x="5261" y="1285"/>
                    <a:pt x="5358" y="1281"/>
                  </a:cubicBezTo>
                  <a:cubicBezTo>
                    <a:pt x="5461" y="1279"/>
                    <a:pt x="5567" y="1279"/>
                    <a:pt x="5670" y="1276"/>
                  </a:cubicBezTo>
                  <a:cubicBezTo>
                    <a:pt x="5733" y="1275"/>
                    <a:pt x="5799" y="1281"/>
                    <a:pt x="5860" y="1270"/>
                  </a:cubicBezTo>
                  <a:cubicBezTo>
                    <a:pt x="6007" y="1241"/>
                    <a:pt x="6151" y="1216"/>
                    <a:pt x="6299" y="1202"/>
                  </a:cubicBezTo>
                  <a:cubicBezTo>
                    <a:pt x="6395" y="1193"/>
                    <a:pt x="6488" y="1157"/>
                    <a:pt x="6583" y="1137"/>
                  </a:cubicBezTo>
                  <a:cubicBezTo>
                    <a:pt x="6720" y="1107"/>
                    <a:pt x="6857" y="1080"/>
                    <a:pt x="6992" y="1052"/>
                  </a:cubicBezTo>
                  <a:cubicBezTo>
                    <a:pt x="6999" y="1051"/>
                    <a:pt x="7005" y="1050"/>
                    <a:pt x="7011" y="1047"/>
                  </a:cubicBezTo>
                  <a:cubicBezTo>
                    <a:pt x="7112" y="1005"/>
                    <a:pt x="7209" y="953"/>
                    <a:pt x="7311" y="921"/>
                  </a:cubicBezTo>
                  <a:cubicBezTo>
                    <a:pt x="7425" y="885"/>
                    <a:pt x="7527" y="827"/>
                    <a:pt x="7626" y="767"/>
                  </a:cubicBezTo>
                  <a:cubicBezTo>
                    <a:pt x="7693" y="726"/>
                    <a:pt x="7778" y="699"/>
                    <a:pt x="7800" y="604"/>
                  </a:cubicBezTo>
                  <a:cubicBezTo>
                    <a:pt x="7797" y="596"/>
                    <a:pt x="7794" y="580"/>
                    <a:pt x="7785" y="573"/>
                  </a:cubicBezTo>
                  <a:cubicBezTo>
                    <a:pt x="7695" y="487"/>
                    <a:pt x="7583" y="450"/>
                    <a:pt x="7461" y="437"/>
                  </a:cubicBezTo>
                  <a:cubicBezTo>
                    <a:pt x="7409" y="431"/>
                    <a:pt x="7355" y="425"/>
                    <a:pt x="7303" y="412"/>
                  </a:cubicBezTo>
                  <a:cubicBezTo>
                    <a:pt x="7234" y="397"/>
                    <a:pt x="7163" y="355"/>
                    <a:pt x="7098" y="366"/>
                  </a:cubicBezTo>
                  <a:cubicBezTo>
                    <a:pt x="6985" y="386"/>
                    <a:pt x="6878" y="354"/>
                    <a:pt x="6775" y="333"/>
                  </a:cubicBezTo>
                  <a:cubicBezTo>
                    <a:pt x="6628" y="300"/>
                    <a:pt x="6484" y="276"/>
                    <a:pt x="6335" y="277"/>
                  </a:cubicBezTo>
                  <a:cubicBezTo>
                    <a:pt x="6311" y="277"/>
                    <a:pt x="6289" y="271"/>
                    <a:pt x="6265" y="267"/>
                  </a:cubicBezTo>
                  <a:cubicBezTo>
                    <a:pt x="6219" y="258"/>
                    <a:pt x="6175" y="241"/>
                    <a:pt x="6129" y="239"/>
                  </a:cubicBezTo>
                  <a:cubicBezTo>
                    <a:pt x="6069" y="238"/>
                    <a:pt x="6009" y="258"/>
                    <a:pt x="5948" y="254"/>
                  </a:cubicBezTo>
                  <a:cubicBezTo>
                    <a:pt x="5846" y="248"/>
                    <a:pt x="5746" y="232"/>
                    <a:pt x="5640" y="233"/>
                  </a:cubicBezTo>
                  <a:cubicBezTo>
                    <a:pt x="5430" y="236"/>
                    <a:pt x="5220" y="216"/>
                    <a:pt x="5010" y="196"/>
                  </a:cubicBezTo>
                  <a:cubicBezTo>
                    <a:pt x="4795" y="176"/>
                    <a:pt x="4582" y="173"/>
                    <a:pt x="4366" y="173"/>
                  </a:cubicBezTo>
                  <a:cubicBezTo>
                    <a:pt x="4214" y="173"/>
                    <a:pt x="4063" y="197"/>
                    <a:pt x="3907" y="185"/>
                  </a:cubicBezTo>
                  <a:cubicBezTo>
                    <a:pt x="3660" y="166"/>
                    <a:pt x="3410" y="193"/>
                    <a:pt x="3160" y="190"/>
                  </a:cubicBezTo>
                  <a:cubicBezTo>
                    <a:pt x="3004" y="187"/>
                    <a:pt x="2855" y="213"/>
                    <a:pt x="2703" y="236"/>
                  </a:cubicBezTo>
                  <a:cubicBezTo>
                    <a:pt x="2574" y="255"/>
                    <a:pt x="2443" y="275"/>
                    <a:pt x="2314" y="294"/>
                  </a:cubicBezTo>
                  <a:cubicBezTo>
                    <a:pt x="2200" y="310"/>
                    <a:pt x="2080" y="306"/>
                    <a:pt x="1975" y="346"/>
                  </a:cubicBezTo>
                  <a:cubicBezTo>
                    <a:pt x="1833" y="400"/>
                    <a:pt x="1673" y="377"/>
                    <a:pt x="1540" y="454"/>
                  </a:cubicBezTo>
                  <a:cubicBezTo>
                    <a:pt x="1532" y="459"/>
                    <a:pt x="1520" y="456"/>
                    <a:pt x="1511" y="458"/>
                  </a:cubicBezTo>
                  <a:cubicBezTo>
                    <a:pt x="1413" y="478"/>
                    <a:pt x="1316" y="495"/>
                    <a:pt x="1220" y="519"/>
                  </a:cubicBezTo>
                  <a:cubicBezTo>
                    <a:pt x="1113" y="544"/>
                    <a:pt x="1005" y="574"/>
                    <a:pt x="899" y="606"/>
                  </a:cubicBezTo>
                  <a:cubicBezTo>
                    <a:pt x="807" y="632"/>
                    <a:pt x="703" y="630"/>
                    <a:pt x="632" y="710"/>
                  </a:cubicBezTo>
                  <a:cubicBezTo>
                    <a:pt x="610" y="735"/>
                    <a:pt x="581" y="757"/>
                    <a:pt x="551" y="768"/>
                  </a:cubicBezTo>
                  <a:cubicBezTo>
                    <a:pt x="470" y="798"/>
                    <a:pt x="385" y="824"/>
                    <a:pt x="291" y="854"/>
                  </a:cubicBezTo>
                  <a:close/>
                  <a:moveTo>
                    <a:pt x="7934" y="2614"/>
                  </a:moveTo>
                  <a:cubicBezTo>
                    <a:pt x="7957" y="2604"/>
                    <a:pt x="7967" y="2602"/>
                    <a:pt x="7973" y="2596"/>
                  </a:cubicBezTo>
                  <a:cubicBezTo>
                    <a:pt x="8069" y="2518"/>
                    <a:pt x="8183" y="2481"/>
                    <a:pt x="8304" y="2468"/>
                  </a:cubicBezTo>
                  <a:cubicBezTo>
                    <a:pt x="8331" y="2466"/>
                    <a:pt x="8370" y="2469"/>
                    <a:pt x="8390" y="2486"/>
                  </a:cubicBezTo>
                  <a:cubicBezTo>
                    <a:pt x="8418" y="2513"/>
                    <a:pt x="8444" y="2530"/>
                    <a:pt x="8485" y="2529"/>
                  </a:cubicBezTo>
                  <a:cubicBezTo>
                    <a:pt x="8498" y="2529"/>
                    <a:pt x="8513" y="2545"/>
                    <a:pt x="8526" y="2555"/>
                  </a:cubicBezTo>
                  <a:cubicBezTo>
                    <a:pt x="8556" y="2580"/>
                    <a:pt x="8586" y="2607"/>
                    <a:pt x="8616" y="2635"/>
                  </a:cubicBezTo>
                  <a:cubicBezTo>
                    <a:pt x="8677" y="2692"/>
                    <a:pt x="8739" y="2748"/>
                    <a:pt x="8800" y="2807"/>
                  </a:cubicBezTo>
                  <a:cubicBezTo>
                    <a:pt x="8845" y="2852"/>
                    <a:pt x="8867" y="2907"/>
                    <a:pt x="8870" y="2970"/>
                  </a:cubicBezTo>
                  <a:cubicBezTo>
                    <a:pt x="8871" y="3011"/>
                    <a:pt x="8873" y="3051"/>
                    <a:pt x="8879" y="3092"/>
                  </a:cubicBezTo>
                  <a:cubicBezTo>
                    <a:pt x="8907" y="3318"/>
                    <a:pt x="8815" y="3502"/>
                    <a:pt x="8671" y="3661"/>
                  </a:cubicBezTo>
                  <a:cubicBezTo>
                    <a:pt x="8618" y="3719"/>
                    <a:pt x="8540" y="3758"/>
                    <a:pt x="8466" y="3788"/>
                  </a:cubicBezTo>
                  <a:cubicBezTo>
                    <a:pt x="8397" y="3815"/>
                    <a:pt x="8318" y="3819"/>
                    <a:pt x="8242" y="3833"/>
                  </a:cubicBezTo>
                  <a:cubicBezTo>
                    <a:pt x="8210" y="3839"/>
                    <a:pt x="8178" y="3848"/>
                    <a:pt x="8146" y="3848"/>
                  </a:cubicBezTo>
                  <a:cubicBezTo>
                    <a:pt x="7972" y="3848"/>
                    <a:pt x="7809" y="3799"/>
                    <a:pt x="7659" y="3715"/>
                  </a:cubicBezTo>
                  <a:cubicBezTo>
                    <a:pt x="7612" y="3688"/>
                    <a:pt x="7573" y="3645"/>
                    <a:pt x="7531" y="3609"/>
                  </a:cubicBezTo>
                  <a:cubicBezTo>
                    <a:pt x="7458" y="3709"/>
                    <a:pt x="7392" y="3801"/>
                    <a:pt x="7323" y="3894"/>
                  </a:cubicBezTo>
                  <a:cubicBezTo>
                    <a:pt x="7400" y="3967"/>
                    <a:pt x="7472" y="4027"/>
                    <a:pt x="7532" y="4096"/>
                  </a:cubicBezTo>
                  <a:cubicBezTo>
                    <a:pt x="7564" y="4134"/>
                    <a:pt x="7592" y="4165"/>
                    <a:pt x="7643" y="4175"/>
                  </a:cubicBezTo>
                  <a:cubicBezTo>
                    <a:pt x="7732" y="4191"/>
                    <a:pt x="7823" y="4203"/>
                    <a:pt x="7909" y="4231"/>
                  </a:cubicBezTo>
                  <a:cubicBezTo>
                    <a:pt x="8034" y="4270"/>
                    <a:pt x="8154" y="4241"/>
                    <a:pt x="8274" y="4205"/>
                  </a:cubicBezTo>
                  <a:cubicBezTo>
                    <a:pt x="8376" y="4175"/>
                    <a:pt x="8461" y="4094"/>
                    <a:pt x="8577" y="4103"/>
                  </a:cubicBezTo>
                  <a:cubicBezTo>
                    <a:pt x="8589" y="4104"/>
                    <a:pt x="8600" y="4091"/>
                    <a:pt x="8612" y="4084"/>
                  </a:cubicBezTo>
                  <a:cubicBezTo>
                    <a:pt x="8722" y="4016"/>
                    <a:pt x="8835" y="3950"/>
                    <a:pt x="8943" y="3879"/>
                  </a:cubicBezTo>
                  <a:cubicBezTo>
                    <a:pt x="9036" y="3819"/>
                    <a:pt x="9128" y="3756"/>
                    <a:pt x="9177" y="3649"/>
                  </a:cubicBezTo>
                  <a:cubicBezTo>
                    <a:pt x="9195" y="3610"/>
                    <a:pt x="9213" y="3569"/>
                    <a:pt x="9241" y="3540"/>
                  </a:cubicBezTo>
                  <a:cubicBezTo>
                    <a:pt x="9319" y="3459"/>
                    <a:pt x="9326" y="3362"/>
                    <a:pt x="9321" y="3260"/>
                  </a:cubicBezTo>
                  <a:cubicBezTo>
                    <a:pt x="9316" y="3159"/>
                    <a:pt x="9308" y="3057"/>
                    <a:pt x="9312" y="2958"/>
                  </a:cubicBezTo>
                  <a:cubicBezTo>
                    <a:pt x="9313" y="2916"/>
                    <a:pt x="9313" y="2886"/>
                    <a:pt x="9290" y="2848"/>
                  </a:cubicBezTo>
                  <a:cubicBezTo>
                    <a:pt x="9225" y="2749"/>
                    <a:pt x="9174" y="2643"/>
                    <a:pt x="9118" y="2541"/>
                  </a:cubicBezTo>
                  <a:cubicBezTo>
                    <a:pt x="9108" y="2523"/>
                    <a:pt x="9101" y="2503"/>
                    <a:pt x="9086" y="2489"/>
                  </a:cubicBezTo>
                  <a:cubicBezTo>
                    <a:pt x="8953" y="2372"/>
                    <a:pt x="8827" y="2254"/>
                    <a:pt x="8648" y="2194"/>
                  </a:cubicBezTo>
                  <a:cubicBezTo>
                    <a:pt x="8495" y="2142"/>
                    <a:pt x="8346" y="2085"/>
                    <a:pt x="8183" y="2063"/>
                  </a:cubicBezTo>
                  <a:cubicBezTo>
                    <a:pt x="8064" y="2045"/>
                    <a:pt x="8021" y="2071"/>
                    <a:pt x="8007" y="2191"/>
                  </a:cubicBezTo>
                  <a:cubicBezTo>
                    <a:pt x="8006" y="2201"/>
                    <a:pt x="8009" y="2211"/>
                    <a:pt x="8007" y="2221"/>
                  </a:cubicBezTo>
                  <a:cubicBezTo>
                    <a:pt x="7996" y="2280"/>
                    <a:pt x="7986" y="2340"/>
                    <a:pt x="7970" y="2397"/>
                  </a:cubicBezTo>
                  <a:cubicBezTo>
                    <a:pt x="7948" y="2466"/>
                    <a:pt x="7924" y="2530"/>
                    <a:pt x="7934" y="2614"/>
                  </a:cubicBezTo>
                  <a:close/>
                  <a:moveTo>
                    <a:pt x="7598" y="3385"/>
                  </a:moveTo>
                  <a:cubicBezTo>
                    <a:pt x="7640" y="3415"/>
                    <a:pt x="7689" y="3436"/>
                    <a:pt x="7712" y="3472"/>
                  </a:cubicBezTo>
                  <a:cubicBezTo>
                    <a:pt x="7772" y="3561"/>
                    <a:pt x="7873" y="3573"/>
                    <a:pt x="7955" y="3618"/>
                  </a:cubicBezTo>
                  <a:cubicBezTo>
                    <a:pt x="7983" y="3633"/>
                    <a:pt x="8024" y="3627"/>
                    <a:pt x="8060" y="3630"/>
                  </a:cubicBezTo>
                  <a:cubicBezTo>
                    <a:pt x="8086" y="3633"/>
                    <a:pt x="8113" y="3639"/>
                    <a:pt x="8139" y="3641"/>
                  </a:cubicBezTo>
                  <a:cubicBezTo>
                    <a:pt x="8164" y="3643"/>
                    <a:pt x="8190" y="3643"/>
                    <a:pt x="8214" y="3638"/>
                  </a:cubicBezTo>
                  <a:cubicBezTo>
                    <a:pt x="8241" y="3633"/>
                    <a:pt x="8265" y="3617"/>
                    <a:pt x="8290" y="3615"/>
                  </a:cubicBezTo>
                  <a:cubicBezTo>
                    <a:pt x="8371" y="3608"/>
                    <a:pt x="8436" y="3574"/>
                    <a:pt x="8488" y="3512"/>
                  </a:cubicBezTo>
                  <a:cubicBezTo>
                    <a:pt x="8524" y="3469"/>
                    <a:pt x="8574" y="3438"/>
                    <a:pt x="8605" y="3392"/>
                  </a:cubicBezTo>
                  <a:cubicBezTo>
                    <a:pt x="8667" y="3302"/>
                    <a:pt x="8665" y="3195"/>
                    <a:pt x="8669" y="3092"/>
                  </a:cubicBezTo>
                  <a:cubicBezTo>
                    <a:pt x="8669" y="3080"/>
                    <a:pt x="8664" y="3065"/>
                    <a:pt x="8662" y="3052"/>
                  </a:cubicBezTo>
                  <a:cubicBezTo>
                    <a:pt x="8606" y="2848"/>
                    <a:pt x="8452" y="2752"/>
                    <a:pt x="8267" y="2687"/>
                  </a:cubicBezTo>
                  <a:cubicBezTo>
                    <a:pt x="8223" y="2672"/>
                    <a:pt x="8181" y="2679"/>
                    <a:pt x="8152" y="2707"/>
                  </a:cubicBezTo>
                  <a:cubicBezTo>
                    <a:pt x="8080" y="2779"/>
                    <a:pt x="8001" y="2851"/>
                    <a:pt x="7948" y="2937"/>
                  </a:cubicBezTo>
                  <a:cubicBezTo>
                    <a:pt x="7904" y="3009"/>
                    <a:pt x="7863" y="3052"/>
                    <a:pt x="7765" y="3027"/>
                  </a:cubicBezTo>
                  <a:cubicBezTo>
                    <a:pt x="7735" y="3158"/>
                    <a:pt x="7684" y="3275"/>
                    <a:pt x="7598" y="33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15" name="Google Shape;4015;p54"/>
            <p:cNvSpPr/>
            <p:nvPr/>
          </p:nvSpPr>
          <p:spPr>
            <a:xfrm>
              <a:off x="3000509" y="2295054"/>
              <a:ext cx="364263" cy="184297"/>
            </a:xfrm>
            <a:custGeom>
              <a:avLst/>
              <a:gdLst/>
              <a:ahLst/>
              <a:cxnLst/>
              <a:rect l="l" t="t" r="r" b="b"/>
              <a:pathLst>
                <a:path w="5973" h="3022" extrusionOk="0">
                  <a:moveTo>
                    <a:pt x="174" y="1328"/>
                  </a:moveTo>
                  <a:cubicBezTo>
                    <a:pt x="208" y="1286"/>
                    <a:pt x="195" y="1247"/>
                    <a:pt x="171" y="1199"/>
                  </a:cubicBezTo>
                  <a:cubicBezTo>
                    <a:pt x="126" y="1109"/>
                    <a:pt x="94" y="1015"/>
                    <a:pt x="52" y="914"/>
                  </a:cubicBezTo>
                  <a:cubicBezTo>
                    <a:pt x="38" y="931"/>
                    <a:pt x="32" y="941"/>
                    <a:pt x="26" y="951"/>
                  </a:cubicBezTo>
                  <a:cubicBezTo>
                    <a:pt x="21" y="947"/>
                    <a:pt x="13" y="945"/>
                    <a:pt x="13" y="941"/>
                  </a:cubicBezTo>
                  <a:cubicBezTo>
                    <a:pt x="1" y="859"/>
                    <a:pt x="19" y="788"/>
                    <a:pt x="57" y="710"/>
                  </a:cubicBezTo>
                  <a:cubicBezTo>
                    <a:pt x="100" y="619"/>
                    <a:pt x="109" y="512"/>
                    <a:pt x="211" y="456"/>
                  </a:cubicBezTo>
                  <a:cubicBezTo>
                    <a:pt x="212" y="388"/>
                    <a:pt x="261" y="382"/>
                    <a:pt x="314" y="369"/>
                  </a:cubicBezTo>
                  <a:cubicBezTo>
                    <a:pt x="375" y="353"/>
                    <a:pt x="432" y="319"/>
                    <a:pt x="494" y="305"/>
                  </a:cubicBezTo>
                  <a:cubicBezTo>
                    <a:pt x="754" y="248"/>
                    <a:pt x="1013" y="195"/>
                    <a:pt x="1272" y="141"/>
                  </a:cubicBezTo>
                  <a:cubicBezTo>
                    <a:pt x="1342" y="127"/>
                    <a:pt x="1409" y="108"/>
                    <a:pt x="1480" y="97"/>
                  </a:cubicBezTo>
                  <a:cubicBezTo>
                    <a:pt x="1542" y="89"/>
                    <a:pt x="1607" y="87"/>
                    <a:pt x="1670" y="81"/>
                  </a:cubicBezTo>
                  <a:cubicBezTo>
                    <a:pt x="1792" y="69"/>
                    <a:pt x="1912" y="49"/>
                    <a:pt x="2033" y="43"/>
                  </a:cubicBezTo>
                  <a:cubicBezTo>
                    <a:pt x="2146" y="38"/>
                    <a:pt x="2262" y="41"/>
                    <a:pt x="2375" y="48"/>
                  </a:cubicBezTo>
                  <a:cubicBezTo>
                    <a:pt x="2510" y="56"/>
                    <a:pt x="2641" y="44"/>
                    <a:pt x="2775" y="21"/>
                  </a:cubicBezTo>
                  <a:cubicBezTo>
                    <a:pt x="2855" y="8"/>
                    <a:pt x="2947" y="2"/>
                    <a:pt x="3032" y="29"/>
                  </a:cubicBezTo>
                  <a:cubicBezTo>
                    <a:pt x="3073" y="41"/>
                    <a:pt x="3118" y="44"/>
                    <a:pt x="3162" y="43"/>
                  </a:cubicBezTo>
                  <a:cubicBezTo>
                    <a:pt x="3314" y="39"/>
                    <a:pt x="3466" y="43"/>
                    <a:pt x="3618" y="24"/>
                  </a:cubicBezTo>
                  <a:cubicBezTo>
                    <a:pt x="3788" y="0"/>
                    <a:pt x="3957" y="34"/>
                    <a:pt x="4127" y="26"/>
                  </a:cubicBezTo>
                  <a:cubicBezTo>
                    <a:pt x="4250" y="20"/>
                    <a:pt x="4377" y="8"/>
                    <a:pt x="4497" y="26"/>
                  </a:cubicBezTo>
                  <a:cubicBezTo>
                    <a:pt x="4731" y="61"/>
                    <a:pt x="4966" y="39"/>
                    <a:pt x="5200" y="60"/>
                  </a:cubicBezTo>
                  <a:cubicBezTo>
                    <a:pt x="5324" y="71"/>
                    <a:pt x="5450" y="72"/>
                    <a:pt x="5573" y="87"/>
                  </a:cubicBezTo>
                  <a:cubicBezTo>
                    <a:pt x="5628" y="94"/>
                    <a:pt x="5679" y="123"/>
                    <a:pt x="5732" y="144"/>
                  </a:cubicBezTo>
                  <a:cubicBezTo>
                    <a:pt x="5751" y="151"/>
                    <a:pt x="5768" y="161"/>
                    <a:pt x="5788" y="167"/>
                  </a:cubicBezTo>
                  <a:cubicBezTo>
                    <a:pt x="5911" y="209"/>
                    <a:pt x="5973" y="300"/>
                    <a:pt x="5962" y="428"/>
                  </a:cubicBezTo>
                  <a:cubicBezTo>
                    <a:pt x="5959" y="448"/>
                    <a:pt x="5945" y="468"/>
                    <a:pt x="5936" y="486"/>
                  </a:cubicBezTo>
                  <a:cubicBezTo>
                    <a:pt x="5926" y="510"/>
                    <a:pt x="5909" y="532"/>
                    <a:pt x="5905" y="557"/>
                  </a:cubicBezTo>
                  <a:cubicBezTo>
                    <a:pt x="5876" y="711"/>
                    <a:pt x="5844" y="868"/>
                    <a:pt x="5820" y="1023"/>
                  </a:cubicBezTo>
                  <a:cubicBezTo>
                    <a:pt x="5810" y="1090"/>
                    <a:pt x="5777" y="1141"/>
                    <a:pt x="5742" y="1192"/>
                  </a:cubicBezTo>
                  <a:cubicBezTo>
                    <a:pt x="5712" y="1236"/>
                    <a:pt x="5661" y="1268"/>
                    <a:pt x="5670" y="1332"/>
                  </a:cubicBezTo>
                  <a:cubicBezTo>
                    <a:pt x="5670" y="1335"/>
                    <a:pt x="5669" y="1341"/>
                    <a:pt x="5667" y="1341"/>
                  </a:cubicBezTo>
                  <a:cubicBezTo>
                    <a:pt x="5572" y="1366"/>
                    <a:pt x="5570" y="1477"/>
                    <a:pt x="5500" y="1530"/>
                  </a:cubicBezTo>
                  <a:cubicBezTo>
                    <a:pt x="5430" y="1583"/>
                    <a:pt x="5372" y="1662"/>
                    <a:pt x="5331" y="1742"/>
                  </a:cubicBezTo>
                  <a:cubicBezTo>
                    <a:pt x="5270" y="1860"/>
                    <a:pt x="5179" y="1954"/>
                    <a:pt x="5092" y="2049"/>
                  </a:cubicBezTo>
                  <a:cubicBezTo>
                    <a:pt x="4981" y="2169"/>
                    <a:pt x="4842" y="2266"/>
                    <a:pt x="4738" y="2391"/>
                  </a:cubicBezTo>
                  <a:cubicBezTo>
                    <a:pt x="4667" y="2475"/>
                    <a:pt x="4570" y="2514"/>
                    <a:pt x="4499" y="2586"/>
                  </a:cubicBezTo>
                  <a:cubicBezTo>
                    <a:pt x="4437" y="2649"/>
                    <a:pt x="4357" y="2653"/>
                    <a:pt x="4291" y="2696"/>
                  </a:cubicBezTo>
                  <a:cubicBezTo>
                    <a:pt x="4226" y="2740"/>
                    <a:pt x="4144" y="2757"/>
                    <a:pt x="4069" y="2782"/>
                  </a:cubicBezTo>
                  <a:cubicBezTo>
                    <a:pt x="3957" y="2819"/>
                    <a:pt x="3846" y="2857"/>
                    <a:pt x="3733" y="2891"/>
                  </a:cubicBezTo>
                  <a:cubicBezTo>
                    <a:pt x="3690" y="2904"/>
                    <a:pt x="3643" y="2909"/>
                    <a:pt x="3597" y="2916"/>
                  </a:cubicBezTo>
                  <a:cubicBezTo>
                    <a:pt x="3584" y="2919"/>
                    <a:pt x="3567" y="2913"/>
                    <a:pt x="3557" y="2918"/>
                  </a:cubicBezTo>
                  <a:cubicBezTo>
                    <a:pt x="3435" y="2975"/>
                    <a:pt x="3298" y="2941"/>
                    <a:pt x="3178" y="2990"/>
                  </a:cubicBezTo>
                  <a:cubicBezTo>
                    <a:pt x="3096" y="3022"/>
                    <a:pt x="3019" y="2978"/>
                    <a:pt x="2939" y="2982"/>
                  </a:cubicBezTo>
                  <a:cubicBezTo>
                    <a:pt x="2927" y="2982"/>
                    <a:pt x="2909" y="2970"/>
                    <a:pt x="2901" y="2973"/>
                  </a:cubicBezTo>
                  <a:cubicBezTo>
                    <a:pt x="2815" y="3018"/>
                    <a:pt x="2732" y="2971"/>
                    <a:pt x="2651" y="2960"/>
                  </a:cubicBezTo>
                  <a:cubicBezTo>
                    <a:pt x="2585" y="2951"/>
                    <a:pt x="2520" y="2926"/>
                    <a:pt x="2459" y="2898"/>
                  </a:cubicBezTo>
                  <a:cubicBezTo>
                    <a:pt x="2282" y="2813"/>
                    <a:pt x="2086" y="2796"/>
                    <a:pt x="1905" y="2727"/>
                  </a:cubicBezTo>
                  <a:cubicBezTo>
                    <a:pt x="1883" y="2720"/>
                    <a:pt x="1856" y="2717"/>
                    <a:pt x="1839" y="2704"/>
                  </a:cubicBezTo>
                  <a:cubicBezTo>
                    <a:pt x="1782" y="2655"/>
                    <a:pt x="1719" y="2632"/>
                    <a:pt x="1646" y="2624"/>
                  </a:cubicBezTo>
                  <a:cubicBezTo>
                    <a:pt x="1623" y="2622"/>
                    <a:pt x="1600" y="2609"/>
                    <a:pt x="1581" y="2597"/>
                  </a:cubicBezTo>
                  <a:cubicBezTo>
                    <a:pt x="1420" y="2494"/>
                    <a:pt x="1259" y="2391"/>
                    <a:pt x="1100" y="2285"/>
                  </a:cubicBezTo>
                  <a:cubicBezTo>
                    <a:pt x="1065" y="2260"/>
                    <a:pt x="1036" y="2225"/>
                    <a:pt x="1001" y="2198"/>
                  </a:cubicBezTo>
                  <a:cubicBezTo>
                    <a:pt x="969" y="2172"/>
                    <a:pt x="937" y="2151"/>
                    <a:pt x="902" y="2128"/>
                  </a:cubicBezTo>
                  <a:cubicBezTo>
                    <a:pt x="860" y="2100"/>
                    <a:pt x="802" y="2087"/>
                    <a:pt x="788" y="2025"/>
                  </a:cubicBezTo>
                  <a:cubicBezTo>
                    <a:pt x="786" y="2018"/>
                    <a:pt x="775" y="2010"/>
                    <a:pt x="766" y="2005"/>
                  </a:cubicBezTo>
                  <a:cubicBezTo>
                    <a:pt x="609" y="1909"/>
                    <a:pt x="520" y="1749"/>
                    <a:pt x="407" y="1612"/>
                  </a:cubicBezTo>
                  <a:cubicBezTo>
                    <a:pt x="377" y="1576"/>
                    <a:pt x="316" y="1559"/>
                    <a:pt x="320" y="1498"/>
                  </a:cubicBezTo>
                  <a:cubicBezTo>
                    <a:pt x="324" y="1441"/>
                    <a:pt x="277" y="1417"/>
                    <a:pt x="248" y="1381"/>
                  </a:cubicBezTo>
                  <a:cubicBezTo>
                    <a:pt x="233" y="1359"/>
                    <a:pt x="207" y="1350"/>
                    <a:pt x="174" y="1328"/>
                  </a:cubicBezTo>
                  <a:close/>
                  <a:moveTo>
                    <a:pt x="1761" y="1574"/>
                  </a:moveTo>
                  <a:cubicBezTo>
                    <a:pt x="1358" y="1594"/>
                    <a:pt x="974" y="1605"/>
                    <a:pt x="587" y="1512"/>
                  </a:cubicBezTo>
                  <a:cubicBezTo>
                    <a:pt x="623" y="1564"/>
                    <a:pt x="656" y="1626"/>
                    <a:pt x="707" y="1651"/>
                  </a:cubicBezTo>
                  <a:cubicBezTo>
                    <a:pt x="913" y="1747"/>
                    <a:pt x="1136" y="1799"/>
                    <a:pt x="1361" y="1779"/>
                  </a:cubicBezTo>
                  <a:cubicBezTo>
                    <a:pt x="1569" y="1759"/>
                    <a:pt x="1778" y="1798"/>
                    <a:pt x="1983" y="1751"/>
                  </a:cubicBezTo>
                  <a:cubicBezTo>
                    <a:pt x="2023" y="1742"/>
                    <a:pt x="2065" y="1779"/>
                    <a:pt x="2063" y="1810"/>
                  </a:cubicBezTo>
                  <a:cubicBezTo>
                    <a:pt x="2059" y="1851"/>
                    <a:pt x="2033" y="1869"/>
                    <a:pt x="1994" y="1871"/>
                  </a:cubicBezTo>
                  <a:cubicBezTo>
                    <a:pt x="1977" y="1872"/>
                    <a:pt x="1961" y="1870"/>
                    <a:pt x="1943" y="1869"/>
                  </a:cubicBezTo>
                  <a:cubicBezTo>
                    <a:pt x="1779" y="1847"/>
                    <a:pt x="1613" y="1840"/>
                    <a:pt x="1448" y="1853"/>
                  </a:cubicBezTo>
                  <a:cubicBezTo>
                    <a:pt x="1262" y="1867"/>
                    <a:pt x="1078" y="1870"/>
                    <a:pt x="896" y="1821"/>
                  </a:cubicBezTo>
                  <a:cubicBezTo>
                    <a:pt x="889" y="1819"/>
                    <a:pt x="880" y="1831"/>
                    <a:pt x="862" y="1844"/>
                  </a:cubicBezTo>
                  <a:cubicBezTo>
                    <a:pt x="980" y="1920"/>
                    <a:pt x="1098" y="1974"/>
                    <a:pt x="1223" y="2017"/>
                  </a:cubicBezTo>
                  <a:cubicBezTo>
                    <a:pt x="1496" y="2109"/>
                    <a:pt x="1777" y="2054"/>
                    <a:pt x="2054" y="2038"/>
                  </a:cubicBezTo>
                  <a:cubicBezTo>
                    <a:pt x="2108" y="2035"/>
                    <a:pt x="2160" y="2008"/>
                    <a:pt x="2223" y="1987"/>
                  </a:cubicBezTo>
                  <a:cubicBezTo>
                    <a:pt x="2221" y="1986"/>
                    <a:pt x="2232" y="1988"/>
                    <a:pt x="2238" y="1997"/>
                  </a:cubicBezTo>
                  <a:cubicBezTo>
                    <a:pt x="2254" y="2015"/>
                    <a:pt x="2275" y="2034"/>
                    <a:pt x="2279" y="2056"/>
                  </a:cubicBezTo>
                  <a:cubicBezTo>
                    <a:pt x="2285" y="2089"/>
                    <a:pt x="2259" y="2102"/>
                    <a:pt x="2229" y="2107"/>
                  </a:cubicBezTo>
                  <a:cubicBezTo>
                    <a:pt x="2200" y="2112"/>
                    <a:pt x="2171" y="2122"/>
                    <a:pt x="2141" y="2124"/>
                  </a:cubicBezTo>
                  <a:cubicBezTo>
                    <a:pt x="2042" y="2127"/>
                    <a:pt x="1942" y="2127"/>
                    <a:pt x="1842" y="2132"/>
                  </a:cubicBezTo>
                  <a:cubicBezTo>
                    <a:pt x="1700" y="2138"/>
                    <a:pt x="1558" y="2148"/>
                    <a:pt x="1416" y="2153"/>
                  </a:cubicBezTo>
                  <a:cubicBezTo>
                    <a:pt x="1368" y="2156"/>
                    <a:pt x="1320" y="2148"/>
                    <a:pt x="1271" y="2146"/>
                  </a:cubicBezTo>
                  <a:cubicBezTo>
                    <a:pt x="1269" y="2152"/>
                    <a:pt x="1265" y="2158"/>
                    <a:pt x="1262" y="2165"/>
                  </a:cubicBezTo>
                  <a:cubicBezTo>
                    <a:pt x="1313" y="2202"/>
                    <a:pt x="1366" y="2238"/>
                    <a:pt x="1423" y="2279"/>
                  </a:cubicBezTo>
                  <a:cubicBezTo>
                    <a:pt x="1436" y="2259"/>
                    <a:pt x="1450" y="2242"/>
                    <a:pt x="1466" y="2221"/>
                  </a:cubicBezTo>
                  <a:cubicBezTo>
                    <a:pt x="1492" y="2228"/>
                    <a:pt x="1532" y="2225"/>
                    <a:pt x="1551" y="2243"/>
                  </a:cubicBezTo>
                  <a:cubicBezTo>
                    <a:pt x="1597" y="2291"/>
                    <a:pt x="1658" y="2299"/>
                    <a:pt x="1714" y="2313"/>
                  </a:cubicBezTo>
                  <a:cubicBezTo>
                    <a:pt x="1957" y="2377"/>
                    <a:pt x="2200" y="2415"/>
                    <a:pt x="2457" y="2328"/>
                  </a:cubicBezTo>
                  <a:cubicBezTo>
                    <a:pt x="2473" y="2357"/>
                    <a:pt x="2502" y="2384"/>
                    <a:pt x="2499" y="2410"/>
                  </a:cubicBezTo>
                  <a:cubicBezTo>
                    <a:pt x="2494" y="2456"/>
                    <a:pt x="2448" y="2454"/>
                    <a:pt x="2410" y="2456"/>
                  </a:cubicBezTo>
                  <a:cubicBezTo>
                    <a:pt x="2340" y="2460"/>
                    <a:pt x="2268" y="2471"/>
                    <a:pt x="2198" y="2468"/>
                  </a:cubicBezTo>
                  <a:cubicBezTo>
                    <a:pt x="2059" y="2459"/>
                    <a:pt x="1920" y="2443"/>
                    <a:pt x="1781" y="2428"/>
                  </a:cubicBezTo>
                  <a:lnTo>
                    <a:pt x="1735" y="2424"/>
                  </a:lnTo>
                  <a:cubicBezTo>
                    <a:pt x="1733" y="2432"/>
                    <a:pt x="1732" y="2439"/>
                    <a:pt x="1731" y="2446"/>
                  </a:cubicBezTo>
                  <a:cubicBezTo>
                    <a:pt x="2028" y="2574"/>
                    <a:pt x="2328" y="2693"/>
                    <a:pt x="2669" y="2629"/>
                  </a:cubicBezTo>
                  <a:cubicBezTo>
                    <a:pt x="2729" y="2716"/>
                    <a:pt x="2601" y="2704"/>
                    <a:pt x="2592" y="2772"/>
                  </a:cubicBezTo>
                  <a:cubicBezTo>
                    <a:pt x="2729" y="2739"/>
                    <a:pt x="2852" y="2827"/>
                    <a:pt x="2985" y="2785"/>
                  </a:cubicBezTo>
                  <a:cubicBezTo>
                    <a:pt x="2998" y="2781"/>
                    <a:pt x="3012" y="2782"/>
                    <a:pt x="3025" y="2783"/>
                  </a:cubicBezTo>
                  <a:cubicBezTo>
                    <a:pt x="3154" y="2808"/>
                    <a:pt x="3280" y="2782"/>
                    <a:pt x="3401" y="2748"/>
                  </a:cubicBezTo>
                  <a:cubicBezTo>
                    <a:pt x="3493" y="2721"/>
                    <a:pt x="3584" y="2709"/>
                    <a:pt x="3677" y="2699"/>
                  </a:cubicBezTo>
                  <a:cubicBezTo>
                    <a:pt x="3715" y="2695"/>
                    <a:pt x="3754" y="2698"/>
                    <a:pt x="3787" y="2684"/>
                  </a:cubicBezTo>
                  <a:cubicBezTo>
                    <a:pt x="3889" y="2642"/>
                    <a:pt x="4018" y="2678"/>
                    <a:pt x="4096" y="2576"/>
                  </a:cubicBezTo>
                  <a:cubicBezTo>
                    <a:pt x="4098" y="2574"/>
                    <a:pt x="4104" y="2574"/>
                    <a:pt x="4107" y="2574"/>
                  </a:cubicBezTo>
                  <a:cubicBezTo>
                    <a:pt x="4202" y="2563"/>
                    <a:pt x="4275" y="2514"/>
                    <a:pt x="4341" y="2453"/>
                  </a:cubicBezTo>
                  <a:cubicBezTo>
                    <a:pt x="4332" y="2415"/>
                    <a:pt x="4325" y="2383"/>
                    <a:pt x="4316" y="2351"/>
                  </a:cubicBezTo>
                  <a:cubicBezTo>
                    <a:pt x="4457" y="2321"/>
                    <a:pt x="4552" y="2279"/>
                    <a:pt x="4638" y="2203"/>
                  </a:cubicBezTo>
                  <a:cubicBezTo>
                    <a:pt x="4600" y="2200"/>
                    <a:pt x="4571" y="2198"/>
                    <a:pt x="4543" y="2198"/>
                  </a:cubicBezTo>
                  <a:cubicBezTo>
                    <a:pt x="4503" y="2198"/>
                    <a:pt x="4473" y="2187"/>
                    <a:pt x="4459" y="2142"/>
                  </a:cubicBezTo>
                  <a:cubicBezTo>
                    <a:pt x="4443" y="2096"/>
                    <a:pt x="4465" y="2074"/>
                    <a:pt x="4497" y="2052"/>
                  </a:cubicBezTo>
                  <a:cubicBezTo>
                    <a:pt x="4565" y="2090"/>
                    <a:pt x="4630" y="2095"/>
                    <a:pt x="4703" y="2076"/>
                  </a:cubicBezTo>
                  <a:cubicBezTo>
                    <a:pt x="4854" y="2039"/>
                    <a:pt x="4854" y="2044"/>
                    <a:pt x="4869" y="1973"/>
                  </a:cubicBezTo>
                  <a:cubicBezTo>
                    <a:pt x="4797" y="1984"/>
                    <a:pt x="4729" y="1999"/>
                    <a:pt x="4659" y="2005"/>
                  </a:cubicBezTo>
                  <a:cubicBezTo>
                    <a:pt x="4637" y="2008"/>
                    <a:pt x="4605" y="1998"/>
                    <a:pt x="4591" y="1980"/>
                  </a:cubicBezTo>
                  <a:cubicBezTo>
                    <a:pt x="4569" y="1955"/>
                    <a:pt x="4576" y="1923"/>
                    <a:pt x="4605" y="1901"/>
                  </a:cubicBezTo>
                  <a:cubicBezTo>
                    <a:pt x="4620" y="1888"/>
                    <a:pt x="4636" y="1877"/>
                    <a:pt x="4637" y="1876"/>
                  </a:cubicBezTo>
                  <a:cubicBezTo>
                    <a:pt x="4710" y="1881"/>
                    <a:pt x="4767" y="1888"/>
                    <a:pt x="4823" y="1887"/>
                  </a:cubicBezTo>
                  <a:cubicBezTo>
                    <a:pt x="4883" y="1885"/>
                    <a:pt x="4943" y="1872"/>
                    <a:pt x="4997" y="1865"/>
                  </a:cubicBezTo>
                  <a:cubicBezTo>
                    <a:pt x="5042" y="1799"/>
                    <a:pt x="5086" y="1739"/>
                    <a:pt x="5134" y="1667"/>
                  </a:cubicBezTo>
                  <a:cubicBezTo>
                    <a:pt x="5009" y="1689"/>
                    <a:pt x="4902" y="1707"/>
                    <a:pt x="4790" y="1727"/>
                  </a:cubicBezTo>
                  <a:cubicBezTo>
                    <a:pt x="4781" y="1712"/>
                    <a:pt x="4774" y="1698"/>
                    <a:pt x="4766" y="1682"/>
                  </a:cubicBezTo>
                  <a:cubicBezTo>
                    <a:pt x="4756" y="1666"/>
                    <a:pt x="4749" y="1650"/>
                    <a:pt x="4734" y="1620"/>
                  </a:cubicBezTo>
                  <a:cubicBezTo>
                    <a:pt x="4867" y="1601"/>
                    <a:pt x="4987" y="1583"/>
                    <a:pt x="5108" y="1566"/>
                  </a:cubicBezTo>
                  <a:cubicBezTo>
                    <a:pt x="5123" y="1583"/>
                    <a:pt x="5135" y="1600"/>
                    <a:pt x="5154" y="1622"/>
                  </a:cubicBezTo>
                  <a:cubicBezTo>
                    <a:pt x="5196" y="1564"/>
                    <a:pt x="5242" y="1517"/>
                    <a:pt x="5268" y="1458"/>
                  </a:cubicBezTo>
                  <a:cubicBezTo>
                    <a:pt x="5293" y="1402"/>
                    <a:pt x="5382" y="1396"/>
                    <a:pt x="5375" y="1305"/>
                  </a:cubicBezTo>
                  <a:cubicBezTo>
                    <a:pt x="5240" y="1375"/>
                    <a:pt x="5098" y="1361"/>
                    <a:pt x="4963" y="1381"/>
                  </a:cubicBezTo>
                  <a:cubicBezTo>
                    <a:pt x="4929" y="1386"/>
                    <a:pt x="4892" y="1382"/>
                    <a:pt x="4886" y="1335"/>
                  </a:cubicBezTo>
                  <a:cubicBezTo>
                    <a:pt x="4881" y="1295"/>
                    <a:pt x="4914" y="1258"/>
                    <a:pt x="4956" y="1254"/>
                  </a:cubicBezTo>
                  <a:cubicBezTo>
                    <a:pt x="4976" y="1253"/>
                    <a:pt x="4997" y="1253"/>
                    <a:pt x="5017" y="1256"/>
                  </a:cubicBezTo>
                  <a:cubicBezTo>
                    <a:pt x="5152" y="1266"/>
                    <a:pt x="5281" y="1251"/>
                    <a:pt x="5401" y="1185"/>
                  </a:cubicBezTo>
                  <a:cubicBezTo>
                    <a:pt x="5421" y="1197"/>
                    <a:pt x="5442" y="1211"/>
                    <a:pt x="5466" y="1225"/>
                  </a:cubicBezTo>
                  <a:cubicBezTo>
                    <a:pt x="5507" y="1156"/>
                    <a:pt x="5547" y="1093"/>
                    <a:pt x="5599" y="1007"/>
                  </a:cubicBezTo>
                  <a:cubicBezTo>
                    <a:pt x="5500" y="1028"/>
                    <a:pt x="5425" y="1043"/>
                    <a:pt x="5353" y="1058"/>
                  </a:cubicBezTo>
                  <a:cubicBezTo>
                    <a:pt x="5257" y="1080"/>
                    <a:pt x="5163" y="1102"/>
                    <a:pt x="5066" y="1124"/>
                  </a:cubicBezTo>
                  <a:cubicBezTo>
                    <a:pt x="5043" y="1129"/>
                    <a:pt x="5019" y="1131"/>
                    <a:pt x="4996" y="1128"/>
                  </a:cubicBezTo>
                  <a:cubicBezTo>
                    <a:pt x="4948" y="1120"/>
                    <a:pt x="4908" y="1063"/>
                    <a:pt x="4920" y="1023"/>
                  </a:cubicBezTo>
                  <a:cubicBezTo>
                    <a:pt x="4938" y="971"/>
                    <a:pt x="4978" y="997"/>
                    <a:pt x="5014" y="998"/>
                  </a:cubicBezTo>
                  <a:cubicBezTo>
                    <a:pt x="5083" y="1001"/>
                    <a:pt x="5155" y="1007"/>
                    <a:pt x="5222" y="995"/>
                  </a:cubicBezTo>
                  <a:cubicBezTo>
                    <a:pt x="5354" y="967"/>
                    <a:pt x="5476" y="899"/>
                    <a:pt x="5619" y="915"/>
                  </a:cubicBezTo>
                  <a:cubicBezTo>
                    <a:pt x="5630" y="855"/>
                    <a:pt x="5675" y="811"/>
                    <a:pt x="5655" y="741"/>
                  </a:cubicBezTo>
                  <a:cubicBezTo>
                    <a:pt x="5618" y="763"/>
                    <a:pt x="5587" y="783"/>
                    <a:pt x="5554" y="797"/>
                  </a:cubicBezTo>
                  <a:cubicBezTo>
                    <a:pt x="5420" y="860"/>
                    <a:pt x="5268" y="846"/>
                    <a:pt x="5130" y="904"/>
                  </a:cubicBezTo>
                  <a:cubicBezTo>
                    <a:pt x="5053" y="935"/>
                    <a:pt x="4955" y="918"/>
                    <a:pt x="4866" y="920"/>
                  </a:cubicBezTo>
                  <a:cubicBezTo>
                    <a:pt x="4813" y="921"/>
                    <a:pt x="4756" y="903"/>
                    <a:pt x="4709" y="942"/>
                  </a:cubicBezTo>
                  <a:cubicBezTo>
                    <a:pt x="4703" y="947"/>
                    <a:pt x="4688" y="949"/>
                    <a:pt x="4682" y="945"/>
                  </a:cubicBezTo>
                  <a:cubicBezTo>
                    <a:pt x="4641" y="918"/>
                    <a:pt x="4606" y="935"/>
                    <a:pt x="4567" y="955"/>
                  </a:cubicBezTo>
                  <a:cubicBezTo>
                    <a:pt x="4551" y="964"/>
                    <a:pt x="4526" y="966"/>
                    <a:pt x="4509" y="961"/>
                  </a:cubicBezTo>
                  <a:cubicBezTo>
                    <a:pt x="4341" y="918"/>
                    <a:pt x="4180" y="976"/>
                    <a:pt x="4019" y="998"/>
                  </a:cubicBezTo>
                  <a:cubicBezTo>
                    <a:pt x="3858" y="1020"/>
                    <a:pt x="3700" y="1077"/>
                    <a:pt x="3534" y="1068"/>
                  </a:cubicBezTo>
                  <a:cubicBezTo>
                    <a:pt x="3484" y="1066"/>
                    <a:pt x="3433" y="1058"/>
                    <a:pt x="3384" y="1064"/>
                  </a:cubicBezTo>
                  <a:cubicBezTo>
                    <a:pt x="3259" y="1080"/>
                    <a:pt x="3137" y="1075"/>
                    <a:pt x="3012" y="1059"/>
                  </a:cubicBezTo>
                  <a:cubicBezTo>
                    <a:pt x="2963" y="1053"/>
                    <a:pt x="2912" y="1052"/>
                    <a:pt x="2860" y="1052"/>
                  </a:cubicBezTo>
                  <a:cubicBezTo>
                    <a:pt x="2736" y="1053"/>
                    <a:pt x="2612" y="1061"/>
                    <a:pt x="2488" y="1058"/>
                  </a:cubicBezTo>
                  <a:cubicBezTo>
                    <a:pt x="2395" y="1056"/>
                    <a:pt x="2301" y="1042"/>
                    <a:pt x="2209" y="1034"/>
                  </a:cubicBezTo>
                  <a:cubicBezTo>
                    <a:pt x="2122" y="1027"/>
                    <a:pt x="2034" y="1020"/>
                    <a:pt x="1947" y="1012"/>
                  </a:cubicBezTo>
                  <a:cubicBezTo>
                    <a:pt x="1806" y="1000"/>
                    <a:pt x="1666" y="987"/>
                    <a:pt x="1523" y="974"/>
                  </a:cubicBezTo>
                  <a:cubicBezTo>
                    <a:pt x="1507" y="1003"/>
                    <a:pt x="1485" y="1039"/>
                    <a:pt x="1471" y="1063"/>
                  </a:cubicBezTo>
                  <a:cubicBezTo>
                    <a:pt x="1270" y="1075"/>
                    <a:pt x="1090" y="1131"/>
                    <a:pt x="901" y="1102"/>
                  </a:cubicBezTo>
                  <a:cubicBezTo>
                    <a:pt x="714" y="1073"/>
                    <a:pt x="520" y="1084"/>
                    <a:pt x="331" y="1029"/>
                  </a:cubicBezTo>
                  <a:cubicBezTo>
                    <a:pt x="350" y="1120"/>
                    <a:pt x="367" y="1139"/>
                    <a:pt x="444" y="1146"/>
                  </a:cubicBezTo>
                  <a:cubicBezTo>
                    <a:pt x="601" y="1162"/>
                    <a:pt x="763" y="1162"/>
                    <a:pt x="917" y="1191"/>
                  </a:cubicBezTo>
                  <a:cubicBezTo>
                    <a:pt x="1098" y="1226"/>
                    <a:pt x="1271" y="1217"/>
                    <a:pt x="1445" y="1156"/>
                  </a:cubicBezTo>
                  <a:cubicBezTo>
                    <a:pt x="1476" y="1146"/>
                    <a:pt x="1515" y="1155"/>
                    <a:pt x="1551" y="1155"/>
                  </a:cubicBezTo>
                  <a:cubicBezTo>
                    <a:pt x="1532" y="1256"/>
                    <a:pt x="1532" y="1254"/>
                    <a:pt x="1461" y="1257"/>
                  </a:cubicBezTo>
                  <a:cubicBezTo>
                    <a:pt x="1438" y="1258"/>
                    <a:pt x="1415" y="1263"/>
                    <a:pt x="1392" y="1266"/>
                  </a:cubicBezTo>
                  <a:cubicBezTo>
                    <a:pt x="1281" y="1276"/>
                    <a:pt x="1170" y="1297"/>
                    <a:pt x="1060" y="1295"/>
                  </a:cubicBezTo>
                  <a:cubicBezTo>
                    <a:pt x="914" y="1293"/>
                    <a:pt x="770" y="1271"/>
                    <a:pt x="626" y="1264"/>
                  </a:cubicBezTo>
                  <a:cubicBezTo>
                    <a:pt x="558" y="1262"/>
                    <a:pt x="487" y="1248"/>
                    <a:pt x="406" y="1283"/>
                  </a:cubicBezTo>
                  <a:cubicBezTo>
                    <a:pt x="431" y="1307"/>
                    <a:pt x="449" y="1339"/>
                    <a:pt x="468" y="1339"/>
                  </a:cubicBezTo>
                  <a:cubicBezTo>
                    <a:pt x="563" y="1341"/>
                    <a:pt x="636" y="1402"/>
                    <a:pt x="723" y="1422"/>
                  </a:cubicBezTo>
                  <a:cubicBezTo>
                    <a:pt x="934" y="1472"/>
                    <a:pt x="1146" y="1496"/>
                    <a:pt x="1362" y="1497"/>
                  </a:cubicBezTo>
                  <a:cubicBezTo>
                    <a:pt x="1482" y="1498"/>
                    <a:pt x="1603" y="1504"/>
                    <a:pt x="1723" y="1433"/>
                  </a:cubicBezTo>
                  <a:cubicBezTo>
                    <a:pt x="1738" y="1486"/>
                    <a:pt x="1748" y="1524"/>
                    <a:pt x="1761" y="1574"/>
                  </a:cubicBezTo>
                  <a:close/>
                  <a:moveTo>
                    <a:pt x="457" y="566"/>
                  </a:moveTo>
                  <a:cubicBezTo>
                    <a:pt x="601" y="615"/>
                    <a:pt x="729" y="662"/>
                    <a:pt x="861" y="702"/>
                  </a:cubicBezTo>
                  <a:cubicBezTo>
                    <a:pt x="1067" y="765"/>
                    <a:pt x="1282" y="787"/>
                    <a:pt x="1495" y="811"/>
                  </a:cubicBezTo>
                  <a:cubicBezTo>
                    <a:pt x="1546" y="816"/>
                    <a:pt x="1595" y="830"/>
                    <a:pt x="1645" y="835"/>
                  </a:cubicBezTo>
                  <a:cubicBezTo>
                    <a:pt x="1774" y="845"/>
                    <a:pt x="1905" y="854"/>
                    <a:pt x="2035" y="862"/>
                  </a:cubicBezTo>
                  <a:cubicBezTo>
                    <a:pt x="2098" y="866"/>
                    <a:pt x="2162" y="864"/>
                    <a:pt x="2224" y="867"/>
                  </a:cubicBezTo>
                  <a:cubicBezTo>
                    <a:pt x="2268" y="869"/>
                    <a:pt x="2310" y="877"/>
                    <a:pt x="2352" y="878"/>
                  </a:cubicBezTo>
                  <a:cubicBezTo>
                    <a:pt x="2433" y="881"/>
                    <a:pt x="2515" y="881"/>
                    <a:pt x="2596" y="883"/>
                  </a:cubicBezTo>
                  <a:cubicBezTo>
                    <a:pt x="2694" y="886"/>
                    <a:pt x="2791" y="891"/>
                    <a:pt x="2889" y="895"/>
                  </a:cubicBezTo>
                  <a:cubicBezTo>
                    <a:pt x="2960" y="898"/>
                    <a:pt x="3031" y="897"/>
                    <a:pt x="3102" y="899"/>
                  </a:cubicBezTo>
                  <a:cubicBezTo>
                    <a:pt x="3215" y="903"/>
                    <a:pt x="3331" y="913"/>
                    <a:pt x="3445" y="910"/>
                  </a:cubicBezTo>
                  <a:cubicBezTo>
                    <a:pt x="3691" y="905"/>
                    <a:pt x="3933" y="861"/>
                    <a:pt x="4175" y="814"/>
                  </a:cubicBezTo>
                  <a:cubicBezTo>
                    <a:pt x="4224" y="806"/>
                    <a:pt x="4272" y="784"/>
                    <a:pt x="4321" y="780"/>
                  </a:cubicBezTo>
                  <a:cubicBezTo>
                    <a:pt x="4433" y="773"/>
                    <a:pt x="4546" y="766"/>
                    <a:pt x="4656" y="776"/>
                  </a:cubicBezTo>
                  <a:cubicBezTo>
                    <a:pt x="4800" y="788"/>
                    <a:pt x="4938" y="754"/>
                    <a:pt x="5077" y="729"/>
                  </a:cubicBezTo>
                  <a:cubicBezTo>
                    <a:pt x="5178" y="710"/>
                    <a:pt x="5273" y="667"/>
                    <a:pt x="5374" y="648"/>
                  </a:cubicBezTo>
                  <a:cubicBezTo>
                    <a:pt x="5483" y="629"/>
                    <a:pt x="5583" y="603"/>
                    <a:pt x="5644" y="500"/>
                  </a:cubicBezTo>
                  <a:cubicBezTo>
                    <a:pt x="5732" y="480"/>
                    <a:pt x="5722" y="402"/>
                    <a:pt x="5742" y="342"/>
                  </a:cubicBezTo>
                  <a:cubicBezTo>
                    <a:pt x="5606" y="270"/>
                    <a:pt x="5421" y="225"/>
                    <a:pt x="5262" y="224"/>
                  </a:cubicBezTo>
                  <a:cubicBezTo>
                    <a:pt x="5171" y="224"/>
                    <a:pt x="5078" y="235"/>
                    <a:pt x="4992" y="215"/>
                  </a:cubicBezTo>
                  <a:cubicBezTo>
                    <a:pt x="4840" y="182"/>
                    <a:pt x="4685" y="245"/>
                    <a:pt x="4535" y="190"/>
                  </a:cubicBezTo>
                  <a:cubicBezTo>
                    <a:pt x="4533" y="189"/>
                    <a:pt x="4529" y="192"/>
                    <a:pt x="4525" y="192"/>
                  </a:cubicBezTo>
                  <a:cubicBezTo>
                    <a:pt x="4437" y="192"/>
                    <a:pt x="4349" y="183"/>
                    <a:pt x="4260" y="198"/>
                  </a:cubicBezTo>
                  <a:cubicBezTo>
                    <a:pt x="4180" y="210"/>
                    <a:pt x="4096" y="208"/>
                    <a:pt x="4014" y="212"/>
                  </a:cubicBezTo>
                  <a:cubicBezTo>
                    <a:pt x="3998" y="213"/>
                    <a:pt x="3979" y="217"/>
                    <a:pt x="3966" y="210"/>
                  </a:cubicBezTo>
                  <a:cubicBezTo>
                    <a:pt x="3858" y="156"/>
                    <a:pt x="3740" y="194"/>
                    <a:pt x="3628" y="182"/>
                  </a:cubicBezTo>
                  <a:cubicBezTo>
                    <a:pt x="3500" y="170"/>
                    <a:pt x="3368" y="203"/>
                    <a:pt x="3237" y="208"/>
                  </a:cubicBezTo>
                  <a:cubicBezTo>
                    <a:pt x="3154" y="212"/>
                    <a:pt x="3068" y="233"/>
                    <a:pt x="2985" y="191"/>
                  </a:cubicBezTo>
                  <a:cubicBezTo>
                    <a:pt x="2965" y="180"/>
                    <a:pt x="2935" y="186"/>
                    <a:pt x="2909" y="189"/>
                  </a:cubicBezTo>
                  <a:cubicBezTo>
                    <a:pt x="2861" y="193"/>
                    <a:pt x="2812" y="200"/>
                    <a:pt x="2763" y="203"/>
                  </a:cubicBezTo>
                  <a:cubicBezTo>
                    <a:pt x="2694" y="207"/>
                    <a:pt x="2623" y="208"/>
                    <a:pt x="2554" y="211"/>
                  </a:cubicBezTo>
                  <a:cubicBezTo>
                    <a:pt x="2497" y="213"/>
                    <a:pt x="2441" y="222"/>
                    <a:pt x="2383" y="219"/>
                  </a:cubicBezTo>
                  <a:cubicBezTo>
                    <a:pt x="2287" y="216"/>
                    <a:pt x="2190" y="212"/>
                    <a:pt x="2094" y="198"/>
                  </a:cubicBezTo>
                  <a:cubicBezTo>
                    <a:pt x="1992" y="182"/>
                    <a:pt x="1901" y="233"/>
                    <a:pt x="1798" y="228"/>
                  </a:cubicBezTo>
                  <a:cubicBezTo>
                    <a:pt x="1691" y="223"/>
                    <a:pt x="1579" y="252"/>
                    <a:pt x="1471" y="265"/>
                  </a:cubicBezTo>
                  <a:cubicBezTo>
                    <a:pt x="1343" y="283"/>
                    <a:pt x="1216" y="321"/>
                    <a:pt x="1088" y="342"/>
                  </a:cubicBezTo>
                  <a:cubicBezTo>
                    <a:pt x="978" y="361"/>
                    <a:pt x="870" y="406"/>
                    <a:pt x="760" y="437"/>
                  </a:cubicBezTo>
                  <a:cubicBezTo>
                    <a:pt x="734" y="444"/>
                    <a:pt x="704" y="453"/>
                    <a:pt x="682" y="445"/>
                  </a:cubicBezTo>
                  <a:cubicBezTo>
                    <a:pt x="580" y="422"/>
                    <a:pt x="518" y="474"/>
                    <a:pt x="457" y="566"/>
                  </a:cubicBezTo>
                  <a:close/>
                  <a:moveTo>
                    <a:pt x="1403" y="973"/>
                  </a:moveTo>
                  <a:cubicBezTo>
                    <a:pt x="1402" y="965"/>
                    <a:pt x="1400" y="956"/>
                    <a:pt x="1400" y="949"/>
                  </a:cubicBezTo>
                  <a:lnTo>
                    <a:pt x="1216" y="925"/>
                  </a:lnTo>
                  <a:cubicBezTo>
                    <a:pt x="1075" y="908"/>
                    <a:pt x="932" y="889"/>
                    <a:pt x="789" y="869"/>
                  </a:cubicBezTo>
                  <a:cubicBezTo>
                    <a:pt x="764" y="866"/>
                    <a:pt x="739" y="846"/>
                    <a:pt x="714" y="843"/>
                  </a:cubicBezTo>
                  <a:cubicBezTo>
                    <a:pt x="612" y="835"/>
                    <a:pt x="515" y="816"/>
                    <a:pt x="427" y="758"/>
                  </a:cubicBezTo>
                  <a:cubicBezTo>
                    <a:pt x="395" y="736"/>
                    <a:pt x="356" y="728"/>
                    <a:pt x="315" y="710"/>
                  </a:cubicBezTo>
                  <a:cubicBezTo>
                    <a:pt x="309" y="749"/>
                    <a:pt x="309" y="776"/>
                    <a:pt x="298" y="797"/>
                  </a:cubicBezTo>
                  <a:cubicBezTo>
                    <a:pt x="274" y="848"/>
                    <a:pt x="294" y="878"/>
                    <a:pt x="338" y="905"/>
                  </a:cubicBezTo>
                  <a:cubicBezTo>
                    <a:pt x="418" y="956"/>
                    <a:pt x="504" y="985"/>
                    <a:pt x="600" y="991"/>
                  </a:cubicBezTo>
                  <a:cubicBezTo>
                    <a:pt x="714" y="1000"/>
                    <a:pt x="827" y="1011"/>
                    <a:pt x="940" y="1027"/>
                  </a:cubicBezTo>
                  <a:cubicBezTo>
                    <a:pt x="1080" y="1046"/>
                    <a:pt x="1215" y="1028"/>
                    <a:pt x="1351" y="996"/>
                  </a:cubicBezTo>
                  <a:cubicBezTo>
                    <a:pt x="1369" y="992"/>
                    <a:pt x="1385" y="980"/>
                    <a:pt x="1403" y="97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16" name="Google Shape;4016;p54"/>
            <p:cNvSpPr/>
            <p:nvPr/>
          </p:nvSpPr>
          <p:spPr>
            <a:xfrm>
              <a:off x="3018012" y="2224493"/>
              <a:ext cx="173014" cy="11404"/>
            </a:xfrm>
            <a:custGeom>
              <a:avLst/>
              <a:gdLst/>
              <a:ahLst/>
              <a:cxnLst/>
              <a:rect l="l" t="t" r="r" b="b"/>
              <a:pathLst>
                <a:path w="2837" h="187" extrusionOk="0">
                  <a:moveTo>
                    <a:pt x="0" y="107"/>
                  </a:moveTo>
                  <a:cubicBezTo>
                    <a:pt x="20" y="85"/>
                    <a:pt x="28" y="64"/>
                    <a:pt x="39" y="63"/>
                  </a:cubicBezTo>
                  <a:cubicBezTo>
                    <a:pt x="115" y="48"/>
                    <a:pt x="190" y="36"/>
                    <a:pt x="266" y="24"/>
                  </a:cubicBezTo>
                  <a:cubicBezTo>
                    <a:pt x="400" y="0"/>
                    <a:pt x="530" y="25"/>
                    <a:pt x="661" y="56"/>
                  </a:cubicBezTo>
                  <a:cubicBezTo>
                    <a:pt x="718" y="71"/>
                    <a:pt x="780" y="61"/>
                    <a:pt x="840" y="63"/>
                  </a:cubicBezTo>
                  <a:cubicBezTo>
                    <a:pt x="933" y="63"/>
                    <a:pt x="1028" y="61"/>
                    <a:pt x="1121" y="61"/>
                  </a:cubicBezTo>
                  <a:cubicBezTo>
                    <a:pt x="1221" y="61"/>
                    <a:pt x="1321" y="61"/>
                    <a:pt x="1420" y="63"/>
                  </a:cubicBezTo>
                  <a:cubicBezTo>
                    <a:pt x="1454" y="63"/>
                    <a:pt x="1487" y="70"/>
                    <a:pt x="1522" y="70"/>
                  </a:cubicBezTo>
                  <a:cubicBezTo>
                    <a:pt x="1686" y="75"/>
                    <a:pt x="1853" y="64"/>
                    <a:pt x="2016" y="86"/>
                  </a:cubicBezTo>
                  <a:cubicBezTo>
                    <a:pt x="2184" y="107"/>
                    <a:pt x="2341" y="46"/>
                    <a:pt x="2505" y="50"/>
                  </a:cubicBezTo>
                  <a:cubicBezTo>
                    <a:pt x="2599" y="53"/>
                    <a:pt x="2693" y="58"/>
                    <a:pt x="2786" y="64"/>
                  </a:cubicBezTo>
                  <a:cubicBezTo>
                    <a:pt x="2800" y="66"/>
                    <a:pt x="2812" y="81"/>
                    <a:pt x="2836" y="96"/>
                  </a:cubicBezTo>
                  <a:cubicBezTo>
                    <a:pt x="2802" y="106"/>
                    <a:pt x="2780" y="120"/>
                    <a:pt x="2760" y="118"/>
                  </a:cubicBezTo>
                  <a:cubicBezTo>
                    <a:pt x="2572" y="107"/>
                    <a:pt x="2393" y="167"/>
                    <a:pt x="2208" y="179"/>
                  </a:cubicBezTo>
                  <a:cubicBezTo>
                    <a:pt x="2115" y="186"/>
                    <a:pt x="2020" y="178"/>
                    <a:pt x="1927" y="177"/>
                  </a:cubicBezTo>
                  <a:cubicBezTo>
                    <a:pt x="1894" y="177"/>
                    <a:pt x="1859" y="173"/>
                    <a:pt x="1825" y="173"/>
                  </a:cubicBezTo>
                  <a:cubicBezTo>
                    <a:pt x="1584" y="171"/>
                    <a:pt x="1343" y="169"/>
                    <a:pt x="1102" y="164"/>
                  </a:cubicBezTo>
                  <a:cubicBezTo>
                    <a:pt x="934" y="161"/>
                    <a:pt x="766" y="154"/>
                    <a:pt x="600" y="147"/>
                  </a:cubicBezTo>
                  <a:cubicBezTo>
                    <a:pt x="576" y="146"/>
                    <a:pt x="554" y="140"/>
                    <a:pt x="531" y="133"/>
                  </a:cubicBezTo>
                  <a:cubicBezTo>
                    <a:pt x="429" y="105"/>
                    <a:pt x="328" y="112"/>
                    <a:pt x="226" y="135"/>
                  </a:cubicBezTo>
                  <a:cubicBezTo>
                    <a:pt x="157" y="148"/>
                    <a:pt x="87" y="138"/>
                    <a:pt x="0" y="1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17" name="Google Shape;4017;p54"/>
            <p:cNvSpPr/>
            <p:nvPr/>
          </p:nvSpPr>
          <p:spPr>
            <a:xfrm>
              <a:off x="3237804" y="2209369"/>
              <a:ext cx="108309" cy="22260"/>
            </a:xfrm>
            <a:custGeom>
              <a:avLst/>
              <a:gdLst/>
              <a:ahLst/>
              <a:cxnLst/>
              <a:rect l="l" t="t" r="r" b="b"/>
              <a:pathLst>
                <a:path w="1775" h="365" extrusionOk="0">
                  <a:moveTo>
                    <a:pt x="1" y="334"/>
                  </a:moveTo>
                  <a:cubicBezTo>
                    <a:pt x="74" y="262"/>
                    <a:pt x="152" y="228"/>
                    <a:pt x="241" y="221"/>
                  </a:cubicBezTo>
                  <a:cubicBezTo>
                    <a:pt x="369" y="212"/>
                    <a:pt x="496" y="200"/>
                    <a:pt x="624" y="201"/>
                  </a:cubicBezTo>
                  <a:cubicBezTo>
                    <a:pt x="753" y="202"/>
                    <a:pt x="876" y="168"/>
                    <a:pt x="1001" y="148"/>
                  </a:cubicBezTo>
                  <a:cubicBezTo>
                    <a:pt x="1093" y="132"/>
                    <a:pt x="1185" y="103"/>
                    <a:pt x="1277" y="86"/>
                  </a:cubicBezTo>
                  <a:cubicBezTo>
                    <a:pt x="1405" y="62"/>
                    <a:pt x="1534" y="42"/>
                    <a:pt x="1662" y="22"/>
                  </a:cubicBezTo>
                  <a:cubicBezTo>
                    <a:pt x="1697" y="16"/>
                    <a:pt x="1733" y="8"/>
                    <a:pt x="1774" y="0"/>
                  </a:cubicBezTo>
                  <a:cubicBezTo>
                    <a:pt x="1776" y="69"/>
                    <a:pt x="1733" y="89"/>
                    <a:pt x="1688" y="99"/>
                  </a:cubicBezTo>
                  <a:cubicBezTo>
                    <a:pt x="1600" y="115"/>
                    <a:pt x="1509" y="124"/>
                    <a:pt x="1421" y="141"/>
                  </a:cubicBezTo>
                  <a:cubicBezTo>
                    <a:pt x="1309" y="161"/>
                    <a:pt x="1196" y="179"/>
                    <a:pt x="1088" y="212"/>
                  </a:cubicBezTo>
                  <a:cubicBezTo>
                    <a:pt x="880" y="278"/>
                    <a:pt x="664" y="283"/>
                    <a:pt x="450" y="301"/>
                  </a:cubicBezTo>
                  <a:cubicBezTo>
                    <a:pt x="343" y="309"/>
                    <a:pt x="238" y="329"/>
                    <a:pt x="133" y="349"/>
                  </a:cubicBezTo>
                  <a:cubicBezTo>
                    <a:pt x="61" y="361"/>
                    <a:pt x="62" y="365"/>
                    <a:pt x="1" y="3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18" name="Google Shape;4018;p54"/>
            <p:cNvSpPr/>
            <p:nvPr/>
          </p:nvSpPr>
          <p:spPr>
            <a:xfrm>
              <a:off x="2983738" y="2196867"/>
              <a:ext cx="93063" cy="26894"/>
            </a:xfrm>
            <a:custGeom>
              <a:avLst/>
              <a:gdLst/>
              <a:ahLst/>
              <a:cxnLst/>
              <a:rect l="l" t="t" r="r" b="b"/>
              <a:pathLst>
                <a:path w="1526" h="441" extrusionOk="0">
                  <a:moveTo>
                    <a:pt x="1526" y="33"/>
                  </a:moveTo>
                  <a:cubicBezTo>
                    <a:pt x="1516" y="94"/>
                    <a:pt x="1481" y="104"/>
                    <a:pt x="1443" y="107"/>
                  </a:cubicBezTo>
                  <a:cubicBezTo>
                    <a:pt x="1312" y="114"/>
                    <a:pt x="1179" y="136"/>
                    <a:pt x="1050" y="126"/>
                  </a:cubicBezTo>
                  <a:cubicBezTo>
                    <a:pt x="915" y="114"/>
                    <a:pt x="790" y="143"/>
                    <a:pt x="665" y="185"/>
                  </a:cubicBezTo>
                  <a:cubicBezTo>
                    <a:pt x="564" y="220"/>
                    <a:pt x="462" y="252"/>
                    <a:pt x="364" y="293"/>
                  </a:cubicBezTo>
                  <a:cubicBezTo>
                    <a:pt x="278" y="329"/>
                    <a:pt x="197" y="379"/>
                    <a:pt x="111" y="419"/>
                  </a:cubicBezTo>
                  <a:cubicBezTo>
                    <a:pt x="87" y="431"/>
                    <a:pt x="52" y="441"/>
                    <a:pt x="30" y="433"/>
                  </a:cubicBezTo>
                  <a:cubicBezTo>
                    <a:pt x="15" y="427"/>
                    <a:pt x="4" y="390"/>
                    <a:pt x="2" y="365"/>
                  </a:cubicBezTo>
                  <a:cubicBezTo>
                    <a:pt x="0" y="328"/>
                    <a:pt x="30" y="317"/>
                    <a:pt x="62" y="308"/>
                  </a:cubicBezTo>
                  <a:cubicBezTo>
                    <a:pt x="123" y="291"/>
                    <a:pt x="185" y="278"/>
                    <a:pt x="246" y="254"/>
                  </a:cubicBezTo>
                  <a:cubicBezTo>
                    <a:pt x="366" y="206"/>
                    <a:pt x="487" y="158"/>
                    <a:pt x="604" y="102"/>
                  </a:cubicBezTo>
                  <a:cubicBezTo>
                    <a:pt x="697" y="57"/>
                    <a:pt x="798" y="54"/>
                    <a:pt x="897" y="34"/>
                  </a:cubicBezTo>
                  <a:cubicBezTo>
                    <a:pt x="1021" y="7"/>
                    <a:pt x="1149" y="25"/>
                    <a:pt x="1275" y="41"/>
                  </a:cubicBezTo>
                  <a:cubicBezTo>
                    <a:pt x="1292" y="43"/>
                    <a:pt x="1312" y="48"/>
                    <a:pt x="1324" y="41"/>
                  </a:cubicBezTo>
                  <a:cubicBezTo>
                    <a:pt x="1389" y="1"/>
                    <a:pt x="1454" y="37"/>
                    <a:pt x="1526" y="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19" name="Google Shape;4019;p54"/>
            <p:cNvSpPr/>
            <p:nvPr/>
          </p:nvSpPr>
          <p:spPr>
            <a:xfrm>
              <a:off x="3107905" y="2188816"/>
              <a:ext cx="57387" cy="11038"/>
            </a:xfrm>
            <a:custGeom>
              <a:avLst/>
              <a:gdLst/>
              <a:ahLst/>
              <a:cxnLst/>
              <a:rect l="l" t="t" r="r" b="b"/>
              <a:pathLst>
                <a:path w="941" h="181" extrusionOk="0">
                  <a:moveTo>
                    <a:pt x="941" y="55"/>
                  </a:moveTo>
                  <a:cubicBezTo>
                    <a:pt x="905" y="65"/>
                    <a:pt x="880" y="75"/>
                    <a:pt x="857" y="77"/>
                  </a:cubicBezTo>
                  <a:cubicBezTo>
                    <a:pt x="744" y="85"/>
                    <a:pt x="631" y="91"/>
                    <a:pt x="518" y="98"/>
                  </a:cubicBezTo>
                  <a:cubicBezTo>
                    <a:pt x="391" y="107"/>
                    <a:pt x="265" y="117"/>
                    <a:pt x="139" y="128"/>
                  </a:cubicBezTo>
                  <a:cubicBezTo>
                    <a:pt x="128" y="129"/>
                    <a:pt x="117" y="128"/>
                    <a:pt x="110" y="134"/>
                  </a:cubicBezTo>
                  <a:cubicBezTo>
                    <a:pt x="56" y="181"/>
                    <a:pt x="27" y="145"/>
                    <a:pt x="0" y="102"/>
                  </a:cubicBezTo>
                  <a:cubicBezTo>
                    <a:pt x="11" y="58"/>
                    <a:pt x="33" y="40"/>
                    <a:pt x="78" y="37"/>
                  </a:cubicBezTo>
                  <a:cubicBezTo>
                    <a:pt x="195" y="33"/>
                    <a:pt x="313" y="21"/>
                    <a:pt x="429" y="17"/>
                  </a:cubicBezTo>
                  <a:cubicBezTo>
                    <a:pt x="547" y="12"/>
                    <a:pt x="664" y="12"/>
                    <a:pt x="782" y="10"/>
                  </a:cubicBezTo>
                  <a:cubicBezTo>
                    <a:pt x="830" y="10"/>
                    <a:pt x="884" y="1"/>
                    <a:pt x="941" y="5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0" name="Google Shape;4020;p54"/>
            <p:cNvSpPr/>
            <p:nvPr/>
          </p:nvSpPr>
          <p:spPr>
            <a:xfrm>
              <a:off x="3194626" y="2182901"/>
              <a:ext cx="43238" cy="11343"/>
            </a:xfrm>
            <a:custGeom>
              <a:avLst/>
              <a:gdLst/>
              <a:ahLst/>
              <a:cxnLst/>
              <a:rect l="l" t="t" r="r" b="b"/>
              <a:pathLst>
                <a:path w="709" h="186" extrusionOk="0">
                  <a:moveTo>
                    <a:pt x="12" y="184"/>
                  </a:moveTo>
                  <a:cubicBezTo>
                    <a:pt x="1" y="126"/>
                    <a:pt x="27" y="113"/>
                    <a:pt x="58" y="105"/>
                  </a:cubicBezTo>
                  <a:cubicBezTo>
                    <a:pt x="123" y="89"/>
                    <a:pt x="189" y="69"/>
                    <a:pt x="253" y="58"/>
                  </a:cubicBezTo>
                  <a:cubicBezTo>
                    <a:pt x="383" y="34"/>
                    <a:pt x="511" y="1"/>
                    <a:pt x="644" y="21"/>
                  </a:cubicBezTo>
                  <a:cubicBezTo>
                    <a:pt x="681" y="26"/>
                    <a:pt x="709" y="32"/>
                    <a:pt x="709" y="86"/>
                  </a:cubicBezTo>
                  <a:cubicBezTo>
                    <a:pt x="590" y="97"/>
                    <a:pt x="473" y="102"/>
                    <a:pt x="360" y="119"/>
                  </a:cubicBezTo>
                  <a:cubicBezTo>
                    <a:pt x="246" y="140"/>
                    <a:pt x="135" y="186"/>
                    <a:pt x="12" y="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021" name="Google Shape;4021;p54"/>
          <p:cNvGrpSpPr/>
          <p:nvPr/>
        </p:nvGrpSpPr>
        <p:grpSpPr>
          <a:xfrm>
            <a:off x="5931690" y="3132060"/>
            <a:ext cx="297060" cy="536542"/>
            <a:chOff x="4811602" y="2960226"/>
            <a:chExt cx="625828" cy="1130357"/>
          </a:xfrm>
        </p:grpSpPr>
        <p:sp>
          <p:nvSpPr>
            <p:cNvPr id="4022" name="Google Shape;4022;p54"/>
            <p:cNvSpPr/>
            <p:nvPr/>
          </p:nvSpPr>
          <p:spPr>
            <a:xfrm>
              <a:off x="4874905" y="3499706"/>
              <a:ext cx="513555" cy="277970"/>
            </a:xfrm>
            <a:custGeom>
              <a:avLst/>
              <a:gdLst/>
              <a:ahLst/>
              <a:cxnLst/>
              <a:rect l="l" t="t" r="r" b="b"/>
              <a:pathLst>
                <a:path w="8421" h="4558" extrusionOk="0">
                  <a:moveTo>
                    <a:pt x="8230" y="1871"/>
                  </a:moveTo>
                  <a:cubicBezTo>
                    <a:pt x="8220" y="1936"/>
                    <a:pt x="8215" y="1982"/>
                    <a:pt x="8208" y="2042"/>
                  </a:cubicBezTo>
                  <a:cubicBezTo>
                    <a:pt x="7987" y="2071"/>
                    <a:pt x="7771" y="2096"/>
                    <a:pt x="7555" y="2130"/>
                  </a:cubicBezTo>
                  <a:cubicBezTo>
                    <a:pt x="7393" y="2156"/>
                    <a:pt x="7232" y="2189"/>
                    <a:pt x="7070" y="2222"/>
                  </a:cubicBezTo>
                  <a:cubicBezTo>
                    <a:pt x="7045" y="2227"/>
                    <a:pt x="7023" y="2251"/>
                    <a:pt x="6990" y="2274"/>
                  </a:cubicBezTo>
                  <a:cubicBezTo>
                    <a:pt x="7043" y="2314"/>
                    <a:pt x="7080" y="2311"/>
                    <a:pt x="7124" y="2300"/>
                  </a:cubicBezTo>
                  <a:cubicBezTo>
                    <a:pt x="7210" y="2278"/>
                    <a:pt x="7295" y="2254"/>
                    <a:pt x="7384" y="2243"/>
                  </a:cubicBezTo>
                  <a:cubicBezTo>
                    <a:pt x="7547" y="2219"/>
                    <a:pt x="7713" y="2211"/>
                    <a:pt x="7876" y="2185"/>
                  </a:cubicBezTo>
                  <a:cubicBezTo>
                    <a:pt x="7971" y="2170"/>
                    <a:pt x="8066" y="2150"/>
                    <a:pt x="8179" y="2160"/>
                  </a:cubicBezTo>
                  <a:cubicBezTo>
                    <a:pt x="8149" y="2291"/>
                    <a:pt x="8120" y="2416"/>
                    <a:pt x="8093" y="2525"/>
                  </a:cubicBezTo>
                  <a:cubicBezTo>
                    <a:pt x="7895" y="2623"/>
                    <a:pt x="7693" y="2584"/>
                    <a:pt x="7501" y="2616"/>
                  </a:cubicBezTo>
                  <a:cubicBezTo>
                    <a:pt x="7305" y="2649"/>
                    <a:pt x="7105" y="2672"/>
                    <a:pt x="6908" y="2702"/>
                  </a:cubicBezTo>
                  <a:cubicBezTo>
                    <a:pt x="6881" y="2705"/>
                    <a:pt x="6856" y="2726"/>
                    <a:pt x="6831" y="2739"/>
                  </a:cubicBezTo>
                  <a:cubicBezTo>
                    <a:pt x="6859" y="2795"/>
                    <a:pt x="6894" y="2785"/>
                    <a:pt x="6929" y="2777"/>
                  </a:cubicBezTo>
                  <a:cubicBezTo>
                    <a:pt x="7044" y="2754"/>
                    <a:pt x="7157" y="2723"/>
                    <a:pt x="7274" y="2710"/>
                  </a:cubicBezTo>
                  <a:cubicBezTo>
                    <a:pt x="7485" y="2689"/>
                    <a:pt x="7697" y="2679"/>
                    <a:pt x="7909" y="2666"/>
                  </a:cubicBezTo>
                  <a:cubicBezTo>
                    <a:pt x="7950" y="2663"/>
                    <a:pt x="7993" y="2672"/>
                    <a:pt x="8037" y="2677"/>
                  </a:cubicBezTo>
                  <a:lnTo>
                    <a:pt x="8017" y="2881"/>
                  </a:lnTo>
                  <a:cubicBezTo>
                    <a:pt x="8006" y="2992"/>
                    <a:pt x="7965" y="3037"/>
                    <a:pt x="7852" y="3048"/>
                  </a:cubicBezTo>
                  <a:cubicBezTo>
                    <a:pt x="7748" y="3060"/>
                    <a:pt x="7641" y="3065"/>
                    <a:pt x="7536" y="3078"/>
                  </a:cubicBezTo>
                  <a:cubicBezTo>
                    <a:pt x="7372" y="3097"/>
                    <a:pt x="7208" y="3121"/>
                    <a:pt x="7045" y="3142"/>
                  </a:cubicBezTo>
                  <a:cubicBezTo>
                    <a:pt x="6975" y="3150"/>
                    <a:pt x="6905" y="3153"/>
                    <a:pt x="6834" y="3161"/>
                  </a:cubicBezTo>
                  <a:cubicBezTo>
                    <a:pt x="6813" y="3164"/>
                    <a:pt x="6793" y="3172"/>
                    <a:pt x="6763" y="3180"/>
                  </a:cubicBezTo>
                  <a:cubicBezTo>
                    <a:pt x="6809" y="3239"/>
                    <a:pt x="6858" y="3237"/>
                    <a:pt x="6916" y="3230"/>
                  </a:cubicBezTo>
                  <a:cubicBezTo>
                    <a:pt x="7098" y="3202"/>
                    <a:pt x="7280" y="3180"/>
                    <a:pt x="7463" y="3160"/>
                  </a:cubicBezTo>
                  <a:cubicBezTo>
                    <a:pt x="7623" y="3142"/>
                    <a:pt x="7782" y="3131"/>
                    <a:pt x="7956" y="3117"/>
                  </a:cubicBezTo>
                  <a:cubicBezTo>
                    <a:pt x="7940" y="3171"/>
                    <a:pt x="7929" y="3226"/>
                    <a:pt x="7907" y="3276"/>
                  </a:cubicBezTo>
                  <a:cubicBezTo>
                    <a:pt x="7898" y="3298"/>
                    <a:pt x="7873" y="3323"/>
                    <a:pt x="7852" y="3329"/>
                  </a:cubicBezTo>
                  <a:cubicBezTo>
                    <a:pt x="7642" y="3393"/>
                    <a:pt x="7423" y="3398"/>
                    <a:pt x="7207" y="3421"/>
                  </a:cubicBezTo>
                  <a:cubicBezTo>
                    <a:pt x="7068" y="3437"/>
                    <a:pt x="6926" y="3440"/>
                    <a:pt x="6786" y="3449"/>
                  </a:cubicBezTo>
                  <a:cubicBezTo>
                    <a:pt x="6782" y="3449"/>
                    <a:pt x="6777" y="3447"/>
                    <a:pt x="6774" y="3450"/>
                  </a:cubicBezTo>
                  <a:lnTo>
                    <a:pt x="6724" y="3488"/>
                  </a:lnTo>
                  <a:cubicBezTo>
                    <a:pt x="6743" y="3501"/>
                    <a:pt x="6763" y="3527"/>
                    <a:pt x="6783" y="3526"/>
                  </a:cubicBezTo>
                  <a:cubicBezTo>
                    <a:pt x="6896" y="3519"/>
                    <a:pt x="7011" y="3505"/>
                    <a:pt x="7124" y="3495"/>
                  </a:cubicBezTo>
                  <a:cubicBezTo>
                    <a:pt x="7355" y="3475"/>
                    <a:pt x="7586" y="3454"/>
                    <a:pt x="7826" y="3434"/>
                  </a:cubicBezTo>
                  <a:cubicBezTo>
                    <a:pt x="7812" y="3490"/>
                    <a:pt x="7809" y="3533"/>
                    <a:pt x="7791" y="3570"/>
                  </a:cubicBezTo>
                  <a:cubicBezTo>
                    <a:pt x="7776" y="3598"/>
                    <a:pt x="7740" y="3640"/>
                    <a:pt x="7720" y="3638"/>
                  </a:cubicBezTo>
                  <a:cubicBezTo>
                    <a:pt x="7653" y="3629"/>
                    <a:pt x="7641" y="3674"/>
                    <a:pt x="7616" y="3725"/>
                  </a:cubicBezTo>
                  <a:cubicBezTo>
                    <a:pt x="7313" y="3726"/>
                    <a:pt x="7009" y="3799"/>
                    <a:pt x="6701" y="3764"/>
                  </a:cubicBezTo>
                  <a:cubicBezTo>
                    <a:pt x="6670" y="3761"/>
                    <a:pt x="6641" y="3752"/>
                    <a:pt x="6612" y="3747"/>
                  </a:cubicBezTo>
                  <a:cubicBezTo>
                    <a:pt x="6566" y="3738"/>
                    <a:pt x="6561" y="3764"/>
                    <a:pt x="6563" y="3809"/>
                  </a:cubicBezTo>
                  <a:cubicBezTo>
                    <a:pt x="6724" y="3840"/>
                    <a:pt x="6886" y="3858"/>
                    <a:pt x="7052" y="3844"/>
                  </a:cubicBezTo>
                  <a:cubicBezTo>
                    <a:pt x="7207" y="3831"/>
                    <a:pt x="7365" y="3817"/>
                    <a:pt x="7523" y="3809"/>
                  </a:cubicBezTo>
                  <a:cubicBezTo>
                    <a:pt x="7576" y="3807"/>
                    <a:pt x="7630" y="3823"/>
                    <a:pt x="7679" y="3829"/>
                  </a:cubicBezTo>
                  <a:cubicBezTo>
                    <a:pt x="7714" y="3907"/>
                    <a:pt x="7642" y="3940"/>
                    <a:pt x="7618" y="3998"/>
                  </a:cubicBezTo>
                  <a:cubicBezTo>
                    <a:pt x="7605" y="3964"/>
                    <a:pt x="7592" y="3931"/>
                    <a:pt x="7575" y="3887"/>
                  </a:cubicBezTo>
                  <a:cubicBezTo>
                    <a:pt x="7535" y="3900"/>
                    <a:pt x="7493" y="3904"/>
                    <a:pt x="7464" y="3926"/>
                  </a:cubicBezTo>
                  <a:cubicBezTo>
                    <a:pt x="7310" y="4046"/>
                    <a:pt x="7123" y="4054"/>
                    <a:pt x="6941" y="4080"/>
                  </a:cubicBezTo>
                  <a:cubicBezTo>
                    <a:pt x="6702" y="4116"/>
                    <a:pt x="6461" y="4146"/>
                    <a:pt x="6221" y="4179"/>
                  </a:cubicBezTo>
                  <a:cubicBezTo>
                    <a:pt x="6221" y="4247"/>
                    <a:pt x="6252" y="4263"/>
                    <a:pt x="6298" y="4248"/>
                  </a:cubicBezTo>
                  <a:cubicBezTo>
                    <a:pt x="6520" y="4184"/>
                    <a:pt x="6746" y="4177"/>
                    <a:pt x="6973" y="4168"/>
                  </a:cubicBezTo>
                  <a:cubicBezTo>
                    <a:pt x="7004" y="4167"/>
                    <a:pt x="7037" y="4160"/>
                    <a:pt x="7067" y="4155"/>
                  </a:cubicBezTo>
                  <a:cubicBezTo>
                    <a:pt x="7182" y="4136"/>
                    <a:pt x="7297" y="4117"/>
                    <a:pt x="7412" y="4096"/>
                  </a:cubicBezTo>
                  <a:cubicBezTo>
                    <a:pt x="7446" y="4090"/>
                    <a:pt x="7474" y="4066"/>
                    <a:pt x="7508" y="4055"/>
                  </a:cubicBezTo>
                  <a:cubicBezTo>
                    <a:pt x="7526" y="4049"/>
                    <a:pt x="7545" y="4049"/>
                    <a:pt x="7586" y="4043"/>
                  </a:cubicBezTo>
                  <a:cubicBezTo>
                    <a:pt x="7499" y="4151"/>
                    <a:pt x="7431" y="4245"/>
                    <a:pt x="7352" y="4330"/>
                  </a:cubicBezTo>
                  <a:cubicBezTo>
                    <a:pt x="7323" y="4361"/>
                    <a:pt x="7268" y="4376"/>
                    <a:pt x="7223" y="4382"/>
                  </a:cubicBezTo>
                  <a:cubicBezTo>
                    <a:pt x="7039" y="4406"/>
                    <a:pt x="6858" y="4465"/>
                    <a:pt x="6670" y="4459"/>
                  </a:cubicBezTo>
                  <a:cubicBezTo>
                    <a:pt x="6632" y="4458"/>
                    <a:pt x="6593" y="4479"/>
                    <a:pt x="6556" y="4483"/>
                  </a:cubicBezTo>
                  <a:cubicBezTo>
                    <a:pt x="6379" y="4495"/>
                    <a:pt x="6204" y="4505"/>
                    <a:pt x="6027" y="4515"/>
                  </a:cubicBezTo>
                  <a:cubicBezTo>
                    <a:pt x="5896" y="4523"/>
                    <a:pt x="5763" y="4530"/>
                    <a:pt x="5631" y="4534"/>
                  </a:cubicBezTo>
                  <a:cubicBezTo>
                    <a:pt x="5484" y="4537"/>
                    <a:pt x="5340" y="4540"/>
                    <a:pt x="5195" y="4537"/>
                  </a:cubicBezTo>
                  <a:cubicBezTo>
                    <a:pt x="5052" y="4536"/>
                    <a:pt x="4906" y="4524"/>
                    <a:pt x="4763" y="4524"/>
                  </a:cubicBezTo>
                  <a:cubicBezTo>
                    <a:pt x="4612" y="4524"/>
                    <a:pt x="4459" y="4531"/>
                    <a:pt x="4307" y="4535"/>
                  </a:cubicBezTo>
                  <a:cubicBezTo>
                    <a:pt x="4295" y="4535"/>
                    <a:pt x="4282" y="4544"/>
                    <a:pt x="4272" y="4541"/>
                  </a:cubicBezTo>
                  <a:cubicBezTo>
                    <a:pt x="4105" y="4493"/>
                    <a:pt x="3939" y="4549"/>
                    <a:pt x="3773" y="4549"/>
                  </a:cubicBezTo>
                  <a:cubicBezTo>
                    <a:pt x="3588" y="4549"/>
                    <a:pt x="3404" y="4556"/>
                    <a:pt x="3220" y="4557"/>
                  </a:cubicBezTo>
                  <a:cubicBezTo>
                    <a:pt x="3054" y="4557"/>
                    <a:pt x="2890" y="4554"/>
                    <a:pt x="2726" y="4550"/>
                  </a:cubicBezTo>
                  <a:cubicBezTo>
                    <a:pt x="2691" y="4549"/>
                    <a:pt x="2658" y="4545"/>
                    <a:pt x="2612" y="4542"/>
                  </a:cubicBezTo>
                  <a:cubicBezTo>
                    <a:pt x="2676" y="4495"/>
                    <a:pt x="2727" y="4486"/>
                    <a:pt x="2860" y="4485"/>
                  </a:cubicBezTo>
                  <a:cubicBezTo>
                    <a:pt x="2945" y="4484"/>
                    <a:pt x="3030" y="4476"/>
                    <a:pt x="3115" y="4473"/>
                  </a:cubicBezTo>
                  <a:cubicBezTo>
                    <a:pt x="3116" y="4464"/>
                    <a:pt x="3118" y="4457"/>
                    <a:pt x="3119" y="4448"/>
                  </a:cubicBezTo>
                  <a:cubicBezTo>
                    <a:pt x="3104" y="4440"/>
                    <a:pt x="3089" y="4424"/>
                    <a:pt x="3076" y="4425"/>
                  </a:cubicBezTo>
                  <a:cubicBezTo>
                    <a:pt x="2951" y="4433"/>
                    <a:pt x="2827" y="4449"/>
                    <a:pt x="2701" y="4454"/>
                  </a:cubicBezTo>
                  <a:cubicBezTo>
                    <a:pt x="2593" y="4458"/>
                    <a:pt x="2484" y="4445"/>
                    <a:pt x="2376" y="4449"/>
                  </a:cubicBezTo>
                  <a:cubicBezTo>
                    <a:pt x="2275" y="4452"/>
                    <a:pt x="2172" y="4464"/>
                    <a:pt x="2071" y="4474"/>
                  </a:cubicBezTo>
                  <a:cubicBezTo>
                    <a:pt x="1915" y="4490"/>
                    <a:pt x="1762" y="4490"/>
                    <a:pt x="1604" y="4458"/>
                  </a:cubicBezTo>
                  <a:cubicBezTo>
                    <a:pt x="1420" y="4419"/>
                    <a:pt x="1231" y="4416"/>
                    <a:pt x="1043" y="4398"/>
                  </a:cubicBezTo>
                  <a:cubicBezTo>
                    <a:pt x="1007" y="4393"/>
                    <a:pt x="970" y="4402"/>
                    <a:pt x="936" y="4391"/>
                  </a:cubicBezTo>
                  <a:cubicBezTo>
                    <a:pt x="897" y="4378"/>
                    <a:pt x="847" y="4363"/>
                    <a:pt x="829" y="4332"/>
                  </a:cubicBezTo>
                  <a:cubicBezTo>
                    <a:pt x="766" y="4225"/>
                    <a:pt x="714" y="4111"/>
                    <a:pt x="659" y="3999"/>
                  </a:cubicBezTo>
                  <a:cubicBezTo>
                    <a:pt x="653" y="3986"/>
                    <a:pt x="655" y="3969"/>
                    <a:pt x="653" y="3943"/>
                  </a:cubicBezTo>
                  <a:cubicBezTo>
                    <a:pt x="762" y="3943"/>
                    <a:pt x="869" y="3935"/>
                    <a:pt x="972" y="3946"/>
                  </a:cubicBezTo>
                  <a:cubicBezTo>
                    <a:pt x="1105" y="3961"/>
                    <a:pt x="1236" y="3941"/>
                    <a:pt x="1366" y="3936"/>
                  </a:cubicBezTo>
                  <a:cubicBezTo>
                    <a:pt x="1570" y="3928"/>
                    <a:pt x="1774" y="3918"/>
                    <a:pt x="1978" y="3911"/>
                  </a:cubicBezTo>
                  <a:cubicBezTo>
                    <a:pt x="2098" y="3905"/>
                    <a:pt x="2219" y="3902"/>
                    <a:pt x="2340" y="3901"/>
                  </a:cubicBezTo>
                  <a:cubicBezTo>
                    <a:pt x="2501" y="3900"/>
                    <a:pt x="2660" y="3901"/>
                    <a:pt x="2823" y="3901"/>
                  </a:cubicBezTo>
                  <a:cubicBezTo>
                    <a:pt x="2837" y="3848"/>
                    <a:pt x="2820" y="3828"/>
                    <a:pt x="2775" y="3828"/>
                  </a:cubicBezTo>
                  <a:cubicBezTo>
                    <a:pt x="2669" y="3826"/>
                    <a:pt x="2563" y="3819"/>
                    <a:pt x="2458" y="3824"/>
                  </a:cubicBezTo>
                  <a:cubicBezTo>
                    <a:pt x="2285" y="3830"/>
                    <a:pt x="2112" y="3845"/>
                    <a:pt x="1939" y="3850"/>
                  </a:cubicBezTo>
                  <a:cubicBezTo>
                    <a:pt x="1846" y="3853"/>
                    <a:pt x="1753" y="3839"/>
                    <a:pt x="1660" y="3839"/>
                  </a:cubicBezTo>
                  <a:cubicBezTo>
                    <a:pt x="1542" y="3840"/>
                    <a:pt x="1425" y="3850"/>
                    <a:pt x="1308" y="3854"/>
                  </a:cubicBezTo>
                  <a:cubicBezTo>
                    <a:pt x="1195" y="3858"/>
                    <a:pt x="1082" y="3861"/>
                    <a:pt x="969" y="3860"/>
                  </a:cubicBezTo>
                  <a:cubicBezTo>
                    <a:pt x="860" y="3859"/>
                    <a:pt x="751" y="3853"/>
                    <a:pt x="644" y="3843"/>
                  </a:cubicBezTo>
                  <a:cubicBezTo>
                    <a:pt x="619" y="3840"/>
                    <a:pt x="588" y="3815"/>
                    <a:pt x="576" y="3793"/>
                  </a:cubicBezTo>
                  <a:cubicBezTo>
                    <a:pt x="556" y="3757"/>
                    <a:pt x="546" y="3713"/>
                    <a:pt x="526" y="3656"/>
                  </a:cubicBezTo>
                  <a:cubicBezTo>
                    <a:pt x="632" y="3656"/>
                    <a:pt x="732" y="3654"/>
                    <a:pt x="832" y="3656"/>
                  </a:cubicBezTo>
                  <a:cubicBezTo>
                    <a:pt x="1056" y="3664"/>
                    <a:pt x="1279" y="3645"/>
                    <a:pt x="1502" y="3629"/>
                  </a:cubicBezTo>
                  <a:cubicBezTo>
                    <a:pt x="1749" y="3613"/>
                    <a:pt x="1997" y="3608"/>
                    <a:pt x="2245" y="3604"/>
                  </a:cubicBezTo>
                  <a:cubicBezTo>
                    <a:pt x="2327" y="3603"/>
                    <a:pt x="2409" y="3623"/>
                    <a:pt x="2490" y="3631"/>
                  </a:cubicBezTo>
                  <a:cubicBezTo>
                    <a:pt x="2525" y="3635"/>
                    <a:pt x="2561" y="3631"/>
                    <a:pt x="2598" y="3631"/>
                  </a:cubicBezTo>
                  <a:cubicBezTo>
                    <a:pt x="2598" y="3569"/>
                    <a:pt x="2571" y="3552"/>
                    <a:pt x="2531" y="3552"/>
                  </a:cubicBezTo>
                  <a:cubicBezTo>
                    <a:pt x="2387" y="3548"/>
                    <a:pt x="2244" y="3539"/>
                    <a:pt x="2100" y="3542"/>
                  </a:cubicBezTo>
                  <a:cubicBezTo>
                    <a:pt x="1793" y="3548"/>
                    <a:pt x="1487" y="3563"/>
                    <a:pt x="1180" y="3569"/>
                  </a:cubicBezTo>
                  <a:cubicBezTo>
                    <a:pt x="972" y="3573"/>
                    <a:pt x="762" y="3584"/>
                    <a:pt x="561" y="3519"/>
                  </a:cubicBezTo>
                  <a:cubicBezTo>
                    <a:pt x="535" y="3511"/>
                    <a:pt x="507" y="3514"/>
                    <a:pt x="475" y="3511"/>
                  </a:cubicBezTo>
                  <a:cubicBezTo>
                    <a:pt x="457" y="3478"/>
                    <a:pt x="439" y="3445"/>
                    <a:pt x="409" y="3393"/>
                  </a:cubicBezTo>
                  <a:cubicBezTo>
                    <a:pt x="1027" y="3425"/>
                    <a:pt x="1622" y="3342"/>
                    <a:pt x="2219" y="3314"/>
                  </a:cubicBezTo>
                  <a:cubicBezTo>
                    <a:pt x="2244" y="3281"/>
                    <a:pt x="2235" y="3257"/>
                    <a:pt x="2197" y="3258"/>
                  </a:cubicBezTo>
                  <a:cubicBezTo>
                    <a:pt x="2142" y="3260"/>
                    <a:pt x="2087" y="3273"/>
                    <a:pt x="2034" y="3275"/>
                  </a:cubicBezTo>
                  <a:cubicBezTo>
                    <a:pt x="1837" y="3281"/>
                    <a:pt x="1639" y="3270"/>
                    <a:pt x="1445" y="3292"/>
                  </a:cubicBezTo>
                  <a:cubicBezTo>
                    <a:pt x="1149" y="3324"/>
                    <a:pt x="856" y="3304"/>
                    <a:pt x="561" y="3303"/>
                  </a:cubicBezTo>
                  <a:cubicBezTo>
                    <a:pt x="516" y="3303"/>
                    <a:pt x="466" y="3288"/>
                    <a:pt x="425" y="3267"/>
                  </a:cubicBezTo>
                  <a:cubicBezTo>
                    <a:pt x="357" y="3232"/>
                    <a:pt x="384" y="3166"/>
                    <a:pt x="381" y="3097"/>
                  </a:cubicBezTo>
                  <a:cubicBezTo>
                    <a:pt x="423" y="3094"/>
                    <a:pt x="460" y="3088"/>
                    <a:pt x="498" y="3089"/>
                  </a:cubicBezTo>
                  <a:cubicBezTo>
                    <a:pt x="844" y="3101"/>
                    <a:pt x="1190" y="3101"/>
                    <a:pt x="1537" y="3091"/>
                  </a:cubicBezTo>
                  <a:cubicBezTo>
                    <a:pt x="1752" y="3084"/>
                    <a:pt x="1969" y="3111"/>
                    <a:pt x="2184" y="3125"/>
                  </a:cubicBezTo>
                  <a:cubicBezTo>
                    <a:pt x="2218" y="3128"/>
                    <a:pt x="2255" y="3147"/>
                    <a:pt x="2266" y="3083"/>
                  </a:cubicBezTo>
                  <a:cubicBezTo>
                    <a:pt x="2246" y="3078"/>
                    <a:pt x="2228" y="3068"/>
                    <a:pt x="2205" y="3066"/>
                  </a:cubicBezTo>
                  <a:cubicBezTo>
                    <a:pt x="2002" y="3050"/>
                    <a:pt x="1799" y="3030"/>
                    <a:pt x="1595" y="3019"/>
                  </a:cubicBezTo>
                  <a:cubicBezTo>
                    <a:pt x="1455" y="3012"/>
                    <a:pt x="1312" y="3024"/>
                    <a:pt x="1171" y="3020"/>
                  </a:cubicBezTo>
                  <a:cubicBezTo>
                    <a:pt x="904" y="3015"/>
                    <a:pt x="636" y="3005"/>
                    <a:pt x="355" y="2997"/>
                  </a:cubicBezTo>
                  <a:cubicBezTo>
                    <a:pt x="316" y="2845"/>
                    <a:pt x="280" y="2699"/>
                    <a:pt x="243" y="2545"/>
                  </a:cubicBezTo>
                  <a:cubicBezTo>
                    <a:pt x="265" y="2539"/>
                    <a:pt x="286" y="2533"/>
                    <a:pt x="306" y="2531"/>
                  </a:cubicBezTo>
                  <a:cubicBezTo>
                    <a:pt x="412" y="2523"/>
                    <a:pt x="519" y="2513"/>
                    <a:pt x="624" y="2509"/>
                  </a:cubicBezTo>
                  <a:cubicBezTo>
                    <a:pt x="718" y="2506"/>
                    <a:pt x="812" y="2514"/>
                    <a:pt x="908" y="2515"/>
                  </a:cubicBezTo>
                  <a:cubicBezTo>
                    <a:pt x="1158" y="2520"/>
                    <a:pt x="1410" y="2524"/>
                    <a:pt x="1661" y="2529"/>
                  </a:cubicBezTo>
                  <a:cubicBezTo>
                    <a:pt x="1695" y="2530"/>
                    <a:pt x="1729" y="2540"/>
                    <a:pt x="1763" y="2551"/>
                  </a:cubicBezTo>
                  <a:cubicBezTo>
                    <a:pt x="1810" y="2565"/>
                    <a:pt x="1839" y="2552"/>
                    <a:pt x="1850" y="2494"/>
                  </a:cubicBezTo>
                  <a:cubicBezTo>
                    <a:pt x="1831" y="2483"/>
                    <a:pt x="1813" y="2464"/>
                    <a:pt x="1793" y="2462"/>
                  </a:cubicBezTo>
                  <a:cubicBezTo>
                    <a:pt x="1695" y="2448"/>
                    <a:pt x="1598" y="2434"/>
                    <a:pt x="1501" y="2432"/>
                  </a:cubicBezTo>
                  <a:cubicBezTo>
                    <a:pt x="1231" y="2427"/>
                    <a:pt x="960" y="2427"/>
                    <a:pt x="690" y="2424"/>
                  </a:cubicBezTo>
                  <a:cubicBezTo>
                    <a:pt x="662" y="2424"/>
                    <a:pt x="634" y="2423"/>
                    <a:pt x="607" y="2422"/>
                  </a:cubicBezTo>
                  <a:cubicBezTo>
                    <a:pt x="544" y="2421"/>
                    <a:pt x="480" y="2423"/>
                    <a:pt x="419" y="2414"/>
                  </a:cubicBezTo>
                  <a:cubicBezTo>
                    <a:pt x="358" y="2406"/>
                    <a:pt x="301" y="2387"/>
                    <a:pt x="237" y="2372"/>
                  </a:cubicBezTo>
                  <a:cubicBezTo>
                    <a:pt x="230" y="2331"/>
                    <a:pt x="223" y="2293"/>
                    <a:pt x="219" y="2254"/>
                  </a:cubicBezTo>
                  <a:cubicBezTo>
                    <a:pt x="217" y="2219"/>
                    <a:pt x="219" y="2185"/>
                    <a:pt x="219" y="2142"/>
                  </a:cubicBezTo>
                  <a:cubicBezTo>
                    <a:pt x="379" y="2137"/>
                    <a:pt x="534" y="2129"/>
                    <a:pt x="689" y="2126"/>
                  </a:cubicBezTo>
                  <a:cubicBezTo>
                    <a:pt x="762" y="2125"/>
                    <a:pt x="837" y="2140"/>
                    <a:pt x="911" y="2139"/>
                  </a:cubicBezTo>
                  <a:cubicBezTo>
                    <a:pt x="1139" y="2136"/>
                    <a:pt x="1366" y="2129"/>
                    <a:pt x="1594" y="2125"/>
                  </a:cubicBezTo>
                  <a:cubicBezTo>
                    <a:pt x="1719" y="2122"/>
                    <a:pt x="1844" y="2125"/>
                    <a:pt x="1969" y="2121"/>
                  </a:cubicBezTo>
                  <a:cubicBezTo>
                    <a:pt x="2014" y="2119"/>
                    <a:pt x="2059" y="2102"/>
                    <a:pt x="2105" y="2091"/>
                  </a:cubicBezTo>
                  <a:cubicBezTo>
                    <a:pt x="2084" y="2037"/>
                    <a:pt x="2048" y="2043"/>
                    <a:pt x="2013" y="2044"/>
                  </a:cubicBezTo>
                  <a:cubicBezTo>
                    <a:pt x="1876" y="2052"/>
                    <a:pt x="1738" y="2059"/>
                    <a:pt x="1600" y="2063"/>
                  </a:cubicBezTo>
                  <a:cubicBezTo>
                    <a:pt x="1514" y="2064"/>
                    <a:pt x="1429" y="2058"/>
                    <a:pt x="1343" y="2056"/>
                  </a:cubicBezTo>
                  <a:cubicBezTo>
                    <a:pt x="1013" y="2052"/>
                    <a:pt x="683" y="2049"/>
                    <a:pt x="352" y="2044"/>
                  </a:cubicBezTo>
                  <a:cubicBezTo>
                    <a:pt x="218" y="2042"/>
                    <a:pt x="176" y="1993"/>
                    <a:pt x="167" y="1860"/>
                  </a:cubicBezTo>
                  <a:cubicBezTo>
                    <a:pt x="159" y="1743"/>
                    <a:pt x="141" y="1628"/>
                    <a:pt x="128" y="1512"/>
                  </a:cubicBezTo>
                  <a:cubicBezTo>
                    <a:pt x="126" y="1493"/>
                    <a:pt x="128" y="1474"/>
                    <a:pt x="128" y="1452"/>
                  </a:cubicBezTo>
                  <a:cubicBezTo>
                    <a:pt x="212" y="1405"/>
                    <a:pt x="299" y="1428"/>
                    <a:pt x="382" y="1425"/>
                  </a:cubicBezTo>
                  <a:cubicBezTo>
                    <a:pt x="452" y="1424"/>
                    <a:pt x="521" y="1419"/>
                    <a:pt x="591" y="1418"/>
                  </a:cubicBezTo>
                  <a:cubicBezTo>
                    <a:pt x="641" y="1418"/>
                    <a:pt x="692" y="1424"/>
                    <a:pt x="742" y="1425"/>
                  </a:cubicBezTo>
                  <a:cubicBezTo>
                    <a:pt x="1033" y="1429"/>
                    <a:pt x="1324" y="1430"/>
                    <a:pt x="1616" y="1434"/>
                  </a:cubicBezTo>
                  <a:cubicBezTo>
                    <a:pt x="1638" y="1434"/>
                    <a:pt x="1667" y="1426"/>
                    <a:pt x="1686" y="1436"/>
                  </a:cubicBezTo>
                  <a:cubicBezTo>
                    <a:pt x="1769" y="1481"/>
                    <a:pt x="1831" y="1449"/>
                    <a:pt x="1894" y="1387"/>
                  </a:cubicBezTo>
                  <a:cubicBezTo>
                    <a:pt x="1863" y="1338"/>
                    <a:pt x="1835" y="1319"/>
                    <a:pt x="1764" y="1329"/>
                  </a:cubicBezTo>
                  <a:cubicBezTo>
                    <a:pt x="1613" y="1352"/>
                    <a:pt x="1458" y="1350"/>
                    <a:pt x="1305" y="1358"/>
                  </a:cubicBezTo>
                  <a:cubicBezTo>
                    <a:pt x="1053" y="1372"/>
                    <a:pt x="802" y="1357"/>
                    <a:pt x="552" y="1331"/>
                  </a:cubicBezTo>
                  <a:cubicBezTo>
                    <a:pt x="435" y="1318"/>
                    <a:pt x="316" y="1324"/>
                    <a:pt x="199" y="1321"/>
                  </a:cubicBezTo>
                  <a:cubicBezTo>
                    <a:pt x="113" y="1318"/>
                    <a:pt x="106" y="1312"/>
                    <a:pt x="92" y="1230"/>
                  </a:cubicBezTo>
                  <a:cubicBezTo>
                    <a:pt x="81" y="1160"/>
                    <a:pt x="66" y="1092"/>
                    <a:pt x="50" y="1011"/>
                  </a:cubicBezTo>
                  <a:cubicBezTo>
                    <a:pt x="137" y="1019"/>
                    <a:pt x="220" y="1026"/>
                    <a:pt x="305" y="1032"/>
                  </a:cubicBezTo>
                  <a:cubicBezTo>
                    <a:pt x="610" y="1056"/>
                    <a:pt x="915" y="1081"/>
                    <a:pt x="1221" y="1102"/>
                  </a:cubicBezTo>
                  <a:cubicBezTo>
                    <a:pt x="1393" y="1113"/>
                    <a:pt x="1566" y="1118"/>
                    <a:pt x="1738" y="1122"/>
                  </a:cubicBezTo>
                  <a:cubicBezTo>
                    <a:pt x="1787" y="1123"/>
                    <a:pt x="1840" y="1122"/>
                    <a:pt x="1896" y="1077"/>
                  </a:cubicBezTo>
                  <a:cubicBezTo>
                    <a:pt x="1866" y="1061"/>
                    <a:pt x="1846" y="1040"/>
                    <a:pt x="1824" y="1040"/>
                  </a:cubicBezTo>
                  <a:cubicBezTo>
                    <a:pt x="1647" y="1034"/>
                    <a:pt x="1471" y="1037"/>
                    <a:pt x="1294" y="1027"/>
                  </a:cubicBezTo>
                  <a:cubicBezTo>
                    <a:pt x="1080" y="1015"/>
                    <a:pt x="864" y="991"/>
                    <a:pt x="649" y="970"/>
                  </a:cubicBezTo>
                  <a:cubicBezTo>
                    <a:pt x="492" y="955"/>
                    <a:pt x="337" y="934"/>
                    <a:pt x="180" y="915"/>
                  </a:cubicBezTo>
                  <a:cubicBezTo>
                    <a:pt x="136" y="910"/>
                    <a:pt x="93" y="898"/>
                    <a:pt x="49" y="889"/>
                  </a:cubicBezTo>
                  <a:lnTo>
                    <a:pt x="49" y="586"/>
                  </a:lnTo>
                  <a:cubicBezTo>
                    <a:pt x="138" y="579"/>
                    <a:pt x="223" y="564"/>
                    <a:pt x="307" y="565"/>
                  </a:cubicBezTo>
                  <a:cubicBezTo>
                    <a:pt x="491" y="570"/>
                    <a:pt x="675" y="586"/>
                    <a:pt x="860" y="595"/>
                  </a:cubicBezTo>
                  <a:cubicBezTo>
                    <a:pt x="1028" y="603"/>
                    <a:pt x="1199" y="605"/>
                    <a:pt x="1368" y="615"/>
                  </a:cubicBezTo>
                  <a:cubicBezTo>
                    <a:pt x="1465" y="621"/>
                    <a:pt x="1562" y="636"/>
                    <a:pt x="1657" y="657"/>
                  </a:cubicBezTo>
                  <a:cubicBezTo>
                    <a:pt x="1703" y="667"/>
                    <a:pt x="1723" y="656"/>
                    <a:pt x="1745" y="602"/>
                  </a:cubicBezTo>
                  <a:cubicBezTo>
                    <a:pt x="1709" y="584"/>
                    <a:pt x="1675" y="554"/>
                    <a:pt x="1636" y="549"/>
                  </a:cubicBezTo>
                  <a:cubicBezTo>
                    <a:pt x="1528" y="534"/>
                    <a:pt x="1417" y="526"/>
                    <a:pt x="1308" y="520"/>
                  </a:cubicBezTo>
                  <a:cubicBezTo>
                    <a:pt x="1131" y="509"/>
                    <a:pt x="955" y="500"/>
                    <a:pt x="777" y="494"/>
                  </a:cubicBezTo>
                  <a:cubicBezTo>
                    <a:pt x="588" y="487"/>
                    <a:pt x="401" y="482"/>
                    <a:pt x="213" y="474"/>
                  </a:cubicBezTo>
                  <a:cubicBezTo>
                    <a:pt x="158" y="472"/>
                    <a:pt x="103" y="466"/>
                    <a:pt x="39" y="461"/>
                  </a:cubicBezTo>
                  <a:cubicBezTo>
                    <a:pt x="26" y="397"/>
                    <a:pt x="13" y="334"/>
                    <a:pt x="0" y="267"/>
                  </a:cubicBezTo>
                  <a:cubicBezTo>
                    <a:pt x="151" y="247"/>
                    <a:pt x="297" y="233"/>
                    <a:pt x="445" y="244"/>
                  </a:cubicBezTo>
                  <a:cubicBezTo>
                    <a:pt x="722" y="267"/>
                    <a:pt x="1002" y="279"/>
                    <a:pt x="1280" y="287"/>
                  </a:cubicBezTo>
                  <a:cubicBezTo>
                    <a:pt x="1416" y="291"/>
                    <a:pt x="1553" y="274"/>
                    <a:pt x="1689" y="267"/>
                  </a:cubicBezTo>
                  <a:cubicBezTo>
                    <a:pt x="1702" y="267"/>
                    <a:pt x="1713" y="268"/>
                    <a:pt x="1724" y="268"/>
                  </a:cubicBezTo>
                  <a:cubicBezTo>
                    <a:pt x="1881" y="265"/>
                    <a:pt x="2036" y="263"/>
                    <a:pt x="2193" y="262"/>
                  </a:cubicBezTo>
                  <a:cubicBezTo>
                    <a:pt x="2341" y="260"/>
                    <a:pt x="2489" y="262"/>
                    <a:pt x="2639" y="262"/>
                  </a:cubicBezTo>
                  <a:cubicBezTo>
                    <a:pt x="2735" y="262"/>
                    <a:pt x="2832" y="260"/>
                    <a:pt x="2927" y="260"/>
                  </a:cubicBezTo>
                  <a:cubicBezTo>
                    <a:pt x="3116" y="259"/>
                    <a:pt x="3305" y="262"/>
                    <a:pt x="3493" y="257"/>
                  </a:cubicBezTo>
                  <a:cubicBezTo>
                    <a:pt x="3641" y="253"/>
                    <a:pt x="3787" y="237"/>
                    <a:pt x="3934" y="229"/>
                  </a:cubicBezTo>
                  <a:cubicBezTo>
                    <a:pt x="4021" y="224"/>
                    <a:pt x="4108" y="226"/>
                    <a:pt x="4194" y="223"/>
                  </a:cubicBezTo>
                  <a:cubicBezTo>
                    <a:pt x="4394" y="218"/>
                    <a:pt x="4594" y="207"/>
                    <a:pt x="4794" y="211"/>
                  </a:cubicBezTo>
                  <a:cubicBezTo>
                    <a:pt x="5084" y="216"/>
                    <a:pt x="5371" y="180"/>
                    <a:pt x="5658" y="152"/>
                  </a:cubicBezTo>
                  <a:cubicBezTo>
                    <a:pt x="5840" y="136"/>
                    <a:pt x="6022" y="130"/>
                    <a:pt x="6202" y="110"/>
                  </a:cubicBezTo>
                  <a:cubicBezTo>
                    <a:pt x="6345" y="95"/>
                    <a:pt x="6487" y="64"/>
                    <a:pt x="6630" y="44"/>
                  </a:cubicBezTo>
                  <a:cubicBezTo>
                    <a:pt x="6672" y="39"/>
                    <a:pt x="6716" y="47"/>
                    <a:pt x="6758" y="47"/>
                  </a:cubicBezTo>
                  <a:cubicBezTo>
                    <a:pt x="6840" y="47"/>
                    <a:pt x="6922" y="45"/>
                    <a:pt x="7004" y="47"/>
                  </a:cubicBezTo>
                  <a:cubicBezTo>
                    <a:pt x="7198" y="52"/>
                    <a:pt x="7392" y="1"/>
                    <a:pt x="7586" y="58"/>
                  </a:cubicBezTo>
                  <a:cubicBezTo>
                    <a:pt x="7664" y="81"/>
                    <a:pt x="7746" y="81"/>
                    <a:pt x="7828" y="65"/>
                  </a:cubicBezTo>
                  <a:cubicBezTo>
                    <a:pt x="7897" y="53"/>
                    <a:pt x="7970" y="63"/>
                    <a:pt x="8040" y="65"/>
                  </a:cubicBezTo>
                  <a:cubicBezTo>
                    <a:pt x="8086" y="67"/>
                    <a:pt x="8132" y="74"/>
                    <a:pt x="8177" y="81"/>
                  </a:cubicBezTo>
                  <a:cubicBezTo>
                    <a:pt x="8198" y="85"/>
                    <a:pt x="8215" y="96"/>
                    <a:pt x="8256" y="113"/>
                  </a:cubicBezTo>
                  <a:cubicBezTo>
                    <a:pt x="8139" y="161"/>
                    <a:pt x="8040" y="162"/>
                    <a:pt x="7942" y="175"/>
                  </a:cubicBezTo>
                  <a:cubicBezTo>
                    <a:pt x="7790" y="193"/>
                    <a:pt x="7637" y="211"/>
                    <a:pt x="7487" y="232"/>
                  </a:cubicBezTo>
                  <a:cubicBezTo>
                    <a:pt x="7451" y="237"/>
                    <a:pt x="7417" y="260"/>
                    <a:pt x="7380" y="277"/>
                  </a:cubicBezTo>
                  <a:cubicBezTo>
                    <a:pt x="7415" y="331"/>
                    <a:pt x="7453" y="316"/>
                    <a:pt x="7492" y="311"/>
                  </a:cubicBezTo>
                  <a:cubicBezTo>
                    <a:pt x="7553" y="303"/>
                    <a:pt x="7616" y="294"/>
                    <a:pt x="7677" y="288"/>
                  </a:cubicBezTo>
                  <a:cubicBezTo>
                    <a:pt x="7865" y="274"/>
                    <a:pt x="8052" y="262"/>
                    <a:pt x="8240" y="249"/>
                  </a:cubicBezTo>
                  <a:cubicBezTo>
                    <a:pt x="8251" y="248"/>
                    <a:pt x="8262" y="243"/>
                    <a:pt x="8275" y="239"/>
                  </a:cubicBezTo>
                  <a:cubicBezTo>
                    <a:pt x="8311" y="229"/>
                    <a:pt x="8358" y="233"/>
                    <a:pt x="8369" y="183"/>
                  </a:cubicBezTo>
                  <a:cubicBezTo>
                    <a:pt x="8383" y="121"/>
                    <a:pt x="8321" y="126"/>
                    <a:pt x="8290" y="88"/>
                  </a:cubicBezTo>
                  <a:cubicBezTo>
                    <a:pt x="8329" y="86"/>
                    <a:pt x="8369" y="84"/>
                    <a:pt x="8421" y="83"/>
                  </a:cubicBezTo>
                  <a:cubicBezTo>
                    <a:pt x="8413" y="193"/>
                    <a:pt x="8403" y="294"/>
                    <a:pt x="8395" y="390"/>
                  </a:cubicBezTo>
                  <a:cubicBezTo>
                    <a:pt x="8088" y="504"/>
                    <a:pt x="7768" y="458"/>
                    <a:pt x="7451" y="535"/>
                  </a:cubicBezTo>
                  <a:cubicBezTo>
                    <a:pt x="7472" y="550"/>
                    <a:pt x="7494" y="577"/>
                    <a:pt x="7515" y="577"/>
                  </a:cubicBezTo>
                  <a:cubicBezTo>
                    <a:pt x="7622" y="577"/>
                    <a:pt x="7727" y="570"/>
                    <a:pt x="7833" y="565"/>
                  </a:cubicBezTo>
                  <a:cubicBezTo>
                    <a:pt x="8005" y="556"/>
                    <a:pt x="8177" y="545"/>
                    <a:pt x="8359" y="535"/>
                  </a:cubicBezTo>
                  <a:cubicBezTo>
                    <a:pt x="8354" y="567"/>
                    <a:pt x="8351" y="601"/>
                    <a:pt x="8348" y="616"/>
                  </a:cubicBezTo>
                  <a:cubicBezTo>
                    <a:pt x="8275" y="637"/>
                    <a:pt x="8209" y="651"/>
                    <a:pt x="8150" y="676"/>
                  </a:cubicBezTo>
                  <a:cubicBezTo>
                    <a:pt x="8056" y="717"/>
                    <a:pt x="7959" y="746"/>
                    <a:pt x="7856" y="753"/>
                  </a:cubicBezTo>
                  <a:cubicBezTo>
                    <a:pt x="7719" y="761"/>
                    <a:pt x="7584" y="775"/>
                    <a:pt x="7447" y="791"/>
                  </a:cubicBezTo>
                  <a:cubicBezTo>
                    <a:pt x="7422" y="794"/>
                    <a:pt x="7400" y="810"/>
                    <a:pt x="7365" y="825"/>
                  </a:cubicBezTo>
                  <a:cubicBezTo>
                    <a:pt x="7451" y="903"/>
                    <a:pt x="7531" y="832"/>
                    <a:pt x="7606" y="841"/>
                  </a:cubicBezTo>
                  <a:cubicBezTo>
                    <a:pt x="7684" y="848"/>
                    <a:pt x="7764" y="838"/>
                    <a:pt x="7842" y="832"/>
                  </a:cubicBezTo>
                  <a:cubicBezTo>
                    <a:pt x="7924" y="826"/>
                    <a:pt x="8005" y="817"/>
                    <a:pt x="8087" y="804"/>
                  </a:cubicBezTo>
                  <a:cubicBezTo>
                    <a:pt x="8163" y="790"/>
                    <a:pt x="8237" y="766"/>
                    <a:pt x="8322" y="745"/>
                  </a:cubicBezTo>
                  <a:cubicBezTo>
                    <a:pt x="8311" y="802"/>
                    <a:pt x="8302" y="853"/>
                    <a:pt x="8293" y="906"/>
                  </a:cubicBezTo>
                  <a:cubicBezTo>
                    <a:pt x="8047" y="1011"/>
                    <a:pt x="7789" y="1015"/>
                    <a:pt x="7519" y="1024"/>
                  </a:cubicBezTo>
                  <a:cubicBezTo>
                    <a:pt x="7520" y="1037"/>
                    <a:pt x="7523" y="1067"/>
                    <a:pt x="7524" y="1097"/>
                  </a:cubicBezTo>
                  <a:cubicBezTo>
                    <a:pt x="7781" y="1083"/>
                    <a:pt x="8033" y="1071"/>
                    <a:pt x="8288" y="1057"/>
                  </a:cubicBezTo>
                  <a:cubicBezTo>
                    <a:pt x="8287" y="1087"/>
                    <a:pt x="8291" y="1104"/>
                    <a:pt x="8286" y="1107"/>
                  </a:cubicBezTo>
                  <a:cubicBezTo>
                    <a:pt x="8191" y="1160"/>
                    <a:pt x="8092" y="1198"/>
                    <a:pt x="7982" y="1203"/>
                  </a:cubicBezTo>
                  <a:cubicBezTo>
                    <a:pt x="7772" y="1213"/>
                    <a:pt x="7561" y="1226"/>
                    <a:pt x="7352" y="1239"/>
                  </a:cubicBezTo>
                  <a:cubicBezTo>
                    <a:pt x="7316" y="1241"/>
                    <a:pt x="7280" y="1244"/>
                    <a:pt x="7280" y="1311"/>
                  </a:cubicBezTo>
                  <a:cubicBezTo>
                    <a:pt x="7385" y="1326"/>
                    <a:pt x="7486" y="1281"/>
                    <a:pt x="7590" y="1287"/>
                  </a:cubicBezTo>
                  <a:cubicBezTo>
                    <a:pt x="7695" y="1293"/>
                    <a:pt x="7802" y="1290"/>
                    <a:pt x="7907" y="1290"/>
                  </a:cubicBezTo>
                  <a:lnTo>
                    <a:pt x="8235" y="1290"/>
                  </a:lnTo>
                  <a:cubicBezTo>
                    <a:pt x="8233" y="1313"/>
                    <a:pt x="8231" y="1350"/>
                    <a:pt x="8231" y="1387"/>
                  </a:cubicBezTo>
                  <a:cubicBezTo>
                    <a:pt x="8231" y="1441"/>
                    <a:pt x="8204" y="1459"/>
                    <a:pt x="8151" y="1467"/>
                  </a:cubicBezTo>
                  <a:cubicBezTo>
                    <a:pt x="7914" y="1506"/>
                    <a:pt x="7677" y="1520"/>
                    <a:pt x="7438" y="1532"/>
                  </a:cubicBezTo>
                  <a:cubicBezTo>
                    <a:pt x="7368" y="1536"/>
                    <a:pt x="7299" y="1552"/>
                    <a:pt x="7230" y="1564"/>
                  </a:cubicBezTo>
                  <a:cubicBezTo>
                    <a:pt x="7188" y="1573"/>
                    <a:pt x="7171" y="1595"/>
                    <a:pt x="7188" y="1645"/>
                  </a:cubicBezTo>
                  <a:cubicBezTo>
                    <a:pt x="7531" y="1579"/>
                    <a:pt x="7878" y="1615"/>
                    <a:pt x="8231" y="1569"/>
                  </a:cubicBezTo>
                  <a:cubicBezTo>
                    <a:pt x="8222" y="1644"/>
                    <a:pt x="8216" y="1692"/>
                    <a:pt x="8210" y="1753"/>
                  </a:cubicBezTo>
                  <a:cubicBezTo>
                    <a:pt x="8127" y="1773"/>
                    <a:pt x="8040" y="1799"/>
                    <a:pt x="7953" y="1817"/>
                  </a:cubicBezTo>
                  <a:cubicBezTo>
                    <a:pt x="7776" y="1851"/>
                    <a:pt x="7596" y="1863"/>
                    <a:pt x="7417" y="1869"/>
                  </a:cubicBezTo>
                  <a:cubicBezTo>
                    <a:pt x="7347" y="1871"/>
                    <a:pt x="7276" y="1886"/>
                    <a:pt x="7206" y="1897"/>
                  </a:cubicBezTo>
                  <a:cubicBezTo>
                    <a:pt x="7177" y="1902"/>
                    <a:pt x="7177" y="1907"/>
                    <a:pt x="7182" y="1958"/>
                  </a:cubicBezTo>
                  <a:cubicBezTo>
                    <a:pt x="7353" y="1950"/>
                    <a:pt x="7525" y="1940"/>
                    <a:pt x="7696" y="1931"/>
                  </a:cubicBezTo>
                  <a:cubicBezTo>
                    <a:pt x="7877" y="1917"/>
                    <a:pt x="8044" y="1878"/>
                    <a:pt x="8230" y="1871"/>
                  </a:cubicBezTo>
                  <a:close/>
                  <a:moveTo>
                    <a:pt x="3210" y="4118"/>
                  </a:moveTo>
                  <a:cubicBezTo>
                    <a:pt x="3061" y="4118"/>
                    <a:pt x="2916" y="4115"/>
                    <a:pt x="2772" y="4118"/>
                  </a:cubicBezTo>
                  <a:cubicBezTo>
                    <a:pt x="2529" y="4123"/>
                    <a:pt x="2286" y="4132"/>
                    <a:pt x="2043" y="4142"/>
                  </a:cubicBezTo>
                  <a:cubicBezTo>
                    <a:pt x="1805" y="4151"/>
                    <a:pt x="1567" y="4168"/>
                    <a:pt x="1328" y="4171"/>
                  </a:cubicBezTo>
                  <a:cubicBezTo>
                    <a:pt x="1213" y="4172"/>
                    <a:pt x="1093" y="4189"/>
                    <a:pt x="985" y="4117"/>
                  </a:cubicBezTo>
                  <a:cubicBezTo>
                    <a:pt x="930" y="4081"/>
                    <a:pt x="882" y="4106"/>
                    <a:pt x="851" y="4164"/>
                  </a:cubicBezTo>
                  <a:cubicBezTo>
                    <a:pt x="893" y="4256"/>
                    <a:pt x="972" y="4259"/>
                    <a:pt x="1053" y="4256"/>
                  </a:cubicBezTo>
                  <a:cubicBezTo>
                    <a:pt x="1308" y="4248"/>
                    <a:pt x="1563" y="4238"/>
                    <a:pt x="1817" y="4228"/>
                  </a:cubicBezTo>
                  <a:cubicBezTo>
                    <a:pt x="2073" y="4217"/>
                    <a:pt x="2328" y="4207"/>
                    <a:pt x="2583" y="4197"/>
                  </a:cubicBezTo>
                  <a:cubicBezTo>
                    <a:pt x="2774" y="4189"/>
                    <a:pt x="2966" y="4184"/>
                    <a:pt x="3158" y="4177"/>
                  </a:cubicBezTo>
                  <a:cubicBezTo>
                    <a:pt x="3198" y="4176"/>
                    <a:pt x="3217" y="4160"/>
                    <a:pt x="3210" y="4118"/>
                  </a:cubicBezTo>
                  <a:close/>
                  <a:moveTo>
                    <a:pt x="1953" y="1700"/>
                  </a:moveTo>
                  <a:cubicBezTo>
                    <a:pt x="1911" y="1685"/>
                    <a:pt x="1880" y="1662"/>
                    <a:pt x="1866" y="1670"/>
                  </a:cubicBezTo>
                  <a:cubicBezTo>
                    <a:pt x="1798" y="1716"/>
                    <a:pt x="1722" y="1699"/>
                    <a:pt x="1649" y="1697"/>
                  </a:cubicBezTo>
                  <a:cubicBezTo>
                    <a:pt x="1461" y="1695"/>
                    <a:pt x="1273" y="1686"/>
                    <a:pt x="1085" y="1681"/>
                  </a:cubicBezTo>
                  <a:cubicBezTo>
                    <a:pt x="885" y="1676"/>
                    <a:pt x="686" y="1672"/>
                    <a:pt x="486" y="1666"/>
                  </a:cubicBezTo>
                  <a:cubicBezTo>
                    <a:pt x="424" y="1665"/>
                    <a:pt x="365" y="1664"/>
                    <a:pt x="317" y="1603"/>
                  </a:cubicBezTo>
                  <a:cubicBezTo>
                    <a:pt x="281" y="1558"/>
                    <a:pt x="238" y="1573"/>
                    <a:pt x="220" y="1628"/>
                  </a:cubicBezTo>
                  <a:cubicBezTo>
                    <a:pt x="206" y="1667"/>
                    <a:pt x="200" y="1711"/>
                    <a:pt x="188" y="1763"/>
                  </a:cubicBezTo>
                  <a:cubicBezTo>
                    <a:pt x="229" y="1774"/>
                    <a:pt x="265" y="1794"/>
                    <a:pt x="301" y="1792"/>
                  </a:cubicBezTo>
                  <a:cubicBezTo>
                    <a:pt x="390" y="1787"/>
                    <a:pt x="480" y="1771"/>
                    <a:pt x="569" y="1767"/>
                  </a:cubicBezTo>
                  <a:cubicBezTo>
                    <a:pt x="710" y="1762"/>
                    <a:pt x="850" y="1761"/>
                    <a:pt x="992" y="1762"/>
                  </a:cubicBezTo>
                  <a:cubicBezTo>
                    <a:pt x="1238" y="1766"/>
                    <a:pt x="1487" y="1774"/>
                    <a:pt x="1733" y="1777"/>
                  </a:cubicBezTo>
                  <a:cubicBezTo>
                    <a:pt x="1804" y="1779"/>
                    <a:pt x="1872" y="1768"/>
                    <a:pt x="1953" y="1700"/>
                  </a:cubicBezTo>
                  <a:close/>
                  <a:moveTo>
                    <a:pt x="2073" y="2704"/>
                  </a:moveTo>
                  <a:cubicBezTo>
                    <a:pt x="2014" y="2704"/>
                    <a:pt x="1950" y="2705"/>
                    <a:pt x="1890" y="2704"/>
                  </a:cubicBezTo>
                  <a:cubicBezTo>
                    <a:pt x="1779" y="2703"/>
                    <a:pt x="1669" y="2695"/>
                    <a:pt x="1560" y="2698"/>
                  </a:cubicBezTo>
                  <a:cubicBezTo>
                    <a:pt x="1304" y="2704"/>
                    <a:pt x="1046" y="2728"/>
                    <a:pt x="788" y="2720"/>
                  </a:cubicBezTo>
                  <a:cubicBezTo>
                    <a:pt x="666" y="2715"/>
                    <a:pt x="535" y="2736"/>
                    <a:pt x="421" y="2666"/>
                  </a:cubicBezTo>
                  <a:cubicBezTo>
                    <a:pt x="410" y="2659"/>
                    <a:pt x="389" y="2666"/>
                    <a:pt x="378" y="2672"/>
                  </a:cubicBezTo>
                  <a:cubicBezTo>
                    <a:pt x="346" y="2692"/>
                    <a:pt x="317" y="2719"/>
                    <a:pt x="338" y="2759"/>
                  </a:cubicBezTo>
                  <a:cubicBezTo>
                    <a:pt x="359" y="2802"/>
                    <a:pt x="390" y="2832"/>
                    <a:pt x="449" y="2827"/>
                  </a:cubicBezTo>
                  <a:cubicBezTo>
                    <a:pt x="574" y="2817"/>
                    <a:pt x="700" y="2817"/>
                    <a:pt x="825" y="2811"/>
                  </a:cubicBezTo>
                  <a:cubicBezTo>
                    <a:pt x="943" y="2805"/>
                    <a:pt x="1060" y="2796"/>
                    <a:pt x="1178" y="2792"/>
                  </a:cubicBezTo>
                  <a:cubicBezTo>
                    <a:pt x="1380" y="2786"/>
                    <a:pt x="1583" y="2782"/>
                    <a:pt x="1784" y="2777"/>
                  </a:cubicBezTo>
                  <a:cubicBezTo>
                    <a:pt x="1870" y="2775"/>
                    <a:pt x="1954" y="2775"/>
                    <a:pt x="2040" y="2771"/>
                  </a:cubicBezTo>
                  <a:cubicBezTo>
                    <a:pt x="2075" y="2770"/>
                    <a:pt x="2098" y="2750"/>
                    <a:pt x="2073" y="2704"/>
                  </a:cubicBezTo>
                  <a:close/>
                  <a:moveTo>
                    <a:pt x="7178" y="2505"/>
                  </a:moveTo>
                  <a:cubicBezTo>
                    <a:pt x="7215" y="2559"/>
                    <a:pt x="7254" y="2554"/>
                    <a:pt x="7291" y="2552"/>
                  </a:cubicBezTo>
                  <a:cubicBezTo>
                    <a:pt x="7416" y="2546"/>
                    <a:pt x="7540" y="2534"/>
                    <a:pt x="7666" y="2533"/>
                  </a:cubicBezTo>
                  <a:cubicBezTo>
                    <a:pt x="7781" y="2531"/>
                    <a:pt x="7891" y="2506"/>
                    <a:pt x="7994" y="2455"/>
                  </a:cubicBezTo>
                  <a:cubicBezTo>
                    <a:pt x="8076" y="2416"/>
                    <a:pt x="8083" y="2401"/>
                    <a:pt x="8052" y="2285"/>
                  </a:cubicBezTo>
                  <a:cubicBezTo>
                    <a:pt x="8014" y="2304"/>
                    <a:pt x="7975" y="2321"/>
                    <a:pt x="7940" y="2341"/>
                  </a:cubicBezTo>
                  <a:cubicBezTo>
                    <a:pt x="7852" y="2392"/>
                    <a:pt x="7763" y="2438"/>
                    <a:pt x="7659" y="2449"/>
                  </a:cubicBezTo>
                  <a:cubicBezTo>
                    <a:pt x="7565" y="2460"/>
                    <a:pt x="7472" y="2468"/>
                    <a:pt x="7379" y="2479"/>
                  </a:cubicBezTo>
                  <a:cubicBezTo>
                    <a:pt x="7316" y="2485"/>
                    <a:pt x="7252" y="2494"/>
                    <a:pt x="7178" y="25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3" name="Google Shape;4023;p54"/>
            <p:cNvSpPr/>
            <p:nvPr/>
          </p:nvSpPr>
          <p:spPr>
            <a:xfrm>
              <a:off x="4864232" y="3351267"/>
              <a:ext cx="532338" cy="157036"/>
            </a:xfrm>
            <a:custGeom>
              <a:avLst/>
              <a:gdLst/>
              <a:ahLst/>
              <a:cxnLst/>
              <a:rect l="l" t="t" r="r" b="b"/>
              <a:pathLst>
                <a:path w="8729" h="2575" extrusionOk="0">
                  <a:moveTo>
                    <a:pt x="141" y="2431"/>
                  </a:moveTo>
                  <a:cubicBezTo>
                    <a:pt x="131" y="2249"/>
                    <a:pt x="132" y="2255"/>
                    <a:pt x="296" y="2269"/>
                  </a:cubicBezTo>
                  <a:cubicBezTo>
                    <a:pt x="467" y="2285"/>
                    <a:pt x="640" y="2279"/>
                    <a:pt x="812" y="2289"/>
                  </a:cubicBezTo>
                  <a:cubicBezTo>
                    <a:pt x="1012" y="2299"/>
                    <a:pt x="1212" y="2314"/>
                    <a:pt x="1411" y="2328"/>
                  </a:cubicBezTo>
                  <a:cubicBezTo>
                    <a:pt x="1442" y="2330"/>
                    <a:pt x="1473" y="2336"/>
                    <a:pt x="1504" y="2334"/>
                  </a:cubicBezTo>
                  <a:cubicBezTo>
                    <a:pt x="1549" y="2330"/>
                    <a:pt x="1577" y="2305"/>
                    <a:pt x="1562" y="2244"/>
                  </a:cubicBezTo>
                  <a:cubicBezTo>
                    <a:pt x="1539" y="2237"/>
                    <a:pt x="1510" y="2225"/>
                    <a:pt x="1481" y="2222"/>
                  </a:cubicBezTo>
                  <a:cubicBezTo>
                    <a:pt x="1372" y="2214"/>
                    <a:pt x="1264" y="2200"/>
                    <a:pt x="1156" y="2209"/>
                  </a:cubicBezTo>
                  <a:cubicBezTo>
                    <a:pt x="1011" y="2223"/>
                    <a:pt x="869" y="2201"/>
                    <a:pt x="724" y="2200"/>
                  </a:cubicBezTo>
                  <a:cubicBezTo>
                    <a:pt x="532" y="2198"/>
                    <a:pt x="342" y="2169"/>
                    <a:pt x="143" y="2150"/>
                  </a:cubicBezTo>
                  <a:cubicBezTo>
                    <a:pt x="137" y="2077"/>
                    <a:pt x="132" y="2016"/>
                    <a:pt x="126" y="1952"/>
                  </a:cubicBezTo>
                  <a:cubicBezTo>
                    <a:pt x="656" y="1972"/>
                    <a:pt x="1180" y="1909"/>
                    <a:pt x="1704" y="1976"/>
                  </a:cubicBezTo>
                  <a:cubicBezTo>
                    <a:pt x="1729" y="1900"/>
                    <a:pt x="1689" y="1888"/>
                    <a:pt x="1637" y="1885"/>
                  </a:cubicBezTo>
                  <a:lnTo>
                    <a:pt x="1062" y="1874"/>
                  </a:lnTo>
                  <a:cubicBezTo>
                    <a:pt x="811" y="1869"/>
                    <a:pt x="559" y="1870"/>
                    <a:pt x="308" y="1860"/>
                  </a:cubicBezTo>
                  <a:cubicBezTo>
                    <a:pt x="82" y="1851"/>
                    <a:pt x="62" y="1823"/>
                    <a:pt x="88" y="1576"/>
                  </a:cubicBezTo>
                  <a:cubicBezTo>
                    <a:pt x="139" y="1573"/>
                    <a:pt x="192" y="1571"/>
                    <a:pt x="246" y="1569"/>
                  </a:cubicBezTo>
                  <a:cubicBezTo>
                    <a:pt x="419" y="1564"/>
                    <a:pt x="593" y="1560"/>
                    <a:pt x="764" y="1556"/>
                  </a:cubicBezTo>
                  <a:cubicBezTo>
                    <a:pt x="812" y="1554"/>
                    <a:pt x="860" y="1561"/>
                    <a:pt x="906" y="1567"/>
                  </a:cubicBezTo>
                  <a:cubicBezTo>
                    <a:pt x="1093" y="1592"/>
                    <a:pt x="1279" y="1617"/>
                    <a:pt x="1465" y="1643"/>
                  </a:cubicBezTo>
                  <a:cubicBezTo>
                    <a:pt x="1485" y="1645"/>
                    <a:pt x="1508" y="1655"/>
                    <a:pt x="1524" y="1649"/>
                  </a:cubicBezTo>
                  <a:cubicBezTo>
                    <a:pt x="1541" y="1641"/>
                    <a:pt x="1554" y="1619"/>
                    <a:pt x="1570" y="1603"/>
                  </a:cubicBezTo>
                  <a:cubicBezTo>
                    <a:pt x="1554" y="1589"/>
                    <a:pt x="1541" y="1564"/>
                    <a:pt x="1525" y="1563"/>
                  </a:cubicBezTo>
                  <a:cubicBezTo>
                    <a:pt x="1285" y="1531"/>
                    <a:pt x="1046" y="1496"/>
                    <a:pt x="805" y="1475"/>
                  </a:cubicBezTo>
                  <a:cubicBezTo>
                    <a:pt x="682" y="1465"/>
                    <a:pt x="555" y="1485"/>
                    <a:pt x="430" y="1482"/>
                  </a:cubicBezTo>
                  <a:cubicBezTo>
                    <a:pt x="317" y="1480"/>
                    <a:pt x="205" y="1466"/>
                    <a:pt x="86" y="1457"/>
                  </a:cubicBezTo>
                  <a:cubicBezTo>
                    <a:pt x="71" y="1368"/>
                    <a:pt x="56" y="1287"/>
                    <a:pt x="40" y="1200"/>
                  </a:cubicBezTo>
                  <a:cubicBezTo>
                    <a:pt x="73" y="1195"/>
                    <a:pt x="96" y="1186"/>
                    <a:pt x="115" y="1190"/>
                  </a:cubicBezTo>
                  <a:cubicBezTo>
                    <a:pt x="334" y="1234"/>
                    <a:pt x="553" y="1216"/>
                    <a:pt x="774" y="1214"/>
                  </a:cubicBezTo>
                  <a:cubicBezTo>
                    <a:pt x="977" y="1211"/>
                    <a:pt x="1182" y="1227"/>
                    <a:pt x="1386" y="1240"/>
                  </a:cubicBezTo>
                  <a:cubicBezTo>
                    <a:pt x="1438" y="1244"/>
                    <a:pt x="1470" y="1241"/>
                    <a:pt x="1483" y="1165"/>
                  </a:cubicBezTo>
                  <a:cubicBezTo>
                    <a:pt x="1428" y="1158"/>
                    <a:pt x="1377" y="1148"/>
                    <a:pt x="1325" y="1145"/>
                  </a:cubicBezTo>
                  <a:cubicBezTo>
                    <a:pt x="1163" y="1139"/>
                    <a:pt x="1004" y="1137"/>
                    <a:pt x="843" y="1132"/>
                  </a:cubicBezTo>
                  <a:cubicBezTo>
                    <a:pt x="824" y="1132"/>
                    <a:pt x="803" y="1126"/>
                    <a:pt x="784" y="1127"/>
                  </a:cubicBezTo>
                  <a:cubicBezTo>
                    <a:pt x="533" y="1139"/>
                    <a:pt x="283" y="1139"/>
                    <a:pt x="30" y="1062"/>
                  </a:cubicBezTo>
                  <a:cubicBezTo>
                    <a:pt x="25" y="1032"/>
                    <a:pt x="17" y="995"/>
                    <a:pt x="9" y="945"/>
                  </a:cubicBezTo>
                  <a:cubicBezTo>
                    <a:pt x="51" y="943"/>
                    <a:pt x="86" y="934"/>
                    <a:pt x="118" y="939"/>
                  </a:cubicBezTo>
                  <a:cubicBezTo>
                    <a:pt x="357" y="978"/>
                    <a:pt x="596" y="954"/>
                    <a:pt x="835" y="943"/>
                  </a:cubicBezTo>
                  <a:cubicBezTo>
                    <a:pt x="968" y="937"/>
                    <a:pt x="1102" y="944"/>
                    <a:pt x="1237" y="944"/>
                  </a:cubicBezTo>
                  <a:cubicBezTo>
                    <a:pt x="1273" y="944"/>
                    <a:pt x="1307" y="934"/>
                    <a:pt x="1358" y="927"/>
                  </a:cubicBezTo>
                  <a:cubicBezTo>
                    <a:pt x="1307" y="863"/>
                    <a:pt x="1264" y="858"/>
                    <a:pt x="1208" y="861"/>
                  </a:cubicBezTo>
                  <a:cubicBezTo>
                    <a:pt x="926" y="872"/>
                    <a:pt x="644" y="886"/>
                    <a:pt x="360" y="882"/>
                  </a:cubicBezTo>
                  <a:cubicBezTo>
                    <a:pt x="242" y="881"/>
                    <a:pt x="123" y="838"/>
                    <a:pt x="0" y="814"/>
                  </a:cubicBezTo>
                  <a:lnTo>
                    <a:pt x="0" y="656"/>
                  </a:lnTo>
                  <a:cubicBezTo>
                    <a:pt x="33" y="654"/>
                    <a:pt x="67" y="650"/>
                    <a:pt x="101" y="650"/>
                  </a:cubicBezTo>
                  <a:cubicBezTo>
                    <a:pt x="286" y="652"/>
                    <a:pt x="471" y="650"/>
                    <a:pt x="655" y="658"/>
                  </a:cubicBezTo>
                  <a:cubicBezTo>
                    <a:pt x="773" y="663"/>
                    <a:pt x="889" y="685"/>
                    <a:pt x="1005" y="698"/>
                  </a:cubicBezTo>
                  <a:cubicBezTo>
                    <a:pt x="1091" y="707"/>
                    <a:pt x="1177" y="716"/>
                    <a:pt x="1263" y="719"/>
                  </a:cubicBezTo>
                  <a:cubicBezTo>
                    <a:pt x="1278" y="721"/>
                    <a:pt x="1294" y="693"/>
                    <a:pt x="1317" y="676"/>
                  </a:cubicBezTo>
                  <a:cubicBezTo>
                    <a:pt x="1196" y="595"/>
                    <a:pt x="1055" y="646"/>
                    <a:pt x="916" y="578"/>
                  </a:cubicBezTo>
                  <a:cubicBezTo>
                    <a:pt x="1023" y="554"/>
                    <a:pt x="1106" y="537"/>
                    <a:pt x="1191" y="517"/>
                  </a:cubicBezTo>
                  <a:cubicBezTo>
                    <a:pt x="1224" y="509"/>
                    <a:pt x="1256" y="501"/>
                    <a:pt x="1288" y="490"/>
                  </a:cubicBezTo>
                  <a:cubicBezTo>
                    <a:pt x="1310" y="483"/>
                    <a:pt x="1330" y="471"/>
                    <a:pt x="1352" y="463"/>
                  </a:cubicBezTo>
                  <a:cubicBezTo>
                    <a:pt x="1421" y="437"/>
                    <a:pt x="1489" y="407"/>
                    <a:pt x="1559" y="385"/>
                  </a:cubicBezTo>
                  <a:cubicBezTo>
                    <a:pt x="1585" y="377"/>
                    <a:pt x="1618" y="380"/>
                    <a:pt x="1643" y="391"/>
                  </a:cubicBezTo>
                  <a:cubicBezTo>
                    <a:pt x="1692" y="412"/>
                    <a:pt x="1735" y="461"/>
                    <a:pt x="1782" y="464"/>
                  </a:cubicBezTo>
                  <a:cubicBezTo>
                    <a:pt x="1897" y="472"/>
                    <a:pt x="1981" y="535"/>
                    <a:pt x="2069" y="590"/>
                  </a:cubicBezTo>
                  <a:cubicBezTo>
                    <a:pt x="2258" y="710"/>
                    <a:pt x="2463" y="778"/>
                    <a:pt x="2686" y="800"/>
                  </a:cubicBezTo>
                  <a:cubicBezTo>
                    <a:pt x="2850" y="816"/>
                    <a:pt x="3010" y="850"/>
                    <a:pt x="3174" y="865"/>
                  </a:cubicBezTo>
                  <a:cubicBezTo>
                    <a:pt x="3401" y="887"/>
                    <a:pt x="3627" y="886"/>
                    <a:pt x="3849" y="830"/>
                  </a:cubicBezTo>
                  <a:cubicBezTo>
                    <a:pt x="3898" y="816"/>
                    <a:pt x="3951" y="815"/>
                    <a:pt x="4002" y="809"/>
                  </a:cubicBezTo>
                  <a:cubicBezTo>
                    <a:pt x="4044" y="804"/>
                    <a:pt x="4087" y="801"/>
                    <a:pt x="4128" y="791"/>
                  </a:cubicBezTo>
                  <a:cubicBezTo>
                    <a:pt x="4279" y="753"/>
                    <a:pt x="4416" y="686"/>
                    <a:pt x="4550" y="601"/>
                  </a:cubicBezTo>
                  <a:cubicBezTo>
                    <a:pt x="4783" y="457"/>
                    <a:pt x="5040" y="374"/>
                    <a:pt x="5323" y="416"/>
                  </a:cubicBezTo>
                  <a:cubicBezTo>
                    <a:pt x="5338" y="418"/>
                    <a:pt x="5355" y="426"/>
                    <a:pt x="5369" y="422"/>
                  </a:cubicBezTo>
                  <a:cubicBezTo>
                    <a:pt x="5529" y="377"/>
                    <a:pt x="5695" y="432"/>
                    <a:pt x="5853" y="401"/>
                  </a:cubicBezTo>
                  <a:cubicBezTo>
                    <a:pt x="6016" y="370"/>
                    <a:pt x="6187" y="417"/>
                    <a:pt x="6346" y="346"/>
                  </a:cubicBezTo>
                  <a:cubicBezTo>
                    <a:pt x="6359" y="340"/>
                    <a:pt x="6381" y="339"/>
                    <a:pt x="6392" y="347"/>
                  </a:cubicBezTo>
                  <a:cubicBezTo>
                    <a:pt x="6515" y="422"/>
                    <a:pt x="6660" y="408"/>
                    <a:pt x="6793" y="447"/>
                  </a:cubicBezTo>
                  <a:cubicBezTo>
                    <a:pt x="6916" y="483"/>
                    <a:pt x="7044" y="508"/>
                    <a:pt x="7172" y="526"/>
                  </a:cubicBezTo>
                  <a:cubicBezTo>
                    <a:pt x="7362" y="553"/>
                    <a:pt x="7551" y="569"/>
                    <a:pt x="7742" y="502"/>
                  </a:cubicBezTo>
                  <a:cubicBezTo>
                    <a:pt x="7828" y="471"/>
                    <a:pt x="7927" y="469"/>
                    <a:pt x="8021" y="466"/>
                  </a:cubicBezTo>
                  <a:cubicBezTo>
                    <a:pt x="8172" y="458"/>
                    <a:pt x="8308" y="431"/>
                    <a:pt x="8397" y="287"/>
                  </a:cubicBezTo>
                  <a:cubicBezTo>
                    <a:pt x="8453" y="197"/>
                    <a:pt x="8525" y="119"/>
                    <a:pt x="8591" y="38"/>
                  </a:cubicBezTo>
                  <a:cubicBezTo>
                    <a:pt x="8602" y="23"/>
                    <a:pt x="8619" y="13"/>
                    <a:pt x="8635" y="1"/>
                  </a:cubicBezTo>
                  <a:cubicBezTo>
                    <a:pt x="8661" y="55"/>
                    <a:pt x="8686" y="106"/>
                    <a:pt x="8709" y="156"/>
                  </a:cubicBezTo>
                  <a:cubicBezTo>
                    <a:pt x="8717" y="154"/>
                    <a:pt x="8723" y="153"/>
                    <a:pt x="8729" y="150"/>
                  </a:cubicBezTo>
                  <a:cubicBezTo>
                    <a:pt x="8725" y="230"/>
                    <a:pt x="8722" y="309"/>
                    <a:pt x="8717" y="394"/>
                  </a:cubicBezTo>
                  <a:cubicBezTo>
                    <a:pt x="8582" y="431"/>
                    <a:pt x="8461" y="478"/>
                    <a:pt x="8335" y="497"/>
                  </a:cubicBezTo>
                  <a:cubicBezTo>
                    <a:pt x="8177" y="523"/>
                    <a:pt x="8017" y="525"/>
                    <a:pt x="7857" y="538"/>
                  </a:cubicBezTo>
                  <a:cubicBezTo>
                    <a:pt x="7798" y="543"/>
                    <a:pt x="7739" y="549"/>
                    <a:pt x="7680" y="555"/>
                  </a:cubicBezTo>
                  <a:cubicBezTo>
                    <a:pt x="7638" y="559"/>
                    <a:pt x="7607" y="578"/>
                    <a:pt x="7584" y="639"/>
                  </a:cubicBezTo>
                  <a:cubicBezTo>
                    <a:pt x="7961" y="578"/>
                    <a:pt x="8331" y="591"/>
                    <a:pt x="8708" y="554"/>
                  </a:cubicBezTo>
                  <a:cubicBezTo>
                    <a:pt x="8707" y="593"/>
                    <a:pt x="8715" y="626"/>
                    <a:pt x="8702" y="640"/>
                  </a:cubicBezTo>
                  <a:cubicBezTo>
                    <a:pt x="8660" y="690"/>
                    <a:pt x="8655" y="749"/>
                    <a:pt x="8656" y="806"/>
                  </a:cubicBezTo>
                  <a:cubicBezTo>
                    <a:pt x="8657" y="886"/>
                    <a:pt x="8614" y="963"/>
                    <a:pt x="8647" y="1045"/>
                  </a:cubicBezTo>
                  <a:cubicBezTo>
                    <a:pt x="8662" y="1085"/>
                    <a:pt x="8627" y="1107"/>
                    <a:pt x="8585" y="1111"/>
                  </a:cubicBezTo>
                  <a:cubicBezTo>
                    <a:pt x="8483" y="1120"/>
                    <a:pt x="8382" y="1133"/>
                    <a:pt x="8280" y="1138"/>
                  </a:cubicBezTo>
                  <a:cubicBezTo>
                    <a:pt x="8162" y="1142"/>
                    <a:pt x="8046" y="1138"/>
                    <a:pt x="7929" y="1137"/>
                  </a:cubicBezTo>
                  <a:lnTo>
                    <a:pt x="7770" y="1137"/>
                  </a:lnTo>
                  <a:cubicBezTo>
                    <a:pt x="7781" y="1198"/>
                    <a:pt x="7827" y="1199"/>
                    <a:pt x="7874" y="1199"/>
                  </a:cubicBezTo>
                  <a:cubicBezTo>
                    <a:pt x="8016" y="1199"/>
                    <a:pt x="8157" y="1195"/>
                    <a:pt x="8299" y="1200"/>
                  </a:cubicBezTo>
                  <a:cubicBezTo>
                    <a:pt x="8405" y="1203"/>
                    <a:pt x="8509" y="1217"/>
                    <a:pt x="8620" y="1226"/>
                  </a:cubicBezTo>
                  <a:cubicBezTo>
                    <a:pt x="8622" y="1265"/>
                    <a:pt x="8627" y="1296"/>
                    <a:pt x="8627" y="1326"/>
                  </a:cubicBezTo>
                  <a:cubicBezTo>
                    <a:pt x="8627" y="1352"/>
                    <a:pt x="8621" y="1379"/>
                    <a:pt x="8617" y="1419"/>
                  </a:cubicBezTo>
                  <a:cubicBezTo>
                    <a:pt x="8554" y="1419"/>
                    <a:pt x="8493" y="1422"/>
                    <a:pt x="8432" y="1419"/>
                  </a:cubicBezTo>
                  <a:cubicBezTo>
                    <a:pt x="8212" y="1409"/>
                    <a:pt x="7993" y="1396"/>
                    <a:pt x="7773" y="1386"/>
                  </a:cubicBezTo>
                  <a:cubicBezTo>
                    <a:pt x="7715" y="1383"/>
                    <a:pt x="7668" y="1404"/>
                    <a:pt x="7630" y="1465"/>
                  </a:cubicBezTo>
                  <a:cubicBezTo>
                    <a:pt x="7717" y="1509"/>
                    <a:pt x="7791" y="1438"/>
                    <a:pt x="7868" y="1451"/>
                  </a:cubicBezTo>
                  <a:cubicBezTo>
                    <a:pt x="7944" y="1464"/>
                    <a:pt x="8023" y="1448"/>
                    <a:pt x="8100" y="1453"/>
                  </a:cubicBezTo>
                  <a:cubicBezTo>
                    <a:pt x="8181" y="1458"/>
                    <a:pt x="8263" y="1469"/>
                    <a:pt x="8345" y="1481"/>
                  </a:cubicBezTo>
                  <a:cubicBezTo>
                    <a:pt x="8422" y="1494"/>
                    <a:pt x="8498" y="1510"/>
                    <a:pt x="8578" y="1525"/>
                  </a:cubicBezTo>
                  <a:cubicBezTo>
                    <a:pt x="8585" y="1587"/>
                    <a:pt x="8591" y="1645"/>
                    <a:pt x="8597" y="1703"/>
                  </a:cubicBezTo>
                  <a:cubicBezTo>
                    <a:pt x="8592" y="1704"/>
                    <a:pt x="8587" y="1706"/>
                    <a:pt x="8581" y="1709"/>
                  </a:cubicBezTo>
                  <a:cubicBezTo>
                    <a:pt x="8570" y="1695"/>
                    <a:pt x="8561" y="1676"/>
                    <a:pt x="8548" y="1668"/>
                  </a:cubicBezTo>
                  <a:cubicBezTo>
                    <a:pt x="8523" y="1652"/>
                    <a:pt x="8488" y="1627"/>
                    <a:pt x="8469" y="1634"/>
                  </a:cubicBezTo>
                  <a:cubicBezTo>
                    <a:pt x="8267" y="1716"/>
                    <a:pt x="8060" y="1696"/>
                    <a:pt x="7853" y="1679"/>
                  </a:cubicBezTo>
                  <a:cubicBezTo>
                    <a:pt x="7844" y="1678"/>
                    <a:pt x="7835" y="1688"/>
                    <a:pt x="7808" y="1703"/>
                  </a:cubicBezTo>
                  <a:cubicBezTo>
                    <a:pt x="7936" y="1777"/>
                    <a:pt x="8068" y="1755"/>
                    <a:pt x="8190" y="1766"/>
                  </a:cubicBezTo>
                  <a:cubicBezTo>
                    <a:pt x="8316" y="1778"/>
                    <a:pt x="8448" y="1788"/>
                    <a:pt x="8585" y="1743"/>
                  </a:cubicBezTo>
                  <a:cubicBezTo>
                    <a:pt x="8594" y="1787"/>
                    <a:pt x="8601" y="1827"/>
                    <a:pt x="8610" y="1875"/>
                  </a:cubicBezTo>
                  <a:cubicBezTo>
                    <a:pt x="8469" y="1933"/>
                    <a:pt x="8328" y="1904"/>
                    <a:pt x="8190" y="1905"/>
                  </a:cubicBezTo>
                  <a:cubicBezTo>
                    <a:pt x="8053" y="1906"/>
                    <a:pt x="7914" y="1905"/>
                    <a:pt x="7775" y="1905"/>
                  </a:cubicBezTo>
                  <a:cubicBezTo>
                    <a:pt x="7768" y="1976"/>
                    <a:pt x="7812" y="1971"/>
                    <a:pt x="7850" y="1971"/>
                  </a:cubicBezTo>
                  <a:cubicBezTo>
                    <a:pt x="7976" y="1972"/>
                    <a:pt x="8103" y="1968"/>
                    <a:pt x="8228" y="1976"/>
                  </a:cubicBezTo>
                  <a:cubicBezTo>
                    <a:pt x="8344" y="1981"/>
                    <a:pt x="8459" y="1998"/>
                    <a:pt x="8582" y="2009"/>
                  </a:cubicBezTo>
                  <a:cubicBezTo>
                    <a:pt x="8586" y="2070"/>
                    <a:pt x="8590" y="2122"/>
                    <a:pt x="8595" y="2186"/>
                  </a:cubicBezTo>
                  <a:cubicBezTo>
                    <a:pt x="8399" y="2237"/>
                    <a:pt x="8205" y="2273"/>
                    <a:pt x="8001" y="2263"/>
                  </a:cubicBezTo>
                  <a:cubicBezTo>
                    <a:pt x="7925" y="2259"/>
                    <a:pt x="7845" y="2275"/>
                    <a:pt x="7768" y="2290"/>
                  </a:cubicBezTo>
                  <a:cubicBezTo>
                    <a:pt x="7608" y="2319"/>
                    <a:pt x="7450" y="2308"/>
                    <a:pt x="7289" y="2295"/>
                  </a:cubicBezTo>
                  <a:cubicBezTo>
                    <a:pt x="7197" y="2288"/>
                    <a:pt x="7102" y="2303"/>
                    <a:pt x="7009" y="2306"/>
                  </a:cubicBezTo>
                  <a:cubicBezTo>
                    <a:pt x="6985" y="2308"/>
                    <a:pt x="6963" y="2299"/>
                    <a:pt x="6939" y="2298"/>
                  </a:cubicBezTo>
                  <a:cubicBezTo>
                    <a:pt x="6906" y="2296"/>
                    <a:pt x="6870" y="2295"/>
                    <a:pt x="6836" y="2300"/>
                  </a:cubicBezTo>
                  <a:cubicBezTo>
                    <a:pt x="6744" y="2315"/>
                    <a:pt x="6651" y="2356"/>
                    <a:pt x="6563" y="2345"/>
                  </a:cubicBezTo>
                  <a:cubicBezTo>
                    <a:pt x="6472" y="2334"/>
                    <a:pt x="6386" y="2360"/>
                    <a:pt x="6298" y="2345"/>
                  </a:cubicBezTo>
                  <a:cubicBezTo>
                    <a:pt x="6282" y="2342"/>
                    <a:pt x="6263" y="2335"/>
                    <a:pt x="6252" y="2340"/>
                  </a:cubicBezTo>
                  <a:cubicBezTo>
                    <a:pt x="6136" y="2397"/>
                    <a:pt x="6013" y="2356"/>
                    <a:pt x="5896" y="2373"/>
                  </a:cubicBezTo>
                  <a:cubicBezTo>
                    <a:pt x="5854" y="2378"/>
                    <a:pt x="5814" y="2400"/>
                    <a:pt x="5772" y="2403"/>
                  </a:cubicBezTo>
                  <a:cubicBezTo>
                    <a:pt x="5619" y="2417"/>
                    <a:pt x="5468" y="2427"/>
                    <a:pt x="5315" y="2436"/>
                  </a:cubicBezTo>
                  <a:cubicBezTo>
                    <a:pt x="5215" y="2442"/>
                    <a:pt x="5118" y="2446"/>
                    <a:pt x="5020" y="2452"/>
                  </a:cubicBezTo>
                  <a:cubicBezTo>
                    <a:pt x="4832" y="2463"/>
                    <a:pt x="4644" y="2478"/>
                    <a:pt x="4455" y="2484"/>
                  </a:cubicBezTo>
                  <a:cubicBezTo>
                    <a:pt x="4236" y="2492"/>
                    <a:pt x="4016" y="2490"/>
                    <a:pt x="3797" y="2494"/>
                  </a:cubicBezTo>
                  <a:cubicBezTo>
                    <a:pt x="3578" y="2499"/>
                    <a:pt x="3360" y="2511"/>
                    <a:pt x="3141" y="2513"/>
                  </a:cubicBezTo>
                  <a:cubicBezTo>
                    <a:pt x="2934" y="2514"/>
                    <a:pt x="2727" y="2498"/>
                    <a:pt x="2521" y="2502"/>
                  </a:cubicBezTo>
                  <a:cubicBezTo>
                    <a:pt x="2342" y="2505"/>
                    <a:pt x="2163" y="2523"/>
                    <a:pt x="1984" y="2531"/>
                  </a:cubicBezTo>
                  <a:cubicBezTo>
                    <a:pt x="1738" y="2543"/>
                    <a:pt x="1493" y="2574"/>
                    <a:pt x="1250" y="2497"/>
                  </a:cubicBezTo>
                  <a:cubicBezTo>
                    <a:pt x="1233" y="2492"/>
                    <a:pt x="1213" y="2492"/>
                    <a:pt x="1193" y="2492"/>
                  </a:cubicBezTo>
                  <a:cubicBezTo>
                    <a:pt x="1049" y="2490"/>
                    <a:pt x="903" y="2493"/>
                    <a:pt x="758" y="2489"/>
                  </a:cubicBezTo>
                  <a:cubicBezTo>
                    <a:pt x="595" y="2485"/>
                    <a:pt x="430" y="2479"/>
                    <a:pt x="266" y="2469"/>
                  </a:cubicBezTo>
                  <a:cubicBezTo>
                    <a:pt x="225" y="2468"/>
                    <a:pt x="185" y="2446"/>
                    <a:pt x="141" y="2431"/>
                  </a:cubicBezTo>
                  <a:close/>
                  <a:moveTo>
                    <a:pt x="7730" y="952"/>
                  </a:moveTo>
                  <a:cubicBezTo>
                    <a:pt x="7727" y="960"/>
                    <a:pt x="7724" y="968"/>
                    <a:pt x="7720" y="975"/>
                  </a:cubicBezTo>
                  <a:cubicBezTo>
                    <a:pt x="7740" y="983"/>
                    <a:pt x="7762" y="998"/>
                    <a:pt x="7781" y="995"/>
                  </a:cubicBezTo>
                  <a:cubicBezTo>
                    <a:pt x="7847" y="985"/>
                    <a:pt x="7910" y="960"/>
                    <a:pt x="7976" y="953"/>
                  </a:cubicBezTo>
                  <a:cubicBezTo>
                    <a:pt x="8105" y="941"/>
                    <a:pt x="8236" y="939"/>
                    <a:pt x="8365" y="929"/>
                  </a:cubicBezTo>
                  <a:cubicBezTo>
                    <a:pt x="8436" y="924"/>
                    <a:pt x="8512" y="923"/>
                    <a:pt x="8577" y="885"/>
                  </a:cubicBezTo>
                  <a:cubicBezTo>
                    <a:pt x="8542" y="794"/>
                    <a:pt x="8504" y="774"/>
                    <a:pt x="8416" y="795"/>
                  </a:cubicBezTo>
                  <a:cubicBezTo>
                    <a:pt x="8189" y="847"/>
                    <a:pt x="7959" y="899"/>
                    <a:pt x="7730" y="9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4" name="Google Shape;4024;p54"/>
            <p:cNvSpPr/>
            <p:nvPr/>
          </p:nvSpPr>
          <p:spPr>
            <a:xfrm>
              <a:off x="4868440" y="3147269"/>
              <a:ext cx="457875" cy="211862"/>
            </a:xfrm>
            <a:custGeom>
              <a:avLst/>
              <a:gdLst/>
              <a:ahLst/>
              <a:cxnLst/>
              <a:rect l="l" t="t" r="r" b="b"/>
              <a:pathLst>
                <a:path w="7507" h="3474" extrusionOk="0">
                  <a:moveTo>
                    <a:pt x="6502" y="58"/>
                  </a:moveTo>
                  <a:cubicBezTo>
                    <a:pt x="6563" y="4"/>
                    <a:pt x="6635" y="1"/>
                    <a:pt x="6723" y="6"/>
                  </a:cubicBezTo>
                  <a:cubicBezTo>
                    <a:pt x="6827" y="14"/>
                    <a:pt x="6931" y="23"/>
                    <a:pt x="7033" y="46"/>
                  </a:cubicBezTo>
                  <a:cubicBezTo>
                    <a:pt x="7095" y="60"/>
                    <a:pt x="7163" y="66"/>
                    <a:pt x="7221" y="91"/>
                  </a:cubicBezTo>
                  <a:cubicBezTo>
                    <a:pt x="7333" y="137"/>
                    <a:pt x="7390" y="231"/>
                    <a:pt x="7430" y="340"/>
                  </a:cubicBezTo>
                  <a:cubicBezTo>
                    <a:pt x="7447" y="390"/>
                    <a:pt x="7481" y="437"/>
                    <a:pt x="7491" y="488"/>
                  </a:cubicBezTo>
                  <a:cubicBezTo>
                    <a:pt x="7505" y="560"/>
                    <a:pt x="7505" y="634"/>
                    <a:pt x="7508" y="708"/>
                  </a:cubicBezTo>
                  <a:cubicBezTo>
                    <a:pt x="7508" y="721"/>
                    <a:pt x="7494" y="743"/>
                    <a:pt x="7483" y="747"/>
                  </a:cubicBezTo>
                  <a:cubicBezTo>
                    <a:pt x="7375" y="775"/>
                    <a:pt x="7356" y="884"/>
                    <a:pt x="7293" y="953"/>
                  </a:cubicBezTo>
                  <a:cubicBezTo>
                    <a:pt x="7277" y="969"/>
                    <a:pt x="7263" y="992"/>
                    <a:pt x="7243" y="1003"/>
                  </a:cubicBezTo>
                  <a:cubicBezTo>
                    <a:pt x="7160" y="1049"/>
                    <a:pt x="7077" y="1097"/>
                    <a:pt x="6988" y="1136"/>
                  </a:cubicBezTo>
                  <a:cubicBezTo>
                    <a:pt x="6886" y="1181"/>
                    <a:pt x="6775" y="1206"/>
                    <a:pt x="6677" y="1257"/>
                  </a:cubicBezTo>
                  <a:cubicBezTo>
                    <a:pt x="6526" y="1336"/>
                    <a:pt x="6353" y="1337"/>
                    <a:pt x="6198" y="1402"/>
                  </a:cubicBezTo>
                  <a:cubicBezTo>
                    <a:pt x="6048" y="1464"/>
                    <a:pt x="5884" y="1499"/>
                    <a:pt x="5727" y="1550"/>
                  </a:cubicBezTo>
                  <a:cubicBezTo>
                    <a:pt x="5670" y="1570"/>
                    <a:pt x="5618" y="1603"/>
                    <a:pt x="5560" y="1627"/>
                  </a:cubicBezTo>
                  <a:cubicBezTo>
                    <a:pt x="5522" y="1642"/>
                    <a:pt x="5480" y="1649"/>
                    <a:pt x="5440" y="1662"/>
                  </a:cubicBezTo>
                  <a:cubicBezTo>
                    <a:pt x="5432" y="1663"/>
                    <a:pt x="5422" y="1659"/>
                    <a:pt x="5416" y="1663"/>
                  </a:cubicBezTo>
                  <a:cubicBezTo>
                    <a:pt x="5252" y="1797"/>
                    <a:pt x="5026" y="1807"/>
                    <a:pt x="4863" y="1955"/>
                  </a:cubicBezTo>
                  <a:cubicBezTo>
                    <a:pt x="4709" y="2094"/>
                    <a:pt x="4528" y="2204"/>
                    <a:pt x="4355" y="2323"/>
                  </a:cubicBezTo>
                  <a:cubicBezTo>
                    <a:pt x="4308" y="2355"/>
                    <a:pt x="4249" y="2373"/>
                    <a:pt x="4198" y="2400"/>
                  </a:cubicBezTo>
                  <a:cubicBezTo>
                    <a:pt x="4130" y="2439"/>
                    <a:pt x="4068" y="2492"/>
                    <a:pt x="3996" y="2517"/>
                  </a:cubicBezTo>
                  <a:cubicBezTo>
                    <a:pt x="3912" y="2545"/>
                    <a:pt x="3870" y="2647"/>
                    <a:pt x="3769" y="2634"/>
                  </a:cubicBezTo>
                  <a:cubicBezTo>
                    <a:pt x="3718" y="2723"/>
                    <a:pt x="3618" y="2736"/>
                    <a:pt x="3537" y="2779"/>
                  </a:cubicBezTo>
                  <a:cubicBezTo>
                    <a:pt x="3285" y="2915"/>
                    <a:pt x="3016" y="3007"/>
                    <a:pt x="2741" y="3081"/>
                  </a:cubicBezTo>
                  <a:cubicBezTo>
                    <a:pt x="2719" y="3087"/>
                    <a:pt x="2694" y="3089"/>
                    <a:pt x="2672" y="3084"/>
                  </a:cubicBezTo>
                  <a:cubicBezTo>
                    <a:pt x="2474" y="3038"/>
                    <a:pt x="2321" y="3130"/>
                    <a:pt x="2176" y="3244"/>
                  </a:cubicBezTo>
                  <a:cubicBezTo>
                    <a:pt x="2105" y="3300"/>
                    <a:pt x="2029" y="3348"/>
                    <a:pt x="1958" y="3403"/>
                  </a:cubicBezTo>
                  <a:cubicBezTo>
                    <a:pt x="1869" y="3474"/>
                    <a:pt x="1766" y="3459"/>
                    <a:pt x="1664" y="3454"/>
                  </a:cubicBezTo>
                  <a:cubicBezTo>
                    <a:pt x="1561" y="3449"/>
                    <a:pt x="1457" y="3440"/>
                    <a:pt x="1353" y="3435"/>
                  </a:cubicBezTo>
                  <a:cubicBezTo>
                    <a:pt x="1152" y="3425"/>
                    <a:pt x="948" y="3453"/>
                    <a:pt x="750" y="3408"/>
                  </a:cubicBezTo>
                  <a:cubicBezTo>
                    <a:pt x="572" y="3368"/>
                    <a:pt x="396" y="3321"/>
                    <a:pt x="213" y="3297"/>
                  </a:cubicBezTo>
                  <a:cubicBezTo>
                    <a:pt x="210" y="3297"/>
                    <a:pt x="206" y="3295"/>
                    <a:pt x="203" y="3292"/>
                  </a:cubicBezTo>
                  <a:cubicBezTo>
                    <a:pt x="154" y="3250"/>
                    <a:pt x="68" y="3268"/>
                    <a:pt x="36" y="3193"/>
                  </a:cubicBezTo>
                  <a:cubicBezTo>
                    <a:pt x="1" y="3111"/>
                    <a:pt x="52" y="3035"/>
                    <a:pt x="50" y="2954"/>
                  </a:cubicBezTo>
                  <a:cubicBezTo>
                    <a:pt x="50" y="2921"/>
                    <a:pt x="60" y="2886"/>
                    <a:pt x="69" y="2854"/>
                  </a:cubicBezTo>
                  <a:cubicBezTo>
                    <a:pt x="74" y="2835"/>
                    <a:pt x="83" y="2810"/>
                    <a:pt x="95" y="2805"/>
                  </a:cubicBezTo>
                  <a:cubicBezTo>
                    <a:pt x="142" y="2784"/>
                    <a:pt x="149" y="2743"/>
                    <a:pt x="162" y="2702"/>
                  </a:cubicBezTo>
                  <a:cubicBezTo>
                    <a:pt x="172" y="2676"/>
                    <a:pt x="191" y="2645"/>
                    <a:pt x="213" y="2629"/>
                  </a:cubicBezTo>
                  <a:cubicBezTo>
                    <a:pt x="308" y="2565"/>
                    <a:pt x="402" y="2503"/>
                    <a:pt x="503" y="2453"/>
                  </a:cubicBezTo>
                  <a:cubicBezTo>
                    <a:pt x="559" y="2425"/>
                    <a:pt x="628" y="2417"/>
                    <a:pt x="692" y="2404"/>
                  </a:cubicBezTo>
                  <a:cubicBezTo>
                    <a:pt x="779" y="2386"/>
                    <a:pt x="866" y="2375"/>
                    <a:pt x="953" y="2357"/>
                  </a:cubicBezTo>
                  <a:cubicBezTo>
                    <a:pt x="988" y="2350"/>
                    <a:pt x="1022" y="2340"/>
                    <a:pt x="1055" y="2325"/>
                  </a:cubicBezTo>
                  <a:cubicBezTo>
                    <a:pt x="1183" y="2260"/>
                    <a:pt x="1311" y="2191"/>
                    <a:pt x="1440" y="2128"/>
                  </a:cubicBezTo>
                  <a:cubicBezTo>
                    <a:pt x="1561" y="2071"/>
                    <a:pt x="1682" y="2017"/>
                    <a:pt x="1804" y="1963"/>
                  </a:cubicBezTo>
                  <a:cubicBezTo>
                    <a:pt x="1921" y="1910"/>
                    <a:pt x="2038" y="1853"/>
                    <a:pt x="2158" y="1810"/>
                  </a:cubicBezTo>
                  <a:cubicBezTo>
                    <a:pt x="2254" y="1776"/>
                    <a:pt x="2331" y="1726"/>
                    <a:pt x="2392" y="1646"/>
                  </a:cubicBezTo>
                  <a:cubicBezTo>
                    <a:pt x="2407" y="1626"/>
                    <a:pt x="2437" y="1617"/>
                    <a:pt x="2461" y="1605"/>
                  </a:cubicBezTo>
                  <a:cubicBezTo>
                    <a:pt x="2640" y="1516"/>
                    <a:pt x="2835" y="1467"/>
                    <a:pt x="3019" y="1393"/>
                  </a:cubicBezTo>
                  <a:cubicBezTo>
                    <a:pt x="3113" y="1355"/>
                    <a:pt x="3211" y="1337"/>
                    <a:pt x="3306" y="1300"/>
                  </a:cubicBezTo>
                  <a:cubicBezTo>
                    <a:pt x="3364" y="1278"/>
                    <a:pt x="3434" y="1278"/>
                    <a:pt x="3500" y="1278"/>
                  </a:cubicBezTo>
                  <a:cubicBezTo>
                    <a:pt x="3702" y="1276"/>
                    <a:pt x="3895" y="1224"/>
                    <a:pt x="4090" y="1183"/>
                  </a:cubicBezTo>
                  <a:cubicBezTo>
                    <a:pt x="4249" y="1150"/>
                    <a:pt x="4401" y="1096"/>
                    <a:pt x="4538" y="1010"/>
                  </a:cubicBezTo>
                  <a:cubicBezTo>
                    <a:pt x="4654" y="937"/>
                    <a:pt x="4762" y="851"/>
                    <a:pt x="4878" y="779"/>
                  </a:cubicBezTo>
                  <a:cubicBezTo>
                    <a:pt x="5000" y="703"/>
                    <a:pt x="5129" y="636"/>
                    <a:pt x="5253" y="565"/>
                  </a:cubicBezTo>
                  <a:cubicBezTo>
                    <a:pt x="5291" y="543"/>
                    <a:pt x="5326" y="521"/>
                    <a:pt x="5358" y="492"/>
                  </a:cubicBezTo>
                  <a:cubicBezTo>
                    <a:pt x="5497" y="364"/>
                    <a:pt x="5659" y="265"/>
                    <a:pt x="5828" y="191"/>
                  </a:cubicBezTo>
                  <a:cubicBezTo>
                    <a:pt x="6005" y="115"/>
                    <a:pt x="6202" y="79"/>
                    <a:pt x="6391" y="32"/>
                  </a:cubicBezTo>
                  <a:cubicBezTo>
                    <a:pt x="6419" y="20"/>
                    <a:pt x="6460" y="47"/>
                    <a:pt x="6502" y="58"/>
                  </a:cubicBezTo>
                  <a:close/>
                  <a:moveTo>
                    <a:pt x="3906" y="1755"/>
                  </a:moveTo>
                  <a:cubicBezTo>
                    <a:pt x="3949" y="1765"/>
                    <a:pt x="3970" y="1777"/>
                    <a:pt x="3984" y="1772"/>
                  </a:cubicBezTo>
                  <a:cubicBezTo>
                    <a:pt x="4140" y="1719"/>
                    <a:pt x="4301" y="1730"/>
                    <a:pt x="4463" y="1724"/>
                  </a:cubicBezTo>
                  <a:cubicBezTo>
                    <a:pt x="4645" y="1718"/>
                    <a:pt x="4805" y="1648"/>
                    <a:pt x="4920" y="1499"/>
                  </a:cubicBezTo>
                  <a:cubicBezTo>
                    <a:pt x="4942" y="1472"/>
                    <a:pt x="4970" y="1450"/>
                    <a:pt x="4993" y="1424"/>
                  </a:cubicBezTo>
                  <a:cubicBezTo>
                    <a:pt x="5088" y="1322"/>
                    <a:pt x="5223" y="1284"/>
                    <a:pt x="5338" y="1209"/>
                  </a:cubicBezTo>
                  <a:cubicBezTo>
                    <a:pt x="5409" y="1162"/>
                    <a:pt x="5488" y="1125"/>
                    <a:pt x="5568" y="1092"/>
                  </a:cubicBezTo>
                  <a:cubicBezTo>
                    <a:pt x="5749" y="1019"/>
                    <a:pt x="5935" y="956"/>
                    <a:pt x="6116" y="882"/>
                  </a:cubicBezTo>
                  <a:cubicBezTo>
                    <a:pt x="6262" y="824"/>
                    <a:pt x="6405" y="759"/>
                    <a:pt x="6547" y="693"/>
                  </a:cubicBezTo>
                  <a:cubicBezTo>
                    <a:pt x="6606" y="665"/>
                    <a:pt x="6661" y="626"/>
                    <a:pt x="6712" y="585"/>
                  </a:cubicBezTo>
                  <a:cubicBezTo>
                    <a:pt x="6819" y="500"/>
                    <a:pt x="6951" y="470"/>
                    <a:pt x="7072" y="415"/>
                  </a:cubicBezTo>
                  <a:cubicBezTo>
                    <a:pt x="7097" y="404"/>
                    <a:pt x="7137" y="426"/>
                    <a:pt x="7170" y="426"/>
                  </a:cubicBezTo>
                  <a:cubicBezTo>
                    <a:pt x="7189" y="426"/>
                    <a:pt x="7210" y="416"/>
                    <a:pt x="7221" y="404"/>
                  </a:cubicBezTo>
                  <a:cubicBezTo>
                    <a:pt x="7244" y="374"/>
                    <a:pt x="7262" y="342"/>
                    <a:pt x="7282" y="311"/>
                  </a:cubicBezTo>
                  <a:cubicBezTo>
                    <a:pt x="7192" y="246"/>
                    <a:pt x="7195" y="251"/>
                    <a:pt x="7113" y="294"/>
                  </a:cubicBezTo>
                  <a:cubicBezTo>
                    <a:pt x="7043" y="329"/>
                    <a:pt x="6971" y="363"/>
                    <a:pt x="6895" y="378"/>
                  </a:cubicBezTo>
                  <a:cubicBezTo>
                    <a:pt x="6795" y="394"/>
                    <a:pt x="6713" y="437"/>
                    <a:pt x="6634" y="500"/>
                  </a:cubicBezTo>
                  <a:cubicBezTo>
                    <a:pt x="6575" y="548"/>
                    <a:pt x="6509" y="597"/>
                    <a:pt x="6439" y="626"/>
                  </a:cubicBezTo>
                  <a:cubicBezTo>
                    <a:pt x="6220" y="721"/>
                    <a:pt x="5998" y="805"/>
                    <a:pt x="5777" y="896"/>
                  </a:cubicBezTo>
                  <a:cubicBezTo>
                    <a:pt x="5650" y="947"/>
                    <a:pt x="5523" y="998"/>
                    <a:pt x="5400" y="1056"/>
                  </a:cubicBezTo>
                  <a:cubicBezTo>
                    <a:pt x="5306" y="1101"/>
                    <a:pt x="5214" y="1153"/>
                    <a:pt x="5127" y="1212"/>
                  </a:cubicBezTo>
                  <a:cubicBezTo>
                    <a:pt x="5030" y="1276"/>
                    <a:pt x="4925" y="1339"/>
                    <a:pt x="4847" y="1423"/>
                  </a:cubicBezTo>
                  <a:cubicBezTo>
                    <a:pt x="4690" y="1593"/>
                    <a:pt x="4513" y="1670"/>
                    <a:pt x="4281" y="1619"/>
                  </a:cubicBezTo>
                  <a:cubicBezTo>
                    <a:pt x="4140" y="1586"/>
                    <a:pt x="4021" y="1632"/>
                    <a:pt x="3906" y="1755"/>
                  </a:cubicBezTo>
                  <a:close/>
                  <a:moveTo>
                    <a:pt x="2315" y="2430"/>
                  </a:moveTo>
                  <a:cubicBezTo>
                    <a:pt x="2250" y="2435"/>
                    <a:pt x="2201" y="2433"/>
                    <a:pt x="2152" y="2444"/>
                  </a:cubicBezTo>
                  <a:cubicBezTo>
                    <a:pt x="2060" y="2465"/>
                    <a:pt x="1971" y="2491"/>
                    <a:pt x="1880" y="2514"/>
                  </a:cubicBezTo>
                  <a:cubicBezTo>
                    <a:pt x="1747" y="2547"/>
                    <a:pt x="1613" y="2567"/>
                    <a:pt x="1491" y="2640"/>
                  </a:cubicBezTo>
                  <a:cubicBezTo>
                    <a:pt x="1375" y="2709"/>
                    <a:pt x="1249" y="2763"/>
                    <a:pt x="1130" y="2830"/>
                  </a:cubicBezTo>
                  <a:cubicBezTo>
                    <a:pt x="1067" y="2867"/>
                    <a:pt x="1007" y="2914"/>
                    <a:pt x="953" y="2964"/>
                  </a:cubicBezTo>
                  <a:cubicBezTo>
                    <a:pt x="938" y="2978"/>
                    <a:pt x="934" y="3030"/>
                    <a:pt x="947" y="3046"/>
                  </a:cubicBezTo>
                  <a:cubicBezTo>
                    <a:pt x="960" y="3065"/>
                    <a:pt x="1000" y="3070"/>
                    <a:pt x="1028" y="3070"/>
                  </a:cubicBezTo>
                  <a:cubicBezTo>
                    <a:pt x="1044" y="3070"/>
                    <a:pt x="1062" y="3050"/>
                    <a:pt x="1072" y="3035"/>
                  </a:cubicBezTo>
                  <a:cubicBezTo>
                    <a:pt x="1133" y="2949"/>
                    <a:pt x="1224" y="2901"/>
                    <a:pt x="1313" y="2851"/>
                  </a:cubicBezTo>
                  <a:cubicBezTo>
                    <a:pt x="1344" y="2834"/>
                    <a:pt x="1373" y="2812"/>
                    <a:pt x="1403" y="2795"/>
                  </a:cubicBezTo>
                  <a:cubicBezTo>
                    <a:pt x="1509" y="2737"/>
                    <a:pt x="1616" y="2682"/>
                    <a:pt x="1739" y="2658"/>
                  </a:cubicBezTo>
                  <a:cubicBezTo>
                    <a:pt x="1882" y="2632"/>
                    <a:pt x="2023" y="2599"/>
                    <a:pt x="2166" y="2564"/>
                  </a:cubicBezTo>
                  <a:cubicBezTo>
                    <a:pt x="2232" y="2549"/>
                    <a:pt x="2287" y="2514"/>
                    <a:pt x="2315" y="2430"/>
                  </a:cubicBezTo>
                  <a:close/>
                  <a:moveTo>
                    <a:pt x="3522" y="1948"/>
                  </a:moveTo>
                  <a:cubicBezTo>
                    <a:pt x="3516" y="1938"/>
                    <a:pt x="3509" y="1926"/>
                    <a:pt x="3503" y="1915"/>
                  </a:cubicBezTo>
                  <a:cubicBezTo>
                    <a:pt x="3333" y="1963"/>
                    <a:pt x="3167" y="2022"/>
                    <a:pt x="3003" y="2093"/>
                  </a:cubicBezTo>
                  <a:cubicBezTo>
                    <a:pt x="2968" y="2109"/>
                    <a:pt x="2931" y="2124"/>
                    <a:pt x="2899" y="2146"/>
                  </a:cubicBezTo>
                  <a:cubicBezTo>
                    <a:pt x="2865" y="2169"/>
                    <a:pt x="2838" y="2211"/>
                    <a:pt x="2873" y="2245"/>
                  </a:cubicBezTo>
                  <a:cubicBezTo>
                    <a:pt x="2893" y="2265"/>
                    <a:pt x="2955" y="2276"/>
                    <a:pt x="2974" y="2260"/>
                  </a:cubicBezTo>
                  <a:cubicBezTo>
                    <a:pt x="3114" y="2151"/>
                    <a:pt x="3277" y="2088"/>
                    <a:pt x="3435" y="2016"/>
                  </a:cubicBezTo>
                  <a:cubicBezTo>
                    <a:pt x="3469" y="2000"/>
                    <a:pt x="3495" y="1970"/>
                    <a:pt x="3522" y="19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5" name="Google Shape;4025;p54"/>
            <p:cNvSpPr/>
            <p:nvPr/>
          </p:nvSpPr>
          <p:spPr>
            <a:xfrm>
              <a:off x="4896067" y="3107323"/>
              <a:ext cx="356091" cy="171673"/>
            </a:xfrm>
            <a:custGeom>
              <a:avLst/>
              <a:gdLst/>
              <a:ahLst/>
              <a:cxnLst/>
              <a:rect l="l" t="t" r="r" b="b"/>
              <a:pathLst>
                <a:path w="5839" h="2815" extrusionOk="0">
                  <a:moveTo>
                    <a:pt x="382" y="2815"/>
                  </a:moveTo>
                  <a:cubicBezTo>
                    <a:pt x="342" y="2772"/>
                    <a:pt x="312" y="2735"/>
                    <a:pt x="279" y="2703"/>
                  </a:cubicBezTo>
                  <a:cubicBezTo>
                    <a:pt x="174" y="2606"/>
                    <a:pt x="124" y="2478"/>
                    <a:pt x="78" y="2349"/>
                  </a:cubicBezTo>
                  <a:cubicBezTo>
                    <a:pt x="8" y="2154"/>
                    <a:pt x="1" y="1952"/>
                    <a:pt x="41" y="1748"/>
                  </a:cubicBezTo>
                  <a:cubicBezTo>
                    <a:pt x="60" y="1648"/>
                    <a:pt x="80" y="1551"/>
                    <a:pt x="129" y="1459"/>
                  </a:cubicBezTo>
                  <a:cubicBezTo>
                    <a:pt x="162" y="1402"/>
                    <a:pt x="199" y="1358"/>
                    <a:pt x="244" y="1315"/>
                  </a:cubicBezTo>
                  <a:cubicBezTo>
                    <a:pt x="264" y="1296"/>
                    <a:pt x="289" y="1280"/>
                    <a:pt x="296" y="1257"/>
                  </a:cubicBezTo>
                  <a:cubicBezTo>
                    <a:pt x="318" y="1183"/>
                    <a:pt x="372" y="1134"/>
                    <a:pt x="434" y="1103"/>
                  </a:cubicBezTo>
                  <a:cubicBezTo>
                    <a:pt x="584" y="1028"/>
                    <a:pt x="739" y="963"/>
                    <a:pt x="892" y="893"/>
                  </a:cubicBezTo>
                  <a:cubicBezTo>
                    <a:pt x="935" y="875"/>
                    <a:pt x="973" y="849"/>
                    <a:pt x="1017" y="835"/>
                  </a:cubicBezTo>
                  <a:cubicBezTo>
                    <a:pt x="1106" y="806"/>
                    <a:pt x="1198" y="796"/>
                    <a:pt x="1293" y="791"/>
                  </a:cubicBezTo>
                  <a:cubicBezTo>
                    <a:pt x="1519" y="779"/>
                    <a:pt x="1744" y="752"/>
                    <a:pt x="1971" y="733"/>
                  </a:cubicBezTo>
                  <a:cubicBezTo>
                    <a:pt x="2057" y="725"/>
                    <a:pt x="2142" y="728"/>
                    <a:pt x="2226" y="713"/>
                  </a:cubicBezTo>
                  <a:cubicBezTo>
                    <a:pt x="2311" y="699"/>
                    <a:pt x="2395" y="675"/>
                    <a:pt x="2477" y="651"/>
                  </a:cubicBezTo>
                  <a:cubicBezTo>
                    <a:pt x="2796" y="554"/>
                    <a:pt x="3113" y="455"/>
                    <a:pt x="3432" y="356"/>
                  </a:cubicBezTo>
                  <a:cubicBezTo>
                    <a:pt x="3457" y="349"/>
                    <a:pt x="3482" y="334"/>
                    <a:pt x="3507" y="324"/>
                  </a:cubicBezTo>
                  <a:cubicBezTo>
                    <a:pt x="3606" y="292"/>
                    <a:pt x="3704" y="256"/>
                    <a:pt x="3805" y="227"/>
                  </a:cubicBezTo>
                  <a:cubicBezTo>
                    <a:pt x="4012" y="170"/>
                    <a:pt x="4222" y="121"/>
                    <a:pt x="4426" y="54"/>
                  </a:cubicBezTo>
                  <a:cubicBezTo>
                    <a:pt x="4570" y="7"/>
                    <a:pt x="4732" y="0"/>
                    <a:pt x="4889" y="19"/>
                  </a:cubicBezTo>
                  <a:cubicBezTo>
                    <a:pt x="4935" y="24"/>
                    <a:pt x="4982" y="28"/>
                    <a:pt x="5029" y="28"/>
                  </a:cubicBezTo>
                  <a:cubicBezTo>
                    <a:pt x="5111" y="27"/>
                    <a:pt x="5188" y="48"/>
                    <a:pt x="5250" y="94"/>
                  </a:cubicBezTo>
                  <a:cubicBezTo>
                    <a:pt x="5296" y="129"/>
                    <a:pt x="5345" y="143"/>
                    <a:pt x="5394" y="164"/>
                  </a:cubicBezTo>
                  <a:cubicBezTo>
                    <a:pt x="5519" y="214"/>
                    <a:pt x="5621" y="297"/>
                    <a:pt x="5715" y="390"/>
                  </a:cubicBezTo>
                  <a:cubicBezTo>
                    <a:pt x="5738" y="411"/>
                    <a:pt x="5764" y="430"/>
                    <a:pt x="5783" y="452"/>
                  </a:cubicBezTo>
                  <a:cubicBezTo>
                    <a:pt x="5800" y="471"/>
                    <a:pt x="5814" y="492"/>
                    <a:pt x="5838" y="524"/>
                  </a:cubicBezTo>
                  <a:cubicBezTo>
                    <a:pt x="5749" y="539"/>
                    <a:pt x="5678" y="553"/>
                    <a:pt x="5604" y="564"/>
                  </a:cubicBezTo>
                  <a:cubicBezTo>
                    <a:pt x="5535" y="575"/>
                    <a:pt x="5461" y="574"/>
                    <a:pt x="5398" y="601"/>
                  </a:cubicBezTo>
                  <a:cubicBezTo>
                    <a:pt x="5328" y="630"/>
                    <a:pt x="5269" y="685"/>
                    <a:pt x="5204" y="727"/>
                  </a:cubicBezTo>
                  <a:cubicBezTo>
                    <a:pt x="5158" y="755"/>
                    <a:pt x="5111" y="784"/>
                    <a:pt x="5064" y="810"/>
                  </a:cubicBezTo>
                  <a:cubicBezTo>
                    <a:pt x="4851" y="936"/>
                    <a:pt x="4632" y="1051"/>
                    <a:pt x="4426" y="1187"/>
                  </a:cubicBezTo>
                  <a:cubicBezTo>
                    <a:pt x="4231" y="1317"/>
                    <a:pt x="4043" y="1457"/>
                    <a:pt x="3828" y="1554"/>
                  </a:cubicBezTo>
                  <a:cubicBezTo>
                    <a:pt x="3803" y="1566"/>
                    <a:pt x="3786" y="1588"/>
                    <a:pt x="3762" y="1603"/>
                  </a:cubicBezTo>
                  <a:cubicBezTo>
                    <a:pt x="3740" y="1619"/>
                    <a:pt x="3716" y="1638"/>
                    <a:pt x="3691" y="1642"/>
                  </a:cubicBezTo>
                  <a:cubicBezTo>
                    <a:pt x="3440" y="1680"/>
                    <a:pt x="3192" y="1739"/>
                    <a:pt x="2935" y="1720"/>
                  </a:cubicBezTo>
                  <a:cubicBezTo>
                    <a:pt x="2859" y="1715"/>
                    <a:pt x="2775" y="1725"/>
                    <a:pt x="2703" y="1752"/>
                  </a:cubicBezTo>
                  <a:cubicBezTo>
                    <a:pt x="2591" y="1793"/>
                    <a:pt x="2470" y="1811"/>
                    <a:pt x="2363" y="1880"/>
                  </a:cubicBezTo>
                  <a:cubicBezTo>
                    <a:pt x="2288" y="1930"/>
                    <a:pt x="2192" y="1948"/>
                    <a:pt x="2107" y="1982"/>
                  </a:cubicBezTo>
                  <a:cubicBezTo>
                    <a:pt x="1954" y="2043"/>
                    <a:pt x="1800" y="2103"/>
                    <a:pt x="1675" y="2210"/>
                  </a:cubicBezTo>
                  <a:cubicBezTo>
                    <a:pt x="1632" y="2248"/>
                    <a:pt x="1586" y="2243"/>
                    <a:pt x="1544" y="2266"/>
                  </a:cubicBezTo>
                  <a:cubicBezTo>
                    <a:pt x="1493" y="2294"/>
                    <a:pt x="1444" y="2324"/>
                    <a:pt x="1392" y="2350"/>
                  </a:cubicBezTo>
                  <a:cubicBezTo>
                    <a:pt x="1330" y="2383"/>
                    <a:pt x="1268" y="2415"/>
                    <a:pt x="1203" y="2442"/>
                  </a:cubicBezTo>
                  <a:cubicBezTo>
                    <a:pt x="1179" y="2453"/>
                    <a:pt x="1150" y="2453"/>
                    <a:pt x="1124" y="2463"/>
                  </a:cubicBezTo>
                  <a:cubicBezTo>
                    <a:pt x="1092" y="2476"/>
                    <a:pt x="1060" y="2491"/>
                    <a:pt x="1033" y="2511"/>
                  </a:cubicBezTo>
                  <a:cubicBezTo>
                    <a:pt x="874" y="2636"/>
                    <a:pt x="715" y="2764"/>
                    <a:pt x="500" y="2787"/>
                  </a:cubicBezTo>
                  <a:cubicBezTo>
                    <a:pt x="461" y="2792"/>
                    <a:pt x="420" y="2806"/>
                    <a:pt x="382" y="2815"/>
                  </a:cubicBezTo>
                  <a:close/>
                  <a:moveTo>
                    <a:pt x="5472" y="334"/>
                  </a:moveTo>
                  <a:cubicBezTo>
                    <a:pt x="5421" y="287"/>
                    <a:pt x="5354" y="283"/>
                    <a:pt x="5289" y="277"/>
                  </a:cubicBezTo>
                  <a:cubicBezTo>
                    <a:pt x="5229" y="273"/>
                    <a:pt x="5168" y="280"/>
                    <a:pt x="5112" y="267"/>
                  </a:cubicBezTo>
                  <a:cubicBezTo>
                    <a:pt x="4996" y="241"/>
                    <a:pt x="4886" y="255"/>
                    <a:pt x="4778" y="297"/>
                  </a:cubicBezTo>
                  <a:cubicBezTo>
                    <a:pt x="4666" y="342"/>
                    <a:pt x="4553" y="388"/>
                    <a:pt x="4442" y="435"/>
                  </a:cubicBezTo>
                  <a:cubicBezTo>
                    <a:pt x="4327" y="483"/>
                    <a:pt x="4209" y="529"/>
                    <a:pt x="4098" y="585"/>
                  </a:cubicBezTo>
                  <a:cubicBezTo>
                    <a:pt x="3929" y="668"/>
                    <a:pt x="3765" y="763"/>
                    <a:pt x="3596" y="845"/>
                  </a:cubicBezTo>
                  <a:cubicBezTo>
                    <a:pt x="3524" y="881"/>
                    <a:pt x="3442" y="901"/>
                    <a:pt x="3362" y="923"/>
                  </a:cubicBezTo>
                  <a:cubicBezTo>
                    <a:pt x="3260" y="953"/>
                    <a:pt x="3157" y="978"/>
                    <a:pt x="3055" y="1008"/>
                  </a:cubicBezTo>
                  <a:cubicBezTo>
                    <a:pt x="2968" y="1034"/>
                    <a:pt x="2896" y="1081"/>
                    <a:pt x="2838" y="1156"/>
                  </a:cubicBezTo>
                  <a:cubicBezTo>
                    <a:pt x="2889" y="1228"/>
                    <a:pt x="2942" y="1189"/>
                    <a:pt x="2987" y="1164"/>
                  </a:cubicBezTo>
                  <a:cubicBezTo>
                    <a:pt x="3150" y="1075"/>
                    <a:pt x="3331" y="1037"/>
                    <a:pt x="3508" y="984"/>
                  </a:cubicBezTo>
                  <a:cubicBezTo>
                    <a:pt x="3591" y="959"/>
                    <a:pt x="3674" y="930"/>
                    <a:pt x="3750" y="887"/>
                  </a:cubicBezTo>
                  <a:cubicBezTo>
                    <a:pt x="4024" y="734"/>
                    <a:pt x="4312" y="610"/>
                    <a:pt x="4600" y="488"/>
                  </a:cubicBezTo>
                  <a:cubicBezTo>
                    <a:pt x="4783" y="411"/>
                    <a:pt x="4972" y="335"/>
                    <a:pt x="5181" y="387"/>
                  </a:cubicBezTo>
                  <a:cubicBezTo>
                    <a:pt x="5248" y="404"/>
                    <a:pt x="5322" y="389"/>
                    <a:pt x="5393" y="389"/>
                  </a:cubicBezTo>
                  <a:cubicBezTo>
                    <a:pt x="5429" y="391"/>
                    <a:pt x="5461" y="384"/>
                    <a:pt x="5472" y="334"/>
                  </a:cubicBezTo>
                  <a:close/>
                  <a:moveTo>
                    <a:pt x="2263" y="1363"/>
                  </a:moveTo>
                  <a:cubicBezTo>
                    <a:pt x="2238" y="1331"/>
                    <a:pt x="2230" y="1311"/>
                    <a:pt x="2220" y="1310"/>
                  </a:cubicBezTo>
                  <a:cubicBezTo>
                    <a:pt x="2097" y="1287"/>
                    <a:pt x="1970" y="1251"/>
                    <a:pt x="1852" y="1300"/>
                  </a:cubicBezTo>
                  <a:cubicBezTo>
                    <a:pt x="1617" y="1395"/>
                    <a:pt x="1370" y="1427"/>
                    <a:pt x="1120" y="1458"/>
                  </a:cubicBezTo>
                  <a:cubicBezTo>
                    <a:pt x="1033" y="1468"/>
                    <a:pt x="956" y="1500"/>
                    <a:pt x="880" y="1542"/>
                  </a:cubicBezTo>
                  <a:cubicBezTo>
                    <a:pt x="809" y="1582"/>
                    <a:pt x="811" y="1602"/>
                    <a:pt x="884" y="1673"/>
                  </a:cubicBezTo>
                  <a:cubicBezTo>
                    <a:pt x="1013" y="1613"/>
                    <a:pt x="1137" y="1537"/>
                    <a:pt x="1289" y="1535"/>
                  </a:cubicBezTo>
                  <a:cubicBezTo>
                    <a:pt x="1351" y="1534"/>
                    <a:pt x="1412" y="1511"/>
                    <a:pt x="1473" y="1498"/>
                  </a:cubicBezTo>
                  <a:cubicBezTo>
                    <a:pt x="1637" y="1459"/>
                    <a:pt x="1800" y="1416"/>
                    <a:pt x="1964" y="1383"/>
                  </a:cubicBezTo>
                  <a:cubicBezTo>
                    <a:pt x="2052" y="1367"/>
                    <a:pt x="2147" y="1369"/>
                    <a:pt x="2263" y="136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6" name="Google Shape;4026;p54"/>
            <p:cNvSpPr/>
            <p:nvPr/>
          </p:nvSpPr>
          <p:spPr>
            <a:xfrm>
              <a:off x="5007671" y="3211304"/>
              <a:ext cx="382071" cy="147950"/>
            </a:xfrm>
            <a:custGeom>
              <a:avLst/>
              <a:gdLst/>
              <a:ahLst/>
              <a:cxnLst/>
              <a:rect l="l" t="t" r="r" b="b"/>
              <a:pathLst>
                <a:path w="6265" h="2426" extrusionOk="0">
                  <a:moveTo>
                    <a:pt x="5847" y="207"/>
                  </a:moveTo>
                  <a:cubicBezTo>
                    <a:pt x="5618" y="341"/>
                    <a:pt x="5392" y="474"/>
                    <a:pt x="5164" y="604"/>
                  </a:cubicBezTo>
                  <a:cubicBezTo>
                    <a:pt x="5117" y="632"/>
                    <a:pt x="5066" y="658"/>
                    <a:pt x="5014" y="668"/>
                  </a:cubicBezTo>
                  <a:cubicBezTo>
                    <a:pt x="4811" y="709"/>
                    <a:pt x="4650" y="826"/>
                    <a:pt x="4482" y="934"/>
                  </a:cubicBezTo>
                  <a:cubicBezTo>
                    <a:pt x="4435" y="965"/>
                    <a:pt x="4402" y="1017"/>
                    <a:pt x="4361" y="1060"/>
                  </a:cubicBezTo>
                  <a:cubicBezTo>
                    <a:pt x="4402" y="1119"/>
                    <a:pt x="4448" y="1099"/>
                    <a:pt x="4489" y="1078"/>
                  </a:cubicBezTo>
                  <a:cubicBezTo>
                    <a:pt x="4542" y="1051"/>
                    <a:pt x="4597" y="1024"/>
                    <a:pt x="4640" y="985"/>
                  </a:cubicBezTo>
                  <a:cubicBezTo>
                    <a:pt x="4765" y="864"/>
                    <a:pt x="4928" y="814"/>
                    <a:pt x="5082" y="745"/>
                  </a:cubicBezTo>
                  <a:cubicBezTo>
                    <a:pt x="5302" y="643"/>
                    <a:pt x="5523" y="543"/>
                    <a:pt x="5727" y="410"/>
                  </a:cubicBezTo>
                  <a:cubicBezTo>
                    <a:pt x="5811" y="356"/>
                    <a:pt x="5911" y="327"/>
                    <a:pt x="6011" y="282"/>
                  </a:cubicBezTo>
                  <a:cubicBezTo>
                    <a:pt x="6063" y="346"/>
                    <a:pt x="6115" y="405"/>
                    <a:pt x="6165" y="466"/>
                  </a:cubicBezTo>
                  <a:cubicBezTo>
                    <a:pt x="6063" y="661"/>
                    <a:pt x="5914" y="786"/>
                    <a:pt x="5730" y="874"/>
                  </a:cubicBezTo>
                  <a:cubicBezTo>
                    <a:pt x="5581" y="946"/>
                    <a:pt x="5429" y="1020"/>
                    <a:pt x="5289" y="1109"/>
                  </a:cubicBezTo>
                  <a:cubicBezTo>
                    <a:pt x="5239" y="1140"/>
                    <a:pt x="5203" y="1208"/>
                    <a:pt x="5182" y="1268"/>
                  </a:cubicBezTo>
                  <a:cubicBezTo>
                    <a:pt x="5158" y="1334"/>
                    <a:pt x="5134" y="1393"/>
                    <a:pt x="5085" y="1439"/>
                  </a:cubicBezTo>
                  <a:cubicBezTo>
                    <a:pt x="4937" y="1576"/>
                    <a:pt x="4778" y="1694"/>
                    <a:pt x="4588" y="1770"/>
                  </a:cubicBezTo>
                  <a:cubicBezTo>
                    <a:pt x="4563" y="1780"/>
                    <a:pt x="4538" y="1796"/>
                    <a:pt x="4497" y="1818"/>
                  </a:cubicBezTo>
                  <a:cubicBezTo>
                    <a:pt x="4563" y="1857"/>
                    <a:pt x="4604" y="1836"/>
                    <a:pt x="4647" y="1822"/>
                  </a:cubicBezTo>
                  <a:cubicBezTo>
                    <a:pt x="4795" y="1774"/>
                    <a:pt x="4914" y="1674"/>
                    <a:pt x="5040" y="1587"/>
                  </a:cubicBezTo>
                  <a:cubicBezTo>
                    <a:pt x="5163" y="1501"/>
                    <a:pt x="5255" y="1387"/>
                    <a:pt x="5335" y="1259"/>
                  </a:cubicBezTo>
                  <a:cubicBezTo>
                    <a:pt x="5364" y="1212"/>
                    <a:pt x="5415" y="1173"/>
                    <a:pt x="5464" y="1145"/>
                  </a:cubicBezTo>
                  <a:cubicBezTo>
                    <a:pt x="5558" y="1088"/>
                    <a:pt x="5663" y="1047"/>
                    <a:pt x="5755" y="987"/>
                  </a:cubicBezTo>
                  <a:cubicBezTo>
                    <a:pt x="5872" y="910"/>
                    <a:pt x="5981" y="822"/>
                    <a:pt x="6096" y="736"/>
                  </a:cubicBezTo>
                  <a:cubicBezTo>
                    <a:pt x="6125" y="779"/>
                    <a:pt x="6026" y="849"/>
                    <a:pt x="6129" y="887"/>
                  </a:cubicBezTo>
                  <a:cubicBezTo>
                    <a:pt x="6154" y="866"/>
                    <a:pt x="6188" y="838"/>
                    <a:pt x="6231" y="802"/>
                  </a:cubicBezTo>
                  <a:cubicBezTo>
                    <a:pt x="6243" y="824"/>
                    <a:pt x="6264" y="845"/>
                    <a:pt x="6262" y="860"/>
                  </a:cubicBezTo>
                  <a:cubicBezTo>
                    <a:pt x="6221" y="1050"/>
                    <a:pt x="6215" y="1253"/>
                    <a:pt x="6032" y="1386"/>
                  </a:cubicBezTo>
                  <a:cubicBezTo>
                    <a:pt x="5937" y="1454"/>
                    <a:pt x="5859" y="1544"/>
                    <a:pt x="5773" y="1624"/>
                  </a:cubicBezTo>
                  <a:cubicBezTo>
                    <a:pt x="5765" y="1632"/>
                    <a:pt x="5755" y="1638"/>
                    <a:pt x="5745" y="1643"/>
                  </a:cubicBezTo>
                  <a:cubicBezTo>
                    <a:pt x="5526" y="1755"/>
                    <a:pt x="5325" y="1899"/>
                    <a:pt x="5090" y="1980"/>
                  </a:cubicBezTo>
                  <a:cubicBezTo>
                    <a:pt x="5066" y="1987"/>
                    <a:pt x="5047" y="2010"/>
                    <a:pt x="5028" y="2028"/>
                  </a:cubicBezTo>
                  <a:cubicBezTo>
                    <a:pt x="4947" y="2101"/>
                    <a:pt x="4861" y="2149"/>
                    <a:pt x="4745" y="2153"/>
                  </a:cubicBezTo>
                  <a:cubicBezTo>
                    <a:pt x="4614" y="2156"/>
                    <a:pt x="4482" y="2183"/>
                    <a:pt x="4350" y="2199"/>
                  </a:cubicBezTo>
                  <a:cubicBezTo>
                    <a:pt x="4167" y="2219"/>
                    <a:pt x="3988" y="2272"/>
                    <a:pt x="3803" y="2255"/>
                  </a:cubicBezTo>
                  <a:cubicBezTo>
                    <a:pt x="3634" y="2239"/>
                    <a:pt x="3471" y="2283"/>
                    <a:pt x="3306" y="2304"/>
                  </a:cubicBezTo>
                  <a:cubicBezTo>
                    <a:pt x="3152" y="2323"/>
                    <a:pt x="2994" y="2316"/>
                    <a:pt x="2839" y="2319"/>
                  </a:cubicBezTo>
                  <a:cubicBezTo>
                    <a:pt x="2811" y="2319"/>
                    <a:pt x="2783" y="2313"/>
                    <a:pt x="2757" y="2314"/>
                  </a:cubicBezTo>
                  <a:cubicBezTo>
                    <a:pt x="2373" y="2337"/>
                    <a:pt x="1987" y="2358"/>
                    <a:pt x="1604" y="2380"/>
                  </a:cubicBezTo>
                  <a:cubicBezTo>
                    <a:pt x="1587" y="2381"/>
                    <a:pt x="1570" y="2373"/>
                    <a:pt x="1537" y="2364"/>
                  </a:cubicBezTo>
                  <a:cubicBezTo>
                    <a:pt x="1558" y="2340"/>
                    <a:pt x="1567" y="2323"/>
                    <a:pt x="1581" y="2316"/>
                  </a:cubicBezTo>
                  <a:cubicBezTo>
                    <a:pt x="1695" y="2255"/>
                    <a:pt x="1806" y="2191"/>
                    <a:pt x="1923" y="2137"/>
                  </a:cubicBezTo>
                  <a:cubicBezTo>
                    <a:pt x="2082" y="2064"/>
                    <a:pt x="2245" y="2001"/>
                    <a:pt x="2404" y="1929"/>
                  </a:cubicBezTo>
                  <a:cubicBezTo>
                    <a:pt x="2492" y="1890"/>
                    <a:pt x="2575" y="1837"/>
                    <a:pt x="2661" y="1791"/>
                  </a:cubicBezTo>
                  <a:cubicBezTo>
                    <a:pt x="2734" y="1751"/>
                    <a:pt x="2809" y="1711"/>
                    <a:pt x="2887" y="1669"/>
                  </a:cubicBezTo>
                  <a:cubicBezTo>
                    <a:pt x="2814" y="1611"/>
                    <a:pt x="2820" y="1620"/>
                    <a:pt x="2758" y="1661"/>
                  </a:cubicBezTo>
                  <a:cubicBezTo>
                    <a:pt x="2690" y="1704"/>
                    <a:pt x="2612" y="1731"/>
                    <a:pt x="2535" y="1759"/>
                  </a:cubicBezTo>
                  <a:cubicBezTo>
                    <a:pt x="2284" y="1847"/>
                    <a:pt x="2043" y="1955"/>
                    <a:pt x="1817" y="2096"/>
                  </a:cubicBezTo>
                  <a:cubicBezTo>
                    <a:pt x="1684" y="2178"/>
                    <a:pt x="1555" y="2267"/>
                    <a:pt x="1422" y="2350"/>
                  </a:cubicBezTo>
                  <a:cubicBezTo>
                    <a:pt x="1396" y="2365"/>
                    <a:pt x="1363" y="2374"/>
                    <a:pt x="1333" y="2376"/>
                  </a:cubicBezTo>
                  <a:cubicBezTo>
                    <a:pt x="1154" y="2393"/>
                    <a:pt x="973" y="2413"/>
                    <a:pt x="794" y="2420"/>
                  </a:cubicBezTo>
                  <a:cubicBezTo>
                    <a:pt x="599" y="2426"/>
                    <a:pt x="401" y="2419"/>
                    <a:pt x="206" y="2415"/>
                  </a:cubicBezTo>
                  <a:lnTo>
                    <a:pt x="0" y="2415"/>
                  </a:lnTo>
                  <a:cubicBezTo>
                    <a:pt x="16" y="2394"/>
                    <a:pt x="25" y="2373"/>
                    <a:pt x="41" y="2362"/>
                  </a:cubicBezTo>
                  <a:cubicBezTo>
                    <a:pt x="160" y="2291"/>
                    <a:pt x="276" y="2211"/>
                    <a:pt x="425" y="2222"/>
                  </a:cubicBezTo>
                  <a:cubicBezTo>
                    <a:pt x="470" y="2226"/>
                    <a:pt x="516" y="2204"/>
                    <a:pt x="562" y="2196"/>
                  </a:cubicBezTo>
                  <a:cubicBezTo>
                    <a:pt x="809" y="2158"/>
                    <a:pt x="1023" y="2028"/>
                    <a:pt x="1253" y="1941"/>
                  </a:cubicBezTo>
                  <a:cubicBezTo>
                    <a:pt x="1416" y="1879"/>
                    <a:pt x="1557" y="1779"/>
                    <a:pt x="1709" y="1699"/>
                  </a:cubicBezTo>
                  <a:cubicBezTo>
                    <a:pt x="1760" y="1673"/>
                    <a:pt x="1798" y="1626"/>
                    <a:pt x="1848" y="1596"/>
                  </a:cubicBezTo>
                  <a:cubicBezTo>
                    <a:pt x="2054" y="1475"/>
                    <a:pt x="2263" y="1360"/>
                    <a:pt x="2470" y="1242"/>
                  </a:cubicBezTo>
                  <a:cubicBezTo>
                    <a:pt x="2476" y="1238"/>
                    <a:pt x="2484" y="1234"/>
                    <a:pt x="2489" y="1229"/>
                  </a:cubicBezTo>
                  <a:cubicBezTo>
                    <a:pt x="2641" y="1056"/>
                    <a:pt x="2845" y="962"/>
                    <a:pt x="3051" y="877"/>
                  </a:cubicBezTo>
                  <a:cubicBezTo>
                    <a:pt x="3292" y="777"/>
                    <a:pt x="3524" y="655"/>
                    <a:pt x="3782" y="594"/>
                  </a:cubicBezTo>
                  <a:cubicBezTo>
                    <a:pt x="3956" y="554"/>
                    <a:pt x="4123" y="478"/>
                    <a:pt x="4294" y="423"/>
                  </a:cubicBezTo>
                  <a:cubicBezTo>
                    <a:pt x="4395" y="391"/>
                    <a:pt x="4499" y="372"/>
                    <a:pt x="4601" y="341"/>
                  </a:cubicBezTo>
                  <a:cubicBezTo>
                    <a:pt x="4675" y="318"/>
                    <a:pt x="4750" y="292"/>
                    <a:pt x="4817" y="252"/>
                  </a:cubicBezTo>
                  <a:cubicBezTo>
                    <a:pt x="4943" y="179"/>
                    <a:pt x="5062" y="93"/>
                    <a:pt x="5200" y="1"/>
                  </a:cubicBezTo>
                  <a:cubicBezTo>
                    <a:pt x="5271" y="11"/>
                    <a:pt x="5363" y="24"/>
                    <a:pt x="5454" y="40"/>
                  </a:cubicBezTo>
                  <a:cubicBezTo>
                    <a:pt x="5485" y="45"/>
                    <a:pt x="5516" y="51"/>
                    <a:pt x="5545" y="63"/>
                  </a:cubicBezTo>
                  <a:cubicBezTo>
                    <a:pt x="5643" y="110"/>
                    <a:pt x="5739" y="157"/>
                    <a:pt x="5847" y="207"/>
                  </a:cubicBezTo>
                  <a:close/>
                  <a:moveTo>
                    <a:pt x="3038" y="1523"/>
                  </a:moveTo>
                  <a:cubicBezTo>
                    <a:pt x="3141" y="1540"/>
                    <a:pt x="3203" y="1499"/>
                    <a:pt x="3263" y="1457"/>
                  </a:cubicBezTo>
                  <a:cubicBezTo>
                    <a:pt x="3368" y="1382"/>
                    <a:pt x="3483" y="1344"/>
                    <a:pt x="3612" y="1330"/>
                  </a:cubicBezTo>
                  <a:cubicBezTo>
                    <a:pt x="3696" y="1321"/>
                    <a:pt x="3778" y="1290"/>
                    <a:pt x="3861" y="1267"/>
                  </a:cubicBezTo>
                  <a:cubicBezTo>
                    <a:pt x="3897" y="1257"/>
                    <a:pt x="3921" y="1236"/>
                    <a:pt x="3921" y="1197"/>
                  </a:cubicBezTo>
                  <a:cubicBezTo>
                    <a:pt x="3791" y="1213"/>
                    <a:pt x="3665" y="1238"/>
                    <a:pt x="3541" y="1244"/>
                  </a:cubicBezTo>
                  <a:cubicBezTo>
                    <a:pt x="3330" y="1254"/>
                    <a:pt x="3198" y="1390"/>
                    <a:pt x="3038" y="15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7" name="Google Shape;4027;p54"/>
            <p:cNvSpPr/>
            <p:nvPr/>
          </p:nvSpPr>
          <p:spPr>
            <a:xfrm>
              <a:off x="4936317" y="3779936"/>
              <a:ext cx="364385" cy="86233"/>
            </a:xfrm>
            <a:custGeom>
              <a:avLst/>
              <a:gdLst/>
              <a:ahLst/>
              <a:cxnLst/>
              <a:rect l="l" t="t" r="r" b="b"/>
              <a:pathLst>
                <a:path w="5975" h="1414" extrusionOk="0">
                  <a:moveTo>
                    <a:pt x="3145" y="469"/>
                  </a:moveTo>
                  <a:cubicBezTo>
                    <a:pt x="3076" y="469"/>
                    <a:pt x="3007" y="468"/>
                    <a:pt x="2936" y="469"/>
                  </a:cubicBezTo>
                  <a:cubicBezTo>
                    <a:pt x="2870" y="471"/>
                    <a:pt x="2803" y="477"/>
                    <a:pt x="2737" y="478"/>
                  </a:cubicBezTo>
                  <a:cubicBezTo>
                    <a:pt x="2460" y="488"/>
                    <a:pt x="2182" y="469"/>
                    <a:pt x="1903" y="494"/>
                  </a:cubicBezTo>
                  <a:cubicBezTo>
                    <a:pt x="1580" y="524"/>
                    <a:pt x="1252" y="528"/>
                    <a:pt x="926" y="533"/>
                  </a:cubicBezTo>
                  <a:cubicBezTo>
                    <a:pt x="793" y="534"/>
                    <a:pt x="659" y="492"/>
                    <a:pt x="527" y="502"/>
                  </a:cubicBezTo>
                  <a:cubicBezTo>
                    <a:pt x="372" y="514"/>
                    <a:pt x="307" y="416"/>
                    <a:pt x="217" y="318"/>
                  </a:cubicBezTo>
                  <a:cubicBezTo>
                    <a:pt x="311" y="285"/>
                    <a:pt x="396" y="288"/>
                    <a:pt x="482" y="297"/>
                  </a:cubicBezTo>
                  <a:cubicBezTo>
                    <a:pt x="738" y="323"/>
                    <a:pt x="992" y="313"/>
                    <a:pt x="1248" y="298"/>
                  </a:cubicBezTo>
                  <a:cubicBezTo>
                    <a:pt x="1448" y="285"/>
                    <a:pt x="1649" y="295"/>
                    <a:pt x="1851" y="290"/>
                  </a:cubicBezTo>
                  <a:cubicBezTo>
                    <a:pt x="2091" y="285"/>
                    <a:pt x="2330" y="276"/>
                    <a:pt x="2569" y="264"/>
                  </a:cubicBezTo>
                  <a:cubicBezTo>
                    <a:pt x="2645" y="261"/>
                    <a:pt x="2719" y="242"/>
                    <a:pt x="2793" y="228"/>
                  </a:cubicBezTo>
                  <a:lnTo>
                    <a:pt x="2793" y="202"/>
                  </a:lnTo>
                  <a:cubicBezTo>
                    <a:pt x="2757" y="200"/>
                    <a:pt x="2723" y="194"/>
                    <a:pt x="2687" y="195"/>
                  </a:cubicBezTo>
                  <a:cubicBezTo>
                    <a:pt x="2507" y="198"/>
                    <a:pt x="2326" y="201"/>
                    <a:pt x="2144" y="207"/>
                  </a:cubicBezTo>
                  <a:cubicBezTo>
                    <a:pt x="2029" y="211"/>
                    <a:pt x="1911" y="222"/>
                    <a:pt x="1795" y="225"/>
                  </a:cubicBezTo>
                  <a:cubicBezTo>
                    <a:pt x="1468" y="231"/>
                    <a:pt x="1142" y="237"/>
                    <a:pt x="814" y="236"/>
                  </a:cubicBezTo>
                  <a:cubicBezTo>
                    <a:pt x="650" y="235"/>
                    <a:pt x="486" y="216"/>
                    <a:pt x="321" y="207"/>
                  </a:cubicBezTo>
                  <a:cubicBezTo>
                    <a:pt x="255" y="203"/>
                    <a:pt x="188" y="207"/>
                    <a:pt x="118" y="207"/>
                  </a:cubicBezTo>
                  <a:cubicBezTo>
                    <a:pt x="78" y="159"/>
                    <a:pt x="40" y="110"/>
                    <a:pt x="1" y="59"/>
                  </a:cubicBezTo>
                  <a:cubicBezTo>
                    <a:pt x="137" y="59"/>
                    <a:pt x="260" y="0"/>
                    <a:pt x="384" y="53"/>
                  </a:cubicBezTo>
                  <a:cubicBezTo>
                    <a:pt x="406" y="63"/>
                    <a:pt x="438" y="53"/>
                    <a:pt x="464" y="52"/>
                  </a:cubicBezTo>
                  <a:cubicBezTo>
                    <a:pt x="480" y="51"/>
                    <a:pt x="497" y="38"/>
                    <a:pt x="508" y="43"/>
                  </a:cubicBezTo>
                  <a:cubicBezTo>
                    <a:pt x="730" y="125"/>
                    <a:pt x="961" y="74"/>
                    <a:pt x="1186" y="90"/>
                  </a:cubicBezTo>
                  <a:cubicBezTo>
                    <a:pt x="1454" y="111"/>
                    <a:pt x="1724" y="130"/>
                    <a:pt x="1992" y="146"/>
                  </a:cubicBezTo>
                  <a:cubicBezTo>
                    <a:pt x="2067" y="150"/>
                    <a:pt x="2140" y="139"/>
                    <a:pt x="2215" y="136"/>
                  </a:cubicBezTo>
                  <a:cubicBezTo>
                    <a:pt x="2253" y="135"/>
                    <a:pt x="2293" y="131"/>
                    <a:pt x="2332" y="136"/>
                  </a:cubicBezTo>
                  <a:cubicBezTo>
                    <a:pt x="2527" y="164"/>
                    <a:pt x="2722" y="151"/>
                    <a:pt x="2917" y="133"/>
                  </a:cubicBezTo>
                  <a:cubicBezTo>
                    <a:pt x="2978" y="126"/>
                    <a:pt x="3041" y="126"/>
                    <a:pt x="3104" y="128"/>
                  </a:cubicBezTo>
                  <a:cubicBezTo>
                    <a:pt x="3270" y="131"/>
                    <a:pt x="3438" y="140"/>
                    <a:pt x="3604" y="143"/>
                  </a:cubicBezTo>
                  <a:cubicBezTo>
                    <a:pt x="3667" y="144"/>
                    <a:pt x="3729" y="139"/>
                    <a:pt x="3791" y="130"/>
                  </a:cubicBezTo>
                  <a:cubicBezTo>
                    <a:pt x="3953" y="104"/>
                    <a:pt x="4112" y="140"/>
                    <a:pt x="4272" y="154"/>
                  </a:cubicBezTo>
                  <a:cubicBezTo>
                    <a:pt x="4413" y="164"/>
                    <a:pt x="4553" y="161"/>
                    <a:pt x="4694" y="133"/>
                  </a:cubicBezTo>
                  <a:cubicBezTo>
                    <a:pt x="4758" y="120"/>
                    <a:pt x="4825" y="131"/>
                    <a:pt x="4892" y="133"/>
                  </a:cubicBezTo>
                  <a:cubicBezTo>
                    <a:pt x="4934" y="133"/>
                    <a:pt x="4982" y="145"/>
                    <a:pt x="5020" y="130"/>
                  </a:cubicBezTo>
                  <a:cubicBezTo>
                    <a:pt x="5187" y="67"/>
                    <a:pt x="5356" y="73"/>
                    <a:pt x="5528" y="105"/>
                  </a:cubicBezTo>
                  <a:cubicBezTo>
                    <a:pt x="5535" y="107"/>
                    <a:pt x="5543" y="111"/>
                    <a:pt x="5551" y="111"/>
                  </a:cubicBezTo>
                  <a:cubicBezTo>
                    <a:pt x="5662" y="97"/>
                    <a:pt x="5773" y="82"/>
                    <a:pt x="5884" y="68"/>
                  </a:cubicBezTo>
                  <a:cubicBezTo>
                    <a:pt x="5910" y="63"/>
                    <a:pt x="5937" y="63"/>
                    <a:pt x="5974" y="61"/>
                  </a:cubicBezTo>
                  <a:cubicBezTo>
                    <a:pt x="5935" y="156"/>
                    <a:pt x="5851" y="157"/>
                    <a:pt x="5787" y="175"/>
                  </a:cubicBezTo>
                  <a:cubicBezTo>
                    <a:pt x="5641" y="216"/>
                    <a:pt x="5489" y="238"/>
                    <a:pt x="5341" y="274"/>
                  </a:cubicBezTo>
                  <a:cubicBezTo>
                    <a:pt x="5207" y="307"/>
                    <a:pt x="5074" y="334"/>
                    <a:pt x="4935" y="325"/>
                  </a:cubicBezTo>
                  <a:cubicBezTo>
                    <a:pt x="4915" y="324"/>
                    <a:pt x="4895" y="336"/>
                    <a:pt x="4866" y="345"/>
                  </a:cubicBezTo>
                  <a:cubicBezTo>
                    <a:pt x="4904" y="399"/>
                    <a:pt x="4952" y="390"/>
                    <a:pt x="4991" y="387"/>
                  </a:cubicBezTo>
                  <a:cubicBezTo>
                    <a:pt x="5120" y="378"/>
                    <a:pt x="5249" y="366"/>
                    <a:pt x="5378" y="347"/>
                  </a:cubicBezTo>
                  <a:cubicBezTo>
                    <a:pt x="5536" y="323"/>
                    <a:pt x="5695" y="290"/>
                    <a:pt x="5852" y="261"/>
                  </a:cubicBezTo>
                  <a:cubicBezTo>
                    <a:pt x="5868" y="258"/>
                    <a:pt x="5883" y="261"/>
                    <a:pt x="5915" y="261"/>
                  </a:cubicBezTo>
                  <a:cubicBezTo>
                    <a:pt x="5867" y="318"/>
                    <a:pt x="5828" y="364"/>
                    <a:pt x="5786" y="414"/>
                  </a:cubicBezTo>
                  <a:cubicBezTo>
                    <a:pt x="5753" y="398"/>
                    <a:pt x="5726" y="386"/>
                    <a:pt x="5693" y="369"/>
                  </a:cubicBezTo>
                  <a:cubicBezTo>
                    <a:pt x="5656" y="400"/>
                    <a:pt x="5617" y="432"/>
                    <a:pt x="5579" y="466"/>
                  </a:cubicBezTo>
                  <a:cubicBezTo>
                    <a:pt x="5487" y="542"/>
                    <a:pt x="5373" y="560"/>
                    <a:pt x="5262" y="581"/>
                  </a:cubicBezTo>
                  <a:cubicBezTo>
                    <a:pt x="5078" y="619"/>
                    <a:pt x="4891" y="647"/>
                    <a:pt x="4701" y="649"/>
                  </a:cubicBezTo>
                  <a:cubicBezTo>
                    <a:pt x="4656" y="649"/>
                    <a:pt x="4612" y="670"/>
                    <a:pt x="4564" y="681"/>
                  </a:cubicBezTo>
                  <a:cubicBezTo>
                    <a:pt x="4582" y="743"/>
                    <a:pt x="4625" y="728"/>
                    <a:pt x="4653" y="724"/>
                  </a:cubicBezTo>
                  <a:cubicBezTo>
                    <a:pt x="4860" y="708"/>
                    <a:pt x="5068" y="692"/>
                    <a:pt x="5274" y="667"/>
                  </a:cubicBezTo>
                  <a:cubicBezTo>
                    <a:pt x="5362" y="657"/>
                    <a:pt x="5448" y="626"/>
                    <a:pt x="5546" y="621"/>
                  </a:cubicBezTo>
                  <a:cubicBezTo>
                    <a:pt x="5483" y="687"/>
                    <a:pt x="5419" y="751"/>
                    <a:pt x="5335" y="841"/>
                  </a:cubicBezTo>
                  <a:cubicBezTo>
                    <a:pt x="5315" y="806"/>
                    <a:pt x="5305" y="781"/>
                    <a:pt x="5288" y="760"/>
                  </a:cubicBezTo>
                  <a:cubicBezTo>
                    <a:pt x="5247" y="712"/>
                    <a:pt x="5213" y="711"/>
                    <a:pt x="5175" y="763"/>
                  </a:cubicBezTo>
                  <a:cubicBezTo>
                    <a:pt x="5085" y="886"/>
                    <a:pt x="4956" y="928"/>
                    <a:pt x="4817" y="962"/>
                  </a:cubicBezTo>
                  <a:cubicBezTo>
                    <a:pt x="4607" y="1011"/>
                    <a:pt x="4401" y="1075"/>
                    <a:pt x="4194" y="1132"/>
                  </a:cubicBezTo>
                  <a:cubicBezTo>
                    <a:pt x="4162" y="1141"/>
                    <a:pt x="4128" y="1141"/>
                    <a:pt x="4083" y="1146"/>
                  </a:cubicBezTo>
                  <a:cubicBezTo>
                    <a:pt x="4082" y="1156"/>
                    <a:pt x="4080" y="1178"/>
                    <a:pt x="4075" y="1215"/>
                  </a:cubicBezTo>
                  <a:cubicBezTo>
                    <a:pt x="4001" y="1215"/>
                    <a:pt x="3924" y="1212"/>
                    <a:pt x="3847" y="1215"/>
                  </a:cubicBezTo>
                  <a:cubicBezTo>
                    <a:pt x="3620" y="1224"/>
                    <a:pt x="3392" y="1233"/>
                    <a:pt x="3166" y="1245"/>
                  </a:cubicBezTo>
                  <a:cubicBezTo>
                    <a:pt x="3028" y="1253"/>
                    <a:pt x="2891" y="1267"/>
                    <a:pt x="2755" y="1275"/>
                  </a:cubicBezTo>
                  <a:cubicBezTo>
                    <a:pt x="2528" y="1287"/>
                    <a:pt x="2302" y="1297"/>
                    <a:pt x="2076" y="1311"/>
                  </a:cubicBezTo>
                  <a:cubicBezTo>
                    <a:pt x="1983" y="1316"/>
                    <a:pt x="1886" y="1314"/>
                    <a:pt x="1832" y="1413"/>
                  </a:cubicBezTo>
                  <a:cubicBezTo>
                    <a:pt x="1768" y="1413"/>
                    <a:pt x="1713" y="1403"/>
                    <a:pt x="1669" y="1353"/>
                  </a:cubicBezTo>
                  <a:cubicBezTo>
                    <a:pt x="1656" y="1338"/>
                    <a:pt x="1638" y="1324"/>
                    <a:pt x="1621" y="1319"/>
                  </a:cubicBezTo>
                  <a:cubicBezTo>
                    <a:pt x="1442" y="1268"/>
                    <a:pt x="1320" y="1132"/>
                    <a:pt x="1177" y="1026"/>
                  </a:cubicBezTo>
                  <a:cubicBezTo>
                    <a:pt x="1142" y="1001"/>
                    <a:pt x="1100" y="986"/>
                    <a:pt x="1062" y="968"/>
                  </a:cubicBezTo>
                  <a:cubicBezTo>
                    <a:pt x="1014" y="944"/>
                    <a:pt x="968" y="920"/>
                    <a:pt x="921" y="896"/>
                  </a:cubicBezTo>
                  <a:cubicBezTo>
                    <a:pt x="922" y="888"/>
                    <a:pt x="925" y="881"/>
                    <a:pt x="926" y="873"/>
                  </a:cubicBezTo>
                  <a:cubicBezTo>
                    <a:pt x="946" y="868"/>
                    <a:pt x="966" y="859"/>
                    <a:pt x="986" y="857"/>
                  </a:cubicBezTo>
                  <a:cubicBezTo>
                    <a:pt x="1096" y="853"/>
                    <a:pt x="1206" y="847"/>
                    <a:pt x="1315" y="848"/>
                  </a:cubicBezTo>
                  <a:cubicBezTo>
                    <a:pt x="1392" y="848"/>
                    <a:pt x="1471" y="866"/>
                    <a:pt x="1549" y="863"/>
                  </a:cubicBezTo>
                  <a:cubicBezTo>
                    <a:pt x="1714" y="857"/>
                    <a:pt x="1878" y="848"/>
                    <a:pt x="2044" y="836"/>
                  </a:cubicBezTo>
                  <a:cubicBezTo>
                    <a:pt x="2349" y="811"/>
                    <a:pt x="2654" y="777"/>
                    <a:pt x="2960" y="759"/>
                  </a:cubicBezTo>
                  <a:cubicBezTo>
                    <a:pt x="3140" y="749"/>
                    <a:pt x="3321" y="765"/>
                    <a:pt x="3502" y="769"/>
                  </a:cubicBezTo>
                  <a:cubicBezTo>
                    <a:pt x="3550" y="771"/>
                    <a:pt x="3600" y="769"/>
                    <a:pt x="3649" y="769"/>
                  </a:cubicBezTo>
                  <a:lnTo>
                    <a:pt x="3657" y="746"/>
                  </a:lnTo>
                  <a:cubicBezTo>
                    <a:pt x="3637" y="734"/>
                    <a:pt x="3620" y="710"/>
                    <a:pt x="3600" y="709"/>
                  </a:cubicBezTo>
                  <a:cubicBezTo>
                    <a:pt x="3357" y="705"/>
                    <a:pt x="3114" y="693"/>
                    <a:pt x="2871" y="704"/>
                  </a:cubicBezTo>
                  <a:cubicBezTo>
                    <a:pt x="2522" y="720"/>
                    <a:pt x="2173" y="758"/>
                    <a:pt x="1824" y="779"/>
                  </a:cubicBezTo>
                  <a:cubicBezTo>
                    <a:pt x="1688" y="786"/>
                    <a:pt x="1550" y="768"/>
                    <a:pt x="1413" y="763"/>
                  </a:cubicBezTo>
                  <a:cubicBezTo>
                    <a:pt x="1299" y="759"/>
                    <a:pt x="1186" y="756"/>
                    <a:pt x="1072" y="754"/>
                  </a:cubicBezTo>
                  <a:cubicBezTo>
                    <a:pt x="1024" y="753"/>
                    <a:pt x="978" y="749"/>
                    <a:pt x="931" y="748"/>
                  </a:cubicBezTo>
                  <a:cubicBezTo>
                    <a:pt x="900" y="748"/>
                    <a:pt x="869" y="748"/>
                    <a:pt x="838" y="751"/>
                  </a:cubicBezTo>
                  <a:cubicBezTo>
                    <a:pt x="802" y="756"/>
                    <a:pt x="771" y="811"/>
                    <a:pt x="731" y="776"/>
                  </a:cubicBezTo>
                  <a:cubicBezTo>
                    <a:pt x="678" y="729"/>
                    <a:pt x="596" y="707"/>
                    <a:pt x="578" y="612"/>
                  </a:cubicBezTo>
                  <a:cubicBezTo>
                    <a:pt x="660" y="587"/>
                    <a:pt x="741" y="605"/>
                    <a:pt x="819" y="603"/>
                  </a:cubicBezTo>
                  <a:cubicBezTo>
                    <a:pt x="996" y="600"/>
                    <a:pt x="1172" y="592"/>
                    <a:pt x="1349" y="586"/>
                  </a:cubicBezTo>
                  <a:cubicBezTo>
                    <a:pt x="1423" y="584"/>
                    <a:pt x="1499" y="585"/>
                    <a:pt x="1574" y="580"/>
                  </a:cubicBezTo>
                  <a:cubicBezTo>
                    <a:pt x="1776" y="566"/>
                    <a:pt x="1980" y="544"/>
                    <a:pt x="2184" y="538"/>
                  </a:cubicBezTo>
                  <a:cubicBezTo>
                    <a:pt x="2348" y="533"/>
                    <a:pt x="2512" y="548"/>
                    <a:pt x="2675" y="546"/>
                  </a:cubicBezTo>
                  <a:cubicBezTo>
                    <a:pt x="2809" y="545"/>
                    <a:pt x="2942" y="531"/>
                    <a:pt x="3075" y="521"/>
                  </a:cubicBezTo>
                  <a:cubicBezTo>
                    <a:pt x="3099" y="520"/>
                    <a:pt x="3124" y="509"/>
                    <a:pt x="3147" y="500"/>
                  </a:cubicBezTo>
                  <a:cubicBezTo>
                    <a:pt x="3147" y="489"/>
                    <a:pt x="3146" y="479"/>
                    <a:pt x="3145" y="469"/>
                  </a:cubicBezTo>
                  <a:close/>
                  <a:moveTo>
                    <a:pt x="1350" y="1014"/>
                  </a:moveTo>
                  <a:cubicBezTo>
                    <a:pt x="1359" y="1060"/>
                    <a:pt x="1372" y="1093"/>
                    <a:pt x="1422" y="1094"/>
                  </a:cubicBezTo>
                  <a:cubicBezTo>
                    <a:pt x="1500" y="1098"/>
                    <a:pt x="1580" y="1111"/>
                    <a:pt x="1657" y="1107"/>
                  </a:cubicBezTo>
                  <a:cubicBezTo>
                    <a:pt x="1826" y="1099"/>
                    <a:pt x="1994" y="1084"/>
                    <a:pt x="2162" y="1068"/>
                  </a:cubicBezTo>
                  <a:cubicBezTo>
                    <a:pt x="2349" y="1052"/>
                    <a:pt x="2536" y="1031"/>
                    <a:pt x="2725" y="1016"/>
                  </a:cubicBezTo>
                  <a:cubicBezTo>
                    <a:pt x="2884" y="1004"/>
                    <a:pt x="3045" y="991"/>
                    <a:pt x="3206" y="985"/>
                  </a:cubicBezTo>
                  <a:cubicBezTo>
                    <a:pt x="3448" y="978"/>
                    <a:pt x="3693" y="978"/>
                    <a:pt x="3937" y="976"/>
                  </a:cubicBezTo>
                  <a:cubicBezTo>
                    <a:pt x="3988" y="976"/>
                    <a:pt x="4034" y="974"/>
                    <a:pt x="4086" y="910"/>
                  </a:cubicBezTo>
                  <a:cubicBezTo>
                    <a:pt x="4017" y="910"/>
                    <a:pt x="3970" y="909"/>
                    <a:pt x="3922" y="910"/>
                  </a:cubicBezTo>
                  <a:cubicBezTo>
                    <a:pt x="3883" y="913"/>
                    <a:pt x="3843" y="924"/>
                    <a:pt x="3805" y="924"/>
                  </a:cubicBezTo>
                  <a:cubicBezTo>
                    <a:pt x="3606" y="923"/>
                    <a:pt x="3406" y="919"/>
                    <a:pt x="3207" y="915"/>
                  </a:cubicBezTo>
                  <a:cubicBezTo>
                    <a:pt x="3144" y="914"/>
                    <a:pt x="3080" y="912"/>
                    <a:pt x="3017" y="917"/>
                  </a:cubicBezTo>
                  <a:cubicBezTo>
                    <a:pt x="2787" y="935"/>
                    <a:pt x="2556" y="961"/>
                    <a:pt x="2326" y="978"/>
                  </a:cubicBezTo>
                  <a:cubicBezTo>
                    <a:pt x="2193" y="988"/>
                    <a:pt x="2057" y="980"/>
                    <a:pt x="1927" y="995"/>
                  </a:cubicBezTo>
                  <a:cubicBezTo>
                    <a:pt x="1785" y="1010"/>
                    <a:pt x="1645" y="1017"/>
                    <a:pt x="1508" y="976"/>
                  </a:cubicBezTo>
                  <a:cubicBezTo>
                    <a:pt x="1443" y="958"/>
                    <a:pt x="1397" y="973"/>
                    <a:pt x="1350" y="10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8" name="Google Shape;4028;p54"/>
            <p:cNvSpPr/>
            <p:nvPr/>
          </p:nvSpPr>
          <p:spPr>
            <a:xfrm>
              <a:off x="4980593" y="3050911"/>
              <a:ext cx="243818" cy="91538"/>
            </a:xfrm>
            <a:custGeom>
              <a:avLst/>
              <a:gdLst/>
              <a:ahLst/>
              <a:cxnLst/>
              <a:rect l="l" t="t" r="r" b="b"/>
              <a:pathLst>
                <a:path w="3998" h="1501" extrusionOk="0">
                  <a:moveTo>
                    <a:pt x="158" y="1500"/>
                  </a:moveTo>
                  <a:cubicBezTo>
                    <a:pt x="137" y="1425"/>
                    <a:pt x="129" y="1351"/>
                    <a:pt x="98" y="1290"/>
                  </a:cubicBezTo>
                  <a:cubicBezTo>
                    <a:pt x="0" y="1110"/>
                    <a:pt x="86" y="963"/>
                    <a:pt x="170" y="817"/>
                  </a:cubicBezTo>
                  <a:cubicBezTo>
                    <a:pt x="230" y="715"/>
                    <a:pt x="286" y="610"/>
                    <a:pt x="357" y="518"/>
                  </a:cubicBezTo>
                  <a:cubicBezTo>
                    <a:pt x="479" y="362"/>
                    <a:pt x="640" y="259"/>
                    <a:pt x="825" y="180"/>
                  </a:cubicBezTo>
                  <a:cubicBezTo>
                    <a:pt x="1038" y="92"/>
                    <a:pt x="1265" y="88"/>
                    <a:pt x="1482" y="31"/>
                  </a:cubicBezTo>
                  <a:cubicBezTo>
                    <a:pt x="1598" y="0"/>
                    <a:pt x="1699" y="20"/>
                    <a:pt x="1809" y="41"/>
                  </a:cubicBezTo>
                  <a:cubicBezTo>
                    <a:pt x="1975" y="75"/>
                    <a:pt x="2147" y="82"/>
                    <a:pt x="2313" y="112"/>
                  </a:cubicBezTo>
                  <a:cubicBezTo>
                    <a:pt x="2420" y="131"/>
                    <a:pt x="2524" y="169"/>
                    <a:pt x="2630" y="200"/>
                  </a:cubicBezTo>
                  <a:cubicBezTo>
                    <a:pt x="2718" y="226"/>
                    <a:pt x="2806" y="226"/>
                    <a:pt x="2897" y="206"/>
                  </a:cubicBezTo>
                  <a:cubicBezTo>
                    <a:pt x="3016" y="180"/>
                    <a:pt x="3136" y="162"/>
                    <a:pt x="3256" y="147"/>
                  </a:cubicBezTo>
                  <a:cubicBezTo>
                    <a:pt x="3312" y="141"/>
                    <a:pt x="3373" y="151"/>
                    <a:pt x="3429" y="158"/>
                  </a:cubicBezTo>
                  <a:cubicBezTo>
                    <a:pt x="3561" y="173"/>
                    <a:pt x="3695" y="147"/>
                    <a:pt x="3826" y="199"/>
                  </a:cubicBezTo>
                  <a:cubicBezTo>
                    <a:pt x="3888" y="222"/>
                    <a:pt x="3941" y="242"/>
                    <a:pt x="3952" y="316"/>
                  </a:cubicBezTo>
                  <a:cubicBezTo>
                    <a:pt x="3955" y="333"/>
                    <a:pt x="3972" y="348"/>
                    <a:pt x="3985" y="364"/>
                  </a:cubicBezTo>
                  <a:cubicBezTo>
                    <a:pt x="3864" y="464"/>
                    <a:pt x="3722" y="465"/>
                    <a:pt x="3585" y="476"/>
                  </a:cubicBezTo>
                  <a:cubicBezTo>
                    <a:pt x="3536" y="480"/>
                    <a:pt x="3489" y="482"/>
                    <a:pt x="3443" y="491"/>
                  </a:cubicBezTo>
                  <a:cubicBezTo>
                    <a:pt x="3398" y="500"/>
                    <a:pt x="3351" y="513"/>
                    <a:pt x="3340" y="577"/>
                  </a:cubicBezTo>
                  <a:cubicBezTo>
                    <a:pt x="3452" y="632"/>
                    <a:pt x="3556" y="564"/>
                    <a:pt x="3662" y="562"/>
                  </a:cubicBezTo>
                  <a:cubicBezTo>
                    <a:pt x="3768" y="559"/>
                    <a:pt x="3874" y="530"/>
                    <a:pt x="3998" y="510"/>
                  </a:cubicBezTo>
                  <a:cubicBezTo>
                    <a:pt x="3957" y="561"/>
                    <a:pt x="3923" y="603"/>
                    <a:pt x="3888" y="645"/>
                  </a:cubicBezTo>
                  <a:cubicBezTo>
                    <a:pt x="3768" y="791"/>
                    <a:pt x="3768" y="789"/>
                    <a:pt x="3572" y="773"/>
                  </a:cubicBezTo>
                  <a:cubicBezTo>
                    <a:pt x="3495" y="767"/>
                    <a:pt x="3417" y="768"/>
                    <a:pt x="3337" y="765"/>
                  </a:cubicBezTo>
                  <a:cubicBezTo>
                    <a:pt x="3330" y="765"/>
                    <a:pt x="3320" y="758"/>
                    <a:pt x="3314" y="761"/>
                  </a:cubicBezTo>
                  <a:cubicBezTo>
                    <a:pt x="3196" y="842"/>
                    <a:pt x="3048" y="797"/>
                    <a:pt x="2920" y="853"/>
                  </a:cubicBezTo>
                  <a:cubicBezTo>
                    <a:pt x="2833" y="891"/>
                    <a:pt x="2731" y="899"/>
                    <a:pt x="2636" y="921"/>
                  </a:cubicBezTo>
                  <a:cubicBezTo>
                    <a:pt x="2573" y="936"/>
                    <a:pt x="2506" y="950"/>
                    <a:pt x="2445" y="975"/>
                  </a:cubicBezTo>
                  <a:cubicBezTo>
                    <a:pt x="2204" y="1076"/>
                    <a:pt x="1947" y="1121"/>
                    <a:pt x="1699" y="1195"/>
                  </a:cubicBezTo>
                  <a:cubicBezTo>
                    <a:pt x="1550" y="1239"/>
                    <a:pt x="1410" y="1309"/>
                    <a:pt x="1264" y="1359"/>
                  </a:cubicBezTo>
                  <a:cubicBezTo>
                    <a:pt x="1172" y="1391"/>
                    <a:pt x="1076" y="1418"/>
                    <a:pt x="980" y="1433"/>
                  </a:cubicBezTo>
                  <a:cubicBezTo>
                    <a:pt x="849" y="1452"/>
                    <a:pt x="715" y="1454"/>
                    <a:pt x="580" y="1464"/>
                  </a:cubicBezTo>
                  <a:cubicBezTo>
                    <a:pt x="441" y="1479"/>
                    <a:pt x="301" y="1490"/>
                    <a:pt x="158" y="1500"/>
                  </a:cubicBezTo>
                  <a:close/>
                  <a:moveTo>
                    <a:pt x="735" y="543"/>
                  </a:moveTo>
                  <a:cubicBezTo>
                    <a:pt x="745" y="637"/>
                    <a:pt x="747" y="640"/>
                    <a:pt x="799" y="637"/>
                  </a:cubicBezTo>
                  <a:cubicBezTo>
                    <a:pt x="827" y="636"/>
                    <a:pt x="855" y="629"/>
                    <a:pt x="881" y="624"/>
                  </a:cubicBezTo>
                  <a:cubicBezTo>
                    <a:pt x="1070" y="588"/>
                    <a:pt x="1257" y="551"/>
                    <a:pt x="1444" y="516"/>
                  </a:cubicBezTo>
                  <a:cubicBezTo>
                    <a:pt x="1524" y="502"/>
                    <a:pt x="1605" y="517"/>
                    <a:pt x="1668" y="560"/>
                  </a:cubicBezTo>
                  <a:cubicBezTo>
                    <a:pt x="1723" y="599"/>
                    <a:pt x="1776" y="602"/>
                    <a:pt x="1835" y="598"/>
                  </a:cubicBezTo>
                  <a:cubicBezTo>
                    <a:pt x="1869" y="596"/>
                    <a:pt x="1908" y="583"/>
                    <a:pt x="1939" y="591"/>
                  </a:cubicBezTo>
                  <a:cubicBezTo>
                    <a:pt x="2051" y="621"/>
                    <a:pt x="2157" y="595"/>
                    <a:pt x="2265" y="579"/>
                  </a:cubicBezTo>
                  <a:cubicBezTo>
                    <a:pt x="2329" y="569"/>
                    <a:pt x="2398" y="568"/>
                    <a:pt x="2464" y="573"/>
                  </a:cubicBezTo>
                  <a:cubicBezTo>
                    <a:pt x="2534" y="578"/>
                    <a:pt x="2603" y="596"/>
                    <a:pt x="2674" y="603"/>
                  </a:cubicBezTo>
                  <a:cubicBezTo>
                    <a:pt x="2708" y="605"/>
                    <a:pt x="2742" y="591"/>
                    <a:pt x="2799" y="580"/>
                  </a:cubicBezTo>
                  <a:cubicBezTo>
                    <a:pt x="2728" y="518"/>
                    <a:pt x="2666" y="517"/>
                    <a:pt x="2604" y="514"/>
                  </a:cubicBezTo>
                  <a:cubicBezTo>
                    <a:pt x="2489" y="509"/>
                    <a:pt x="2378" y="454"/>
                    <a:pt x="2258" y="481"/>
                  </a:cubicBezTo>
                  <a:cubicBezTo>
                    <a:pt x="2176" y="500"/>
                    <a:pt x="2090" y="512"/>
                    <a:pt x="2006" y="529"/>
                  </a:cubicBezTo>
                  <a:cubicBezTo>
                    <a:pt x="1902" y="552"/>
                    <a:pt x="1811" y="538"/>
                    <a:pt x="1719" y="475"/>
                  </a:cubicBezTo>
                  <a:cubicBezTo>
                    <a:pt x="1664" y="436"/>
                    <a:pt x="1594" y="394"/>
                    <a:pt x="1515" y="406"/>
                  </a:cubicBezTo>
                  <a:cubicBezTo>
                    <a:pt x="1345" y="434"/>
                    <a:pt x="1175" y="461"/>
                    <a:pt x="1004" y="490"/>
                  </a:cubicBezTo>
                  <a:cubicBezTo>
                    <a:pt x="914" y="504"/>
                    <a:pt x="823" y="526"/>
                    <a:pt x="735" y="543"/>
                  </a:cubicBezTo>
                  <a:close/>
                  <a:moveTo>
                    <a:pt x="3391" y="418"/>
                  </a:moveTo>
                  <a:cubicBezTo>
                    <a:pt x="3435" y="427"/>
                    <a:pt x="3485" y="427"/>
                    <a:pt x="3484" y="370"/>
                  </a:cubicBezTo>
                  <a:cubicBezTo>
                    <a:pt x="3483" y="343"/>
                    <a:pt x="3439" y="313"/>
                    <a:pt x="3409" y="293"/>
                  </a:cubicBezTo>
                  <a:cubicBezTo>
                    <a:pt x="3384" y="276"/>
                    <a:pt x="3348" y="267"/>
                    <a:pt x="3337" y="315"/>
                  </a:cubicBezTo>
                  <a:cubicBezTo>
                    <a:pt x="3354" y="348"/>
                    <a:pt x="3372" y="383"/>
                    <a:pt x="3391" y="4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29" name="Google Shape;4029;p54"/>
            <p:cNvSpPr/>
            <p:nvPr/>
          </p:nvSpPr>
          <p:spPr>
            <a:xfrm>
              <a:off x="4991692" y="3362183"/>
              <a:ext cx="172344" cy="31041"/>
            </a:xfrm>
            <a:custGeom>
              <a:avLst/>
              <a:gdLst/>
              <a:ahLst/>
              <a:cxnLst/>
              <a:rect l="l" t="t" r="r" b="b"/>
              <a:pathLst>
                <a:path w="2826" h="509" extrusionOk="0">
                  <a:moveTo>
                    <a:pt x="2825" y="42"/>
                  </a:moveTo>
                  <a:cubicBezTo>
                    <a:pt x="2729" y="68"/>
                    <a:pt x="2632" y="95"/>
                    <a:pt x="2536" y="123"/>
                  </a:cubicBezTo>
                  <a:cubicBezTo>
                    <a:pt x="2510" y="130"/>
                    <a:pt x="2479" y="132"/>
                    <a:pt x="2460" y="149"/>
                  </a:cubicBezTo>
                  <a:cubicBezTo>
                    <a:pt x="2360" y="240"/>
                    <a:pt x="2224" y="266"/>
                    <a:pt x="2116" y="343"/>
                  </a:cubicBezTo>
                  <a:cubicBezTo>
                    <a:pt x="2022" y="411"/>
                    <a:pt x="1909" y="407"/>
                    <a:pt x="1803" y="431"/>
                  </a:cubicBezTo>
                  <a:cubicBezTo>
                    <a:pt x="1697" y="455"/>
                    <a:pt x="1586" y="452"/>
                    <a:pt x="1481" y="476"/>
                  </a:cubicBezTo>
                  <a:cubicBezTo>
                    <a:pt x="1335" y="508"/>
                    <a:pt x="1196" y="477"/>
                    <a:pt x="1052" y="460"/>
                  </a:cubicBezTo>
                  <a:cubicBezTo>
                    <a:pt x="902" y="442"/>
                    <a:pt x="745" y="448"/>
                    <a:pt x="597" y="420"/>
                  </a:cubicBezTo>
                  <a:cubicBezTo>
                    <a:pt x="392" y="381"/>
                    <a:pt x="199" y="305"/>
                    <a:pt x="29" y="180"/>
                  </a:cubicBezTo>
                  <a:cubicBezTo>
                    <a:pt x="19" y="172"/>
                    <a:pt x="15" y="154"/>
                    <a:pt x="0" y="125"/>
                  </a:cubicBezTo>
                  <a:cubicBezTo>
                    <a:pt x="61" y="125"/>
                    <a:pt x="109" y="130"/>
                    <a:pt x="155" y="124"/>
                  </a:cubicBezTo>
                  <a:cubicBezTo>
                    <a:pt x="353" y="99"/>
                    <a:pt x="549" y="78"/>
                    <a:pt x="749" y="133"/>
                  </a:cubicBezTo>
                  <a:cubicBezTo>
                    <a:pt x="837" y="155"/>
                    <a:pt x="942" y="117"/>
                    <a:pt x="1039" y="108"/>
                  </a:cubicBezTo>
                  <a:cubicBezTo>
                    <a:pt x="1114" y="100"/>
                    <a:pt x="1190" y="94"/>
                    <a:pt x="1285" y="85"/>
                  </a:cubicBezTo>
                  <a:cubicBezTo>
                    <a:pt x="1187" y="179"/>
                    <a:pt x="1187" y="190"/>
                    <a:pt x="1274" y="288"/>
                  </a:cubicBezTo>
                  <a:cubicBezTo>
                    <a:pt x="1329" y="248"/>
                    <a:pt x="1390" y="213"/>
                    <a:pt x="1440" y="166"/>
                  </a:cubicBezTo>
                  <a:cubicBezTo>
                    <a:pt x="1506" y="104"/>
                    <a:pt x="1566" y="75"/>
                    <a:pt x="1664" y="82"/>
                  </a:cubicBezTo>
                  <a:cubicBezTo>
                    <a:pt x="1819" y="92"/>
                    <a:pt x="1976" y="64"/>
                    <a:pt x="2132" y="56"/>
                  </a:cubicBezTo>
                  <a:cubicBezTo>
                    <a:pt x="2166" y="53"/>
                    <a:pt x="2200" y="59"/>
                    <a:pt x="2234" y="61"/>
                  </a:cubicBezTo>
                  <a:cubicBezTo>
                    <a:pt x="2263" y="62"/>
                    <a:pt x="2289" y="67"/>
                    <a:pt x="2316" y="63"/>
                  </a:cubicBezTo>
                  <a:cubicBezTo>
                    <a:pt x="2469" y="44"/>
                    <a:pt x="2623" y="21"/>
                    <a:pt x="2776" y="2"/>
                  </a:cubicBezTo>
                  <a:cubicBezTo>
                    <a:pt x="2791" y="1"/>
                    <a:pt x="2806" y="7"/>
                    <a:pt x="2820" y="11"/>
                  </a:cubicBezTo>
                  <a:cubicBezTo>
                    <a:pt x="2821" y="21"/>
                    <a:pt x="2822" y="32"/>
                    <a:pt x="2825" y="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0" name="Google Shape;4030;p54"/>
            <p:cNvSpPr/>
            <p:nvPr/>
          </p:nvSpPr>
          <p:spPr>
            <a:xfrm>
              <a:off x="5054752" y="3841836"/>
              <a:ext cx="185638" cy="35005"/>
            </a:xfrm>
            <a:custGeom>
              <a:avLst/>
              <a:gdLst/>
              <a:ahLst/>
              <a:cxnLst/>
              <a:rect l="l" t="t" r="r" b="b"/>
              <a:pathLst>
                <a:path w="3044" h="574" extrusionOk="0">
                  <a:moveTo>
                    <a:pt x="3044" y="0"/>
                  </a:moveTo>
                  <a:cubicBezTo>
                    <a:pt x="3004" y="109"/>
                    <a:pt x="2903" y="102"/>
                    <a:pt x="2834" y="143"/>
                  </a:cubicBezTo>
                  <a:cubicBezTo>
                    <a:pt x="2794" y="167"/>
                    <a:pt x="2748" y="178"/>
                    <a:pt x="2706" y="194"/>
                  </a:cubicBezTo>
                  <a:cubicBezTo>
                    <a:pt x="2581" y="241"/>
                    <a:pt x="2462" y="298"/>
                    <a:pt x="2335" y="332"/>
                  </a:cubicBezTo>
                  <a:cubicBezTo>
                    <a:pt x="2185" y="369"/>
                    <a:pt x="2032" y="392"/>
                    <a:pt x="1878" y="412"/>
                  </a:cubicBezTo>
                  <a:cubicBezTo>
                    <a:pt x="1822" y="420"/>
                    <a:pt x="1762" y="402"/>
                    <a:pt x="1703" y="398"/>
                  </a:cubicBezTo>
                  <a:cubicBezTo>
                    <a:pt x="1666" y="395"/>
                    <a:pt x="1630" y="394"/>
                    <a:pt x="1576" y="392"/>
                  </a:cubicBezTo>
                  <a:cubicBezTo>
                    <a:pt x="1625" y="455"/>
                    <a:pt x="1707" y="418"/>
                    <a:pt x="1738" y="489"/>
                  </a:cubicBezTo>
                  <a:cubicBezTo>
                    <a:pt x="1713" y="496"/>
                    <a:pt x="1692" y="504"/>
                    <a:pt x="1672" y="507"/>
                  </a:cubicBezTo>
                  <a:cubicBezTo>
                    <a:pt x="1641" y="511"/>
                    <a:pt x="1605" y="502"/>
                    <a:pt x="1579" y="516"/>
                  </a:cubicBezTo>
                  <a:cubicBezTo>
                    <a:pt x="1455" y="573"/>
                    <a:pt x="1326" y="551"/>
                    <a:pt x="1198" y="551"/>
                  </a:cubicBezTo>
                  <a:cubicBezTo>
                    <a:pt x="1065" y="551"/>
                    <a:pt x="932" y="554"/>
                    <a:pt x="799" y="552"/>
                  </a:cubicBezTo>
                  <a:cubicBezTo>
                    <a:pt x="717" y="551"/>
                    <a:pt x="635" y="540"/>
                    <a:pt x="553" y="533"/>
                  </a:cubicBezTo>
                  <a:cubicBezTo>
                    <a:pt x="462" y="525"/>
                    <a:pt x="371" y="515"/>
                    <a:pt x="280" y="506"/>
                  </a:cubicBezTo>
                  <a:cubicBezTo>
                    <a:pt x="269" y="504"/>
                    <a:pt x="254" y="507"/>
                    <a:pt x="247" y="500"/>
                  </a:cubicBezTo>
                  <a:cubicBezTo>
                    <a:pt x="188" y="445"/>
                    <a:pt x="119" y="454"/>
                    <a:pt x="48" y="460"/>
                  </a:cubicBezTo>
                  <a:cubicBezTo>
                    <a:pt x="39" y="462"/>
                    <a:pt x="29" y="450"/>
                    <a:pt x="1" y="435"/>
                  </a:cubicBezTo>
                  <a:cubicBezTo>
                    <a:pt x="63" y="421"/>
                    <a:pt x="109" y="404"/>
                    <a:pt x="157" y="399"/>
                  </a:cubicBezTo>
                  <a:cubicBezTo>
                    <a:pt x="331" y="380"/>
                    <a:pt x="504" y="361"/>
                    <a:pt x="678" y="347"/>
                  </a:cubicBezTo>
                  <a:cubicBezTo>
                    <a:pt x="948" y="323"/>
                    <a:pt x="1222" y="323"/>
                    <a:pt x="1488" y="280"/>
                  </a:cubicBezTo>
                  <a:cubicBezTo>
                    <a:pt x="1679" y="250"/>
                    <a:pt x="1871" y="282"/>
                    <a:pt x="2060" y="234"/>
                  </a:cubicBezTo>
                  <a:cubicBezTo>
                    <a:pt x="2074" y="230"/>
                    <a:pt x="2090" y="241"/>
                    <a:pt x="2106" y="242"/>
                  </a:cubicBezTo>
                  <a:cubicBezTo>
                    <a:pt x="2150" y="246"/>
                    <a:pt x="2202" y="266"/>
                    <a:pt x="2208" y="190"/>
                  </a:cubicBezTo>
                  <a:cubicBezTo>
                    <a:pt x="2208" y="184"/>
                    <a:pt x="2226" y="177"/>
                    <a:pt x="2237" y="175"/>
                  </a:cubicBezTo>
                  <a:cubicBezTo>
                    <a:pt x="2427" y="136"/>
                    <a:pt x="2617" y="97"/>
                    <a:pt x="2807" y="56"/>
                  </a:cubicBezTo>
                  <a:cubicBezTo>
                    <a:pt x="2883" y="40"/>
                    <a:pt x="2958" y="21"/>
                    <a:pt x="30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1" name="Google Shape;4031;p54"/>
            <p:cNvSpPr/>
            <p:nvPr/>
          </p:nvSpPr>
          <p:spPr>
            <a:xfrm>
              <a:off x="5145742" y="2988401"/>
              <a:ext cx="29517" cy="64461"/>
            </a:xfrm>
            <a:custGeom>
              <a:avLst/>
              <a:gdLst/>
              <a:ahLst/>
              <a:cxnLst/>
              <a:rect l="l" t="t" r="r" b="b"/>
              <a:pathLst>
                <a:path w="482" h="1057" extrusionOk="0">
                  <a:moveTo>
                    <a:pt x="318" y="1"/>
                  </a:moveTo>
                  <a:cubicBezTo>
                    <a:pt x="343" y="54"/>
                    <a:pt x="372" y="93"/>
                    <a:pt x="381" y="136"/>
                  </a:cubicBezTo>
                  <a:cubicBezTo>
                    <a:pt x="404" y="235"/>
                    <a:pt x="430" y="334"/>
                    <a:pt x="432" y="434"/>
                  </a:cubicBezTo>
                  <a:cubicBezTo>
                    <a:pt x="435" y="572"/>
                    <a:pt x="450" y="708"/>
                    <a:pt x="474" y="843"/>
                  </a:cubicBezTo>
                  <a:cubicBezTo>
                    <a:pt x="484" y="891"/>
                    <a:pt x="470" y="940"/>
                    <a:pt x="468" y="985"/>
                  </a:cubicBezTo>
                  <a:cubicBezTo>
                    <a:pt x="189" y="1056"/>
                    <a:pt x="120" y="1057"/>
                    <a:pt x="1" y="999"/>
                  </a:cubicBezTo>
                  <a:cubicBezTo>
                    <a:pt x="9" y="923"/>
                    <a:pt x="9" y="851"/>
                    <a:pt x="23" y="783"/>
                  </a:cubicBezTo>
                  <a:cubicBezTo>
                    <a:pt x="51" y="648"/>
                    <a:pt x="82" y="515"/>
                    <a:pt x="121" y="385"/>
                  </a:cubicBezTo>
                  <a:cubicBezTo>
                    <a:pt x="153" y="280"/>
                    <a:pt x="202" y="182"/>
                    <a:pt x="246" y="83"/>
                  </a:cubicBezTo>
                  <a:cubicBezTo>
                    <a:pt x="261" y="57"/>
                    <a:pt x="288" y="38"/>
                    <a:pt x="3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2" name="Google Shape;4032;p54"/>
            <p:cNvSpPr/>
            <p:nvPr/>
          </p:nvSpPr>
          <p:spPr>
            <a:xfrm>
              <a:off x="5281070" y="3348156"/>
              <a:ext cx="92636" cy="23540"/>
            </a:xfrm>
            <a:custGeom>
              <a:avLst/>
              <a:gdLst/>
              <a:ahLst/>
              <a:cxnLst/>
              <a:rect l="l" t="t" r="r" b="b"/>
              <a:pathLst>
                <a:path w="1519" h="386" extrusionOk="0">
                  <a:moveTo>
                    <a:pt x="1" y="272"/>
                  </a:moveTo>
                  <a:cubicBezTo>
                    <a:pt x="160" y="207"/>
                    <a:pt x="293" y="153"/>
                    <a:pt x="427" y="99"/>
                  </a:cubicBezTo>
                  <a:cubicBezTo>
                    <a:pt x="441" y="94"/>
                    <a:pt x="456" y="88"/>
                    <a:pt x="472" y="87"/>
                  </a:cubicBezTo>
                  <a:cubicBezTo>
                    <a:pt x="613" y="73"/>
                    <a:pt x="752" y="59"/>
                    <a:pt x="892" y="51"/>
                  </a:cubicBezTo>
                  <a:cubicBezTo>
                    <a:pt x="935" y="48"/>
                    <a:pt x="981" y="54"/>
                    <a:pt x="1020" y="68"/>
                  </a:cubicBezTo>
                  <a:cubicBezTo>
                    <a:pt x="1104" y="98"/>
                    <a:pt x="1183" y="74"/>
                    <a:pt x="1263" y="57"/>
                  </a:cubicBezTo>
                  <a:cubicBezTo>
                    <a:pt x="1345" y="38"/>
                    <a:pt x="1427" y="18"/>
                    <a:pt x="1508" y="1"/>
                  </a:cubicBezTo>
                  <a:cubicBezTo>
                    <a:pt x="1513" y="18"/>
                    <a:pt x="1518" y="30"/>
                    <a:pt x="1517" y="31"/>
                  </a:cubicBezTo>
                  <a:cubicBezTo>
                    <a:pt x="1413" y="127"/>
                    <a:pt x="1351" y="276"/>
                    <a:pt x="1176" y="282"/>
                  </a:cubicBezTo>
                  <a:cubicBezTo>
                    <a:pt x="1096" y="284"/>
                    <a:pt x="1018" y="320"/>
                    <a:pt x="940" y="342"/>
                  </a:cubicBezTo>
                  <a:cubicBezTo>
                    <a:pt x="782" y="385"/>
                    <a:pt x="622" y="358"/>
                    <a:pt x="461" y="361"/>
                  </a:cubicBezTo>
                  <a:cubicBezTo>
                    <a:pt x="331" y="364"/>
                    <a:pt x="208" y="350"/>
                    <a:pt x="82" y="320"/>
                  </a:cubicBezTo>
                  <a:cubicBezTo>
                    <a:pt x="56" y="314"/>
                    <a:pt x="35" y="291"/>
                    <a:pt x="1" y="27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3" name="Google Shape;4033;p54"/>
            <p:cNvSpPr/>
            <p:nvPr/>
          </p:nvSpPr>
          <p:spPr>
            <a:xfrm>
              <a:off x="5107260" y="2998464"/>
              <a:ext cx="43726" cy="48361"/>
            </a:xfrm>
            <a:custGeom>
              <a:avLst/>
              <a:gdLst/>
              <a:ahLst/>
              <a:cxnLst/>
              <a:rect l="l" t="t" r="r" b="b"/>
              <a:pathLst>
                <a:path w="717" h="793" extrusionOk="0">
                  <a:moveTo>
                    <a:pt x="717" y="8"/>
                  </a:moveTo>
                  <a:cubicBezTo>
                    <a:pt x="625" y="262"/>
                    <a:pt x="532" y="515"/>
                    <a:pt x="484" y="793"/>
                  </a:cubicBezTo>
                  <a:cubicBezTo>
                    <a:pt x="456" y="791"/>
                    <a:pt x="426" y="790"/>
                    <a:pt x="397" y="787"/>
                  </a:cubicBezTo>
                  <a:cubicBezTo>
                    <a:pt x="343" y="782"/>
                    <a:pt x="290" y="768"/>
                    <a:pt x="236" y="772"/>
                  </a:cubicBezTo>
                  <a:cubicBezTo>
                    <a:pt x="167" y="775"/>
                    <a:pt x="114" y="749"/>
                    <a:pt x="66" y="707"/>
                  </a:cubicBezTo>
                  <a:cubicBezTo>
                    <a:pt x="12" y="661"/>
                    <a:pt x="0" y="616"/>
                    <a:pt x="35" y="552"/>
                  </a:cubicBezTo>
                  <a:cubicBezTo>
                    <a:pt x="67" y="492"/>
                    <a:pt x="113" y="438"/>
                    <a:pt x="152" y="380"/>
                  </a:cubicBezTo>
                  <a:cubicBezTo>
                    <a:pt x="283" y="182"/>
                    <a:pt x="506" y="115"/>
                    <a:pt x="696" y="3"/>
                  </a:cubicBezTo>
                  <a:cubicBezTo>
                    <a:pt x="700" y="1"/>
                    <a:pt x="709" y="6"/>
                    <a:pt x="717" y="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4" name="Google Shape;4034;p54"/>
            <p:cNvSpPr/>
            <p:nvPr/>
          </p:nvSpPr>
          <p:spPr>
            <a:xfrm>
              <a:off x="5175503" y="2995536"/>
              <a:ext cx="24150" cy="53362"/>
            </a:xfrm>
            <a:custGeom>
              <a:avLst/>
              <a:gdLst/>
              <a:ahLst/>
              <a:cxnLst/>
              <a:rect l="l" t="t" r="r" b="b"/>
              <a:pathLst>
                <a:path w="396" h="875" extrusionOk="0">
                  <a:moveTo>
                    <a:pt x="308" y="874"/>
                  </a:moveTo>
                  <a:cubicBezTo>
                    <a:pt x="250" y="870"/>
                    <a:pt x="190" y="866"/>
                    <a:pt x="123" y="859"/>
                  </a:cubicBezTo>
                  <a:cubicBezTo>
                    <a:pt x="83" y="680"/>
                    <a:pt x="28" y="503"/>
                    <a:pt x="31" y="311"/>
                  </a:cubicBezTo>
                  <a:cubicBezTo>
                    <a:pt x="32" y="211"/>
                    <a:pt x="1" y="111"/>
                    <a:pt x="2" y="1"/>
                  </a:cubicBezTo>
                  <a:cubicBezTo>
                    <a:pt x="34" y="37"/>
                    <a:pt x="59" y="80"/>
                    <a:pt x="97" y="110"/>
                  </a:cubicBezTo>
                  <a:cubicBezTo>
                    <a:pt x="209" y="196"/>
                    <a:pt x="282" y="314"/>
                    <a:pt x="358" y="427"/>
                  </a:cubicBezTo>
                  <a:cubicBezTo>
                    <a:pt x="379" y="459"/>
                    <a:pt x="376" y="509"/>
                    <a:pt x="381" y="551"/>
                  </a:cubicBezTo>
                  <a:cubicBezTo>
                    <a:pt x="396" y="663"/>
                    <a:pt x="396" y="771"/>
                    <a:pt x="308" y="8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5" name="Google Shape;4035;p54"/>
            <p:cNvSpPr/>
            <p:nvPr/>
          </p:nvSpPr>
          <p:spPr>
            <a:xfrm>
              <a:off x="5334798" y="3315407"/>
              <a:ext cx="51044" cy="25736"/>
            </a:xfrm>
            <a:custGeom>
              <a:avLst/>
              <a:gdLst/>
              <a:ahLst/>
              <a:cxnLst/>
              <a:rect l="l" t="t" r="r" b="b"/>
              <a:pathLst>
                <a:path w="837" h="422" extrusionOk="0">
                  <a:moveTo>
                    <a:pt x="662" y="0"/>
                  </a:moveTo>
                  <a:cubicBezTo>
                    <a:pt x="703" y="20"/>
                    <a:pt x="735" y="27"/>
                    <a:pt x="757" y="46"/>
                  </a:cubicBezTo>
                  <a:cubicBezTo>
                    <a:pt x="807" y="87"/>
                    <a:pt x="837" y="133"/>
                    <a:pt x="821" y="207"/>
                  </a:cubicBezTo>
                  <a:cubicBezTo>
                    <a:pt x="806" y="276"/>
                    <a:pt x="773" y="304"/>
                    <a:pt x="709" y="324"/>
                  </a:cubicBezTo>
                  <a:cubicBezTo>
                    <a:pt x="616" y="352"/>
                    <a:pt x="522" y="366"/>
                    <a:pt x="425" y="380"/>
                  </a:cubicBezTo>
                  <a:cubicBezTo>
                    <a:pt x="313" y="396"/>
                    <a:pt x="203" y="401"/>
                    <a:pt x="91" y="419"/>
                  </a:cubicBezTo>
                  <a:cubicBezTo>
                    <a:pt x="64" y="422"/>
                    <a:pt x="34" y="415"/>
                    <a:pt x="5" y="411"/>
                  </a:cubicBezTo>
                  <a:cubicBezTo>
                    <a:pt x="4" y="404"/>
                    <a:pt x="3" y="394"/>
                    <a:pt x="1" y="386"/>
                  </a:cubicBezTo>
                  <a:cubicBezTo>
                    <a:pt x="114" y="330"/>
                    <a:pt x="230" y="279"/>
                    <a:pt x="338" y="216"/>
                  </a:cubicBezTo>
                  <a:cubicBezTo>
                    <a:pt x="449" y="153"/>
                    <a:pt x="552" y="74"/>
                    <a:pt x="6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6" name="Google Shape;4036;p54"/>
            <p:cNvSpPr/>
            <p:nvPr/>
          </p:nvSpPr>
          <p:spPr>
            <a:xfrm>
              <a:off x="4884480" y="3360414"/>
              <a:ext cx="61595" cy="15490"/>
            </a:xfrm>
            <a:custGeom>
              <a:avLst/>
              <a:gdLst/>
              <a:ahLst/>
              <a:cxnLst/>
              <a:rect l="l" t="t" r="r" b="b"/>
              <a:pathLst>
                <a:path w="1010" h="254" extrusionOk="0">
                  <a:moveTo>
                    <a:pt x="11" y="0"/>
                  </a:moveTo>
                  <a:cubicBezTo>
                    <a:pt x="48" y="5"/>
                    <a:pt x="89" y="4"/>
                    <a:pt x="123" y="19"/>
                  </a:cubicBezTo>
                  <a:cubicBezTo>
                    <a:pt x="210" y="57"/>
                    <a:pt x="303" y="63"/>
                    <a:pt x="396" y="77"/>
                  </a:cubicBezTo>
                  <a:cubicBezTo>
                    <a:pt x="480" y="90"/>
                    <a:pt x="560" y="122"/>
                    <a:pt x="647" y="117"/>
                  </a:cubicBezTo>
                  <a:lnTo>
                    <a:pt x="962" y="97"/>
                  </a:lnTo>
                  <a:cubicBezTo>
                    <a:pt x="977" y="96"/>
                    <a:pt x="991" y="98"/>
                    <a:pt x="1009" y="119"/>
                  </a:cubicBezTo>
                  <a:cubicBezTo>
                    <a:pt x="965" y="136"/>
                    <a:pt x="920" y="164"/>
                    <a:pt x="874" y="164"/>
                  </a:cubicBezTo>
                  <a:cubicBezTo>
                    <a:pt x="793" y="165"/>
                    <a:pt x="718" y="218"/>
                    <a:pt x="633" y="188"/>
                  </a:cubicBezTo>
                  <a:cubicBezTo>
                    <a:pt x="615" y="182"/>
                    <a:pt x="589" y="200"/>
                    <a:pt x="565" y="208"/>
                  </a:cubicBezTo>
                  <a:cubicBezTo>
                    <a:pt x="415" y="254"/>
                    <a:pt x="275" y="246"/>
                    <a:pt x="148" y="141"/>
                  </a:cubicBezTo>
                  <a:cubicBezTo>
                    <a:pt x="100" y="101"/>
                    <a:pt x="49" y="68"/>
                    <a:pt x="1" y="31"/>
                  </a:cubicBezTo>
                  <a:cubicBezTo>
                    <a:pt x="4" y="21"/>
                    <a:pt x="7" y="10"/>
                    <a:pt x="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7" name="Google Shape;4037;p54"/>
            <p:cNvSpPr/>
            <p:nvPr/>
          </p:nvSpPr>
          <p:spPr>
            <a:xfrm>
              <a:off x="4861488" y="3367306"/>
              <a:ext cx="29029" cy="19393"/>
            </a:xfrm>
            <a:custGeom>
              <a:avLst/>
              <a:gdLst/>
              <a:ahLst/>
              <a:cxnLst/>
              <a:rect l="l" t="t" r="r" b="b"/>
              <a:pathLst>
                <a:path w="476" h="318" extrusionOk="0">
                  <a:moveTo>
                    <a:pt x="463" y="313"/>
                  </a:moveTo>
                  <a:cubicBezTo>
                    <a:pt x="324" y="318"/>
                    <a:pt x="187" y="291"/>
                    <a:pt x="45" y="275"/>
                  </a:cubicBezTo>
                  <a:cubicBezTo>
                    <a:pt x="0" y="185"/>
                    <a:pt x="93" y="105"/>
                    <a:pt x="49" y="1"/>
                  </a:cubicBezTo>
                  <a:cubicBezTo>
                    <a:pt x="163" y="15"/>
                    <a:pt x="214" y="93"/>
                    <a:pt x="286" y="132"/>
                  </a:cubicBezTo>
                  <a:cubicBezTo>
                    <a:pt x="356" y="169"/>
                    <a:pt x="413" y="229"/>
                    <a:pt x="476" y="279"/>
                  </a:cubicBezTo>
                  <a:cubicBezTo>
                    <a:pt x="471" y="290"/>
                    <a:pt x="466" y="302"/>
                    <a:pt x="463" y="3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8" name="Google Shape;4038;p54"/>
            <p:cNvSpPr/>
            <p:nvPr/>
          </p:nvSpPr>
          <p:spPr>
            <a:xfrm>
              <a:off x="5213254" y="3357121"/>
              <a:ext cx="25431" cy="7318"/>
            </a:xfrm>
            <a:custGeom>
              <a:avLst/>
              <a:gdLst/>
              <a:ahLst/>
              <a:cxnLst/>
              <a:rect l="l" t="t" r="r" b="b"/>
              <a:pathLst>
                <a:path w="417" h="120" extrusionOk="0">
                  <a:moveTo>
                    <a:pt x="416" y="58"/>
                  </a:moveTo>
                  <a:cubicBezTo>
                    <a:pt x="278" y="53"/>
                    <a:pt x="148" y="120"/>
                    <a:pt x="1" y="101"/>
                  </a:cubicBezTo>
                  <a:cubicBezTo>
                    <a:pt x="69" y="28"/>
                    <a:pt x="302" y="1"/>
                    <a:pt x="416" y="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39" name="Google Shape;4039;p54"/>
            <p:cNvSpPr/>
            <p:nvPr/>
          </p:nvSpPr>
          <p:spPr>
            <a:xfrm>
              <a:off x="5385233" y="3250762"/>
              <a:ext cx="4147" cy="3171"/>
            </a:xfrm>
            <a:custGeom>
              <a:avLst/>
              <a:gdLst/>
              <a:ahLst/>
              <a:cxnLst/>
              <a:rect l="l" t="t" r="r" b="b"/>
              <a:pathLst>
                <a:path w="68" h="52" extrusionOk="0">
                  <a:moveTo>
                    <a:pt x="67" y="32"/>
                  </a:moveTo>
                  <a:cubicBezTo>
                    <a:pt x="43" y="42"/>
                    <a:pt x="31" y="52"/>
                    <a:pt x="21" y="50"/>
                  </a:cubicBezTo>
                  <a:cubicBezTo>
                    <a:pt x="14" y="50"/>
                    <a:pt x="1" y="33"/>
                    <a:pt x="2" y="29"/>
                  </a:cubicBezTo>
                  <a:cubicBezTo>
                    <a:pt x="7" y="18"/>
                    <a:pt x="17" y="3"/>
                    <a:pt x="27" y="2"/>
                  </a:cubicBezTo>
                  <a:cubicBezTo>
                    <a:pt x="35" y="0"/>
                    <a:pt x="47" y="15"/>
                    <a:pt x="67" y="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0" name="Google Shape;4040;p54"/>
            <p:cNvSpPr/>
            <p:nvPr/>
          </p:nvSpPr>
          <p:spPr>
            <a:xfrm>
              <a:off x="4811602" y="2960226"/>
              <a:ext cx="625828" cy="1130357"/>
            </a:xfrm>
            <a:custGeom>
              <a:avLst/>
              <a:gdLst/>
              <a:ahLst/>
              <a:cxnLst/>
              <a:rect l="l" t="t" r="r" b="b"/>
              <a:pathLst>
                <a:path w="10262" h="18535" extrusionOk="0">
                  <a:moveTo>
                    <a:pt x="1451" y="5256"/>
                  </a:moveTo>
                  <a:cubicBezTo>
                    <a:pt x="1437" y="5230"/>
                    <a:pt x="1431" y="5204"/>
                    <a:pt x="1416" y="5188"/>
                  </a:cubicBezTo>
                  <a:cubicBezTo>
                    <a:pt x="1252" y="5025"/>
                    <a:pt x="1230" y="4804"/>
                    <a:pt x="1196" y="4598"/>
                  </a:cubicBezTo>
                  <a:cubicBezTo>
                    <a:pt x="1170" y="4446"/>
                    <a:pt x="1170" y="4286"/>
                    <a:pt x="1192" y="4134"/>
                  </a:cubicBezTo>
                  <a:cubicBezTo>
                    <a:pt x="1211" y="3999"/>
                    <a:pt x="1241" y="3858"/>
                    <a:pt x="1339" y="3744"/>
                  </a:cubicBezTo>
                  <a:cubicBezTo>
                    <a:pt x="1381" y="3696"/>
                    <a:pt x="1403" y="3628"/>
                    <a:pt x="1439" y="3573"/>
                  </a:cubicBezTo>
                  <a:cubicBezTo>
                    <a:pt x="1498" y="3482"/>
                    <a:pt x="1587" y="3423"/>
                    <a:pt x="1682" y="3372"/>
                  </a:cubicBezTo>
                  <a:cubicBezTo>
                    <a:pt x="1824" y="3297"/>
                    <a:pt x="1964" y="3220"/>
                    <a:pt x="2107" y="3146"/>
                  </a:cubicBezTo>
                  <a:cubicBezTo>
                    <a:pt x="2194" y="3101"/>
                    <a:pt x="2279" y="3046"/>
                    <a:pt x="2371" y="3021"/>
                  </a:cubicBezTo>
                  <a:cubicBezTo>
                    <a:pt x="2460" y="2996"/>
                    <a:pt x="2557" y="3006"/>
                    <a:pt x="2653" y="2998"/>
                  </a:cubicBezTo>
                  <a:cubicBezTo>
                    <a:pt x="2670" y="2997"/>
                    <a:pt x="2689" y="2996"/>
                    <a:pt x="2720" y="2993"/>
                  </a:cubicBezTo>
                  <a:cubicBezTo>
                    <a:pt x="2694" y="2956"/>
                    <a:pt x="2676" y="2926"/>
                    <a:pt x="2655" y="2900"/>
                  </a:cubicBezTo>
                  <a:cubicBezTo>
                    <a:pt x="2605" y="2843"/>
                    <a:pt x="2563" y="2781"/>
                    <a:pt x="2582" y="2702"/>
                  </a:cubicBezTo>
                  <a:cubicBezTo>
                    <a:pt x="2610" y="2587"/>
                    <a:pt x="2588" y="2468"/>
                    <a:pt x="2651" y="2352"/>
                  </a:cubicBezTo>
                  <a:cubicBezTo>
                    <a:pt x="2699" y="2265"/>
                    <a:pt x="2727" y="2164"/>
                    <a:pt x="2783" y="2081"/>
                  </a:cubicBezTo>
                  <a:cubicBezTo>
                    <a:pt x="2797" y="2059"/>
                    <a:pt x="2812" y="2036"/>
                    <a:pt x="2828" y="2014"/>
                  </a:cubicBezTo>
                  <a:cubicBezTo>
                    <a:pt x="2946" y="1863"/>
                    <a:pt x="3085" y="1734"/>
                    <a:pt x="3246" y="1629"/>
                  </a:cubicBezTo>
                  <a:cubicBezTo>
                    <a:pt x="3333" y="1571"/>
                    <a:pt x="3422" y="1492"/>
                    <a:pt x="3519" y="1478"/>
                  </a:cubicBezTo>
                  <a:cubicBezTo>
                    <a:pt x="3622" y="1463"/>
                    <a:pt x="3710" y="1422"/>
                    <a:pt x="3806" y="1399"/>
                  </a:cubicBezTo>
                  <a:cubicBezTo>
                    <a:pt x="3960" y="1363"/>
                    <a:pt x="4116" y="1328"/>
                    <a:pt x="4272" y="1303"/>
                  </a:cubicBezTo>
                  <a:cubicBezTo>
                    <a:pt x="4344" y="1292"/>
                    <a:pt x="4420" y="1310"/>
                    <a:pt x="4494" y="1315"/>
                  </a:cubicBezTo>
                  <a:cubicBezTo>
                    <a:pt x="4521" y="1317"/>
                    <a:pt x="4548" y="1315"/>
                    <a:pt x="4582" y="1315"/>
                  </a:cubicBezTo>
                  <a:cubicBezTo>
                    <a:pt x="4648" y="1093"/>
                    <a:pt x="4796" y="921"/>
                    <a:pt x="4951" y="758"/>
                  </a:cubicBezTo>
                  <a:cubicBezTo>
                    <a:pt x="5048" y="654"/>
                    <a:pt x="5161" y="577"/>
                    <a:pt x="5299" y="527"/>
                  </a:cubicBezTo>
                  <a:cubicBezTo>
                    <a:pt x="5374" y="501"/>
                    <a:pt x="5441" y="449"/>
                    <a:pt x="5509" y="405"/>
                  </a:cubicBezTo>
                  <a:cubicBezTo>
                    <a:pt x="5565" y="369"/>
                    <a:pt x="5622" y="336"/>
                    <a:pt x="5669" y="291"/>
                  </a:cubicBezTo>
                  <a:cubicBezTo>
                    <a:pt x="5699" y="264"/>
                    <a:pt x="5710" y="218"/>
                    <a:pt x="5730" y="182"/>
                  </a:cubicBezTo>
                  <a:cubicBezTo>
                    <a:pt x="5751" y="144"/>
                    <a:pt x="5763" y="96"/>
                    <a:pt x="5794" y="72"/>
                  </a:cubicBezTo>
                  <a:cubicBezTo>
                    <a:pt x="5886" y="0"/>
                    <a:pt x="5990" y="40"/>
                    <a:pt x="6015" y="156"/>
                  </a:cubicBezTo>
                  <a:cubicBezTo>
                    <a:pt x="6053" y="335"/>
                    <a:pt x="6158" y="470"/>
                    <a:pt x="6288" y="589"/>
                  </a:cubicBezTo>
                  <a:cubicBezTo>
                    <a:pt x="6387" y="679"/>
                    <a:pt x="6485" y="768"/>
                    <a:pt x="6546" y="890"/>
                  </a:cubicBezTo>
                  <a:cubicBezTo>
                    <a:pt x="6626" y="1053"/>
                    <a:pt x="6635" y="1223"/>
                    <a:pt x="6571" y="1396"/>
                  </a:cubicBezTo>
                  <a:cubicBezTo>
                    <a:pt x="6566" y="1410"/>
                    <a:pt x="6561" y="1425"/>
                    <a:pt x="6551" y="1451"/>
                  </a:cubicBezTo>
                  <a:cubicBezTo>
                    <a:pt x="6630" y="1474"/>
                    <a:pt x="6705" y="1493"/>
                    <a:pt x="6779" y="1515"/>
                  </a:cubicBezTo>
                  <a:cubicBezTo>
                    <a:pt x="6864" y="1540"/>
                    <a:pt x="6943" y="1578"/>
                    <a:pt x="6979" y="1665"/>
                  </a:cubicBezTo>
                  <a:cubicBezTo>
                    <a:pt x="6997" y="1711"/>
                    <a:pt x="7007" y="1762"/>
                    <a:pt x="7013" y="1810"/>
                  </a:cubicBezTo>
                  <a:cubicBezTo>
                    <a:pt x="7023" y="1885"/>
                    <a:pt x="7043" y="1964"/>
                    <a:pt x="7025" y="2031"/>
                  </a:cubicBezTo>
                  <a:cubicBezTo>
                    <a:pt x="7007" y="2098"/>
                    <a:pt x="6950" y="2156"/>
                    <a:pt x="6906" y="2215"/>
                  </a:cubicBezTo>
                  <a:cubicBezTo>
                    <a:pt x="6885" y="2244"/>
                    <a:pt x="6854" y="2269"/>
                    <a:pt x="6833" y="2290"/>
                  </a:cubicBezTo>
                  <a:cubicBezTo>
                    <a:pt x="6899" y="2347"/>
                    <a:pt x="6955" y="2397"/>
                    <a:pt x="7013" y="2444"/>
                  </a:cubicBezTo>
                  <a:cubicBezTo>
                    <a:pt x="7053" y="2476"/>
                    <a:pt x="7091" y="2516"/>
                    <a:pt x="7137" y="2533"/>
                  </a:cubicBezTo>
                  <a:cubicBezTo>
                    <a:pt x="7263" y="2578"/>
                    <a:pt x="7356" y="2661"/>
                    <a:pt x="7436" y="2763"/>
                  </a:cubicBezTo>
                  <a:cubicBezTo>
                    <a:pt x="7459" y="2794"/>
                    <a:pt x="7473" y="2832"/>
                    <a:pt x="7493" y="2867"/>
                  </a:cubicBezTo>
                  <a:cubicBezTo>
                    <a:pt x="7510" y="2868"/>
                    <a:pt x="7525" y="2874"/>
                    <a:pt x="7540" y="2870"/>
                  </a:cubicBezTo>
                  <a:cubicBezTo>
                    <a:pt x="7724" y="2848"/>
                    <a:pt x="7897" y="2891"/>
                    <a:pt x="8068" y="2945"/>
                  </a:cubicBezTo>
                  <a:cubicBezTo>
                    <a:pt x="8128" y="2965"/>
                    <a:pt x="8193" y="2963"/>
                    <a:pt x="8253" y="2981"/>
                  </a:cubicBezTo>
                  <a:cubicBezTo>
                    <a:pt x="8363" y="3014"/>
                    <a:pt x="8476" y="3043"/>
                    <a:pt x="8518" y="3179"/>
                  </a:cubicBezTo>
                  <a:cubicBezTo>
                    <a:pt x="8541" y="3253"/>
                    <a:pt x="8587" y="3320"/>
                    <a:pt x="8629" y="3386"/>
                  </a:cubicBezTo>
                  <a:cubicBezTo>
                    <a:pt x="8689" y="3479"/>
                    <a:pt x="8701" y="3586"/>
                    <a:pt x="8713" y="3691"/>
                  </a:cubicBezTo>
                  <a:cubicBezTo>
                    <a:pt x="8721" y="3752"/>
                    <a:pt x="8700" y="3814"/>
                    <a:pt x="8646" y="3860"/>
                  </a:cubicBezTo>
                  <a:cubicBezTo>
                    <a:pt x="8618" y="3887"/>
                    <a:pt x="8594" y="3921"/>
                    <a:pt x="8563" y="3960"/>
                  </a:cubicBezTo>
                  <a:cubicBezTo>
                    <a:pt x="8646" y="3960"/>
                    <a:pt x="8716" y="3975"/>
                    <a:pt x="8776" y="3957"/>
                  </a:cubicBezTo>
                  <a:cubicBezTo>
                    <a:pt x="8845" y="3937"/>
                    <a:pt x="8897" y="3962"/>
                    <a:pt x="8955" y="3980"/>
                  </a:cubicBezTo>
                  <a:cubicBezTo>
                    <a:pt x="9153" y="4041"/>
                    <a:pt x="9301" y="4179"/>
                    <a:pt x="9457" y="4306"/>
                  </a:cubicBezTo>
                  <a:cubicBezTo>
                    <a:pt x="9536" y="4372"/>
                    <a:pt x="9613" y="4431"/>
                    <a:pt x="9634" y="4543"/>
                  </a:cubicBezTo>
                  <a:cubicBezTo>
                    <a:pt x="9643" y="4594"/>
                    <a:pt x="9689" y="4635"/>
                    <a:pt x="9711" y="4685"/>
                  </a:cubicBezTo>
                  <a:cubicBezTo>
                    <a:pt x="9729" y="4726"/>
                    <a:pt x="9733" y="4769"/>
                    <a:pt x="9724" y="4820"/>
                  </a:cubicBezTo>
                  <a:cubicBezTo>
                    <a:pt x="9711" y="4890"/>
                    <a:pt x="9733" y="4966"/>
                    <a:pt x="9734" y="5039"/>
                  </a:cubicBezTo>
                  <a:cubicBezTo>
                    <a:pt x="9735" y="5081"/>
                    <a:pt x="9730" y="5124"/>
                    <a:pt x="9721" y="5164"/>
                  </a:cubicBezTo>
                  <a:cubicBezTo>
                    <a:pt x="9710" y="5217"/>
                    <a:pt x="9694" y="5269"/>
                    <a:pt x="9677" y="5321"/>
                  </a:cubicBezTo>
                  <a:cubicBezTo>
                    <a:pt x="9668" y="5346"/>
                    <a:pt x="9649" y="5367"/>
                    <a:pt x="9636" y="5391"/>
                  </a:cubicBezTo>
                  <a:cubicBezTo>
                    <a:pt x="9610" y="5433"/>
                    <a:pt x="9586" y="5475"/>
                    <a:pt x="9551" y="5531"/>
                  </a:cubicBezTo>
                  <a:cubicBezTo>
                    <a:pt x="9695" y="5564"/>
                    <a:pt x="9823" y="5600"/>
                    <a:pt x="9953" y="5615"/>
                  </a:cubicBezTo>
                  <a:cubicBezTo>
                    <a:pt x="10017" y="5622"/>
                    <a:pt x="10056" y="5652"/>
                    <a:pt x="10089" y="5689"/>
                  </a:cubicBezTo>
                  <a:cubicBezTo>
                    <a:pt x="10151" y="5761"/>
                    <a:pt x="10202" y="5842"/>
                    <a:pt x="10261" y="5924"/>
                  </a:cubicBezTo>
                  <a:cubicBezTo>
                    <a:pt x="10229" y="5958"/>
                    <a:pt x="10194" y="5984"/>
                    <a:pt x="10207" y="6042"/>
                  </a:cubicBezTo>
                  <a:cubicBezTo>
                    <a:pt x="10219" y="6091"/>
                    <a:pt x="10194" y="6149"/>
                    <a:pt x="10191" y="6203"/>
                  </a:cubicBezTo>
                  <a:cubicBezTo>
                    <a:pt x="10189" y="6316"/>
                    <a:pt x="10195" y="6428"/>
                    <a:pt x="10195" y="6541"/>
                  </a:cubicBezTo>
                  <a:cubicBezTo>
                    <a:pt x="10195" y="6743"/>
                    <a:pt x="10189" y="6947"/>
                    <a:pt x="10194" y="7150"/>
                  </a:cubicBezTo>
                  <a:cubicBezTo>
                    <a:pt x="10195" y="7259"/>
                    <a:pt x="10215" y="7367"/>
                    <a:pt x="10215" y="7475"/>
                  </a:cubicBezTo>
                  <a:cubicBezTo>
                    <a:pt x="10215" y="7597"/>
                    <a:pt x="10200" y="7718"/>
                    <a:pt x="10191" y="7840"/>
                  </a:cubicBezTo>
                  <a:cubicBezTo>
                    <a:pt x="10186" y="7932"/>
                    <a:pt x="10171" y="8025"/>
                    <a:pt x="10180" y="8116"/>
                  </a:cubicBezTo>
                  <a:cubicBezTo>
                    <a:pt x="10202" y="8326"/>
                    <a:pt x="10155" y="8533"/>
                    <a:pt x="10170" y="8742"/>
                  </a:cubicBezTo>
                  <a:cubicBezTo>
                    <a:pt x="10175" y="8815"/>
                    <a:pt x="10183" y="8890"/>
                    <a:pt x="10189" y="8964"/>
                  </a:cubicBezTo>
                  <a:cubicBezTo>
                    <a:pt x="10191" y="8994"/>
                    <a:pt x="10202" y="9028"/>
                    <a:pt x="10196" y="9058"/>
                  </a:cubicBezTo>
                  <a:cubicBezTo>
                    <a:pt x="10154" y="9263"/>
                    <a:pt x="10188" y="9470"/>
                    <a:pt x="10175" y="9678"/>
                  </a:cubicBezTo>
                  <a:cubicBezTo>
                    <a:pt x="10163" y="9883"/>
                    <a:pt x="10143" y="10091"/>
                    <a:pt x="10150" y="10296"/>
                  </a:cubicBezTo>
                  <a:cubicBezTo>
                    <a:pt x="10154" y="10421"/>
                    <a:pt x="10123" y="10539"/>
                    <a:pt x="10128" y="10665"/>
                  </a:cubicBezTo>
                  <a:cubicBezTo>
                    <a:pt x="10135" y="10840"/>
                    <a:pt x="10125" y="11017"/>
                    <a:pt x="10109" y="11191"/>
                  </a:cubicBezTo>
                  <a:cubicBezTo>
                    <a:pt x="10089" y="11394"/>
                    <a:pt x="10053" y="11596"/>
                    <a:pt x="10025" y="11800"/>
                  </a:cubicBezTo>
                  <a:cubicBezTo>
                    <a:pt x="9999" y="11979"/>
                    <a:pt x="9933" y="12144"/>
                    <a:pt x="9859" y="12307"/>
                  </a:cubicBezTo>
                  <a:cubicBezTo>
                    <a:pt x="9817" y="12404"/>
                    <a:pt x="9805" y="12512"/>
                    <a:pt x="9764" y="12609"/>
                  </a:cubicBezTo>
                  <a:cubicBezTo>
                    <a:pt x="9735" y="12678"/>
                    <a:pt x="9740" y="12760"/>
                    <a:pt x="9680" y="12816"/>
                  </a:cubicBezTo>
                  <a:cubicBezTo>
                    <a:pt x="9672" y="12825"/>
                    <a:pt x="9667" y="12847"/>
                    <a:pt x="9670" y="12861"/>
                  </a:cubicBezTo>
                  <a:cubicBezTo>
                    <a:pt x="9683" y="12922"/>
                    <a:pt x="9669" y="12969"/>
                    <a:pt x="9608" y="12998"/>
                  </a:cubicBezTo>
                  <a:cubicBezTo>
                    <a:pt x="9600" y="13002"/>
                    <a:pt x="9595" y="13017"/>
                    <a:pt x="9591" y="13028"/>
                  </a:cubicBezTo>
                  <a:cubicBezTo>
                    <a:pt x="9505" y="13230"/>
                    <a:pt x="9370" y="13406"/>
                    <a:pt x="9280" y="13608"/>
                  </a:cubicBezTo>
                  <a:cubicBezTo>
                    <a:pt x="9214" y="13754"/>
                    <a:pt x="9129" y="13892"/>
                    <a:pt x="9044" y="14027"/>
                  </a:cubicBezTo>
                  <a:cubicBezTo>
                    <a:pt x="8989" y="14115"/>
                    <a:pt x="8916" y="14194"/>
                    <a:pt x="8855" y="14279"/>
                  </a:cubicBezTo>
                  <a:cubicBezTo>
                    <a:pt x="8691" y="14514"/>
                    <a:pt x="8564" y="14599"/>
                    <a:pt x="8350" y="14785"/>
                  </a:cubicBezTo>
                  <a:cubicBezTo>
                    <a:pt x="8225" y="14893"/>
                    <a:pt x="8072" y="14953"/>
                    <a:pt x="7945" y="15054"/>
                  </a:cubicBezTo>
                  <a:cubicBezTo>
                    <a:pt x="7888" y="15098"/>
                    <a:pt x="7825" y="15121"/>
                    <a:pt x="7759" y="15148"/>
                  </a:cubicBezTo>
                  <a:cubicBezTo>
                    <a:pt x="7674" y="15183"/>
                    <a:pt x="7598" y="15238"/>
                    <a:pt x="7515" y="15275"/>
                  </a:cubicBezTo>
                  <a:cubicBezTo>
                    <a:pt x="7419" y="15317"/>
                    <a:pt x="7318" y="15348"/>
                    <a:pt x="7221" y="15388"/>
                  </a:cubicBezTo>
                  <a:cubicBezTo>
                    <a:pt x="7187" y="15403"/>
                    <a:pt x="7160" y="15429"/>
                    <a:pt x="7129" y="15451"/>
                  </a:cubicBezTo>
                  <a:cubicBezTo>
                    <a:pt x="7079" y="15486"/>
                    <a:pt x="7033" y="15537"/>
                    <a:pt x="6961" y="15494"/>
                  </a:cubicBezTo>
                  <a:cubicBezTo>
                    <a:pt x="6948" y="15485"/>
                    <a:pt x="6924" y="15494"/>
                    <a:pt x="6907" y="15500"/>
                  </a:cubicBezTo>
                  <a:cubicBezTo>
                    <a:pt x="6890" y="15506"/>
                    <a:pt x="6874" y="15529"/>
                    <a:pt x="6858" y="15527"/>
                  </a:cubicBezTo>
                  <a:cubicBezTo>
                    <a:pt x="6694" y="15522"/>
                    <a:pt x="6669" y="15658"/>
                    <a:pt x="6623" y="15766"/>
                  </a:cubicBezTo>
                  <a:cubicBezTo>
                    <a:pt x="6592" y="15836"/>
                    <a:pt x="6583" y="15915"/>
                    <a:pt x="6568" y="15991"/>
                  </a:cubicBezTo>
                  <a:cubicBezTo>
                    <a:pt x="6561" y="16036"/>
                    <a:pt x="6562" y="16083"/>
                    <a:pt x="6561" y="16129"/>
                  </a:cubicBezTo>
                  <a:cubicBezTo>
                    <a:pt x="6559" y="16189"/>
                    <a:pt x="6561" y="16251"/>
                    <a:pt x="6561" y="16319"/>
                  </a:cubicBezTo>
                  <a:cubicBezTo>
                    <a:pt x="6633" y="16319"/>
                    <a:pt x="6704" y="16334"/>
                    <a:pt x="6768" y="16317"/>
                  </a:cubicBezTo>
                  <a:cubicBezTo>
                    <a:pt x="6909" y="16278"/>
                    <a:pt x="7040" y="16314"/>
                    <a:pt x="7176" y="16334"/>
                  </a:cubicBezTo>
                  <a:cubicBezTo>
                    <a:pt x="7262" y="16345"/>
                    <a:pt x="7349" y="16346"/>
                    <a:pt x="7434" y="16353"/>
                  </a:cubicBezTo>
                  <a:cubicBezTo>
                    <a:pt x="7475" y="16355"/>
                    <a:pt x="7523" y="16348"/>
                    <a:pt x="7559" y="16364"/>
                  </a:cubicBezTo>
                  <a:cubicBezTo>
                    <a:pt x="7673" y="16418"/>
                    <a:pt x="7796" y="16377"/>
                    <a:pt x="7914" y="16405"/>
                  </a:cubicBezTo>
                  <a:cubicBezTo>
                    <a:pt x="8102" y="16450"/>
                    <a:pt x="8283" y="16517"/>
                    <a:pt x="8439" y="16626"/>
                  </a:cubicBezTo>
                  <a:cubicBezTo>
                    <a:pt x="8574" y="16723"/>
                    <a:pt x="8703" y="16839"/>
                    <a:pt x="8793" y="16985"/>
                  </a:cubicBezTo>
                  <a:cubicBezTo>
                    <a:pt x="8808" y="17011"/>
                    <a:pt x="8836" y="17030"/>
                    <a:pt x="8855" y="17054"/>
                  </a:cubicBezTo>
                  <a:cubicBezTo>
                    <a:pt x="8877" y="17081"/>
                    <a:pt x="8902" y="17106"/>
                    <a:pt x="8916" y="17137"/>
                  </a:cubicBezTo>
                  <a:cubicBezTo>
                    <a:pt x="8996" y="17340"/>
                    <a:pt x="9073" y="17545"/>
                    <a:pt x="9155" y="17748"/>
                  </a:cubicBezTo>
                  <a:cubicBezTo>
                    <a:pt x="9168" y="17782"/>
                    <a:pt x="9194" y="17814"/>
                    <a:pt x="9218" y="17845"/>
                  </a:cubicBezTo>
                  <a:cubicBezTo>
                    <a:pt x="9257" y="17894"/>
                    <a:pt x="9271" y="17937"/>
                    <a:pt x="9224" y="17992"/>
                  </a:cubicBezTo>
                  <a:cubicBezTo>
                    <a:pt x="9189" y="18032"/>
                    <a:pt x="9172" y="18079"/>
                    <a:pt x="9106" y="18085"/>
                  </a:cubicBezTo>
                  <a:cubicBezTo>
                    <a:pt x="9064" y="18089"/>
                    <a:pt x="9027" y="18133"/>
                    <a:pt x="8986" y="18156"/>
                  </a:cubicBezTo>
                  <a:cubicBezTo>
                    <a:pt x="8956" y="18172"/>
                    <a:pt x="8925" y="18195"/>
                    <a:pt x="8892" y="18198"/>
                  </a:cubicBezTo>
                  <a:cubicBezTo>
                    <a:pt x="8696" y="18222"/>
                    <a:pt x="8507" y="18284"/>
                    <a:pt x="8316" y="18331"/>
                  </a:cubicBezTo>
                  <a:cubicBezTo>
                    <a:pt x="8180" y="18365"/>
                    <a:pt x="8038" y="18386"/>
                    <a:pt x="7899" y="18412"/>
                  </a:cubicBezTo>
                  <a:cubicBezTo>
                    <a:pt x="7708" y="18448"/>
                    <a:pt x="7516" y="18443"/>
                    <a:pt x="7325" y="18456"/>
                  </a:cubicBezTo>
                  <a:cubicBezTo>
                    <a:pt x="7247" y="18461"/>
                    <a:pt x="7170" y="18471"/>
                    <a:pt x="7091" y="18476"/>
                  </a:cubicBezTo>
                  <a:cubicBezTo>
                    <a:pt x="7018" y="18479"/>
                    <a:pt x="6938" y="18497"/>
                    <a:pt x="6869" y="18477"/>
                  </a:cubicBezTo>
                  <a:cubicBezTo>
                    <a:pt x="6733" y="18438"/>
                    <a:pt x="6603" y="18478"/>
                    <a:pt x="6472" y="18486"/>
                  </a:cubicBezTo>
                  <a:cubicBezTo>
                    <a:pt x="6387" y="18492"/>
                    <a:pt x="6303" y="18515"/>
                    <a:pt x="6219" y="18529"/>
                  </a:cubicBezTo>
                  <a:cubicBezTo>
                    <a:pt x="6196" y="18533"/>
                    <a:pt x="6172" y="18534"/>
                    <a:pt x="6149" y="18529"/>
                  </a:cubicBezTo>
                  <a:cubicBezTo>
                    <a:pt x="5922" y="18489"/>
                    <a:pt x="5695" y="18500"/>
                    <a:pt x="5467" y="18523"/>
                  </a:cubicBezTo>
                  <a:cubicBezTo>
                    <a:pt x="5375" y="18532"/>
                    <a:pt x="5283" y="18529"/>
                    <a:pt x="5190" y="18499"/>
                  </a:cubicBezTo>
                  <a:cubicBezTo>
                    <a:pt x="5108" y="18472"/>
                    <a:pt x="5011" y="18482"/>
                    <a:pt x="4921" y="18487"/>
                  </a:cubicBezTo>
                  <a:cubicBezTo>
                    <a:pt x="4820" y="18493"/>
                    <a:pt x="4719" y="18514"/>
                    <a:pt x="4618" y="18520"/>
                  </a:cubicBezTo>
                  <a:cubicBezTo>
                    <a:pt x="4557" y="18523"/>
                    <a:pt x="4495" y="18505"/>
                    <a:pt x="4433" y="18503"/>
                  </a:cubicBezTo>
                  <a:cubicBezTo>
                    <a:pt x="4292" y="18497"/>
                    <a:pt x="4152" y="18495"/>
                    <a:pt x="4011" y="18487"/>
                  </a:cubicBezTo>
                  <a:cubicBezTo>
                    <a:pt x="3967" y="18484"/>
                    <a:pt x="3922" y="18463"/>
                    <a:pt x="3877" y="18461"/>
                  </a:cubicBezTo>
                  <a:cubicBezTo>
                    <a:pt x="3693" y="18449"/>
                    <a:pt x="3509" y="18441"/>
                    <a:pt x="3326" y="18430"/>
                  </a:cubicBezTo>
                  <a:cubicBezTo>
                    <a:pt x="3279" y="18427"/>
                    <a:pt x="3233" y="18416"/>
                    <a:pt x="3187" y="18406"/>
                  </a:cubicBezTo>
                  <a:cubicBezTo>
                    <a:pt x="2972" y="18360"/>
                    <a:pt x="2756" y="18320"/>
                    <a:pt x="2536" y="18330"/>
                  </a:cubicBezTo>
                  <a:cubicBezTo>
                    <a:pt x="2445" y="18334"/>
                    <a:pt x="2358" y="18335"/>
                    <a:pt x="2269" y="18310"/>
                  </a:cubicBezTo>
                  <a:cubicBezTo>
                    <a:pt x="2233" y="18300"/>
                    <a:pt x="2188" y="18299"/>
                    <a:pt x="2153" y="18310"/>
                  </a:cubicBezTo>
                  <a:cubicBezTo>
                    <a:pt x="2062" y="18338"/>
                    <a:pt x="1979" y="18318"/>
                    <a:pt x="1891" y="18294"/>
                  </a:cubicBezTo>
                  <a:cubicBezTo>
                    <a:pt x="1824" y="18277"/>
                    <a:pt x="1790" y="18232"/>
                    <a:pt x="1773" y="18176"/>
                  </a:cubicBezTo>
                  <a:cubicBezTo>
                    <a:pt x="1753" y="18123"/>
                    <a:pt x="1760" y="18065"/>
                    <a:pt x="1827" y="18038"/>
                  </a:cubicBezTo>
                  <a:cubicBezTo>
                    <a:pt x="1834" y="18036"/>
                    <a:pt x="1845" y="18027"/>
                    <a:pt x="1844" y="18023"/>
                  </a:cubicBezTo>
                  <a:cubicBezTo>
                    <a:pt x="1821" y="17910"/>
                    <a:pt x="1913" y="17833"/>
                    <a:pt x="1932" y="17729"/>
                  </a:cubicBezTo>
                  <a:cubicBezTo>
                    <a:pt x="1959" y="17583"/>
                    <a:pt x="1996" y="17427"/>
                    <a:pt x="2088" y="17306"/>
                  </a:cubicBezTo>
                  <a:cubicBezTo>
                    <a:pt x="2178" y="17188"/>
                    <a:pt x="2236" y="17055"/>
                    <a:pt x="2311" y="16931"/>
                  </a:cubicBezTo>
                  <a:cubicBezTo>
                    <a:pt x="2353" y="16857"/>
                    <a:pt x="2422" y="16801"/>
                    <a:pt x="2481" y="16738"/>
                  </a:cubicBezTo>
                  <a:cubicBezTo>
                    <a:pt x="2509" y="16707"/>
                    <a:pt x="2538" y="16676"/>
                    <a:pt x="2569" y="16648"/>
                  </a:cubicBezTo>
                  <a:cubicBezTo>
                    <a:pt x="2579" y="16637"/>
                    <a:pt x="2592" y="16630"/>
                    <a:pt x="2605" y="16625"/>
                  </a:cubicBezTo>
                  <a:cubicBezTo>
                    <a:pt x="2640" y="16614"/>
                    <a:pt x="2679" y="16607"/>
                    <a:pt x="2712" y="16594"/>
                  </a:cubicBezTo>
                  <a:cubicBezTo>
                    <a:pt x="3006" y="16467"/>
                    <a:pt x="3305" y="16381"/>
                    <a:pt x="3628" y="16380"/>
                  </a:cubicBezTo>
                  <a:cubicBezTo>
                    <a:pt x="3728" y="16380"/>
                    <a:pt x="3827" y="16366"/>
                    <a:pt x="3930" y="16377"/>
                  </a:cubicBezTo>
                  <a:cubicBezTo>
                    <a:pt x="4032" y="16387"/>
                    <a:pt x="4071" y="16335"/>
                    <a:pt x="4065" y="16226"/>
                  </a:cubicBezTo>
                  <a:cubicBezTo>
                    <a:pt x="4063" y="16195"/>
                    <a:pt x="4071" y="16165"/>
                    <a:pt x="4075" y="16134"/>
                  </a:cubicBezTo>
                  <a:cubicBezTo>
                    <a:pt x="4078" y="16103"/>
                    <a:pt x="4081" y="16073"/>
                    <a:pt x="4086" y="16026"/>
                  </a:cubicBezTo>
                  <a:cubicBezTo>
                    <a:pt x="3983" y="15936"/>
                    <a:pt x="3871" y="15838"/>
                    <a:pt x="3758" y="15745"/>
                  </a:cubicBezTo>
                  <a:cubicBezTo>
                    <a:pt x="3743" y="15734"/>
                    <a:pt x="3714" y="15740"/>
                    <a:pt x="3692" y="15735"/>
                  </a:cubicBezTo>
                  <a:cubicBezTo>
                    <a:pt x="3632" y="15721"/>
                    <a:pt x="3571" y="15709"/>
                    <a:pt x="3514" y="15688"/>
                  </a:cubicBezTo>
                  <a:cubicBezTo>
                    <a:pt x="3446" y="15662"/>
                    <a:pt x="3376" y="15635"/>
                    <a:pt x="3313" y="15598"/>
                  </a:cubicBezTo>
                  <a:cubicBezTo>
                    <a:pt x="3147" y="15501"/>
                    <a:pt x="2988" y="15393"/>
                    <a:pt x="2822" y="15301"/>
                  </a:cubicBezTo>
                  <a:cubicBezTo>
                    <a:pt x="2732" y="15253"/>
                    <a:pt x="2650" y="15198"/>
                    <a:pt x="2569" y="15136"/>
                  </a:cubicBezTo>
                  <a:cubicBezTo>
                    <a:pt x="2466" y="15059"/>
                    <a:pt x="2358" y="14987"/>
                    <a:pt x="2257" y="14907"/>
                  </a:cubicBezTo>
                  <a:cubicBezTo>
                    <a:pt x="2137" y="14813"/>
                    <a:pt x="2023" y="14711"/>
                    <a:pt x="1906" y="14614"/>
                  </a:cubicBezTo>
                  <a:cubicBezTo>
                    <a:pt x="1737" y="14473"/>
                    <a:pt x="1600" y="14300"/>
                    <a:pt x="1416" y="14177"/>
                  </a:cubicBezTo>
                  <a:cubicBezTo>
                    <a:pt x="1338" y="14125"/>
                    <a:pt x="1276" y="14041"/>
                    <a:pt x="1218" y="13962"/>
                  </a:cubicBezTo>
                  <a:cubicBezTo>
                    <a:pt x="1136" y="13852"/>
                    <a:pt x="1053" y="13742"/>
                    <a:pt x="993" y="13621"/>
                  </a:cubicBezTo>
                  <a:cubicBezTo>
                    <a:pt x="935" y="13499"/>
                    <a:pt x="903" y="13365"/>
                    <a:pt x="860" y="13235"/>
                  </a:cubicBezTo>
                  <a:cubicBezTo>
                    <a:pt x="816" y="13099"/>
                    <a:pt x="780" y="12958"/>
                    <a:pt x="730" y="12823"/>
                  </a:cubicBezTo>
                  <a:cubicBezTo>
                    <a:pt x="645" y="12599"/>
                    <a:pt x="589" y="12368"/>
                    <a:pt x="542" y="12133"/>
                  </a:cubicBezTo>
                  <a:cubicBezTo>
                    <a:pt x="535" y="12095"/>
                    <a:pt x="522" y="12058"/>
                    <a:pt x="512" y="12020"/>
                  </a:cubicBezTo>
                  <a:cubicBezTo>
                    <a:pt x="432" y="11725"/>
                    <a:pt x="412" y="11418"/>
                    <a:pt x="348" y="11121"/>
                  </a:cubicBezTo>
                  <a:cubicBezTo>
                    <a:pt x="311" y="10941"/>
                    <a:pt x="321" y="10759"/>
                    <a:pt x="311" y="10578"/>
                  </a:cubicBezTo>
                  <a:cubicBezTo>
                    <a:pt x="301" y="10419"/>
                    <a:pt x="294" y="10258"/>
                    <a:pt x="279" y="10099"/>
                  </a:cubicBezTo>
                  <a:cubicBezTo>
                    <a:pt x="263" y="9938"/>
                    <a:pt x="256" y="9776"/>
                    <a:pt x="266" y="9612"/>
                  </a:cubicBezTo>
                  <a:cubicBezTo>
                    <a:pt x="274" y="9498"/>
                    <a:pt x="256" y="9378"/>
                    <a:pt x="238" y="9264"/>
                  </a:cubicBezTo>
                  <a:cubicBezTo>
                    <a:pt x="209" y="9099"/>
                    <a:pt x="214" y="8931"/>
                    <a:pt x="212" y="8763"/>
                  </a:cubicBezTo>
                  <a:cubicBezTo>
                    <a:pt x="210" y="8638"/>
                    <a:pt x="214" y="8512"/>
                    <a:pt x="215" y="8388"/>
                  </a:cubicBezTo>
                  <a:cubicBezTo>
                    <a:pt x="215" y="8368"/>
                    <a:pt x="219" y="8347"/>
                    <a:pt x="213" y="8328"/>
                  </a:cubicBezTo>
                  <a:cubicBezTo>
                    <a:pt x="153" y="8157"/>
                    <a:pt x="172" y="7975"/>
                    <a:pt x="147" y="7799"/>
                  </a:cubicBezTo>
                  <a:cubicBezTo>
                    <a:pt x="116" y="7590"/>
                    <a:pt x="118" y="7377"/>
                    <a:pt x="106" y="7166"/>
                  </a:cubicBezTo>
                  <a:cubicBezTo>
                    <a:pt x="103" y="7126"/>
                    <a:pt x="100" y="7086"/>
                    <a:pt x="90" y="7049"/>
                  </a:cubicBezTo>
                  <a:cubicBezTo>
                    <a:pt x="74" y="6996"/>
                    <a:pt x="56" y="6946"/>
                    <a:pt x="81" y="6890"/>
                  </a:cubicBezTo>
                  <a:cubicBezTo>
                    <a:pt x="90" y="6874"/>
                    <a:pt x="82" y="6851"/>
                    <a:pt x="80" y="6832"/>
                  </a:cubicBezTo>
                  <a:cubicBezTo>
                    <a:pt x="62" y="6702"/>
                    <a:pt x="44" y="6573"/>
                    <a:pt x="23" y="6444"/>
                  </a:cubicBezTo>
                  <a:cubicBezTo>
                    <a:pt x="1" y="6305"/>
                    <a:pt x="31" y="6246"/>
                    <a:pt x="167" y="6195"/>
                  </a:cubicBezTo>
                  <a:cubicBezTo>
                    <a:pt x="157" y="6126"/>
                    <a:pt x="194" y="6080"/>
                    <a:pt x="254" y="6040"/>
                  </a:cubicBezTo>
                  <a:cubicBezTo>
                    <a:pt x="326" y="5993"/>
                    <a:pt x="388" y="5934"/>
                    <a:pt x="456" y="5882"/>
                  </a:cubicBezTo>
                  <a:cubicBezTo>
                    <a:pt x="541" y="5817"/>
                    <a:pt x="637" y="5790"/>
                    <a:pt x="742" y="5800"/>
                  </a:cubicBezTo>
                  <a:cubicBezTo>
                    <a:pt x="785" y="5804"/>
                    <a:pt x="809" y="5792"/>
                    <a:pt x="827" y="5753"/>
                  </a:cubicBezTo>
                  <a:cubicBezTo>
                    <a:pt x="842" y="5720"/>
                    <a:pt x="867" y="5693"/>
                    <a:pt x="879" y="5661"/>
                  </a:cubicBezTo>
                  <a:cubicBezTo>
                    <a:pt x="939" y="5512"/>
                    <a:pt x="1060" y="5444"/>
                    <a:pt x="1198" y="5388"/>
                  </a:cubicBezTo>
                  <a:cubicBezTo>
                    <a:pt x="1281" y="5358"/>
                    <a:pt x="1359" y="5305"/>
                    <a:pt x="1451" y="5256"/>
                  </a:cubicBezTo>
                  <a:close/>
                  <a:moveTo>
                    <a:pt x="9268" y="10717"/>
                  </a:moveTo>
                  <a:cubicBezTo>
                    <a:pt x="9082" y="10726"/>
                    <a:pt x="8915" y="10765"/>
                    <a:pt x="8745" y="10774"/>
                  </a:cubicBezTo>
                  <a:cubicBezTo>
                    <a:pt x="8573" y="10783"/>
                    <a:pt x="8402" y="10793"/>
                    <a:pt x="8230" y="10802"/>
                  </a:cubicBezTo>
                  <a:cubicBezTo>
                    <a:pt x="8225" y="10751"/>
                    <a:pt x="8224" y="10746"/>
                    <a:pt x="8255" y="10741"/>
                  </a:cubicBezTo>
                  <a:cubicBezTo>
                    <a:pt x="8323" y="10728"/>
                    <a:pt x="8394" y="10715"/>
                    <a:pt x="8465" y="10712"/>
                  </a:cubicBezTo>
                  <a:cubicBezTo>
                    <a:pt x="8645" y="10706"/>
                    <a:pt x="8824" y="10695"/>
                    <a:pt x="9002" y="10660"/>
                  </a:cubicBezTo>
                  <a:cubicBezTo>
                    <a:pt x="9090" y="10643"/>
                    <a:pt x="9175" y="10618"/>
                    <a:pt x="9258" y="10597"/>
                  </a:cubicBezTo>
                  <a:cubicBezTo>
                    <a:pt x="9264" y="10536"/>
                    <a:pt x="9272" y="10487"/>
                    <a:pt x="9279" y="10413"/>
                  </a:cubicBezTo>
                  <a:cubicBezTo>
                    <a:pt x="8926" y="10456"/>
                    <a:pt x="8579" y="10423"/>
                    <a:pt x="8236" y="10489"/>
                  </a:cubicBezTo>
                  <a:cubicBezTo>
                    <a:pt x="8218" y="10439"/>
                    <a:pt x="8236" y="10415"/>
                    <a:pt x="8278" y="10408"/>
                  </a:cubicBezTo>
                  <a:cubicBezTo>
                    <a:pt x="8348" y="10395"/>
                    <a:pt x="8416" y="10378"/>
                    <a:pt x="8486" y="10375"/>
                  </a:cubicBezTo>
                  <a:cubicBezTo>
                    <a:pt x="8725" y="10363"/>
                    <a:pt x="8963" y="10349"/>
                    <a:pt x="9199" y="10311"/>
                  </a:cubicBezTo>
                  <a:cubicBezTo>
                    <a:pt x="9252" y="10302"/>
                    <a:pt x="9279" y="10285"/>
                    <a:pt x="9279" y="10230"/>
                  </a:cubicBezTo>
                  <a:cubicBezTo>
                    <a:pt x="9279" y="10193"/>
                    <a:pt x="9282" y="10158"/>
                    <a:pt x="9283" y="10133"/>
                  </a:cubicBezTo>
                  <a:lnTo>
                    <a:pt x="8955" y="10133"/>
                  </a:lnTo>
                  <a:cubicBezTo>
                    <a:pt x="8849" y="10133"/>
                    <a:pt x="8743" y="10137"/>
                    <a:pt x="8638" y="10131"/>
                  </a:cubicBezTo>
                  <a:cubicBezTo>
                    <a:pt x="8534" y="10126"/>
                    <a:pt x="8434" y="10169"/>
                    <a:pt x="8328" y="10154"/>
                  </a:cubicBezTo>
                  <a:cubicBezTo>
                    <a:pt x="8327" y="10087"/>
                    <a:pt x="8363" y="10085"/>
                    <a:pt x="8400" y="10082"/>
                  </a:cubicBezTo>
                  <a:cubicBezTo>
                    <a:pt x="8610" y="10070"/>
                    <a:pt x="8820" y="10056"/>
                    <a:pt x="9030" y="10046"/>
                  </a:cubicBezTo>
                  <a:cubicBezTo>
                    <a:pt x="9141" y="10041"/>
                    <a:pt x="9240" y="10004"/>
                    <a:pt x="9334" y="9950"/>
                  </a:cubicBezTo>
                  <a:cubicBezTo>
                    <a:pt x="9339" y="9948"/>
                    <a:pt x="9335" y="9928"/>
                    <a:pt x="9336" y="9901"/>
                  </a:cubicBezTo>
                  <a:cubicBezTo>
                    <a:pt x="9082" y="9913"/>
                    <a:pt x="8830" y="9926"/>
                    <a:pt x="8572" y="9940"/>
                  </a:cubicBezTo>
                  <a:cubicBezTo>
                    <a:pt x="8571" y="9911"/>
                    <a:pt x="8569" y="9881"/>
                    <a:pt x="8568" y="9867"/>
                  </a:cubicBezTo>
                  <a:cubicBezTo>
                    <a:pt x="8837" y="9858"/>
                    <a:pt x="9096" y="9855"/>
                    <a:pt x="9341" y="9749"/>
                  </a:cubicBezTo>
                  <a:cubicBezTo>
                    <a:pt x="9350" y="9697"/>
                    <a:pt x="9360" y="9646"/>
                    <a:pt x="9370" y="9588"/>
                  </a:cubicBezTo>
                  <a:cubicBezTo>
                    <a:pt x="9285" y="9610"/>
                    <a:pt x="9211" y="9633"/>
                    <a:pt x="9136" y="9647"/>
                  </a:cubicBezTo>
                  <a:cubicBezTo>
                    <a:pt x="9055" y="9661"/>
                    <a:pt x="8972" y="9669"/>
                    <a:pt x="8890" y="9676"/>
                  </a:cubicBezTo>
                  <a:cubicBezTo>
                    <a:pt x="8812" y="9682"/>
                    <a:pt x="8731" y="9692"/>
                    <a:pt x="8655" y="9684"/>
                  </a:cubicBezTo>
                  <a:cubicBezTo>
                    <a:pt x="8579" y="9677"/>
                    <a:pt x="8499" y="9747"/>
                    <a:pt x="8413" y="9668"/>
                  </a:cubicBezTo>
                  <a:cubicBezTo>
                    <a:pt x="8448" y="9653"/>
                    <a:pt x="8470" y="9637"/>
                    <a:pt x="8495" y="9635"/>
                  </a:cubicBezTo>
                  <a:cubicBezTo>
                    <a:pt x="8630" y="9619"/>
                    <a:pt x="8767" y="9604"/>
                    <a:pt x="8904" y="9596"/>
                  </a:cubicBezTo>
                  <a:cubicBezTo>
                    <a:pt x="9008" y="9590"/>
                    <a:pt x="9104" y="9560"/>
                    <a:pt x="9198" y="9519"/>
                  </a:cubicBezTo>
                  <a:cubicBezTo>
                    <a:pt x="9257" y="9494"/>
                    <a:pt x="9323" y="9481"/>
                    <a:pt x="9396" y="9459"/>
                  </a:cubicBezTo>
                  <a:cubicBezTo>
                    <a:pt x="9400" y="9442"/>
                    <a:pt x="9405" y="9411"/>
                    <a:pt x="9408" y="9379"/>
                  </a:cubicBezTo>
                  <a:cubicBezTo>
                    <a:pt x="9226" y="9389"/>
                    <a:pt x="9053" y="9399"/>
                    <a:pt x="8881" y="9408"/>
                  </a:cubicBezTo>
                  <a:cubicBezTo>
                    <a:pt x="8775" y="9413"/>
                    <a:pt x="8670" y="9421"/>
                    <a:pt x="8564" y="9421"/>
                  </a:cubicBezTo>
                  <a:cubicBezTo>
                    <a:pt x="8542" y="9421"/>
                    <a:pt x="8521" y="9392"/>
                    <a:pt x="8499" y="9379"/>
                  </a:cubicBezTo>
                  <a:cubicBezTo>
                    <a:pt x="8816" y="9303"/>
                    <a:pt x="9136" y="9348"/>
                    <a:pt x="9444" y="9233"/>
                  </a:cubicBezTo>
                  <a:cubicBezTo>
                    <a:pt x="9452" y="9137"/>
                    <a:pt x="9461" y="9036"/>
                    <a:pt x="9469" y="8926"/>
                  </a:cubicBezTo>
                  <a:cubicBezTo>
                    <a:pt x="9417" y="8929"/>
                    <a:pt x="9377" y="8930"/>
                    <a:pt x="9338" y="8931"/>
                  </a:cubicBezTo>
                  <a:cubicBezTo>
                    <a:pt x="9367" y="8970"/>
                    <a:pt x="9430" y="8965"/>
                    <a:pt x="9417" y="9027"/>
                  </a:cubicBezTo>
                  <a:cubicBezTo>
                    <a:pt x="9407" y="9077"/>
                    <a:pt x="9360" y="9073"/>
                    <a:pt x="9323" y="9083"/>
                  </a:cubicBezTo>
                  <a:cubicBezTo>
                    <a:pt x="9311" y="9085"/>
                    <a:pt x="9299" y="9090"/>
                    <a:pt x="9288" y="9093"/>
                  </a:cubicBezTo>
                  <a:cubicBezTo>
                    <a:pt x="9100" y="9105"/>
                    <a:pt x="8914" y="9118"/>
                    <a:pt x="8725" y="9131"/>
                  </a:cubicBezTo>
                  <a:cubicBezTo>
                    <a:pt x="8663" y="9137"/>
                    <a:pt x="8601" y="9146"/>
                    <a:pt x="8540" y="9155"/>
                  </a:cubicBezTo>
                  <a:cubicBezTo>
                    <a:pt x="8501" y="9160"/>
                    <a:pt x="8463" y="9175"/>
                    <a:pt x="8429" y="9120"/>
                  </a:cubicBezTo>
                  <a:cubicBezTo>
                    <a:pt x="8465" y="9104"/>
                    <a:pt x="8499" y="9080"/>
                    <a:pt x="8535" y="9075"/>
                  </a:cubicBezTo>
                  <a:cubicBezTo>
                    <a:pt x="8685" y="9054"/>
                    <a:pt x="8838" y="9037"/>
                    <a:pt x="8990" y="9018"/>
                  </a:cubicBezTo>
                  <a:cubicBezTo>
                    <a:pt x="9088" y="9006"/>
                    <a:pt x="9188" y="9003"/>
                    <a:pt x="9304" y="8956"/>
                  </a:cubicBezTo>
                  <a:cubicBezTo>
                    <a:pt x="9263" y="8940"/>
                    <a:pt x="9244" y="8929"/>
                    <a:pt x="9226" y="8925"/>
                  </a:cubicBezTo>
                  <a:cubicBezTo>
                    <a:pt x="9180" y="8917"/>
                    <a:pt x="9135" y="8910"/>
                    <a:pt x="9088" y="8909"/>
                  </a:cubicBezTo>
                  <a:cubicBezTo>
                    <a:pt x="9018" y="8906"/>
                    <a:pt x="8945" y="8896"/>
                    <a:pt x="8878" y="8909"/>
                  </a:cubicBezTo>
                  <a:cubicBezTo>
                    <a:pt x="8794" y="8925"/>
                    <a:pt x="8712" y="8925"/>
                    <a:pt x="8634" y="8901"/>
                  </a:cubicBezTo>
                  <a:cubicBezTo>
                    <a:pt x="8440" y="8844"/>
                    <a:pt x="8245" y="8895"/>
                    <a:pt x="8052" y="8890"/>
                  </a:cubicBezTo>
                  <a:cubicBezTo>
                    <a:pt x="7970" y="8888"/>
                    <a:pt x="7888" y="8890"/>
                    <a:pt x="7806" y="8890"/>
                  </a:cubicBezTo>
                  <a:cubicBezTo>
                    <a:pt x="7764" y="8890"/>
                    <a:pt x="7719" y="8883"/>
                    <a:pt x="7679" y="8888"/>
                  </a:cubicBezTo>
                  <a:cubicBezTo>
                    <a:pt x="7535" y="8908"/>
                    <a:pt x="7394" y="8937"/>
                    <a:pt x="7251" y="8954"/>
                  </a:cubicBezTo>
                  <a:cubicBezTo>
                    <a:pt x="7070" y="8973"/>
                    <a:pt x="6888" y="8980"/>
                    <a:pt x="6707" y="8996"/>
                  </a:cubicBezTo>
                  <a:cubicBezTo>
                    <a:pt x="6419" y="9023"/>
                    <a:pt x="6132" y="9059"/>
                    <a:pt x="5842" y="9054"/>
                  </a:cubicBezTo>
                  <a:cubicBezTo>
                    <a:pt x="5642" y="9050"/>
                    <a:pt x="5442" y="9062"/>
                    <a:pt x="5242" y="9067"/>
                  </a:cubicBezTo>
                  <a:cubicBezTo>
                    <a:pt x="5155" y="9068"/>
                    <a:pt x="5068" y="9068"/>
                    <a:pt x="4982" y="9073"/>
                  </a:cubicBezTo>
                  <a:cubicBezTo>
                    <a:pt x="4836" y="9080"/>
                    <a:pt x="4689" y="9096"/>
                    <a:pt x="4541" y="9100"/>
                  </a:cubicBezTo>
                  <a:cubicBezTo>
                    <a:pt x="4353" y="9105"/>
                    <a:pt x="4164" y="9103"/>
                    <a:pt x="3977" y="9104"/>
                  </a:cubicBezTo>
                  <a:cubicBezTo>
                    <a:pt x="3880" y="9104"/>
                    <a:pt x="3783" y="9105"/>
                    <a:pt x="3687" y="9105"/>
                  </a:cubicBezTo>
                  <a:cubicBezTo>
                    <a:pt x="3539" y="9105"/>
                    <a:pt x="3390" y="9104"/>
                    <a:pt x="3241" y="9105"/>
                  </a:cubicBezTo>
                  <a:cubicBezTo>
                    <a:pt x="3084" y="9106"/>
                    <a:pt x="2929" y="9109"/>
                    <a:pt x="2772" y="9111"/>
                  </a:cubicBezTo>
                  <a:cubicBezTo>
                    <a:pt x="2761" y="9111"/>
                    <a:pt x="2750" y="9109"/>
                    <a:pt x="2738" y="9110"/>
                  </a:cubicBezTo>
                  <a:cubicBezTo>
                    <a:pt x="2601" y="9116"/>
                    <a:pt x="2464" y="9132"/>
                    <a:pt x="2328" y="9130"/>
                  </a:cubicBezTo>
                  <a:cubicBezTo>
                    <a:pt x="2050" y="9123"/>
                    <a:pt x="1771" y="9110"/>
                    <a:pt x="1493" y="9088"/>
                  </a:cubicBezTo>
                  <a:cubicBezTo>
                    <a:pt x="1344" y="9077"/>
                    <a:pt x="1200" y="9088"/>
                    <a:pt x="1048" y="9110"/>
                  </a:cubicBezTo>
                  <a:cubicBezTo>
                    <a:pt x="1063" y="9177"/>
                    <a:pt x="1074" y="9241"/>
                    <a:pt x="1087" y="9304"/>
                  </a:cubicBezTo>
                  <a:cubicBezTo>
                    <a:pt x="1153" y="9309"/>
                    <a:pt x="1206" y="9315"/>
                    <a:pt x="1261" y="9318"/>
                  </a:cubicBezTo>
                  <a:cubicBezTo>
                    <a:pt x="1449" y="9325"/>
                    <a:pt x="1637" y="9330"/>
                    <a:pt x="1825" y="9338"/>
                  </a:cubicBezTo>
                  <a:cubicBezTo>
                    <a:pt x="2002" y="9345"/>
                    <a:pt x="2179" y="9353"/>
                    <a:pt x="2356" y="9364"/>
                  </a:cubicBezTo>
                  <a:cubicBezTo>
                    <a:pt x="2465" y="9370"/>
                    <a:pt x="2576" y="9377"/>
                    <a:pt x="2684" y="9392"/>
                  </a:cubicBezTo>
                  <a:cubicBezTo>
                    <a:pt x="2723" y="9397"/>
                    <a:pt x="2757" y="9427"/>
                    <a:pt x="2793" y="9446"/>
                  </a:cubicBezTo>
                  <a:cubicBezTo>
                    <a:pt x="2771" y="9498"/>
                    <a:pt x="2751" y="9510"/>
                    <a:pt x="2705" y="9500"/>
                  </a:cubicBezTo>
                  <a:cubicBezTo>
                    <a:pt x="2611" y="9479"/>
                    <a:pt x="2513" y="9464"/>
                    <a:pt x="2416" y="9458"/>
                  </a:cubicBezTo>
                  <a:cubicBezTo>
                    <a:pt x="2247" y="9448"/>
                    <a:pt x="2077" y="9447"/>
                    <a:pt x="1908" y="9438"/>
                  </a:cubicBezTo>
                  <a:cubicBezTo>
                    <a:pt x="1724" y="9430"/>
                    <a:pt x="1539" y="9415"/>
                    <a:pt x="1355" y="9408"/>
                  </a:cubicBezTo>
                  <a:cubicBezTo>
                    <a:pt x="1271" y="9406"/>
                    <a:pt x="1186" y="9421"/>
                    <a:pt x="1097" y="9430"/>
                  </a:cubicBezTo>
                  <a:lnTo>
                    <a:pt x="1097" y="9733"/>
                  </a:lnTo>
                  <a:cubicBezTo>
                    <a:pt x="1141" y="9742"/>
                    <a:pt x="1185" y="9753"/>
                    <a:pt x="1228" y="9759"/>
                  </a:cubicBezTo>
                  <a:cubicBezTo>
                    <a:pt x="1385" y="9778"/>
                    <a:pt x="1540" y="9799"/>
                    <a:pt x="1697" y="9814"/>
                  </a:cubicBezTo>
                  <a:cubicBezTo>
                    <a:pt x="1912" y="9835"/>
                    <a:pt x="2127" y="9857"/>
                    <a:pt x="2343" y="9871"/>
                  </a:cubicBezTo>
                  <a:cubicBezTo>
                    <a:pt x="2520" y="9881"/>
                    <a:pt x="2696" y="9878"/>
                    <a:pt x="2873" y="9883"/>
                  </a:cubicBezTo>
                  <a:cubicBezTo>
                    <a:pt x="2893" y="9885"/>
                    <a:pt x="2914" y="9904"/>
                    <a:pt x="2944" y="9921"/>
                  </a:cubicBezTo>
                  <a:cubicBezTo>
                    <a:pt x="2888" y="9965"/>
                    <a:pt x="2835" y="9967"/>
                    <a:pt x="2787" y="9965"/>
                  </a:cubicBezTo>
                  <a:cubicBezTo>
                    <a:pt x="2614" y="9962"/>
                    <a:pt x="2442" y="9957"/>
                    <a:pt x="2269" y="9945"/>
                  </a:cubicBezTo>
                  <a:cubicBezTo>
                    <a:pt x="1963" y="9924"/>
                    <a:pt x="1657" y="9901"/>
                    <a:pt x="1353" y="9876"/>
                  </a:cubicBezTo>
                  <a:cubicBezTo>
                    <a:pt x="1268" y="9870"/>
                    <a:pt x="1184" y="9862"/>
                    <a:pt x="1098" y="9855"/>
                  </a:cubicBezTo>
                  <a:cubicBezTo>
                    <a:pt x="1114" y="9935"/>
                    <a:pt x="1129" y="10004"/>
                    <a:pt x="1140" y="10073"/>
                  </a:cubicBezTo>
                  <a:cubicBezTo>
                    <a:pt x="1154" y="10154"/>
                    <a:pt x="1161" y="10162"/>
                    <a:pt x="1247" y="10164"/>
                  </a:cubicBezTo>
                  <a:cubicBezTo>
                    <a:pt x="1364" y="10167"/>
                    <a:pt x="1482" y="10162"/>
                    <a:pt x="1600" y="10174"/>
                  </a:cubicBezTo>
                  <a:cubicBezTo>
                    <a:pt x="1850" y="10201"/>
                    <a:pt x="2101" y="10215"/>
                    <a:pt x="2353" y="10201"/>
                  </a:cubicBezTo>
                  <a:cubicBezTo>
                    <a:pt x="2506" y="10193"/>
                    <a:pt x="2660" y="10194"/>
                    <a:pt x="2812" y="10173"/>
                  </a:cubicBezTo>
                  <a:cubicBezTo>
                    <a:pt x="2883" y="10163"/>
                    <a:pt x="2911" y="10182"/>
                    <a:pt x="2942" y="10230"/>
                  </a:cubicBezTo>
                  <a:cubicBezTo>
                    <a:pt x="2879" y="10292"/>
                    <a:pt x="2816" y="10325"/>
                    <a:pt x="2734" y="10280"/>
                  </a:cubicBezTo>
                  <a:cubicBezTo>
                    <a:pt x="2716" y="10270"/>
                    <a:pt x="2688" y="10277"/>
                    <a:pt x="2664" y="10277"/>
                  </a:cubicBezTo>
                  <a:cubicBezTo>
                    <a:pt x="2372" y="10275"/>
                    <a:pt x="2082" y="10272"/>
                    <a:pt x="1790" y="10269"/>
                  </a:cubicBezTo>
                  <a:cubicBezTo>
                    <a:pt x="1739" y="10267"/>
                    <a:pt x="1690" y="10261"/>
                    <a:pt x="1640" y="10261"/>
                  </a:cubicBezTo>
                  <a:cubicBezTo>
                    <a:pt x="1569" y="10261"/>
                    <a:pt x="1501" y="10267"/>
                    <a:pt x="1430" y="10269"/>
                  </a:cubicBezTo>
                  <a:cubicBezTo>
                    <a:pt x="1345" y="10270"/>
                    <a:pt x="1260" y="10247"/>
                    <a:pt x="1176" y="10296"/>
                  </a:cubicBezTo>
                  <a:cubicBezTo>
                    <a:pt x="1176" y="10317"/>
                    <a:pt x="1175" y="10337"/>
                    <a:pt x="1176" y="10356"/>
                  </a:cubicBezTo>
                  <a:cubicBezTo>
                    <a:pt x="1189" y="10472"/>
                    <a:pt x="1207" y="10587"/>
                    <a:pt x="1215" y="10704"/>
                  </a:cubicBezTo>
                  <a:cubicBezTo>
                    <a:pt x="1224" y="10837"/>
                    <a:pt x="1266" y="10886"/>
                    <a:pt x="1400" y="10888"/>
                  </a:cubicBezTo>
                  <a:cubicBezTo>
                    <a:pt x="1731" y="10893"/>
                    <a:pt x="2061" y="10895"/>
                    <a:pt x="2392" y="10899"/>
                  </a:cubicBezTo>
                  <a:cubicBezTo>
                    <a:pt x="2478" y="10900"/>
                    <a:pt x="2563" y="10907"/>
                    <a:pt x="2649" y="10906"/>
                  </a:cubicBezTo>
                  <a:cubicBezTo>
                    <a:pt x="2786" y="10904"/>
                    <a:pt x="2923" y="10895"/>
                    <a:pt x="3061" y="10888"/>
                  </a:cubicBezTo>
                  <a:cubicBezTo>
                    <a:pt x="3097" y="10886"/>
                    <a:pt x="3133" y="10880"/>
                    <a:pt x="3153" y="10935"/>
                  </a:cubicBezTo>
                  <a:cubicBezTo>
                    <a:pt x="3107" y="10945"/>
                    <a:pt x="3062" y="10963"/>
                    <a:pt x="3017" y="10965"/>
                  </a:cubicBezTo>
                  <a:cubicBezTo>
                    <a:pt x="2893" y="10970"/>
                    <a:pt x="2767" y="10966"/>
                    <a:pt x="2642" y="10968"/>
                  </a:cubicBezTo>
                  <a:cubicBezTo>
                    <a:pt x="2414" y="10972"/>
                    <a:pt x="2187" y="10980"/>
                    <a:pt x="1959" y="10982"/>
                  </a:cubicBezTo>
                  <a:cubicBezTo>
                    <a:pt x="1885" y="10983"/>
                    <a:pt x="1811" y="10968"/>
                    <a:pt x="1737" y="10970"/>
                  </a:cubicBezTo>
                  <a:cubicBezTo>
                    <a:pt x="1582" y="10972"/>
                    <a:pt x="1427" y="10980"/>
                    <a:pt x="1267" y="10986"/>
                  </a:cubicBezTo>
                  <a:cubicBezTo>
                    <a:pt x="1267" y="11028"/>
                    <a:pt x="1265" y="11063"/>
                    <a:pt x="1267" y="11098"/>
                  </a:cubicBezTo>
                  <a:cubicBezTo>
                    <a:pt x="1271" y="11136"/>
                    <a:pt x="1278" y="11175"/>
                    <a:pt x="1286" y="11216"/>
                  </a:cubicBezTo>
                  <a:cubicBezTo>
                    <a:pt x="1349" y="11231"/>
                    <a:pt x="1406" y="11249"/>
                    <a:pt x="1467" y="11258"/>
                  </a:cubicBezTo>
                  <a:cubicBezTo>
                    <a:pt x="1529" y="11265"/>
                    <a:pt x="1593" y="11263"/>
                    <a:pt x="1655" y="11265"/>
                  </a:cubicBezTo>
                  <a:cubicBezTo>
                    <a:pt x="1683" y="11267"/>
                    <a:pt x="1710" y="11268"/>
                    <a:pt x="1738" y="11268"/>
                  </a:cubicBezTo>
                  <a:cubicBezTo>
                    <a:pt x="2008" y="11270"/>
                    <a:pt x="2279" y="11269"/>
                    <a:pt x="2549" y="11275"/>
                  </a:cubicBezTo>
                  <a:cubicBezTo>
                    <a:pt x="2646" y="11277"/>
                    <a:pt x="2745" y="11292"/>
                    <a:pt x="2841" y="11305"/>
                  </a:cubicBezTo>
                  <a:cubicBezTo>
                    <a:pt x="2861" y="11308"/>
                    <a:pt x="2879" y="11326"/>
                    <a:pt x="2898" y="11338"/>
                  </a:cubicBezTo>
                  <a:cubicBezTo>
                    <a:pt x="2887" y="11395"/>
                    <a:pt x="2858" y="11408"/>
                    <a:pt x="2811" y="11395"/>
                  </a:cubicBezTo>
                  <a:cubicBezTo>
                    <a:pt x="2777" y="11384"/>
                    <a:pt x="2744" y="11374"/>
                    <a:pt x="2709" y="11372"/>
                  </a:cubicBezTo>
                  <a:cubicBezTo>
                    <a:pt x="2458" y="11366"/>
                    <a:pt x="2207" y="11362"/>
                    <a:pt x="1956" y="11359"/>
                  </a:cubicBezTo>
                  <a:cubicBezTo>
                    <a:pt x="1861" y="11357"/>
                    <a:pt x="1768" y="11350"/>
                    <a:pt x="1672" y="11352"/>
                  </a:cubicBezTo>
                  <a:cubicBezTo>
                    <a:pt x="1567" y="11355"/>
                    <a:pt x="1461" y="11366"/>
                    <a:pt x="1354" y="11375"/>
                  </a:cubicBezTo>
                  <a:cubicBezTo>
                    <a:pt x="1334" y="11376"/>
                    <a:pt x="1312" y="11382"/>
                    <a:pt x="1291" y="11388"/>
                  </a:cubicBezTo>
                  <a:cubicBezTo>
                    <a:pt x="1329" y="11543"/>
                    <a:pt x="1365" y="11688"/>
                    <a:pt x="1403" y="11841"/>
                  </a:cubicBezTo>
                  <a:cubicBezTo>
                    <a:pt x="1685" y="11850"/>
                    <a:pt x="1952" y="11858"/>
                    <a:pt x="2219" y="11863"/>
                  </a:cubicBezTo>
                  <a:cubicBezTo>
                    <a:pt x="2361" y="11866"/>
                    <a:pt x="2503" y="11854"/>
                    <a:pt x="2643" y="11862"/>
                  </a:cubicBezTo>
                  <a:cubicBezTo>
                    <a:pt x="2847" y="11873"/>
                    <a:pt x="3051" y="11893"/>
                    <a:pt x="3253" y="11909"/>
                  </a:cubicBezTo>
                  <a:cubicBezTo>
                    <a:pt x="3274" y="11911"/>
                    <a:pt x="3294" y="11920"/>
                    <a:pt x="3315" y="11926"/>
                  </a:cubicBezTo>
                  <a:cubicBezTo>
                    <a:pt x="3303" y="11990"/>
                    <a:pt x="3267" y="11971"/>
                    <a:pt x="3232" y="11969"/>
                  </a:cubicBezTo>
                  <a:cubicBezTo>
                    <a:pt x="3016" y="11954"/>
                    <a:pt x="2800" y="11928"/>
                    <a:pt x="2585" y="11934"/>
                  </a:cubicBezTo>
                  <a:cubicBezTo>
                    <a:pt x="2238" y="11944"/>
                    <a:pt x="1892" y="11944"/>
                    <a:pt x="1547" y="11933"/>
                  </a:cubicBezTo>
                  <a:cubicBezTo>
                    <a:pt x="1509" y="11931"/>
                    <a:pt x="1471" y="11938"/>
                    <a:pt x="1429" y="11940"/>
                  </a:cubicBezTo>
                  <a:cubicBezTo>
                    <a:pt x="1432" y="12010"/>
                    <a:pt x="1405" y="12076"/>
                    <a:pt x="1473" y="12110"/>
                  </a:cubicBezTo>
                  <a:cubicBezTo>
                    <a:pt x="1514" y="12130"/>
                    <a:pt x="1563" y="12145"/>
                    <a:pt x="1609" y="12146"/>
                  </a:cubicBezTo>
                  <a:cubicBezTo>
                    <a:pt x="1903" y="12146"/>
                    <a:pt x="2197" y="12168"/>
                    <a:pt x="2493" y="12134"/>
                  </a:cubicBezTo>
                  <a:cubicBezTo>
                    <a:pt x="2687" y="12113"/>
                    <a:pt x="2885" y="12123"/>
                    <a:pt x="3082" y="12118"/>
                  </a:cubicBezTo>
                  <a:cubicBezTo>
                    <a:pt x="3138" y="12117"/>
                    <a:pt x="3191" y="12103"/>
                    <a:pt x="3245" y="12102"/>
                  </a:cubicBezTo>
                  <a:cubicBezTo>
                    <a:pt x="3283" y="12100"/>
                    <a:pt x="3291" y="12124"/>
                    <a:pt x="3268" y="12158"/>
                  </a:cubicBezTo>
                  <a:cubicBezTo>
                    <a:pt x="2670" y="12186"/>
                    <a:pt x="2076" y="12267"/>
                    <a:pt x="1458" y="12236"/>
                  </a:cubicBezTo>
                  <a:cubicBezTo>
                    <a:pt x="1487" y="12289"/>
                    <a:pt x="1506" y="12323"/>
                    <a:pt x="1523" y="12354"/>
                  </a:cubicBezTo>
                  <a:cubicBezTo>
                    <a:pt x="1555" y="12357"/>
                    <a:pt x="1583" y="12354"/>
                    <a:pt x="1609" y="12363"/>
                  </a:cubicBezTo>
                  <a:cubicBezTo>
                    <a:pt x="1813" y="12426"/>
                    <a:pt x="2020" y="12416"/>
                    <a:pt x="2228" y="12412"/>
                  </a:cubicBezTo>
                  <a:cubicBezTo>
                    <a:pt x="2535" y="12406"/>
                    <a:pt x="2841" y="12391"/>
                    <a:pt x="3148" y="12385"/>
                  </a:cubicBezTo>
                  <a:cubicBezTo>
                    <a:pt x="3292" y="12383"/>
                    <a:pt x="3435" y="12391"/>
                    <a:pt x="3580" y="12395"/>
                  </a:cubicBezTo>
                  <a:cubicBezTo>
                    <a:pt x="3620" y="12396"/>
                    <a:pt x="3646" y="12414"/>
                    <a:pt x="3646" y="12475"/>
                  </a:cubicBezTo>
                  <a:cubicBezTo>
                    <a:pt x="3609" y="12475"/>
                    <a:pt x="3574" y="12477"/>
                    <a:pt x="3539" y="12475"/>
                  </a:cubicBezTo>
                  <a:cubicBezTo>
                    <a:pt x="3457" y="12467"/>
                    <a:pt x="3375" y="12445"/>
                    <a:pt x="3293" y="12447"/>
                  </a:cubicBezTo>
                  <a:cubicBezTo>
                    <a:pt x="3046" y="12451"/>
                    <a:pt x="2797" y="12456"/>
                    <a:pt x="2550" y="12472"/>
                  </a:cubicBezTo>
                  <a:cubicBezTo>
                    <a:pt x="2326" y="12487"/>
                    <a:pt x="2104" y="12507"/>
                    <a:pt x="1880" y="12499"/>
                  </a:cubicBezTo>
                  <a:cubicBezTo>
                    <a:pt x="1780" y="12496"/>
                    <a:pt x="1681" y="12499"/>
                    <a:pt x="1574" y="12499"/>
                  </a:cubicBezTo>
                  <a:cubicBezTo>
                    <a:pt x="1595" y="12557"/>
                    <a:pt x="1604" y="12600"/>
                    <a:pt x="1624" y="12636"/>
                  </a:cubicBezTo>
                  <a:cubicBezTo>
                    <a:pt x="1637" y="12659"/>
                    <a:pt x="1667" y="12683"/>
                    <a:pt x="1692" y="12686"/>
                  </a:cubicBezTo>
                  <a:cubicBezTo>
                    <a:pt x="1799" y="12696"/>
                    <a:pt x="1908" y="12702"/>
                    <a:pt x="2017" y="12703"/>
                  </a:cubicBezTo>
                  <a:cubicBezTo>
                    <a:pt x="2130" y="12705"/>
                    <a:pt x="2243" y="12701"/>
                    <a:pt x="2356" y="12697"/>
                  </a:cubicBezTo>
                  <a:cubicBezTo>
                    <a:pt x="2474" y="12693"/>
                    <a:pt x="2590" y="12683"/>
                    <a:pt x="2708" y="12682"/>
                  </a:cubicBezTo>
                  <a:cubicBezTo>
                    <a:pt x="2801" y="12681"/>
                    <a:pt x="2894" y="12696"/>
                    <a:pt x="2987" y="12693"/>
                  </a:cubicBezTo>
                  <a:cubicBezTo>
                    <a:pt x="3160" y="12688"/>
                    <a:pt x="3333" y="12673"/>
                    <a:pt x="3506" y="12667"/>
                  </a:cubicBezTo>
                  <a:cubicBezTo>
                    <a:pt x="3610" y="12662"/>
                    <a:pt x="3717" y="12670"/>
                    <a:pt x="3823" y="12671"/>
                  </a:cubicBezTo>
                  <a:cubicBezTo>
                    <a:pt x="3869" y="12671"/>
                    <a:pt x="3886" y="12691"/>
                    <a:pt x="3871" y="12744"/>
                  </a:cubicBezTo>
                  <a:cubicBezTo>
                    <a:pt x="3709" y="12744"/>
                    <a:pt x="3548" y="12743"/>
                    <a:pt x="3388" y="12744"/>
                  </a:cubicBezTo>
                  <a:cubicBezTo>
                    <a:pt x="3268" y="12746"/>
                    <a:pt x="3146" y="12748"/>
                    <a:pt x="3026" y="12753"/>
                  </a:cubicBezTo>
                  <a:cubicBezTo>
                    <a:pt x="2822" y="12762"/>
                    <a:pt x="2618" y="12772"/>
                    <a:pt x="2414" y="12779"/>
                  </a:cubicBezTo>
                  <a:cubicBezTo>
                    <a:pt x="2283" y="12784"/>
                    <a:pt x="2153" y="12804"/>
                    <a:pt x="2020" y="12789"/>
                  </a:cubicBezTo>
                  <a:cubicBezTo>
                    <a:pt x="1917" y="12778"/>
                    <a:pt x="1811" y="12787"/>
                    <a:pt x="1701" y="12787"/>
                  </a:cubicBezTo>
                  <a:cubicBezTo>
                    <a:pt x="1703" y="12813"/>
                    <a:pt x="1701" y="12829"/>
                    <a:pt x="1707" y="12841"/>
                  </a:cubicBezTo>
                  <a:cubicBezTo>
                    <a:pt x="1762" y="12954"/>
                    <a:pt x="1814" y="13069"/>
                    <a:pt x="1877" y="13176"/>
                  </a:cubicBezTo>
                  <a:cubicBezTo>
                    <a:pt x="1895" y="13207"/>
                    <a:pt x="1947" y="13222"/>
                    <a:pt x="1984" y="13234"/>
                  </a:cubicBezTo>
                  <a:cubicBezTo>
                    <a:pt x="2018" y="13245"/>
                    <a:pt x="2055" y="13237"/>
                    <a:pt x="2091" y="13241"/>
                  </a:cubicBezTo>
                  <a:cubicBezTo>
                    <a:pt x="2279" y="13259"/>
                    <a:pt x="2468" y="13264"/>
                    <a:pt x="2653" y="13301"/>
                  </a:cubicBezTo>
                  <a:cubicBezTo>
                    <a:pt x="2810" y="13333"/>
                    <a:pt x="2964" y="13335"/>
                    <a:pt x="3119" y="13317"/>
                  </a:cubicBezTo>
                  <a:cubicBezTo>
                    <a:pt x="3221" y="13307"/>
                    <a:pt x="3322" y="13295"/>
                    <a:pt x="3424" y="13292"/>
                  </a:cubicBezTo>
                  <a:cubicBezTo>
                    <a:pt x="3533" y="13290"/>
                    <a:pt x="3641" y="13301"/>
                    <a:pt x="3749" y="13297"/>
                  </a:cubicBezTo>
                  <a:cubicBezTo>
                    <a:pt x="3875" y="13294"/>
                    <a:pt x="3999" y="13278"/>
                    <a:pt x="4125" y="13269"/>
                  </a:cubicBezTo>
                  <a:cubicBezTo>
                    <a:pt x="4138" y="13268"/>
                    <a:pt x="4153" y="13283"/>
                    <a:pt x="4167" y="13291"/>
                  </a:cubicBezTo>
                  <a:cubicBezTo>
                    <a:pt x="4165" y="13300"/>
                    <a:pt x="4164" y="13307"/>
                    <a:pt x="4163" y="13316"/>
                  </a:cubicBezTo>
                  <a:cubicBezTo>
                    <a:pt x="4079" y="13320"/>
                    <a:pt x="3993" y="13326"/>
                    <a:pt x="3908" y="13327"/>
                  </a:cubicBezTo>
                  <a:cubicBezTo>
                    <a:pt x="3775" y="13330"/>
                    <a:pt x="3724" y="13338"/>
                    <a:pt x="3660" y="13386"/>
                  </a:cubicBezTo>
                  <a:cubicBezTo>
                    <a:pt x="3707" y="13389"/>
                    <a:pt x="3739" y="13393"/>
                    <a:pt x="3774" y="13393"/>
                  </a:cubicBezTo>
                  <a:cubicBezTo>
                    <a:pt x="3939" y="13396"/>
                    <a:pt x="4105" y="13401"/>
                    <a:pt x="4268" y="13401"/>
                  </a:cubicBezTo>
                  <a:cubicBezTo>
                    <a:pt x="4452" y="13401"/>
                    <a:pt x="4637" y="13393"/>
                    <a:pt x="4821" y="13392"/>
                  </a:cubicBezTo>
                  <a:cubicBezTo>
                    <a:pt x="4987" y="13392"/>
                    <a:pt x="5153" y="13336"/>
                    <a:pt x="5320" y="13384"/>
                  </a:cubicBezTo>
                  <a:cubicBezTo>
                    <a:pt x="5330" y="13387"/>
                    <a:pt x="5344" y="13378"/>
                    <a:pt x="5355" y="13378"/>
                  </a:cubicBezTo>
                  <a:cubicBezTo>
                    <a:pt x="5507" y="13374"/>
                    <a:pt x="5660" y="13366"/>
                    <a:pt x="5811" y="13367"/>
                  </a:cubicBezTo>
                  <a:cubicBezTo>
                    <a:pt x="5954" y="13367"/>
                    <a:pt x="6100" y="13378"/>
                    <a:pt x="6243" y="13381"/>
                  </a:cubicBezTo>
                  <a:cubicBezTo>
                    <a:pt x="6388" y="13382"/>
                    <a:pt x="6533" y="13381"/>
                    <a:pt x="6679" y="13377"/>
                  </a:cubicBezTo>
                  <a:cubicBezTo>
                    <a:pt x="6812" y="13373"/>
                    <a:pt x="6944" y="13366"/>
                    <a:pt x="7075" y="13358"/>
                  </a:cubicBezTo>
                  <a:cubicBezTo>
                    <a:pt x="7252" y="13348"/>
                    <a:pt x="7428" y="13338"/>
                    <a:pt x="7604" y="13325"/>
                  </a:cubicBezTo>
                  <a:cubicBezTo>
                    <a:pt x="7642" y="13322"/>
                    <a:pt x="7681" y="13301"/>
                    <a:pt x="7718" y="13302"/>
                  </a:cubicBezTo>
                  <a:cubicBezTo>
                    <a:pt x="7908" y="13310"/>
                    <a:pt x="8087" y="13250"/>
                    <a:pt x="8271" y="13225"/>
                  </a:cubicBezTo>
                  <a:cubicBezTo>
                    <a:pt x="8316" y="13220"/>
                    <a:pt x="8371" y="13205"/>
                    <a:pt x="8400" y="13173"/>
                  </a:cubicBezTo>
                  <a:cubicBezTo>
                    <a:pt x="8480" y="13089"/>
                    <a:pt x="8547" y="12994"/>
                    <a:pt x="8634" y="12885"/>
                  </a:cubicBezTo>
                  <a:cubicBezTo>
                    <a:pt x="8594" y="12892"/>
                    <a:pt x="8574" y="12891"/>
                    <a:pt x="8556" y="12898"/>
                  </a:cubicBezTo>
                  <a:cubicBezTo>
                    <a:pt x="8525" y="12910"/>
                    <a:pt x="8494" y="12933"/>
                    <a:pt x="8460" y="12939"/>
                  </a:cubicBezTo>
                  <a:cubicBezTo>
                    <a:pt x="8346" y="12962"/>
                    <a:pt x="8230" y="12979"/>
                    <a:pt x="8115" y="12998"/>
                  </a:cubicBezTo>
                  <a:cubicBezTo>
                    <a:pt x="8085" y="13003"/>
                    <a:pt x="8054" y="13010"/>
                    <a:pt x="8021" y="13012"/>
                  </a:cubicBezTo>
                  <a:cubicBezTo>
                    <a:pt x="7794" y="13021"/>
                    <a:pt x="7568" y="13028"/>
                    <a:pt x="7346" y="13091"/>
                  </a:cubicBezTo>
                  <a:cubicBezTo>
                    <a:pt x="7300" y="13104"/>
                    <a:pt x="7269" y="13090"/>
                    <a:pt x="7269" y="13023"/>
                  </a:cubicBezTo>
                  <a:cubicBezTo>
                    <a:pt x="7512" y="12989"/>
                    <a:pt x="7750" y="12959"/>
                    <a:pt x="7990" y="12923"/>
                  </a:cubicBezTo>
                  <a:cubicBezTo>
                    <a:pt x="8170" y="12897"/>
                    <a:pt x="8358" y="12890"/>
                    <a:pt x="8512" y="12769"/>
                  </a:cubicBezTo>
                  <a:cubicBezTo>
                    <a:pt x="8541" y="12747"/>
                    <a:pt x="8583" y="12743"/>
                    <a:pt x="8623" y="12731"/>
                  </a:cubicBezTo>
                  <a:cubicBezTo>
                    <a:pt x="8639" y="12774"/>
                    <a:pt x="8653" y="12808"/>
                    <a:pt x="8666" y="12840"/>
                  </a:cubicBezTo>
                  <a:cubicBezTo>
                    <a:pt x="8690" y="12783"/>
                    <a:pt x="8761" y="12751"/>
                    <a:pt x="8727" y="12672"/>
                  </a:cubicBezTo>
                  <a:cubicBezTo>
                    <a:pt x="8678" y="12665"/>
                    <a:pt x="8624" y="12650"/>
                    <a:pt x="8571" y="12652"/>
                  </a:cubicBezTo>
                  <a:cubicBezTo>
                    <a:pt x="8413" y="12660"/>
                    <a:pt x="8257" y="12673"/>
                    <a:pt x="8100" y="12687"/>
                  </a:cubicBezTo>
                  <a:cubicBezTo>
                    <a:pt x="7934" y="12701"/>
                    <a:pt x="7774" y="12682"/>
                    <a:pt x="7611" y="12652"/>
                  </a:cubicBezTo>
                  <a:cubicBezTo>
                    <a:pt x="7609" y="12609"/>
                    <a:pt x="7614" y="12581"/>
                    <a:pt x="7660" y="12590"/>
                  </a:cubicBezTo>
                  <a:cubicBezTo>
                    <a:pt x="7691" y="12595"/>
                    <a:pt x="7719" y="12604"/>
                    <a:pt x="7749" y="12608"/>
                  </a:cubicBezTo>
                  <a:cubicBezTo>
                    <a:pt x="8057" y="12642"/>
                    <a:pt x="8359" y="12570"/>
                    <a:pt x="8664" y="12568"/>
                  </a:cubicBezTo>
                  <a:cubicBezTo>
                    <a:pt x="8688" y="12518"/>
                    <a:pt x="8701" y="12472"/>
                    <a:pt x="8768" y="12481"/>
                  </a:cubicBezTo>
                  <a:cubicBezTo>
                    <a:pt x="8789" y="12483"/>
                    <a:pt x="8824" y="12441"/>
                    <a:pt x="8839" y="12414"/>
                  </a:cubicBezTo>
                  <a:cubicBezTo>
                    <a:pt x="8857" y="12378"/>
                    <a:pt x="8860" y="12334"/>
                    <a:pt x="8875" y="12277"/>
                  </a:cubicBezTo>
                  <a:cubicBezTo>
                    <a:pt x="8633" y="12297"/>
                    <a:pt x="8403" y="12318"/>
                    <a:pt x="8173" y="12338"/>
                  </a:cubicBezTo>
                  <a:cubicBezTo>
                    <a:pt x="8059" y="12348"/>
                    <a:pt x="7945" y="12363"/>
                    <a:pt x="7831" y="12369"/>
                  </a:cubicBezTo>
                  <a:cubicBezTo>
                    <a:pt x="7812" y="12370"/>
                    <a:pt x="7793" y="12344"/>
                    <a:pt x="7773" y="12332"/>
                  </a:cubicBezTo>
                  <a:cubicBezTo>
                    <a:pt x="7789" y="12319"/>
                    <a:pt x="7805" y="12304"/>
                    <a:pt x="7822" y="12293"/>
                  </a:cubicBezTo>
                  <a:cubicBezTo>
                    <a:pt x="7825" y="12291"/>
                    <a:pt x="7830" y="12293"/>
                    <a:pt x="7834" y="12292"/>
                  </a:cubicBezTo>
                  <a:cubicBezTo>
                    <a:pt x="7974" y="12284"/>
                    <a:pt x="8115" y="12282"/>
                    <a:pt x="8256" y="12265"/>
                  </a:cubicBezTo>
                  <a:cubicBezTo>
                    <a:pt x="8471" y="12241"/>
                    <a:pt x="8690" y="12236"/>
                    <a:pt x="8900" y="12173"/>
                  </a:cubicBezTo>
                  <a:cubicBezTo>
                    <a:pt x="8922" y="12166"/>
                    <a:pt x="8946" y="12141"/>
                    <a:pt x="8955" y="12119"/>
                  </a:cubicBezTo>
                  <a:cubicBezTo>
                    <a:pt x="8976" y="12068"/>
                    <a:pt x="8988" y="12015"/>
                    <a:pt x="9006" y="11959"/>
                  </a:cubicBezTo>
                  <a:cubicBezTo>
                    <a:pt x="8832" y="11975"/>
                    <a:pt x="8671" y="11986"/>
                    <a:pt x="8511" y="12002"/>
                  </a:cubicBezTo>
                  <a:cubicBezTo>
                    <a:pt x="8328" y="12023"/>
                    <a:pt x="8146" y="12046"/>
                    <a:pt x="7964" y="12073"/>
                  </a:cubicBezTo>
                  <a:cubicBezTo>
                    <a:pt x="7907" y="12082"/>
                    <a:pt x="7858" y="12083"/>
                    <a:pt x="7812" y="12023"/>
                  </a:cubicBezTo>
                  <a:cubicBezTo>
                    <a:pt x="7841" y="12015"/>
                    <a:pt x="7861" y="12006"/>
                    <a:pt x="7882" y="12004"/>
                  </a:cubicBezTo>
                  <a:cubicBezTo>
                    <a:pt x="7953" y="11996"/>
                    <a:pt x="8023" y="11994"/>
                    <a:pt x="8093" y="11985"/>
                  </a:cubicBezTo>
                  <a:cubicBezTo>
                    <a:pt x="8257" y="11965"/>
                    <a:pt x="8420" y="11940"/>
                    <a:pt x="8584" y="11921"/>
                  </a:cubicBezTo>
                  <a:cubicBezTo>
                    <a:pt x="8689" y="11908"/>
                    <a:pt x="8796" y="11903"/>
                    <a:pt x="8900" y="11892"/>
                  </a:cubicBezTo>
                  <a:cubicBezTo>
                    <a:pt x="9013" y="11879"/>
                    <a:pt x="9055" y="11834"/>
                    <a:pt x="9065" y="11724"/>
                  </a:cubicBezTo>
                  <a:lnTo>
                    <a:pt x="9085" y="11520"/>
                  </a:lnTo>
                  <a:cubicBezTo>
                    <a:pt x="9041" y="11515"/>
                    <a:pt x="8998" y="11506"/>
                    <a:pt x="8958" y="11509"/>
                  </a:cubicBezTo>
                  <a:cubicBezTo>
                    <a:pt x="8746" y="11522"/>
                    <a:pt x="8533" y="11532"/>
                    <a:pt x="8322" y="11554"/>
                  </a:cubicBezTo>
                  <a:cubicBezTo>
                    <a:pt x="8205" y="11566"/>
                    <a:pt x="8092" y="11597"/>
                    <a:pt x="7977" y="11621"/>
                  </a:cubicBezTo>
                  <a:cubicBezTo>
                    <a:pt x="7943" y="11628"/>
                    <a:pt x="7907" y="11638"/>
                    <a:pt x="7880" y="11582"/>
                  </a:cubicBezTo>
                  <a:cubicBezTo>
                    <a:pt x="7906" y="11570"/>
                    <a:pt x="7929" y="11549"/>
                    <a:pt x="7957" y="11545"/>
                  </a:cubicBezTo>
                  <a:cubicBezTo>
                    <a:pt x="8154" y="11514"/>
                    <a:pt x="8353" y="11491"/>
                    <a:pt x="8550" y="11459"/>
                  </a:cubicBezTo>
                  <a:cubicBezTo>
                    <a:pt x="8742" y="11427"/>
                    <a:pt x="8942" y="11467"/>
                    <a:pt x="9142" y="11368"/>
                  </a:cubicBezTo>
                  <a:cubicBezTo>
                    <a:pt x="9167" y="11259"/>
                    <a:pt x="9197" y="11135"/>
                    <a:pt x="9228" y="11003"/>
                  </a:cubicBezTo>
                  <a:cubicBezTo>
                    <a:pt x="9113" y="10993"/>
                    <a:pt x="9019" y="11013"/>
                    <a:pt x="8924" y="11028"/>
                  </a:cubicBezTo>
                  <a:cubicBezTo>
                    <a:pt x="8761" y="11054"/>
                    <a:pt x="8596" y="11063"/>
                    <a:pt x="8433" y="11086"/>
                  </a:cubicBezTo>
                  <a:cubicBezTo>
                    <a:pt x="8346" y="11097"/>
                    <a:pt x="8259" y="11120"/>
                    <a:pt x="8173" y="11143"/>
                  </a:cubicBezTo>
                  <a:cubicBezTo>
                    <a:pt x="8128" y="11155"/>
                    <a:pt x="8091" y="11158"/>
                    <a:pt x="8039" y="11117"/>
                  </a:cubicBezTo>
                  <a:cubicBezTo>
                    <a:pt x="8071" y="11096"/>
                    <a:pt x="8093" y="11070"/>
                    <a:pt x="8118" y="11065"/>
                  </a:cubicBezTo>
                  <a:cubicBezTo>
                    <a:pt x="8280" y="11032"/>
                    <a:pt x="8441" y="10999"/>
                    <a:pt x="8603" y="10973"/>
                  </a:cubicBezTo>
                  <a:cubicBezTo>
                    <a:pt x="8819" y="10940"/>
                    <a:pt x="9036" y="10915"/>
                    <a:pt x="9256" y="10885"/>
                  </a:cubicBezTo>
                  <a:cubicBezTo>
                    <a:pt x="9253" y="10827"/>
                    <a:pt x="9259" y="10782"/>
                    <a:pt x="9268" y="10717"/>
                  </a:cubicBezTo>
                  <a:close/>
                  <a:moveTo>
                    <a:pt x="5648" y="16968"/>
                  </a:moveTo>
                  <a:cubicBezTo>
                    <a:pt x="5681" y="16990"/>
                    <a:pt x="5712" y="17009"/>
                    <a:pt x="5738" y="17031"/>
                  </a:cubicBezTo>
                  <a:cubicBezTo>
                    <a:pt x="5794" y="17085"/>
                    <a:pt x="5819" y="17198"/>
                    <a:pt x="5769" y="17233"/>
                  </a:cubicBezTo>
                  <a:cubicBezTo>
                    <a:pt x="5708" y="17276"/>
                    <a:pt x="5712" y="17332"/>
                    <a:pt x="5708" y="17387"/>
                  </a:cubicBezTo>
                  <a:cubicBezTo>
                    <a:pt x="5703" y="17485"/>
                    <a:pt x="5703" y="17581"/>
                    <a:pt x="5704" y="17678"/>
                  </a:cubicBezTo>
                  <a:cubicBezTo>
                    <a:pt x="5704" y="17720"/>
                    <a:pt x="5728" y="17770"/>
                    <a:pt x="5714" y="17805"/>
                  </a:cubicBezTo>
                  <a:cubicBezTo>
                    <a:pt x="5671" y="17910"/>
                    <a:pt x="5706" y="18022"/>
                    <a:pt x="5682" y="18129"/>
                  </a:cubicBezTo>
                  <a:cubicBezTo>
                    <a:pt x="5670" y="18189"/>
                    <a:pt x="5680" y="18251"/>
                    <a:pt x="5680" y="18325"/>
                  </a:cubicBezTo>
                  <a:cubicBezTo>
                    <a:pt x="5765" y="18308"/>
                    <a:pt x="5845" y="18273"/>
                    <a:pt x="5917" y="18283"/>
                  </a:cubicBezTo>
                  <a:cubicBezTo>
                    <a:pt x="6077" y="18306"/>
                    <a:pt x="6236" y="18301"/>
                    <a:pt x="6396" y="18287"/>
                  </a:cubicBezTo>
                  <a:cubicBezTo>
                    <a:pt x="6489" y="18279"/>
                    <a:pt x="6583" y="18294"/>
                    <a:pt x="6666" y="18250"/>
                  </a:cubicBezTo>
                  <a:cubicBezTo>
                    <a:pt x="6704" y="18082"/>
                    <a:pt x="6625" y="17945"/>
                    <a:pt x="6578" y="17801"/>
                  </a:cubicBezTo>
                  <a:cubicBezTo>
                    <a:pt x="6561" y="17750"/>
                    <a:pt x="6542" y="17696"/>
                    <a:pt x="6510" y="17655"/>
                  </a:cubicBezTo>
                  <a:cubicBezTo>
                    <a:pt x="6446" y="17567"/>
                    <a:pt x="6366" y="17490"/>
                    <a:pt x="6306" y="17399"/>
                  </a:cubicBezTo>
                  <a:cubicBezTo>
                    <a:pt x="6240" y="17298"/>
                    <a:pt x="6153" y="17249"/>
                    <a:pt x="6036" y="17243"/>
                  </a:cubicBezTo>
                  <a:cubicBezTo>
                    <a:pt x="5978" y="17240"/>
                    <a:pt x="5942" y="17213"/>
                    <a:pt x="5923" y="17157"/>
                  </a:cubicBezTo>
                  <a:cubicBezTo>
                    <a:pt x="5914" y="17132"/>
                    <a:pt x="5902" y="17106"/>
                    <a:pt x="5892" y="17083"/>
                  </a:cubicBezTo>
                  <a:cubicBezTo>
                    <a:pt x="5983" y="16983"/>
                    <a:pt x="6047" y="16965"/>
                    <a:pt x="6152" y="17024"/>
                  </a:cubicBezTo>
                  <a:cubicBezTo>
                    <a:pt x="6219" y="17062"/>
                    <a:pt x="6279" y="17117"/>
                    <a:pt x="6345" y="17158"/>
                  </a:cubicBezTo>
                  <a:cubicBezTo>
                    <a:pt x="6536" y="17276"/>
                    <a:pt x="6645" y="17460"/>
                    <a:pt x="6736" y="17655"/>
                  </a:cubicBezTo>
                  <a:cubicBezTo>
                    <a:pt x="6781" y="17752"/>
                    <a:pt x="6804" y="17859"/>
                    <a:pt x="6872" y="17947"/>
                  </a:cubicBezTo>
                  <a:cubicBezTo>
                    <a:pt x="6884" y="17963"/>
                    <a:pt x="6891" y="17982"/>
                    <a:pt x="6898" y="18000"/>
                  </a:cubicBezTo>
                  <a:cubicBezTo>
                    <a:pt x="6924" y="18092"/>
                    <a:pt x="6950" y="18185"/>
                    <a:pt x="6978" y="18285"/>
                  </a:cubicBezTo>
                  <a:cubicBezTo>
                    <a:pt x="7144" y="18228"/>
                    <a:pt x="7309" y="18283"/>
                    <a:pt x="7473" y="18231"/>
                  </a:cubicBezTo>
                  <a:cubicBezTo>
                    <a:pt x="7580" y="18196"/>
                    <a:pt x="7706" y="18213"/>
                    <a:pt x="7824" y="18220"/>
                  </a:cubicBezTo>
                  <a:cubicBezTo>
                    <a:pt x="7882" y="18223"/>
                    <a:pt x="7921" y="18205"/>
                    <a:pt x="7949" y="18175"/>
                  </a:cubicBezTo>
                  <a:cubicBezTo>
                    <a:pt x="7943" y="18057"/>
                    <a:pt x="7933" y="17946"/>
                    <a:pt x="7929" y="17838"/>
                  </a:cubicBezTo>
                  <a:cubicBezTo>
                    <a:pt x="7924" y="17718"/>
                    <a:pt x="7875" y="17628"/>
                    <a:pt x="7760" y="17581"/>
                  </a:cubicBezTo>
                  <a:cubicBezTo>
                    <a:pt x="7719" y="17565"/>
                    <a:pt x="7697" y="17535"/>
                    <a:pt x="7672" y="17496"/>
                  </a:cubicBezTo>
                  <a:cubicBezTo>
                    <a:pt x="7625" y="17423"/>
                    <a:pt x="7580" y="17341"/>
                    <a:pt x="7481" y="17317"/>
                  </a:cubicBezTo>
                  <a:cubicBezTo>
                    <a:pt x="7415" y="17301"/>
                    <a:pt x="7343" y="17279"/>
                    <a:pt x="7288" y="17239"/>
                  </a:cubicBezTo>
                  <a:cubicBezTo>
                    <a:pt x="7222" y="17190"/>
                    <a:pt x="7160" y="17199"/>
                    <a:pt x="7089" y="17202"/>
                  </a:cubicBezTo>
                  <a:cubicBezTo>
                    <a:pt x="6965" y="17207"/>
                    <a:pt x="6914" y="17166"/>
                    <a:pt x="6869" y="17039"/>
                  </a:cubicBezTo>
                  <a:cubicBezTo>
                    <a:pt x="6895" y="17020"/>
                    <a:pt x="6921" y="17004"/>
                    <a:pt x="6945" y="16983"/>
                  </a:cubicBezTo>
                  <a:cubicBezTo>
                    <a:pt x="7036" y="16900"/>
                    <a:pt x="7136" y="16921"/>
                    <a:pt x="7231" y="16967"/>
                  </a:cubicBezTo>
                  <a:cubicBezTo>
                    <a:pt x="7382" y="17040"/>
                    <a:pt x="7528" y="17122"/>
                    <a:pt x="7676" y="17202"/>
                  </a:cubicBezTo>
                  <a:cubicBezTo>
                    <a:pt x="7697" y="17213"/>
                    <a:pt x="7720" y="17222"/>
                    <a:pt x="7738" y="17237"/>
                  </a:cubicBezTo>
                  <a:cubicBezTo>
                    <a:pt x="7825" y="17326"/>
                    <a:pt x="7912" y="17417"/>
                    <a:pt x="7997" y="17509"/>
                  </a:cubicBezTo>
                  <a:cubicBezTo>
                    <a:pt x="8024" y="17537"/>
                    <a:pt x="8053" y="17566"/>
                    <a:pt x="8072" y="17598"/>
                  </a:cubicBezTo>
                  <a:cubicBezTo>
                    <a:pt x="8098" y="17641"/>
                    <a:pt x="8135" y="17688"/>
                    <a:pt x="8134" y="17734"/>
                  </a:cubicBezTo>
                  <a:cubicBezTo>
                    <a:pt x="8133" y="17883"/>
                    <a:pt x="8181" y="18001"/>
                    <a:pt x="8302" y="18097"/>
                  </a:cubicBezTo>
                  <a:cubicBezTo>
                    <a:pt x="8426" y="18067"/>
                    <a:pt x="8556" y="18038"/>
                    <a:pt x="8685" y="18007"/>
                  </a:cubicBezTo>
                  <a:cubicBezTo>
                    <a:pt x="8707" y="18001"/>
                    <a:pt x="8728" y="17989"/>
                    <a:pt x="8746" y="17974"/>
                  </a:cubicBezTo>
                  <a:cubicBezTo>
                    <a:pt x="8799" y="17925"/>
                    <a:pt x="8850" y="17874"/>
                    <a:pt x="8915" y="17812"/>
                  </a:cubicBezTo>
                  <a:cubicBezTo>
                    <a:pt x="8884" y="17727"/>
                    <a:pt x="8844" y="17636"/>
                    <a:pt x="8818" y="17539"/>
                  </a:cubicBezTo>
                  <a:cubicBezTo>
                    <a:pt x="8783" y="17408"/>
                    <a:pt x="8737" y="17287"/>
                    <a:pt x="8633" y="17196"/>
                  </a:cubicBezTo>
                  <a:cubicBezTo>
                    <a:pt x="8533" y="17106"/>
                    <a:pt x="8470" y="16984"/>
                    <a:pt x="8365" y="16894"/>
                  </a:cubicBezTo>
                  <a:cubicBezTo>
                    <a:pt x="8267" y="16809"/>
                    <a:pt x="8155" y="16759"/>
                    <a:pt x="8048" y="16698"/>
                  </a:cubicBezTo>
                  <a:cubicBezTo>
                    <a:pt x="8005" y="16674"/>
                    <a:pt x="7955" y="16651"/>
                    <a:pt x="7907" y="16644"/>
                  </a:cubicBezTo>
                  <a:cubicBezTo>
                    <a:pt x="7698" y="16609"/>
                    <a:pt x="7487" y="16618"/>
                    <a:pt x="7277" y="16584"/>
                  </a:cubicBezTo>
                  <a:cubicBezTo>
                    <a:pt x="7120" y="16559"/>
                    <a:pt x="6957" y="16568"/>
                    <a:pt x="6798" y="16575"/>
                  </a:cubicBezTo>
                  <a:cubicBezTo>
                    <a:pt x="6686" y="16580"/>
                    <a:pt x="6573" y="16606"/>
                    <a:pt x="6464" y="16629"/>
                  </a:cubicBezTo>
                  <a:cubicBezTo>
                    <a:pt x="6382" y="16646"/>
                    <a:pt x="6280" y="16613"/>
                    <a:pt x="6270" y="16547"/>
                  </a:cubicBezTo>
                  <a:cubicBezTo>
                    <a:pt x="6256" y="16465"/>
                    <a:pt x="6239" y="16381"/>
                    <a:pt x="6260" y="16292"/>
                  </a:cubicBezTo>
                  <a:cubicBezTo>
                    <a:pt x="6286" y="16188"/>
                    <a:pt x="6293" y="16079"/>
                    <a:pt x="6308" y="15973"/>
                  </a:cubicBezTo>
                  <a:cubicBezTo>
                    <a:pt x="6321" y="15893"/>
                    <a:pt x="6318" y="15806"/>
                    <a:pt x="6351" y="15734"/>
                  </a:cubicBezTo>
                  <a:cubicBezTo>
                    <a:pt x="6375" y="15682"/>
                    <a:pt x="6372" y="15641"/>
                    <a:pt x="6363" y="15611"/>
                  </a:cubicBezTo>
                  <a:cubicBezTo>
                    <a:pt x="6406" y="15552"/>
                    <a:pt x="6438" y="15504"/>
                    <a:pt x="6475" y="15460"/>
                  </a:cubicBezTo>
                  <a:cubicBezTo>
                    <a:pt x="6532" y="15395"/>
                    <a:pt x="6580" y="15304"/>
                    <a:pt x="6651" y="15278"/>
                  </a:cubicBezTo>
                  <a:cubicBezTo>
                    <a:pt x="6778" y="15229"/>
                    <a:pt x="6904" y="15138"/>
                    <a:pt x="7057" y="15193"/>
                  </a:cubicBezTo>
                  <a:cubicBezTo>
                    <a:pt x="7084" y="15203"/>
                    <a:pt x="7125" y="15178"/>
                    <a:pt x="7157" y="15166"/>
                  </a:cubicBezTo>
                  <a:cubicBezTo>
                    <a:pt x="7186" y="15155"/>
                    <a:pt x="7211" y="15134"/>
                    <a:pt x="7240" y="15121"/>
                  </a:cubicBezTo>
                  <a:cubicBezTo>
                    <a:pt x="7448" y="15029"/>
                    <a:pt x="7657" y="14940"/>
                    <a:pt x="7864" y="14844"/>
                  </a:cubicBezTo>
                  <a:cubicBezTo>
                    <a:pt x="7940" y="14808"/>
                    <a:pt x="8015" y="14764"/>
                    <a:pt x="8086" y="14717"/>
                  </a:cubicBezTo>
                  <a:cubicBezTo>
                    <a:pt x="8137" y="14682"/>
                    <a:pt x="8180" y="14636"/>
                    <a:pt x="8227" y="14595"/>
                  </a:cubicBezTo>
                  <a:cubicBezTo>
                    <a:pt x="8314" y="14522"/>
                    <a:pt x="8404" y="14450"/>
                    <a:pt x="8486" y="14370"/>
                  </a:cubicBezTo>
                  <a:cubicBezTo>
                    <a:pt x="8527" y="14331"/>
                    <a:pt x="8552" y="14277"/>
                    <a:pt x="8589" y="14232"/>
                  </a:cubicBezTo>
                  <a:cubicBezTo>
                    <a:pt x="8650" y="14160"/>
                    <a:pt x="8718" y="14096"/>
                    <a:pt x="8774" y="14021"/>
                  </a:cubicBezTo>
                  <a:cubicBezTo>
                    <a:pt x="8841" y="13930"/>
                    <a:pt x="8900" y="13833"/>
                    <a:pt x="8959" y="13736"/>
                  </a:cubicBezTo>
                  <a:cubicBezTo>
                    <a:pt x="9012" y="13649"/>
                    <a:pt x="9060" y="13560"/>
                    <a:pt x="9110" y="13472"/>
                  </a:cubicBezTo>
                  <a:cubicBezTo>
                    <a:pt x="9122" y="13448"/>
                    <a:pt x="9129" y="13421"/>
                    <a:pt x="9142" y="13396"/>
                  </a:cubicBezTo>
                  <a:cubicBezTo>
                    <a:pt x="9196" y="13294"/>
                    <a:pt x="9230" y="13183"/>
                    <a:pt x="9303" y="13089"/>
                  </a:cubicBezTo>
                  <a:cubicBezTo>
                    <a:pt x="9356" y="13020"/>
                    <a:pt x="9407" y="12940"/>
                    <a:pt x="9395" y="12840"/>
                  </a:cubicBezTo>
                  <a:cubicBezTo>
                    <a:pt x="9393" y="12827"/>
                    <a:pt x="9396" y="12809"/>
                    <a:pt x="9404" y="12794"/>
                  </a:cubicBezTo>
                  <a:cubicBezTo>
                    <a:pt x="9445" y="12710"/>
                    <a:pt x="9475" y="12618"/>
                    <a:pt x="9534" y="12547"/>
                  </a:cubicBezTo>
                  <a:cubicBezTo>
                    <a:pt x="9627" y="12431"/>
                    <a:pt x="9643" y="12288"/>
                    <a:pt x="9695" y="12159"/>
                  </a:cubicBezTo>
                  <a:cubicBezTo>
                    <a:pt x="9709" y="12128"/>
                    <a:pt x="9698" y="12086"/>
                    <a:pt x="9715" y="12060"/>
                  </a:cubicBezTo>
                  <a:cubicBezTo>
                    <a:pt x="9818" y="11891"/>
                    <a:pt x="9837" y="11702"/>
                    <a:pt x="9847" y="11510"/>
                  </a:cubicBezTo>
                  <a:cubicBezTo>
                    <a:pt x="9851" y="11433"/>
                    <a:pt x="9854" y="11357"/>
                    <a:pt x="9873" y="11282"/>
                  </a:cubicBezTo>
                  <a:cubicBezTo>
                    <a:pt x="9883" y="11241"/>
                    <a:pt x="9887" y="11196"/>
                    <a:pt x="9887" y="11152"/>
                  </a:cubicBezTo>
                  <a:cubicBezTo>
                    <a:pt x="9883" y="10953"/>
                    <a:pt x="9908" y="10756"/>
                    <a:pt x="9924" y="10558"/>
                  </a:cubicBezTo>
                  <a:cubicBezTo>
                    <a:pt x="9935" y="10441"/>
                    <a:pt x="9925" y="10323"/>
                    <a:pt x="9963" y="10210"/>
                  </a:cubicBezTo>
                  <a:cubicBezTo>
                    <a:pt x="9968" y="10193"/>
                    <a:pt x="9954" y="10172"/>
                    <a:pt x="9954" y="10153"/>
                  </a:cubicBezTo>
                  <a:cubicBezTo>
                    <a:pt x="9950" y="10059"/>
                    <a:pt x="9933" y="9962"/>
                    <a:pt x="9949" y="9871"/>
                  </a:cubicBezTo>
                  <a:cubicBezTo>
                    <a:pt x="9977" y="9715"/>
                    <a:pt x="9974" y="9559"/>
                    <a:pt x="9975" y="9405"/>
                  </a:cubicBezTo>
                  <a:cubicBezTo>
                    <a:pt x="9977" y="9068"/>
                    <a:pt x="9966" y="8732"/>
                    <a:pt x="9963" y="8397"/>
                  </a:cubicBezTo>
                  <a:cubicBezTo>
                    <a:pt x="9963" y="8346"/>
                    <a:pt x="9968" y="8295"/>
                    <a:pt x="9968" y="8244"/>
                  </a:cubicBezTo>
                  <a:cubicBezTo>
                    <a:pt x="9971" y="8075"/>
                    <a:pt x="9960" y="7904"/>
                    <a:pt x="9984" y="7739"/>
                  </a:cubicBezTo>
                  <a:cubicBezTo>
                    <a:pt x="10011" y="7540"/>
                    <a:pt x="9996" y="7346"/>
                    <a:pt x="9992" y="7150"/>
                  </a:cubicBezTo>
                  <a:cubicBezTo>
                    <a:pt x="9990" y="6995"/>
                    <a:pt x="9984" y="6839"/>
                    <a:pt x="9979" y="6684"/>
                  </a:cubicBezTo>
                  <a:cubicBezTo>
                    <a:pt x="9975" y="6566"/>
                    <a:pt x="9976" y="6449"/>
                    <a:pt x="9968" y="6331"/>
                  </a:cubicBezTo>
                  <a:cubicBezTo>
                    <a:pt x="9961" y="6251"/>
                    <a:pt x="9941" y="6245"/>
                    <a:pt x="9844" y="6265"/>
                  </a:cubicBezTo>
                  <a:cubicBezTo>
                    <a:pt x="9856" y="6345"/>
                    <a:pt x="9879" y="6427"/>
                    <a:pt x="9874" y="6506"/>
                  </a:cubicBezTo>
                  <a:cubicBezTo>
                    <a:pt x="9868" y="6613"/>
                    <a:pt x="9837" y="6720"/>
                    <a:pt x="9871" y="6827"/>
                  </a:cubicBezTo>
                  <a:cubicBezTo>
                    <a:pt x="9874" y="6839"/>
                    <a:pt x="9867" y="6859"/>
                    <a:pt x="9859" y="6872"/>
                  </a:cubicBezTo>
                  <a:cubicBezTo>
                    <a:pt x="9802" y="6966"/>
                    <a:pt x="9798" y="7072"/>
                    <a:pt x="9789" y="7177"/>
                  </a:cubicBezTo>
                  <a:cubicBezTo>
                    <a:pt x="9782" y="7259"/>
                    <a:pt x="9762" y="7339"/>
                    <a:pt x="9752" y="7421"/>
                  </a:cubicBezTo>
                  <a:cubicBezTo>
                    <a:pt x="9744" y="7486"/>
                    <a:pt x="9739" y="7553"/>
                    <a:pt x="9739" y="7617"/>
                  </a:cubicBezTo>
                  <a:cubicBezTo>
                    <a:pt x="9739" y="7688"/>
                    <a:pt x="9744" y="7754"/>
                    <a:pt x="9725" y="7826"/>
                  </a:cubicBezTo>
                  <a:cubicBezTo>
                    <a:pt x="9693" y="7947"/>
                    <a:pt x="9668" y="8067"/>
                    <a:pt x="9692" y="8198"/>
                  </a:cubicBezTo>
                  <a:cubicBezTo>
                    <a:pt x="9710" y="8290"/>
                    <a:pt x="9695" y="8388"/>
                    <a:pt x="9694" y="8482"/>
                  </a:cubicBezTo>
                  <a:cubicBezTo>
                    <a:pt x="9694" y="8528"/>
                    <a:pt x="9687" y="8574"/>
                    <a:pt x="9689" y="8620"/>
                  </a:cubicBezTo>
                  <a:cubicBezTo>
                    <a:pt x="9692" y="8674"/>
                    <a:pt x="9708" y="8727"/>
                    <a:pt x="9705" y="8781"/>
                  </a:cubicBezTo>
                  <a:cubicBezTo>
                    <a:pt x="9700" y="8932"/>
                    <a:pt x="9688" y="9082"/>
                    <a:pt x="9680" y="9233"/>
                  </a:cubicBezTo>
                  <a:cubicBezTo>
                    <a:pt x="9678" y="9278"/>
                    <a:pt x="9688" y="9325"/>
                    <a:pt x="9682" y="9370"/>
                  </a:cubicBezTo>
                  <a:cubicBezTo>
                    <a:pt x="9674" y="9423"/>
                    <a:pt x="9654" y="9476"/>
                    <a:pt x="9644" y="9529"/>
                  </a:cubicBezTo>
                  <a:cubicBezTo>
                    <a:pt x="9624" y="9633"/>
                    <a:pt x="9602" y="9737"/>
                    <a:pt x="9588" y="9841"/>
                  </a:cubicBezTo>
                  <a:cubicBezTo>
                    <a:pt x="9570" y="9969"/>
                    <a:pt x="9559" y="10097"/>
                    <a:pt x="9544" y="10226"/>
                  </a:cubicBezTo>
                  <a:cubicBezTo>
                    <a:pt x="9534" y="10308"/>
                    <a:pt x="9519" y="10390"/>
                    <a:pt x="9510" y="10474"/>
                  </a:cubicBezTo>
                  <a:cubicBezTo>
                    <a:pt x="9495" y="10605"/>
                    <a:pt x="9509" y="10736"/>
                    <a:pt x="9541" y="10865"/>
                  </a:cubicBezTo>
                  <a:cubicBezTo>
                    <a:pt x="9457" y="10944"/>
                    <a:pt x="9450" y="11049"/>
                    <a:pt x="9453" y="11151"/>
                  </a:cubicBezTo>
                  <a:cubicBezTo>
                    <a:pt x="9454" y="11238"/>
                    <a:pt x="9443" y="11313"/>
                    <a:pt x="9372" y="11374"/>
                  </a:cubicBezTo>
                  <a:cubicBezTo>
                    <a:pt x="9344" y="11400"/>
                    <a:pt x="9316" y="11449"/>
                    <a:pt x="9320" y="11484"/>
                  </a:cubicBezTo>
                  <a:cubicBezTo>
                    <a:pt x="9335" y="11587"/>
                    <a:pt x="9305" y="11686"/>
                    <a:pt x="9286" y="11779"/>
                  </a:cubicBezTo>
                  <a:cubicBezTo>
                    <a:pt x="9252" y="11950"/>
                    <a:pt x="9188" y="12116"/>
                    <a:pt x="9135" y="12283"/>
                  </a:cubicBezTo>
                  <a:cubicBezTo>
                    <a:pt x="9109" y="12362"/>
                    <a:pt x="9069" y="12434"/>
                    <a:pt x="9048" y="12513"/>
                  </a:cubicBezTo>
                  <a:cubicBezTo>
                    <a:pt x="9014" y="12633"/>
                    <a:pt x="8991" y="12756"/>
                    <a:pt x="8911" y="12855"/>
                  </a:cubicBezTo>
                  <a:cubicBezTo>
                    <a:pt x="8902" y="12868"/>
                    <a:pt x="8895" y="12881"/>
                    <a:pt x="8889" y="12896"/>
                  </a:cubicBezTo>
                  <a:cubicBezTo>
                    <a:pt x="8831" y="13044"/>
                    <a:pt x="8754" y="13177"/>
                    <a:pt x="8615" y="13267"/>
                  </a:cubicBezTo>
                  <a:cubicBezTo>
                    <a:pt x="8602" y="13274"/>
                    <a:pt x="8588" y="13289"/>
                    <a:pt x="8585" y="13303"/>
                  </a:cubicBezTo>
                  <a:cubicBezTo>
                    <a:pt x="8569" y="13391"/>
                    <a:pt x="8493" y="13436"/>
                    <a:pt x="8442" y="13499"/>
                  </a:cubicBezTo>
                  <a:cubicBezTo>
                    <a:pt x="8396" y="13559"/>
                    <a:pt x="8348" y="13615"/>
                    <a:pt x="8301" y="13673"/>
                  </a:cubicBezTo>
                  <a:cubicBezTo>
                    <a:pt x="8222" y="13771"/>
                    <a:pt x="8144" y="13867"/>
                    <a:pt x="8066" y="13964"/>
                  </a:cubicBezTo>
                  <a:cubicBezTo>
                    <a:pt x="8031" y="14009"/>
                    <a:pt x="8005" y="14065"/>
                    <a:pt x="7960" y="14097"/>
                  </a:cubicBezTo>
                  <a:cubicBezTo>
                    <a:pt x="7845" y="14183"/>
                    <a:pt x="7739" y="14275"/>
                    <a:pt x="7636" y="14377"/>
                  </a:cubicBezTo>
                  <a:cubicBezTo>
                    <a:pt x="7511" y="14500"/>
                    <a:pt x="7397" y="14650"/>
                    <a:pt x="7217" y="14707"/>
                  </a:cubicBezTo>
                  <a:cubicBezTo>
                    <a:pt x="7094" y="14848"/>
                    <a:pt x="6894" y="14807"/>
                    <a:pt x="6752" y="14904"/>
                  </a:cubicBezTo>
                  <a:cubicBezTo>
                    <a:pt x="6747" y="14906"/>
                    <a:pt x="6736" y="14896"/>
                    <a:pt x="6730" y="14897"/>
                  </a:cubicBezTo>
                  <a:cubicBezTo>
                    <a:pt x="6710" y="14901"/>
                    <a:pt x="6686" y="14902"/>
                    <a:pt x="6669" y="14911"/>
                  </a:cubicBezTo>
                  <a:cubicBezTo>
                    <a:pt x="6621" y="14937"/>
                    <a:pt x="6577" y="14971"/>
                    <a:pt x="6527" y="14994"/>
                  </a:cubicBezTo>
                  <a:cubicBezTo>
                    <a:pt x="6465" y="15027"/>
                    <a:pt x="6403" y="15061"/>
                    <a:pt x="6336" y="15080"/>
                  </a:cubicBezTo>
                  <a:cubicBezTo>
                    <a:pt x="6243" y="15107"/>
                    <a:pt x="6143" y="15114"/>
                    <a:pt x="6051" y="15141"/>
                  </a:cubicBezTo>
                  <a:cubicBezTo>
                    <a:pt x="5960" y="15167"/>
                    <a:pt x="5856" y="15132"/>
                    <a:pt x="5775" y="15212"/>
                  </a:cubicBezTo>
                  <a:cubicBezTo>
                    <a:pt x="5754" y="15234"/>
                    <a:pt x="5693" y="15213"/>
                    <a:pt x="5663" y="15232"/>
                  </a:cubicBezTo>
                  <a:cubicBezTo>
                    <a:pt x="5538" y="15310"/>
                    <a:pt x="5409" y="15320"/>
                    <a:pt x="5272" y="15274"/>
                  </a:cubicBezTo>
                  <a:cubicBezTo>
                    <a:pt x="5258" y="15268"/>
                    <a:pt x="5241" y="15271"/>
                    <a:pt x="5226" y="15271"/>
                  </a:cubicBezTo>
                  <a:cubicBezTo>
                    <a:pt x="5133" y="15268"/>
                    <a:pt x="5041" y="15263"/>
                    <a:pt x="4947" y="15263"/>
                  </a:cubicBezTo>
                  <a:cubicBezTo>
                    <a:pt x="4901" y="15263"/>
                    <a:pt x="4855" y="15267"/>
                    <a:pt x="4811" y="15279"/>
                  </a:cubicBezTo>
                  <a:cubicBezTo>
                    <a:pt x="4678" y="15315"/>
                    <a:pt x="4540" y="15310"/>
                    <a:pt x="4415" y="15274"/>
                  </a:cubicBezTo>
                  <a:cubicBezTo>
                    <a:pt x="4307" y="15243"/>
                    <a:pt x="4205" y="15214"/>
                    <a:pt x="4094" y="15214"/>
                  </a:cubicBezTo>
                  <a:cubicBezTo>
                    <a:pt x="4064" y="15214"/>
                    <a:pt x="4030" y="15213"/>
                    <a:pt x="4000" y="15203"/>
                  </a:cubicBezTo>
                  <a:cubicBezTo>
                    <a:pt x="3821" y="15138"/>
                    <a:pt x="3640" y="15076"/>
                    <a:pt x="3475" y="14978"/>
                  </a:cubicBezTo>
                  <a:cubicBezTo>
                    <a:pt x="3446" y="14960"/>
                    <a:pt x="3420" y="14936"/>
                    <a:pt x="3391" y="14915"/>
                  </a:cubicBezTo>
                  <a:cubicBezTo>
                    <a:pt x="3230" y="14800"/>
                    <a:pt x="3072" y="14679"/>
                    <a:pt x="2903" y="14573"/>
                  </a:cubicBezTo>
                  <a:cubicBezTo>
                    <a:pt x="2766" y="14487"/>
                    <a:pt x="2592" y="14459"/>
                    <a:pt x="2503" y="14303"/>
                  </a:cubicBezTo>
                  <a:cubicBezTo>
                    <a:pt x="2501" y="14301"/>
                    <a:pt x="2498" y="14296"/>
                    <a:pt x="2494" y="14295"/>
                  </a:cubicBezTo>
                  <a:cubicBezTo>
                    <a:pt x="2361" y="14232"/>
                    <a:pt x="2276" y="14109"/>
                    <a:pt x="2162" y="14026"/>
                  </a:cubicBezTo>
                  <a:cubicBezTo>
                    <a:pt x="2127" y="14001"/>
                    <a:pt x="2084" y="13981"/>
                    <a:pt x="2059" y="13949"/>
                  </a:cubicBezTo>
                  <a:cubicBezTo>
                    <a:pt x="1986" y="13847"/>
                    <a:pt x="1940" y="13728"/>
                    <a:pt x="1841" y="13644"/>
                  </a:cubicBezTo>
                  <a:cubicBezTo>
                    <a:pt x="1829" y="13633"/>
                    <a:pt x="1829" y="13608"/>
                    <a:pt x="1823" y="13589"/>
                  </a:cubicBezTo>
                  <a:cubicBezTo>
                    <a:pt x="1804" y="13534"/>
                    <a:pt x="1773" y="13493"/>
                    <a:pt x="1712" y="13477"/>
                  </a:cubicBezTo>
                  <a:cubicBezTo>
                    <a:pt x="1651" y="13462"/>
                    <a:pt x="1614" y="13428"/>
                    <a:pt x="1639" y="13356"/>
                  </a:cubicBezTo>
                  <a:cubicBezTo>
                    <a:pt x="1645" y="13337"/>
                    <a:pt x="1640" y="13309"/>
                    <a:pt x="1631" y="13290"/>
                  </a:cubicBezTo>
                  <a:cubicBezTo>
                    <a:pt x="1553" y="13086"/>
                    <a:pt x="1473" y="12881"/>
                    <a:pt x="1391" y="12680"/>
                  </a:cubicBezTo>
                  <a:cubicBezTo>
                    <a:pt x="1371" y="12630"/>
                    <a:pt x="1333" y="12587"/>
                    <a:pt x="1317" y="12536"/>
                  </a:cubicBezTo>
                  <a:cubicBezTo>
                    <a:pt x="1277" y="12409"/>
                    <a:pt x="1248" y="12280"/>
                    <a:pt x="1210" y="12153"/>
                  </a:cubicBezTo>
                  <a:cubicBezTo>
                    <a:pt x="1179" y="12053"/>
                    <a:pt x="1148" y="11954"/>
                    <a:pt x="1158" y="11848"/>
                  </a:cubicBezTo>
                  <a:cubicBezTo>
                    <a:pt x="1159" y="11831"/>
                    <a:pt x="1151" y="11810"/>
                    <a:pt x="1148" y="11792"/>
                  </a:cubicBezTo>
                  <a:cubicBezTo>
                    <a:pt x="1135" y="11748"/>
                    <a:pt x="1118" y="11703"/>
                    <a:pt x="1113" y="11658"/>
                  </a:cubicBezTo>
                  <a:cubicBezTo>
                    <a:pt x="1098" y="11538"/>
                    <a:pt x="1092" y="11416"/>
                    <a:pt x="1077" y="11295"/>
                  </a:cubicBezTo>
                  <a:cubicBezTo>
                    <a:pt x="1064" y="11192"/>
                    <a:pt x="1043" y="11089"/>
                    <a:pt x="1023" y="10987"/>
                  </a:cubicBezTo>
                  <a:cubicBezTo>
                    <a:pt x="1011" y="10934"/>
                    <a:pt x="984" y="10884"/>
                    <a:pt x="979" y="10830"/>
                  </a:cubicBezTo>
                  <a:cubicBezTo>
                    <a:pt x="966" y="10730"/>
                    <a:pt x="976" y="10625"/>
                    <a:pt x="959" y="10526"/>
                  </a:cubicBezTo>
                  <a:cubicBezTo>
                    <a:pt x="940" y="10412"/>
                    <a:pt x="960" y="10293"/>
                    <a:pt x="899" y="10183"/>
                  </a:cubicBezTo>
                  <a:cubicBezTo>
                    <a:pt x="867" y="10127"/>
                    <a:pt x="869" y="10049"/>
                    <a:pt x="866" y="9980"/>
                  </a:cubicBezTo>
                  <a:cubicBezTo>
                    <a:pt x="862" y="9906"/>
                    <a:pt x="876" y="9831"/>
                    <a:pt x="869" y="9759"/>
                  </a:cubicBezTo>
                  <a:cubicBezTo>
                    <a:pt x="857" y="9597"/>
                    <a:pt x="832" y="9437"/>
                    <a:pt x="818" y="9277"/>
                  </a:cubicBezTo>
                  <a:cubicBezTo>
                    <a:pt x="800" y="9059"/>
                    <a:pt x="787" y="8840"/>
                    <a:pt x="771" y="8623"/>
                  </a:cubicBezTo>
                  <a:cubicBezTo>
                    <a:pt x="768" y="8579"/>
                    <a:pt x="763" y="8537"/>
                    <a:pt x="757" y="8494"/>
                  </a:cubicBezTo>
                  <a:cubicBezTo>
                    <a:pt x="741" y="8387"/>
                    <a:pt x="721" y="8279"/>
                    <a:pt x="709" y="8172"/>
                  </a:cubicBezTo>
                  <a:cubicBezTo>
                    <a:pt x="700" y="8107"/>
                    <a:pt x="698" y="8044"/>
                    <a:pt x="697" y="7979"/>
                  </a:cubicBezTo>
                  <a:cubicBezTo>
                    <a:pt x="695" y="7937"/>
                    <a:pt x="702" y="7895"/>
                    <a:pt x="698" y="7852"/>
                  </a:cubicBezTo>
                  <a:cubicBezTo>
                    <a:pt x="684" y="7698"/>
                    <a:pt x="665" y="7543"/>
                    <a:pt x="652" y="7387"/>
                  </a:cubicBezTo>
                  <a:cubicBezTo>
                    <a:pt x="639" y="7231"/>
                    <a:pt x="633" y="7075"/>
                    <a:pt x="622" y="6919"/>
                  </a:cubicBezTo>
                  <a:cubicBezTo>
                    <a:pt x="618" y="6862"/>
                    <a:pt x="618" y="6799"/>
                    <a:pt x="596" y="6747"/>
                  </a:cubicBezTo>
                  <a:cubicBezTo>
                    <a:pt x="557" y="6657"/>
                    <a:pt x="607" y="6604"/>
                    <a:pt x="664" y="6555"/>
                  </a:cubicBezTo>
                  <a:cubicBezTo>
                    <a:pt x="688" y="6532"/>
                    <a:pt x="721" y="6520"/>
                    <a:pt x="776" y="6488"/>
                  </a:cubicBezTo>
                  <a:cubicBezTo>
                    <a:pt x="724" y="6475"/>
                    <a:pt x="696" y="6465"/>
                    <a:pt x="669" y="6464"/>
                  </a:cubicBezTo>
                  <a:cubicBezTo>
                    <a:pt x="591" y="6463"/>
                    <a:pt x="511" y="6466"/>
                    <a:pt x="433" y="6469"/>
                  </a:cubicBezTo>
                  <a:cubicBezTo>
                    <a:pt x="312" y="6471"/>
                    <a:pt x="283" y="6504"/>
                    <a:pt x="288" y="6627"/>
                  </a:cubicBezTo>
                  <a:cubicBezTo>
                    <a:pt x="293" y="6747"/>
                    <a:pt x="297" y="6870"/>
                    <a:pt x="303" y="6992"/>
                  </a:cubicBezTo>
                  <a:cubicBezTo>
                    <a:pt x="310" y="7121"/>
                    <a:pt x="316" y="7251"/>
                    <a:pt x="327" y="7380"/>
                  </a:cubicBezTo>
                  <a:cubicBezTo>
                    <a:pt x="331" y="7422"/>
                    <a:pt x="351" y="7463"/>
                    <a:pt x="356" y="7503"/>
                  </a:cubicBezTo>
                  <a:cubicBezTo>
                    <a:pt x="367" y="7645"/>
                    <a:pt x="376" y="7785"/>
                    <a:pt x="385" y="7926"/>
                  </a:cubicBezTo>
                  <a:cubicBezTo>
                    <a:pt x="391" y="8030"/>
                    <a:pt x="398" y="8136"/>
                    <a:pt x="403" y="8240"/>
                  </a:cubicBezTo>
                  <a:cubicBezTo>
                    <a:pt x="408" y="8349"/>
                    <a:pt x="414" y="8456"/>
                    <a:pt x="418" y="8566"/>
                  </a:cubicBezTo>
                  <a:cubicBezTo>
                    <a:pt x="422" y="8702"/>
                    <a:pt x="421" y="8839"/>
                    <a:pt x="428" y="8977"/>
                  </a:cubicBezTo>
                  <a:cubicBezTo>
                    <a:pt x="434" y="9085"/>
                    <a:pt x="458" y="9193"/>
                    <a:pt x="462" y="9303"/>
                  </a:cubicBezTo>
                  <a:cubicBezTo>
                    <a:pt x="468" y="9507"/>
                    <a:pt x="463" y="9709"/>
                    <a:pt x="469" y="9913"/>
                  </a:cubicBezTo>
                  <a:cubicBezTo>
                    <a:pt x="474" y="10086"/>
                    <a:pt x="488" y="10257"/>
                    <a:pt x="500" y="10429"/>
                  </a:cubicBezTo>
                  <a:cubicBezTo>
                    <a:pt x="506" y="10511"/>
                    <a:pt x="525" y="10591"/>
                    <a:pt x="532" y="10671"/>
                  </a:cubicBezTo>
                  <a:cubicBezTo>
                    <a:pt x="546" y="10835"/>
                    <a:pt x="551" y="11001"/>
                    <a:pt x="566" y="11165"/>
                  </a:cubicBezTo>
                  <a:cubicBezTo>
                    <a:pt x="582" y="11320"/>
                    <a:pt x="598" y="11473"/>
                    <a:pt x="628" y="11626"/>
                  </a:cubicBezTo>
                  <a:cubicBezTo>
                    <a:pt x="669" y="11837"/>
                    <a:pt x="719" y="12046"/>
                    <a:pt x="772" y="12255"/>
                  </a:cubicBezTo>
                  <a:cubicBezTo>
                    <a:pt x="796" y="12344"/>
                    <a:pt x="837" y="12430"/>
                    <a:pt x="869" y="12518"/>
                  </a:cubicBezTo>
                  <a:cubicBezTo>
                    <a:pt x="934" y="12697"/>
                    <a:pt x="974" y="12886"/>
                    <a:pt x="1065" y="13055"/>
                  </a:cubicBezTo>
                  <a:cubicBezTo>
                    <a:pt x="1079" y="13083"/>
                    <a:pt x="1092" y="13114"/>
                    <a:pt x="1094" y="13142"/>
                  </a:cubicBezTo>
                  <a:cubicBezTo>
                    <a:pt x="1111" y="13286"/>
                    <a:pt x="1171" y="13415"/>
                    <a:pt x="1232" y="13541"/>
                  </a:cubicBezTo>
                  <a:cubicBezTo>
                    <a:pt x="1295" y="13672"/>
                    <a:pt x="1387" y="13784"/>
                    <a:pt x="1488" y="13888"/>
                  </a:cubicBezTo>
                  <a:cubicBezTo>
                    <a:pt x="1558" y="13961"/>
                    <a:pt x="1612" y="14053"/>
                    <a:pt x="1694" y="14107"/>
                  </a:cubicBezTo>
                  <a:cubicBezTo>
                    <a:pt x="1890" y="14235"/>
                    <a:pt x="2014" y="14451"/>
                    <a:pt x="2239" y="14541"/>
                  </a:cubicBezTo>
                  <a:cubicBezTo>
                    <a:pt x="2245" y="14543"/>
                    <a:pt x="2252" y="14551"/>
                    <a:pt x="2256" y="14557"/>
                  </a:cubicBezTo>
                  <a:cubicBezTo>
                    <a:pt x="2359" y="14725"/>
                    <a:pt x="2537" y="14813"/>
                    <a:pt x="2673" y="14945"/>
                  </a:cubicBezTo>
                  <a:cubicBezTo>
                    <a:pt x="2711" y="14982"/>
                    <a:pt x="2762" y="15008"/>
                    <a:pt x="2809" y="15035"/>
                  </a:cubicBezTo>
                  <a:cubicBezTo>
                    <a:pt x="2921" y="15100"/>
                    <a:pt x="3033" y="15161"/>
                    <a:pt x="3146" y="15223"/>
                  </a:cubicBezTo>
                  <a:cubicBezTo>
                    <a:pt x="3217" y="15263"/>
                    <a:pt x="3288" y="15304"/>
                    <a:pt x="3361" y="15339"/>
                  </a:cubicBezTo>
                  <a:cubicBezTo>
                    <a:pt x="3391" y="15352"/>
                    <a:pt x="3430" y="15350"/>
                    <a:pt x="3459" y="15366"/>
                  </a:cubicBezTo>
                  <a:cubicBezTo>
                    <a:pt x="3533" y="15401"/>
                    <a:pt x="3601" y="15443"/>
                    <a:pt x="3672" y="15480"/>
                  </a:cubicBezTo>
                  <a:cubicBezTo>
                    <a:pt x="3684" y="15487"/>
                    <a:pt x="3702" y="15485"/>
                    <a:pt x="3718" y="15485"/>
                  </a:cubicBezTo>
                  <a:cubicBezTo>
                    <a:pt x="3863" y="15488"/>
                    <a:pt x="4004" y="15500"/>
                    <a:pt x="4124" y="15603"/>
                  </a:cubicBezTo>
                  <a:cubicBezTo>
                    <a:pt x="4242" y="15704"/>
                    <a:pt x="4337" y="15820"/>
                    <a:pt x="4364" y="15973"/>
                  </a:cubicBezTo>
                  <a:cubicBezTo>
                    <a:pt x="4384" y="16077"/>
                    <a:pt x="4384" y="16181"/>
                    <a:pt x="4363" y="16291"/>
                  </a:cubicBezTo>
                  <a:cubicBezTo>
                    <a:pt x="4346" y="16390"/>
                    <a:pt x="4351" y="16491"/>
                    <a:pt x="4288" y="16570"/>
                  </a:cubicBezTo>
                  <a:cubicBezTo>
                    <a:pt x="4150" y="16611"/>
                    <a:pt x="4010" y="16567"/>
                    <a:pt x="3878" y="16613"/>
                  </a:cubicBezTo>
                  <a:cubicBezTo>
                    <a:pt x="3858" y="16620"/>
                    <a:pt x="3832" y="16609"/>
                    <a:pt x="3810" y="16608"/>
                  </a:cubicBezTo>
                  <a:cubicBezTo>
                    <a:pt x="3724" y="16600"/>
                    <a:pt x="3638" y="16585"/>
                    <a:pt x="3553" y="16588"/>
                  </a:cubicBezTo>
                  <a:cubicBezTo>
                    <a:pt x="3481" y="16589"/>
                    <a:pt x="3410" y="16610"/>
                    <a:pt x="3338" y="16623"/>
                  </a:cubicBezTo>
                  <a:cubicBezTo>
                    <a:pt x="3326" y="16625"/>
                    <a:pt x="3315" y="16630"/>
                    <a:pt x="3307" y="16640"/>
                  </a:cubicBezTo>
                  <a:cubicBezTo>
                    <a:pt x="3257" y="16695"/>
                    <a:pt x="3188" y="16693"/>
                    <a:pt x="3124" y="16707"/>
                  </a:cubicBezTo>
                  <a:cubicBezTo>
                    <a:pt x="3033" y="16728"/>
                    <a:pt x="2939" y="16742"/>
                    <a:pt x="2853" y="16778"/>
                  </a:cubicBezTo>
                  <a:cubicBezTo>
                    <a:pt x="2695" y="16841"/>
                    <a:pt x="2558" y="16940"/>
                    <a:pt x="2476" y="17099"/>
                  </a:cubicBezTo>
                  <a:cubicBezTo>
                    <a:pt x="2423" y="17198"/>
                    <a:pt x="2362" y="17293"/>
                    <a:pt x="2313" y="17394"/>
                  </a:cubicBezTo>
                  <a:cubicBezTo>
                    <a:pt x="2265" y="17495"/>
                    <a:pt x="2183" y="17582"/>
                    <a:pt x="2184" y="17705"/>
                  </a:cubicBezTo>
                  <a:cubicBezTo>
                    <a:pt x="2184" y="17723"/>
                    <a:pt x="2170" y="17744"/>
                    <a:pt x="2157" y="17756"/>
                  </a:cubicBezTo>
                  <a:cubicBezTo>
                    <a:pt x="2095" y="17823"/>
                    <a:pt x="2111" y="17902"/>
                    <a:pt x="2124" y="17980"/>
                  </a:cubicBezTo>
                  <a:cubicBezTo>
                    <a:pt x="2134" y="18042"/>
                    <a:pt x="2168" y="18077"/>
                    <a:pt x="2234" y="18082"/>
                  </a:cubicBezTo>
                  <a:cubicBezTo>
                    <a:pt x="2398" y="18093"/>
                    <a:pt x="2562" y="18099"/>
                    <a:pt x="2724" y="18123"/>
                  </a:cubicBezTo>
                  <a:cubicBezTo>
                    <a:pt x="2858" y="18143"/>
                    <a:pt x="2921" y="18057"/>
                    <a:pt x="2975" y="17970"/>
                  </a:cubicBezTo>
                  <a:cubicBezTo>
                    <a:pt x="3047" y="17853"/>
                    <a:pt x="3095" y="17723"/>
                    <a:pt x="3166" y="17603"/>
                  </a:cubicBezTo>
                  <a:cubicBezTo>
                    <a:pt x="3292" y="17399"/>
                    <a:pt x="3448" y="17232"/>
                    <a:pt x="3657" y="17114"/>
                  </a:cubicBezTo>
                  <a:cubicBezTo>
                    <a:pt x="3684" y="17099"/>
                    <a:pt x="3714" y="17074"/>
                    <a:pt x="3742" y="17074"/>
                  </a:cubicBezTo>
                  <a:cubicBezTo>
                    <a:pt x="3829" y="17075"/>
                    <a:pt x="3887" y="17020"/>
                    <a:pt x="3952" y="16981"/>
                  </a:cubicBezTo>
                  <a:cubicBezTo>
                    <a:pt x="4016" y="16942"/>
                    <a:pt x="4082" y="16942"/>
                    <a:pt x="4128" y="16997"/>
                  </a:cubicBezTo>
                  <a:cubicBezTo>
                    <a:pt x="4150" y="17022"/>
                    <a:pt x="4162" y="17056"/>
                    <a:pt x="4175" y="17081"/>
                  </a:cubicBezTo>
                  <a:cubicBezTo>
                    <a:pt x="4131" y="17172"/>
                    <a:pt x="4068" y="17213"/>
                    <a:pt x="3976" y="17218"/>
                  </a:cubicBezTo>
                  <a:cubicBezTo>
                    <a:pt x="3817" y="17227"/>
                    <a:pt x="3697" y="17321"/>
                    <a:pt x="3577" y="17412"/>
                  </a:cubicBezTo>
                  <a:cubicBezTo>
                    <a:pt x="3425" y="17526"/>
                    <a:pt x="3334" y="17688"/>
                    <a:pt x="3253" y="17853"/>
                  </a:cubicBezTo>
                  <a:cubicBezTo>
                    <a:pt x="3207" y="17946"/>
                    <a:pt x="3146" y="18051"/>
                    <a:pt x="3210" y="18178"/>
                  </a:cubicBezTo>
                  <a:cubicBezTo>
                    <a:pt x="3300" y="18190"/>
                    <a:pt x="3396" y="18215"/>
                    <a:pt x="3492" y="18210"/>
                  </a:cubicBezTo>
                  <a:cubicBezTo>
                    <a:pt x="3684" y="18200"/>
                    <a:pt x="3873" y="18232"/>
                    <a:pt x="4065" y="18250"/>
                  </a:cubicBezTo>
                  <a:cubicBezTo>
                    <a:pt x="4160" y="18258"/>
                    <a:pt x="4205" y="18245"/>
                    <a:pt x="4246" y="18159"/>
                  </a:cubicBezTo>
                  <a:cubicBezTo>
                    <a:pt x="4256" y="18137"/>
                    <a:pt x="4260" y="18114"/>
                    <a:pt x="4269" y="18092"/>
                  </a:cubicBezTo>
                  <a:cubicBezTo>
                    <a:pt x="4341" y="17912"/>
                    <a:pt x="4342" y="17716"/>
                    <a:pt x="4389" y="17531"/>
                  </a:cubicBezTo>
                  <a:cubicBezTo>
                    <a:pt x="4394" y="17509"/>
                    <a:pt x="4398" y="17481"/>
                    <a:pt x="4414" y="17467"/>
                  </a:cubicBezTo>
                  <a:cubicBezTo>
                    <a:pt x="4527" y="17367"/>
                    <a:pt x="4535" y="17208"/>
                    <a:pt x="4628" y="17095"/>
                  </a:cubicBezTo>
                  <a:cubicBezTo>
                    <a:pt x="4686" y="17024"/>
                    <a:pt x="4740" y="16977"/>
                    <a:pt x="4830" y="16995"/>
                  </a:cubicBezTo>
                  <a:cubicBezTo>
                    <a:pt x="4890" y="17007"/>
                    <a:pt x="4926" y="17059"/>
                    <a:pt x="4932" y="17150"/>
                  </a:cubicBezTo>
                  <a:cubicBezTo>
                    <a:pt x="4934" y="17177"/>
                    <a:pt x="4926" y="17203"/>
                    <a:pt x="4922" y="17230"/>
                  </a:cubicBezTo>
                  <a:cubicBezTo>
                    <a:pt x="4899" y="17240"/>
                    <a:pt x="4876" y="17258"/>
                    <a:pt x="4855" y="17258"/>
                  </a:cubicBezTo>
                  <a:cubicBezTo>
                    <a:pt x="4778" y="17256"/>
                    <a:pt x="4735" y="17307"/>
                    <a:pt x="4715" y="17365"/>
                  </a:cubicBezTo>
                  <a:cubicBezTo>
                    <a:pt x="4668" y="17500"/>
                    <a:pt x="4597" y="17628"/>
                    <a:pt x="4581" y="17775"/>
                  </a:cubicBezTo>
                  <a:cubicBezTo>
                    <a:pt x="4571" y="17868"/>
                    <a:pt x="4556" y="17960"/>
                    <a:pt x="4540" y="18053"/>
                  </a:cubicBezTo>
                  <a:cubicBezTo>
                    <a:pt x="4528" y="18123"/>
                    <a:pt x="4477" y="18190"/>
                    <a:pt x="4522" y="18283"/>
                  </a:cubicBezTo>
                  <a:cubicBezTo>
                    <a:pt x="4625" y="18289"/>
                    <a:pt x="4740" y="18307"/>
                    <a:pt x="4850" y="18299"/>
                  </a:cubicBezTo>
                  <a:cubicBezTo>
                    <a:pt x="5018" y="18288"/>
                    <a:pt x="5183" y="18257"/>
                    <a:pt x="5349" y="18312"/>
                  </a:cubicBezTo>
                  <a:cubicBezTo>
                    <a:pt x="5359" y="18317"/>
                    <a:pt x="5371" y="18309"/>
                    <a:pt x="5381" y="18308"/>
                  </a:cubicBezTo>
                  <a:cubicBezTo>
                    <a:pt x="5416" y="18224"/>
                    <a:pt x="5468" y="18143"/>
                    <a:pt x="5478" y="18058"/>
                  </a:cubicBezTo>
                  <a:cubicBezTo>
                    <a:pt x="5497" y="17875"/>
                    <a:pt x="5493" y="17689"/>
                    <a:pt x="5495" y="17505"/>
                  </a:cubicBezTo>
                  <a:cubicBezTo>
                    <a:pt x="5498" y="17393"/>
                    <a:pt x="5502" y="17280"/>
                    <a:pt x="5493" y="17168"/>
                  </a:cubicBezTo>
                  <a:cubicBezTo>
                    <a:pt x="5487" y="17056"/>
                    <a:pt x="5541" y="17002"/>
                    <a:pt x="5648" y="16968"/>
                  </a:cubicBezTo>
                  <a:close/>
                  <a:moveTo>
                    <a:pt x="1004" y="8843"/>
                  </a:moveTo>
                  <a:cubicBezTo>
                    <a:pt x="1048" y="8857"/>
                    <a:pt x="1089" y="8880"/>
                    <a:pt x="1130" y="8883"/>
                  </a:cubicBezTo>
                  <a:cubicBezTo>
                    <a:pt x="1294" y="8893"/>
                    <a:pt x="1460" y="8899"/>
                    <a:pt x="1623" y="8903"/>
                  </a:cubicBezTo>
                  <a:cubicBezTo>
                    <a:pt x="1768" y="8906"/>
                    <a:pt x="1913" y="8904"/>
                    <a:pt x="2058" y="8905"/>
                  </a:cubicBezTo>
                  <a:cubicBezTo>
                    <a:pt x="2077" y="8905"/>
                    <a:pt x="2097" y="8904"/>
                    <a:pt x="2115" y="8910"/>
                  </a:cubicBezTo>
                  <a:cubicBezTo>
                    <a:pt x="2357" y="8987"/>
                    <a:pt x="2604" y="8956"/>
                    <a:pt x="2848" y="8945"/>
                  </a:cubicBezTo>
                  <a:cubicBezTo>
                    <a:pt x="3027" y="8936"/>
                    <a:pt x="3206" y="8919"/>
                    <a:pt x="3385" y="8915"/>
                  </a:cubicBezTo>
                  <a:cubicBezTo>
                    <a:pt x="3593" y="8913"/>
                    <a:pt x="3800" y="8927"/>
                    <a:pt x="4005" y="8926"/>
                  </a:cubicBezTo>
                  <a:cubicBezTo>
                    <a:pt x="4224" y="8925"/>
                    <a:pt x="4443" y="8913"/>
                    <a:pt x="4661" y="8908"/>
                  </a:cubicBezTo>
                  <a:cubicBezTo>
                    <a:pt x="4880" y="8903"/>
                    <a:pt x="5100" y="8904"/>
                    <a:pt x="5319" y="8898"/>
                  </a:cubicBezTo>
                  <a:cubicBezTo>
                    <a:pt x="5507" y="8891"/>
                    <a:pt x="5697" y="8878"/>
                    <a:pt x="5884" y="8865"/>
                  </a:cubicBezTo>
                  <a:cubicBezTo>
                    <a:pt x="5983" y="8860"/>
                    <a:pt x="6081" y="8855"/>
                    <a:pt x="6179" y="8849"/>
                  </a:cubicBezTo>
                  <a:cubicBezTo>
                    <a:pt x="6331" y="8839"/>
                    <a:pt x="6484" y="8830"/>
                    <a:pt x="6636" y="8817"/>
                  </a:cubicBezTo>
                  <a:cubicBezTo>
                    <a:pt x="6679" y="8813"/>
                    <a:pt x="6718" y="8793"/>
                    <a:pt x="6761" y="8787"/>
                  </a:cubicBezTo>
                  <a:cubicBezTo>
                    <a:pt x="6878" y="8770"/>
                    <a:pt x="7002" y="8811"/>
                    <a:pt x="7116" y="8753"/>
                  </a:cubicBezTo>
                  <a:cubicBezTo>
                    <a:pt x="7127" y="8748"/>
                    <a:pt x="7146" y="8756"/>
                    <a:pt x="7162" y="8758"/>
                  </a:cubicBezTo>
                  <a:cubicBezTo>
                    <a:pt x="7249" y="8773"/>
                    <a:pt x="7336" y="8747"/>
                    <a:pt x="7427" y="8758"/>
                  </a:cubicBezTo>
                  <a:cubicBezTo>
                    <a:pt x="7514" y="8770"/>
                    <a:pt x="7609" y="8727"/>
                    <a:pt x="7700" y="8714"/>
                  </a:cubicBezTo>
                  <a:cubicBezTo>
                    <a:pt x="7735" y="8709"/>
                    <a:pt x="7770" y="8710"/>
                    <a:pt x="7804" y="8711"/>
                  </a:cubicBezTo>
                  <a:cubicBezTo>
                    <a:pt x="7827" y="8711"/>
                    <a:pt x="7850" y="8720"/>
                    <a:pt x="7873" y="8720"/>
                  </a:cubicBezTo>
                  <a:cubicBezTo>
                    <a:pt x="7966" y="8716"/>
                    <a:pt x="8061" y="8701"/>
                    <a:pt x="8153" y="8709"/>
                  </a:cubicBezTo>
                  <a:cubicBezTo>
                    <a:pt x="8313" y="8721"/>
                    <a:pt x="8473" y="8732"/>
                    <a:pt x="8633" y="8704"/>
                  </a:cubicBezTo>
                  <a:cubicBezTo>
                    <a:pt x="8710" y="8689"/>
                    <a:pt x="8789" y="8673"/>
                    <a:pt x="8865" y="8676"/>
                  </a:cubicBezTo>
                  <a:cubicBezTo>
                    <a:pt x="9069" y="8686"/>
                    <a:pt x="9263" y="8650"/>
                    <a:pt x="9459" y="8599"/>
                  </a:cubicBezTo>
                  <a:cubicBezTo>
                    <a:pt x="9455" y="8537"/>
                    <a:pt x="9452" y="8484"/>
                    <a:pt x="9447" y="8423"/>
                  </a:cubicBezTo>
                  <a:cubicBezTo>
                    <a:pt x="9325" y="8410"/>
                    <a:pt x="9208" y="8394"/>
                    <a:pt x="9092" y="8389"/>
                  </a:cubicBezTo>
                  <a:cubicBezTo>
                    <a:pt x="8967" y="8382"/>
                    <a:pt x="8840" y="8387"/>
                    <a:pt x="8715" y="8384"/>
                  </a:cubicBezTo>
                  <a:cubicBezTo>
                    <a:pt x="8676" y="8384"/>
                    <a:pt x="8633" y="8389"/>
                    <a:pt x="8639" y="8318"/>
                  </a:cubicBezTo>
                  <a:cubicBezTo>
                    <a:pt x="8778" y="8318"/>
                    <a:pt x="8916" y="8320"/>
                    <a:pt x="9054" y="8318"/>
                  </a:cubicBezTo>
                  <a:cubicBezTo>
                    <a:pt x="9192" y="8317"/>
                    <a:pt x="9332" y="8347"/>
                    <a:pt x="9474" y="8289"/>
                  </a:cubicBezTo>
                  <a:cubicBezTo>
                    <a:pt x="9465" y="8240"/>
                    <a:pt x="9457" y="8200"/>
                    <a:pt x="9449" y="8157"/>
                  </a:cubicBezTo>
                  <a:cubicBezTo>
                    <a:pt x="9312" y="8203"/>
                    <a:pt x="9181" y="8192"/>
                    <a:pt x="9054" y="8179"/>
                  </a:cubicBezTo>
                  <a:cubicBezTo>
                    <a:pt x="8932" y="8168"/>
                    <a:pt x="8800" y="8190"/>
                    <a:pt x="8672" y="8116"/>
                  </a:cubicBezTo>
                  <a:cubicBezTo>
                    <a:pt x="8698" y="8102"/>
                    <a:pt x="8708" y="8091"/>
                    <a:pt x="8717" y="8092"/>
                  </a:cubicBezTo>
                  <a:cubicBezTo>
                    <a:pt x="8926" y="8110"/>
                    <a:pt x="9132" y="8131"/>
                    <a:pt x="9334" y="8047"/>
                  </a:cubicBezTo>
                  <a:cubicBezTo>
                    <a:pt x="9352" y="8040"/>
                    <a:pt x="9387" y="8065"/>
                    <a:pt x="9412" y="8081"/>
                  </a:cubicBezTo>
                  <a:cubicBezTo>
                    <a:pt x="9426" y="8090"/>
                    <a:pt x="9433" y="8108"/>
                    <a:pt x="9446" y="8123"/>
                  </a:cubicBezTo>
                  <a:cubicBezTo>
                    <a:pt x="9451" y="8121"/>
                    <a:pt x="9455" y="8118"/>
                    <a:pt x="9462" y="8116"/>
                  </a:cubicBezTo>
                  <a:cubicBezTo>
                    <a:pt x="9455" y="8057"/>
                    <a:pt x="9449" y="8000"/>
                    <a:pt x="9443" y="7938"/>
                  </a:cubicBezTo>
                  <a:cubicBezTo>
                    <a:pt x="9362" y="7923"/>
                    <a:pt x="9285" y="7907"/>
                    <a:pt x="9209" y="7895"/>
                  </a:cubicBezTo>
                  <a:cubicBezTo>
                    <a:pt x="9127" y="7882"/>
                    <a:pt x="9046" y="7870"/>
                    <a:pt x="8964" y="7866"/>
                  </a:cubicBezTo>
                  <a:cubicBezTo>
                    <a:pt x="8887" y="7861"/>
                    <a:pt x="8808" y="7877"/>
                    <a:pt x="8732" y="7865"/>
                  </a:cubicBezTo>
                  <a:cubicBezTo>
                    <a:pt x="8654" y="7851"/>
                    <a:pt x="8580" y="7922"/>
                    <a:pt x="8495" y="7878"/>
                  </a:cubicBezTo>
                  <a:cubicBezTo>
                    <a:pt x="8532" y="7817"/>
                    <a:pt x="8580" y="7796"/>
                    <a:pt x="8638" y="7799"/>
                  </a:cubicBezTo>
                  <a:cubicBezTo>
                    <a:pt x="8858" y="7809"/>
                    <a:pt x="9076" y="7822"/>
                    <a:pt x="9296" y="7832"/>
                  </a:cubicBezTo>
                  <a:cubicBezTo>
                    <a:pt x="9357" y="7835"/>
                    <a:pt x="9418" y="7832"/>
                    <a:pt x="9482" y="7832"/>
                  </a:cubicBezTo>
                  <a:cubicBezTo>
                    <a:pt x="9485" y="7793"/>
                    <a:pt x="9491" y="7765"/>
                    <a:pt x="9491" y="7739"/>
                  </a:cubicBezTo>
                  <a:cubicBezTo>
                    <a:pt x="9491" y="7708"/>
                    <a:pt x="9488" y="7677"/>
                    <a:pt x="9484" y="7640"/>
                  </a:cubicBezTo>
                  <a:cubicBezTo>
                    <a:pt x="9375" y="7630"/>
                    <a:pt x="9269" y="7617"/>
                    <a:pt x="9163" y="7614"/>
                  </a:cubicBezTo>
                  <a:cubicBezTo>
                    <a:pt x="9022" y="7610"/>
                    <a:pt x="8880" y="7612"/>
                    <a:pt x="8738" y="7612"/>
                  </a:cubicBezTo>
                  <a:cubicBezTo>
                    <a:pt x="8691" y="7612"/>
                    <a:pt x="8646" y="7611"/>
                    <a:pt x="8634" y="7550"/>
                  </a:cubicBezTo>
                  <a:lnTo>
                    <a:pt x="8793" y="7550"/>
                  </a:lnTo>
                  <a:cubicBezTo>
                    <a:pt x="8910" y="7550"/>
                    <a:pt x="9028" y="7555"/>
                    <a:pt x="9145" y="7551"/>
                  </a:cubicBezTo>
                  <a:cubicBezTo>
                    <a:pt x="9247" y="7547"/>
                    <a:pt x="9347" y="7533"/>
                    <a:pt x="9449" y="7524"/>
                  </a:cubicBezTo>
                  <a:cubicBezTo>
                    <a:pt x="9491" y="7520"/>
                    <a:pt x="9526" y="7498"/>
                    <a:pt x="9511" y="7458"/>
                  </a:cubicBezTo>
                  <a:cubicBezTo>
                    <a:pt x="9478" y="7376"/>
                    <a:pt x="9521" y="7299"/>
                    <a:pt x="9520" y="7220"/>
                  </a:cubicBezTo>
                  <a:cubicBezTo>
                    <a:pt x="9519" y="7162"/>
                    <a:pt x="9524" y="7103"/>
                    <a:pt x="9566" y="7053"/>
                  </a:cubicBezTo>
                  <a:cubicBezTo>
                    <a:pt x="9580" y="7038"/>
                    <a:pt x="9570" y="7005"/>
                    <a:pt x="9572" y="6967"/>
                  </a:cubicBezTo>
                  <a:cubicBezTo>
                    <a:pt x="9194" y="7005"/>
                    <a:pt x="8826" y="6991"/>
                    <a:pt x="8449" y="7052"/>
                  </a:cubicBezTo>
                  <a:cubicBezTo>
                    <a:pt x="8470" y="6991"/>
                    <a:pt x="8502" y="6972"/>
                    <a:pt x="8544" y="6969"/>
                  </a:cubicBezTo>
                  <a:cubicBezTo>
                    <a:pt x="8603" y="6962"/>
                    <a:pt x="8662" y="6956"/>
                    <a:pt x="8721" y="6951"/>
                  </a:cubicBezTo>
                  <a:cubicBezTo>
                    <a:pt x="8881" y="6939"/>
                    <a:pt x="9042" y="6936"/>
                    <a:pt x="9199" y="6910"/>
                  </a:cubicBezTo>
                  <a:cubicBezTo>
                    <a:pt x="9326" y="6891"/>
                    <a:pt x="9448" y="6844"/>
                    <a:pt x="9581" y="6807"/>
                  </a:cubicBezTo>
                  <a:cubicBezTo>
                    <a:pt x="9585" y="6722"/>
                    <a:pt x="9590" y="6643"/>
                    <a:pt x="9593" y="6563"/>
                  </a:cubicBezTo>
                  <a:cubicBezTo>
                    <a:pt x="9587" y="6565"/>
                    <a:pt x="9581" y="6567"/>
                    <a:pt x="9574" y="6570"/>
                  </a:cubicBezTo>
                  <a:cubicBezTo>
                    <a:pt x="9550" y="6519"/>
                    <a:pt x="9525" y="6469"/>
                    <a:pt x="9499" y="6414"/>
                  </a:cubicBezTo>
                  <a:cubicBezTo>
                    <a:pt x="9483" y="6427"/>
                    <a:pt x="9467" y="6435"/>
                    <a:pt x="9455" y="6451"/>
                  </a:cubicBezTo>
                  <a:cubicBezTo>
                    <a:pt x="9390" y="6532"/>
                    <a:pt x="9317" y="6612"/>
                    <a:pt x="9262" y="6700"/>
                  </a:cubicBezTo>
                  <a:cubicBezTo>
                    <a:pt x="9172" y="6844"/>
                    <a:pt x="9037" y="6873"/>
                    <a:pt x="8885" y="6879"/>
                  </a:cubicBezTo>
                  <a:cubicBezTo>
                    <a:pt x="8792" y="6883"/>
                    <a:pt x="8693" y="6884"/>
                    <a:pt x="8606" y="6915"/>
                  </a:cubicBezTo>
                  <a:cubicBezTo>
                    <a:pt x="8415" y="6982"/>
                    <a:pt x="8226" y="6966"/>
                    <a:pt x="8036" y="6940"/>
                  </a:cubicBezTo>
                  <a:cubicBezTo>
                    <a:pt x="7909" y="6921"/>
                    <a:pt x="7781" y="6896"/>
                    <a:pt x="7657" y="6860"/>
                  </a:cubicBezTo>
                  <a:cubicBezTo>
                    <a:pt x="7525" y="6822"/>
                    <a:pt x="7380" y="6836"/>
                    <a:pt x="7257" y="6761"/>
                  </a:cubicBezTo>
                  <a:cubicBezTo>
                    <a:pt x="7245" y="6752"/>
                    <a:pt x="7223" y="6755"/>
                    <a:pt x="7211" y="6760"/>
                  </a:cubicBezTo>
                  <a:cubicBezTo>
                    <a:pt x="7052" y="6831"/>
                    <a:pt x="6880" y="6782"/>
                    <a:pt x="6717" y="6814"/>
                  </a:cubicBezTo>
                  <a:cubicBezTo>
                    <a:pt x="6558" y="6845"/>
                    <a:pt x="6393" y="6791"/>
                    <a:pt x="6234" y="6836"/>
                  </a:cubicBezTo>
                  <a:cubicBezTo>
                    <a:pt x="6219" y="6839"/>
                    <a:pt x="6203" y="6832"/>
                    <a:pt x="6188" y="6829"/>
                  </a:cubicBezTo>
                  <a:cubicBezTo>
                    <a:pt x="5904" y="6787"/>
                    <a:pt x="5648" y="6870"/>
                    <a:pt x="5415" y="7015"/>
                  </a:cubicBezTo>
                  <a:cubicBezTo>
                    <a:pt x="5279" y="7099"/>
                    <a:pt x="5144" y="7166"/>
                    <a:pt x="4992" y="7205"/>
                  </a:cubicBezTo>
                  <a:cubicBezTo>
                    <a:pt x="4951" y="7215"/>
                    <a:pt x="4907" y="7216"/>
                    <a:pt x="4866" y="7222"/>
                  </a:cubicBezTo>
                  <a:cubicBezTo>
                    <a:pt x="4815" y="7228"/>
                    <a:pt x="4763" y="7230"/>
                    <a:pt x="4714" y="7243"/>
                  </a:cubicBezTo>
                  <a:cubicBezTo>
                    <a:pt x="4490" y="7299"/>
                    <a:pt x="4265" y="7300"/>
                    <a:pt x="4039" y="7278"/>
                  </a:cubicBezTo>
                  <a:cubicBezTo>
                    <a:pt x="3875" y="7263"/>
                    <a:pt x="3714" y="7230"/>
                    <a:pt x="3550" y="7213"/>
                  </a:cubicBezTo>
                  <a:cubicBezTo>
                    <a:pt x="3328" y="7190"/>
                    <a:pt x="3123" y="7123"/>
                    <a:pt x="2934" y="7003"/>
                  </a:cubicBezTo>
                  <a:cubicBezTo>
                    <a:pt x="2845" y="6947"/>
                    <a:pt x="2761" y="6885"/>
                    <a:pt x="2648" y="6878"/>
                  </a:cubicBezTo>
                  <a:cubicBezTo>
                    <a:pt x="2598" y="6874"/>
                    <a:pt x="2556" y="6826"/>
                    <a:pt x="2507" y="6804"/>
                  </a:cubicBezTo>
                  <a:cubicBezTo>
                    <a:pt x="2484" y="6793"/>
                    <a:pt x="2449" y="6791"/>
                    <a:pt x="2423" y="6799"/>
                  </a:cubicBezTo>
                  <a:cubicBezTo>
                    <a:pt x="2353" y="6821"/>
                    <a:pt x="2285" y="6850"/>
                    <a:pt x="2216" y="6877"/>
                  </a:cubicBezTo>
                  <a:cubicBezTo>
                    <a:pt x="2194" y="6885"/>
                    <a:pt x="2174" y="6898"/>
                    <a:pt x="2152" y="6904"/>
                  </a:cubicBezTo>
                  <a:cubicBezTo>
                    <a:pt x="2121" y="6914"/>
                    <a:pt x="2088" y="6924"/>
                    <a:pt x="2055" y="6931"/>
                  </a:cubicBezTo>
                  <a:cubicBezTo>
                    <a:pt x="1972" y="6950"/>
                    <a:pt x="1887" y="6967"/>
                    <a:pt x="1780" y="6991"/>
                  </a:cubicBezTo>
                  <a:cubicBezTo>
                    <a:pt x="1919" y="7059"/>
                    <a:pt x="2060" y="7008"/>
                    <a:pt x="2182" y="7089"/>
                  </a:cubicBezTo>
                  <a:cubicBezTo>
                    <a:pt x="2158" y="7109"/>
                    <a:pt x="2142" y="7134"/>
                    <a:pt x="2127" y="7133"/>
                  </a:cubicBezTo>
                  <a:cubicBezTo>
                    <a:pt x="2041" y="7129"/>
                    <a:pt x="1955" y="7121"/>
                    <a:pt x="1870" y="7111"/>
                  </a:cubicBezTo>
                  <a:cubicBezTo>
                    <a:pt x="1753" y="7098"/>
                    <a:pt x="1636" y="7077"/>
                    <a:pt x="1519" y="7072"/>
                  </a:cubicBezTo>
                  <a:cubicBezTo>
                    <a:pt x="1335" y="7064"/>
                    <a:pt x="1150" y="7065"/>
                    <a:pt x="965" y="7064"/>
                  </a:cubicBezTo>
                  <a:cubicBezTo>
                    <a:pt x="931" y="7064"/>
                    <a:pt x="896" y="7068"/>
                    <a:pt x="864" y="7069"/>
                  </a:cubicBezTo>
                  <a:lnTo>
                    <a:pt x="864" y="7227"/>
                  </a:lnTo>
                  <a:cubicBezTo>
                    <a:pt x="987" y="7252"/>
                    <a:pt x="1106" y="7293"/>
                    <a:pt x="1225" y="7295"/>
                  </a:cubicBezTo>
                  <a:cubicBezTo>
                    <a:pt x="1508" y="7299"/>
                    <a:pt x="1790" y="7285"/>
                    <a:pt x="2072" y="7274"/>
                  </a:cubicBezTo>
                  <a:cubicBezTo>
                    <a:pt x="2128" y="7273"/>
                    <a:pt x="2172" y="7278"/>
                    <a:pt x="2223" y="7340"/>
                  </a:cubicBezTo>
                  <a:cubicBezTo>
                    <a:pt x="2172" y="7348"/>
                    <a:pt x="2137" y="7358"/>
                    <a:pt x="2101" y="7358"/>
                  </a:cubicBezTo>
                  <a:cubicBezTo>
                    <a:pt x="1967" y="7359"/>
                    <a:pt x="1832" y="7350"/>
                    <a:pt x="1700" y="7356"/>
                  </a:cubicBezTo>
                  <a:cubicBezTo>
                    <a:pt x="1461" y="7368"/>
                    <a:pt x="1221" y="7391"/>
                    <a:pt x="982" y="7353"/>
                  </a:cubicBezTo>
                  <a:cubicBezTo>
                    <a:pt x="950" y="7348"/>
                    <a:pt x="915" y="7356"/>
                    <a:pt x="873" y="7359"/>
                  </a:cubicBezTo>
                  <a:cubicBezTo>
                    <a:pt x="883" y="7409"/>
                    <a:pt x="889" y="7446"/>
                    <a:pt x="894" y="7476"/>
                  </a:cubicBezTo>
                  <a:cubicBezTo>
                    <a:pt x="1149" y="7551"/>
                    <a:pt x="1397" y="7553"/>
                    <a:pt x="1649" y="7540"/>
                  </a:cubicBezTo>
                  <a:cubicBezTo>
                    <a:pt x="1667" y="7539"/>
                    <a:pt x="1688" y="7544"/>
                    <a:pt x="1707" y="7545"/>
                  </a:cubicBezTo>
                  <a:cubicBezTo>
                    <a:pt x="1869" y="7550"/>
                    <a:pt x="2028" y="7553"/>
                    <a:pt x="2189" y="7559"/>
                  </a:cubicBezTo>
                  <a:cubicBezTo>
                    <a:pt x="2242" y="7560"/>
                    <a:pt x="2293" y="7571"/>
                    <a:pt x="2347" y="7579"/>
                  </a:cubicBezTo>
                  <a:cubicBezTo>
                    <a:pt x="2336" y="7655"/>
                    <a:pt x="2304" y="7656"/>
                    <a:pt x="2251" y="7653"/>
                  </a:cubicBezTo>
                  <a:cubicBezTo>
                    <a:pt x="2048" y="7641"/>
                    <a:pt x="1843" y="7625"/>
                    <a:pt x="1639" y="7627"/>
                  </a:cubicBezTo>
                  <a:cubicBezTo>
                    <a:pt x="1419" y="7630"/>
                    <a:pt x="1199" y="7648"/>
                    <a:pt x="980" y="7604"/>
                  </a:cubicBezTo>
                  <a:cubicBezTo>
                    <a:pt x="959" y="7600"/>
                    <a:pt x="938" y="7609"/>
                    <a:pt x="904" y="7614"/>
                  </a:cubicBezTo>
                  <a:cubicBezTo>
                    <a:pt x="919" y="7701"/>
                    <a:pt x="934" y="7781"/>
                    <a:pt x="950" y="7871"/>
                  </a:cubicBezTo>
                  <a:cubicBezTo>
                    <a:pt x="1069" y="7880"/>
                    <a:pt x="1181" y="7895"/>
                    <a:pt x="1294" y="7896"/>
                  </a:cubicBezTo>
                  <a:cubicBezTo>
                    <a:pt x="1420" y="7898"/>
                    <a:pt x="1547" y="7877"/>
                    <a:pt x="1670" y="7888"/>
                  </a:cubicBezTo>
                  <a:cubicBezTo>
                    <a:pt x="1911" y="7909"/>
                    <a:pt x="2150" y="7944"/>
                    <a:pt x="2389" y="7977"/>
                  </a:cubicBezTo>
                  <a:cubicBezTo>
                    <a:pt x="2406" y="7979"/>
                    <a:pt x="2419" y="8003"/>
                    <a:pt x="2434" y="8016"/>
                  </a:cubicBezTo>
                  <a:cubicBezTo>
                    <a:pt x="2418" y="8031"/>
                    <a:pt x="2406" y="8055"/>
                    <a:pt x="2388" y="8062"/>
                  </a:cubicBezTo>
                  <a:cubicBezTo>
                    <a:pt x="2372" y="8069"/>
                    <a:pt x="2350" y="8059"/>
                    <a:pt x="2330" y="8056"/>
                  </a:cubicBezTo>
                  <a:cubicBezTo>
                    <a:pt x="2143" y="8030"/>
                    <a:pt x="1957" y="8005"/>
                    <a:pt x="1770" y="7980"/>
                  </a:cubicBezTo>
                  <a:cubicBezTo>
                    <a:pt x="1723" y="7974"/>
                    <a:pt x="1677" y="7969"/>
                    <a:pt x="1629" y="7969"/>
                  </a:cubicBezTo>
                  <a:cubicBezTo>
                    <a:pt x="1457" y="7972"/>
                    <a:pt x="1283" y="7978"/>
                    <a:pt x="1110" y="7983"/>
                  </a:cubicBezTo>
                  <a:cubicBezTo>
                    <a:pt x="1056" y="7984"/>
                    <a:pt x="1004" y="7987"/>
                    <a:pt x="953" y="7990"/>
                  </a:cubicBezTo>
                  <a:cubicBezTo>
                    <a:pt x="928" y="8236"/>
                    <a:pt x="946" y="8265"/>
                    <a:pt x="1173" y="8274"/>
                  </a:cubicBezTo>
                  <a:cubicBezTo>
                    <a:pt x="1424" y="8284"/>
                    <a:pt x="1674" y="8284"/>
                    <a:pt x="1926" y="8287"/>
                  </a:cubicBezTo>
                  <a:lnTo>
                    <a:pt x="2501" y="8300"/>
                  </a:lnTo>
                  <a:cubicBezTo>
                    <a:pt x="2555" y="8301"/>
                    <a:pt x="2593" y="8315"/>
                    <a:pt x="2568" y="8389"/>
                  </a:cubicBezTo>
                  <a:cubicBezTo>
                    <a:pt x="2044" y="8323"/>
                    <a:pt x="1521" y="8387"/>
                    <a:pt x="990" y="8366"/>
                  </a:cubicBezTo>
                  <a:cubicBezTo>
                    <a:pt x="995" y="8429"/>
                    <a:pt x="1000" y="8490"/>
                    <a:pt x="1007" y="8564"/>
                  </a:cubicBezTo>
                  <a:cubicBezTo>
                    <a:pt x="1207" y="8582"/>
                    <a:pt x="1398" y="8612"/>
                    <a:pt x="1589" y="8613"/>
                  </a:cubicBezTo>
                  <a:cubicBezTo>
                    <a:pt x="1733" y="8614"/>
                    <a:pt x="1875" y="8638"/>
                    <a:pt x="2020" y="8623"/>
                  </a:cubicBezTo>
                  <a:cubicBezTo>
                    <a:pt x="2128" y="8613"/>
                    <a:pt x="2237" y="8628"/>
                    <a:pt x="2346" y="8635"/>
                  </a:cubicBezTo>
                  <a:cubicBezTo>
                    <a:pt x="2375" y="8638"/>
                    <a:pt x="2403" y="8650"/>
                    <a:pt x="2428" y="8658"/>
                  </a:cubicBezTo>
                  <a:cubicBezTo>
                    <a:pt x="2442" y="8719"/>
                    <a:pt x="2413" y="8742"/>
                    <a:pt x="2368" y="8747"/>
                  </a:cubicBezTo>
                  <a:cubicBezTo>
                    <a:pt x="2337" y="8750"/>
                    <a:pt x="2307" y="8743"/>
                    <a:pt x="2275" y="8741"/>
                  </a:cubicBezTo>
                  <a:cubicBezTo>
                    <a:pt x="2076" y="8727"/>
                    <a:pt x="1876" y="8712"/>
                    <a:pt x="1677" y="8702"/>
                  </a:cubicBezTo>
                  <a:cubicBezTo>
                    <a:pt x="1504" y="8693"/>
                    <a:pt x="1332" y="8699"/>
                    <a:pt x="1160" y="8683"/>
                  </a:cubicBezTo>
                  <a:cubicBezTo>
                    <a:pt x="995" y="8667"/>
                    <a:pt x="994" y="8661"/>
                    <a:pt x="1004" y="8843"/>
                  </a:cubicBezTo>
                  <a:close/>
                  <a:moveTo>
                    <a:pt x="7434" y="3125"/>
                  </a:moveTo>
                  <a:cubicBezTo>
                    <a:pt x="7392" y="3114"/>
                    <a:pt x="7351" y="3088"/>
                    <a:pt x="7319" y="3097"/>
                  </a:cubicBezTo>
                  <a:cubicBezTo>
                    <a:pt x="7129" y="3144"/>
                    <a:pt x="6933" y="3179"/>
                    <a:pt x="6756" y="3256"/>
                  </a:cubicBezTo>
                  <a:cubicBezTo>
                    <a:pt x="6587" y="3329"/>
                    <a:pt x="6424" y="3429"/>
                    <a:pt x="6286" y="3557"/>
                  </a:cubicBezTo>
                  <a:cubicBezTo>
                    <a:pt x="6255" y="3585"/>
                    <a:pt x="6218" y="3609"/>
                    <a:pt x="6181" y="3630"/>
                  </a:cubicBezTo>
                  <a:cubicBezTo>
                    <a:pt x="6057" y="3701"/>
                    <a:pt x="5928" y="3768"/>
                    <a:pt x="5806" y="3844"/>
                  </a:cubicBezTo>
                  <a:cubicBezTo>
                    <a:pt x="5689" y="3916"/>
                    <a:pt x="5582" y="4002"/>
                    <a:pt x="5466" y="4075"/>
                  </a:cubicBezTo>
                  <a:cubicBezTo>
                    <a:pt x="5329" y="4161"/>
                    <a:pt x="5177" y="4214"/>
                    <a:pt x="5018" y="4248"/>
                  </a:cubicBezTo>
                  <a:cubicBezTo>
                    <a:pt x="4823" y="4289"/>
                    <a:pt x="4629" y="4341"/>
                    <a:pt x="4428" y="4342"/>
                  </a:cubicBezTo>
                  <a:cubicBezTo>
                    <a:pt x="4362" y="4342"/>
                    <a:pt x="4292" y="4342"/>
                    <a:pt x="4233" y="4365"/>
                  </a:cubicBezTo>
                  <a:cubicBezTo>
                    <a:pt x="4139" y="4402"/>
                    <a:pt x="4041" y="4420"/>
                    <a:pt x="3947" y="4457"/>
                  </a:cubicBezTo>
                  <a:cubicBezTo>
                    <a:pt x="3763" y="4531"/>
                    <a:pt x="3569" y="4581"/>
                    <a:pt x="3389" y="4669"/>
                  </a:cubicBezTo>
                  <a:cubicBezTo>
                    <a:pt x="3365" y="4681"/>
                    <a:pt x="3335" y="4691"/>
                    <a:pt x="3320" y="4710"/>
                  </a:cubicBezTo>
                  <a:cubicBezTo>
                    <a:pt x="3259" y="4792"/>
                    <a:pt x="3182" y="4841"/>
                    <a:pt x="3085" y="4874"/>
                  </a:cubicBezTo>
                  <a:cubicBezTo>
                    <a:pt x="2965" y="4916"/>
                    <a:pt x="2849" y="4975"/>
                    <a:pt x="2731" y="5027"/>
                  </a:cubicBezTo>
                  <a:cubicBezTo>
                    <a:pt x="2610" y="5082"/>
                    <a:pt x="2489" y="5135"/>
                    <a:pt x="2368" y="5192"/>
                  </a:cubicBezTo>
                  <a:cubicBezTo>
                    <a:pt x="2238" y="5256"/>
                    <a:pt x="2111" y="5325"/>
                    <a:pt x="1982" y="5390"/>
                  </a:cubicBezTo>
                  <a:cubicBezTo>
                    <a:pt x="1952" y="5405"/>
                    <a:pt x="1916" y="5414"/>
                    <a:pt x="1881" y="5421"/>
                  </a:cubicBezTo>
                  <a:cubicBezTo>
                    <a:pt x="1794" y="5438"/>
                    <a:pt x="1707" y="5451"/>
                    <a:pt x="1620" y="5468"/>
                  </a:cubicBezTo>
                  <a:cubicBezTo>
                    <a:pt x="1556" y="5482"/>
                    <a:pt x="1488" y="5489"/>
                    <a:pt x="1431" y="5517"/>
                  </a:cubicBezTo>
                  <a:cubicBezTo>
                    <a:pt x="1331" y="5569"/>
                    <a:pt x="1237" y="5631"/>
                    <a:pt x="1141" y="5692"/>
                  </a:cubicBezTo>
                  <a:cubicBezTo>
                    <a:pt x="1119" y="5708"/>
                    <a:pt x="1100" y="5738"/>
                    <a:pt x="1090" y="5767"/>
                  </a:cubicBezTo>
                  <a:cubicBezTo>
                    <a:pt x="1077" y="5808"/>
                    <a:pt x="1070" y="5849"/>
                    <a:pt x="1023" y="5869"/>
                  </a:cubicBezTo>
                  <a:cubicBezTo>
                    <a:pt x="1010" y="5876"/>
                    <a:pt x="1002" y="5900"/>
                    <a:pt x="997" y="5918"/>
                  </a:cubicBezTo>
                  <a:cubicBezTo>
                    <a:pt x="988" y="5951"/>
                    <a:pt x="977" y="5984"/>
                    <a:pt x="978" y="6019"/>
                  </a:cubicBezTo>
                  <a:cubicBezTo>
                    <a:pt x="980" y="6100"/>
                    <a:pt x="930" y="6176"/>
                    <a:pt x="964" y="6258"/>
                  </a:cubicBezTo>
                  <a:cubicBezTo>
                    <a:pt x="996" y="6331"/>
                    <a:pt x="1082" y="6315"/>
                    <a:pt x="1131" y="6356"/>
                  </a:cubicBezTo>
                  <a:cubicBezTo>
                    <a:pt x="1134" y="6359"/>
                    <a:pt x="1138" y="6361"/>
                    <a:pt x="1141" y="6362"/>
                  </a:cubicBezTo>
                  <a:cubicBezTo>
                    <a:pt x="1324" y="6387"/>
                    <a:pt x="1499" y="6434"/>
                    <a:pt x="1678" y="6473"/>
                  </a:cubicBezTo>
                  <a:cubicBezTo>
                    <a:pt x="1876" y="6516"/>
                    <a:pt x="2081" y="6490"/>
                    <a:pt x="2281" y="6500"/>
                  </a:cubicBezTo>
                  <a:cubicBezTo>
                    <a:pt x="2385" y="6505"/>
                    <a:pt x="2489" y="6514"/>
                    <a:pt x="2592" y="6519"/>
                  </a:cubicBezTo>
                  <a:cubicBezTo>
                    <a:pt x="2694" y="6524"/>
                    <a:pt x="2797" y="6540"/>
                    <a:pt x="2886" y="6468"/>
                  </a:cubicBezTo>
                  <a:cubicBezTo>
                    <a:pt x="2957" y="6413"/>
                    <a:pt x="3033" y="6364"/>
                    <a:pt x="3104" y="6309"/>
                  </a:cubicBezTo>
                  <a:cubicBezTo>
                    <a:pt x="3249" y="6195"/>
                    <a:pt x="3402" y="6102"/>
                    <a:pt x="3600" y="6148"/>
                  </a:cubicBezTo>
                  <a:cubicBezTo>
                    <a:pt x="3622" y="6153"/>
                    <a:pt x="3647" y="6152"/>
                    <a:pt x="3669" y="6146"/>
                  </a:cubicBezTo>
                  <a:cubicBezTo>
                    <a:pt x="3944" y="6071"/>
                    <a:pt x="4214" y="5979"/>
                    <a:pt x="4465" y="5844"/>
                  </a:cubicBezTo>
                  <a:cubicBezTo>
                    <a:pt x="4546" y="5800"/>
                    <a:pt x="4646" y="5788"/>
                    <a:pt x="4697" y="5698"/>
                  </a:cubicBezTo>
                  <a:cubicBezTo>
                    <a:pt x="4799" y="5712"/>
                    <a:pt x="4840" y="5610"/>
                    <a:pt x="4924" y="5581"/>
                  </a:cubicBezTo>
                  <a:cubicBezTo>
                    <a:pt x="4997" y="5557"/>
                    <a:pt x="5058" y="5502"/>
                    <a:pt x="5126" y="5465"/>
                  </a:cubicBezTo>
                  <a:cubicBezTo>
                    <a:pt x="5177" y="5437"/>
                    <a:pt x="5236" y="5420"/>
                    <a:pt x="5283" y="5387"/>
                  </a:cubicBezTo>
                  <a:cubicBezTo>
                    <a:pt x="5456" y="5268"/>
                    <a:pt x="5637" y="5159"/>
                    <a:pt x="5791" y="5020"/>
                  </a:cubicBezTo>
                  <a:cubicBezTo>
                    <a:pt x="5954" y="4872"/>
                    <a:pt x="6180" y="4862"/>
                    <a:pt x="6344" y="4727"/>
                  </a:cubicBezTo>
                  <a:cubicBezTo>
                    <a:pt x="6349" y="4723"/>
                    <a:pt x="6360" y="4729"/>
                    <a:pt x="6368" y="4726"/>
                  </a:cubicBezTo>
                  <a:cubicBezTo>
                    <a:pt x="6409" y="4715"/>
                    <a:pt x="6450" y="4706"/>
                    <a:pt x="6488" y="4691"/>
                  </a:cubicBezTo>
                  <a:cubicBezTo>
                    <a:pt x="6544" y="4668"/>
                    <a:pt x="6598" y="4633"/>
                    <a:pt x="6655" y="4614"/>
                  </a:cubicBezTo>
                  <a:cubicBezTo>
                    <a:pt x="6812" y="4563"/>
                    <a:pt x="6976" y="4530"/>
                    <a:pt x="7126" y="4466"/>
                  </a:cubicBezTo>
                  <a:cubicBezTo>
                    <a:pt x="7283" y="4400"/>
                    <a:pt x="7453" y="4399"/>
                    <a:pt x="7605" y="4321"/>
                  </a:cubicBezTo>
                  <a:cubicBezTo>
                    <a:pt x="7703" y="4270"/>
                    <a:pt x="7815" y="4246"/>
                    <a:pt x="7917" y="4200"/>
                  </a:cubicBezTo>
                  <a:cubicBezTo>
                    <a:pt x="8004" y="4162"/>
                    <a:pt x="8088" y="4113"/>
                    <a:pt x="8171" y="4067"/>
                  </a:cubicBezTo>
                  <a:cubicBezTo>
                    <a:pt x="8190" y="4056"/>
                    <a:pt x="8204" y="4034"/>
                    <a:pt x="8221" y="4017"/>
                  </a:cubicBezTo>
                  <a:cubicBezTo>
                    <a:pt x="8285" y="3949"/>
                    <a:pt x="8303" y="3839"/>
                    <a:pt x="8411" y="3811"/>
                  </a:cubicBezTo>
                  <a:cubicBezTo>
                    <a:pt x="8421" y="3809"/>
                    <a:pt x="8436" y="3785"/>
                    <a:pt x="8436" y="3773"/>
                  </a:cubicBezTo>
                  <a:cubicBezTo>
                    <a:pt x="8434" y="3700"/>
                    <a:pt x="8434" y="3625"/>
                    <a:pt x="8419" y="3553"/>
                  </a:cubicBezTo>
                  <a:cubicBezTo>
                    <a:pt x="8409" y="3502"/>
                    <a:pt x="8375" y="3454"/>
                    <a:pt x="8358" y="3405"/>
                  </a:cubicBezTo>
                  <a:cubicBezTo>
                    <a:pt x="8318" y="3295"/>
                    <a:pt x="8260" y="3200"/>
                    <a:pt x="8149" y="3155"/>
                  </a:cubicBezTo>
                  <a:cubicBezTo>
                    <a:pt x="8091" y="3130"/>
                    <a:pt x="8025" y="3124"/>
                    <a:pt x="7961" y="3110"/>
                  </a:cubicBezTo>
                  <a:cubicBezTo>
                    <a:pt x="7859" y="3087"/>
                    <a:pt x="7755" y="3077"/>
                    <a:pt x="7651" y="3070"/>
                  </a:cubicBezTo>
                  <a:cubicBezTo>
                    <a:pt x="7568" y="3068"/>
                    <a:pt x="7496" y="3071"/>
                    <a:pt x="7434" y="3125"/>
                  </a:cubicBezTo>
                  <a:close/>
                  <a:moveTo>
                    <a:pt x="1767" y="5227"/>
                  </a:moveTo>
                  <a:cubicBezTo>
                    <a:pt x="1805" y="5218"/>
                    <a:pt x="1846" y="5204"/>
                    <a:pt x="1889" y="5198"/>
                  </a:cubicBezTo>
                  <a:cubicBezTo>
                    <a:pt x="2102" y="5176"/>
                    <a:pt x="2261" y="5048"/>
                    <a:pt x="2422" y="4922"/>
                  </a:cubicBezTo>
                  <a:cubicBezTo>
                    <a:pt x="2449" y="4902"/>
                    <a:pt x="2481" y="4888"/>
                    <a:pt x="2513" y="4875"/>
                  </a:cubicBezTo>
                  <a:cubicBezTo>
                    <a:pt x="2539" y="4865"/>
                    <a:pt x="2568" y="4866"/>
                    <a:pt x="2592" y="4854"/>
                  </a:cubicBezTo>
                  <a:cubicBezTo>
                    <a:pt x="2657" y="4825"/>
                    <a:pt x="2719" y="4794"/>
                    <a:pt x="2782" y="4762"/>
                  </a:cubicBezTo>
                  <a:cubicBezTo>
                    <a:pt x="2833" y="4736"/>
                    <a:pt x="2883" y="4706"/>
                    <a:pt x="2933" y="4678"/>
                  </a:cubicBezTo>
                  <a:cubicBezTo>
                    <a:pt x="2974" y="4655"/>
                    <a:pt x="3020" y="4660"/>
                    <a:pt x="3064" y="4622"/>
                  </a:cubicBezTo>
                  <a:cubicBezTo>
                    <a:pt x="3189" y="4516"/>
                    <a:pt x="3343" y="4455"/>
                    <a:pt x="3496" y="4394"/>
                  </a:cubicBezTo>
                  <a:cubicBezTo>
                    <a:pt x="3581" y="4359"/>
                    <a:pt x="3677" y="4342"/>
                    <a:pt x="3753" y="4292"/>
                  </a:cubicBezTo>
                  <a:cubicBezTo>
                    <a:pt x="3859" y="4221"/>
                    <a:pt x="3979" y="4205"/>
                    <a:pt x="4092" y="4164"/>
                  </a:cubicBezTo>
                  <a:cubicBezTo>
                    <a:pt x="4164" y="4137"/>
                    <a:pt x="4248" y="4127"/>
                    <a:pt x="4325" y="4132"/>
                  </a:cubicBezTo>
                  <a:cubicBezTo>
                    <a:pt x="4581" y="4149"/>
                    <a:pt x="4829" y="4092"/>
                    <a:pt x="5080" y="4054"/>
                  </a:cubicBezTo>
                  <a:cubicBezTo>
                    <a:pt x="5105" y="4050"/>
                    <a:pt x="5129" y="4031"/>
                    <a:pt x="5151" y="4015"/>
                  </a:cubicBezTo>
                  <a:cubicBezTo>
                    <a:pt x="5175" y="4000"/>
                    <a:pt x="5192" y="3976"/>
                    <a:pt x="5217" y="3965"/>
                  </a:cubicBezTo>
                  <a:cubicBezTo>
                    <a:pt x="5432" y="3868"/>
                    <a:pt x="5620" y="3729"/>
                    <a:pt x="5815" y="3599"/>
                  </a:cubicBezTo>
                  <a:cubicBezTo>
                    <a:pt x="6020" y="3462"/>
                    <a:pt x="6239" y="3346"/>
                    <a:pt x="6453" y="3222"/>
                  </a:cubicBezTo>
                  <a:cubicBezTo>
                    <a:pt x="6500" y="3195"/>
                    <a:pt x="6547" y="3167"/>
                    <a:pt x="6593" y="3139"/>
                  </a:cubicBezTo>
                  <a:cubicBezTo>
                    <a:pt x="6658" y="3096"/>
                    <a:pt x="6717" y="3042"/>
                    <a:pt x="6787" y="3013"/>
                  </a:cubicBezTo>
                  <a:cubicBezTo>
                    <a:pt x="6850" y="2987"/>
                    <a:pt x="6924" y="2987"/>
                    <a:pt x="6993" y="2976"/>
                  </a:cubicBezTo>
                  <a:cubicBezTo>
                    <a:pt x="7065" y="2965"/>
                    <a:pt x="7138" y="2951"/>
                    <a:pt x="7227" y="2936"/>
                  </a:cubicBezTo>
                  <a:cubicBezTo>
                    <a:pt x="7203" y="2904"/>
                    <a:pt x="7190" y="2883"/>
                    <a:pt x="7172" y="2864"/>
                  </a:cubicBezTo>
                  <a:cubicBezTo>
                    <a:pt x="7151" y="2843"/>
                    <a:pt x="7126" y="2823"/>
                    <a:pt x="7105" y="2802"/>
                  </a:cubicBezTo>
                  <a:cubicBezTo>
                    <a:pt x="7010" y="2709"/>
                    <a:pt x="6908" y="2625"/>
                    <a:pt x="6783" y="2576"/>
                  </a:cubicBezTo>
                  <a:cubicBezTo>
                    <a:pt x="6734" y="2555"/>
                    <a:pt x="6685" y="2541"/>
                    <a:pt x="6639" y="2506"/>
                  </a:cubicBezTo>
                  <a:cubicBezTo>
                    <a:pt x="6578" y="2460"/>
                    <a:pt x="6500" y="2439"/>
                    <a:pt x="6418" y="2440"/>
                  </a:cubicBezTo>
                  <a:cubicBezTo>
                    <a:pt x="6371" y="2441"/>
                    <a:pt x="6325" y="2438"/>
                    <a:pt x="6277" y="2431"/>
                  </a:cubicBezTo>
                  <a:cubicBezTo>
                    <a:pt x="6121" y="2412"/>
                    <a:pt x="5960" y="2420"/>
                    <a:pt x="5815" y="2466"/>
                  </a:cubicBezTo>
                  <a:cubicBezTo>
                    <a:pt x="5610" y="2533"/>
                    <a:pt x="5401" y="2582"/>
                    <a:pt x="5194" y="2639"/>
                  </a:cubicBezTo>
                  <a:cubicBezTo>
                    <a:pt x="5093" y="2668"/>
                    <a:pt x="4995" y="2704"/>
                    <a:pt x="4895" y="2736"/>
                  </a:cubicBezTo>
                  <a:cubicBezTo>
                    <a:pt x="4870" y="2746"/>
                    <a:pt x="4846" y="2760"/>
                    <a:pt x="4821" y="2768"/>
                  </a:cubicBezTo>
                  <a:cubicBezTo>
                    <a:pt x="4504" y="2867"/>
                    <a:pt x="4184" y="2967"/>
                    <a:pt x="3866" y="3063"/>
                  </a:cubicBezTo>
                  <a:cubicBezTo>
                    <a:pt x="3784" y="3088"/>
                    <a:pt x="3700" y="3113"/>
                    <a:pt x="3615" y="3125"/>
                  </a:cubicBezTo>
                  <a:cubicBezTo>
                    <a:pt x="3532" y="3140"/>
                    <a:pt x="3445" y="3137"/>
                    <a:pt x="3360" y="3145"/>
                  </a:cubicBezTo>
                  <a:cubicBezTo>
                    <a:pt x="3134" y="3164"/>
                    <a:pt x="2908" y="3191"/>
                    <a:pt x="2682" y="3203"/>
                  </a:cubicBezTo>
                  <a:cubicBezTo>
                    <a:pt x="2587" y="3208"/>
                    <a:pt x="2495" y="3218"/>
                    <a:pt x="2406" y="3247"/>
                  </a:cubicBezTo>
                  <a:cubicBezTo>
                    <a:pt x="2362" y="3261"/>
                    <a:pt x="2322" y="3287"/>
                    <a:pt x="2281" y="3305"/>
                  </a:cubicBezTo>
                  <a:cubicBezTo>
                    <a:pt x="2128" y="3375"/>
                    <a:pt x="1973" y="3440"/>
                    <a:pt x="1823" y="3515"/>
                  </a:cubicBezTo>
                  <a:cubicBezTo>
                    <a:pt x="1759" y="3546"/>
                    <a:pt x="1706" y="3595"/>
                    <a:pt x="1685" y="3669"/>
                  </a:cubicBezTo>
                  <a:cubicBezTo>
                    <a:pt x="1678" y="3691"/>
                    <a:pt x="1652" y="3708"/>
                    <a:pt x="1634" y="3727"/>
                  </a:cubicBezTo>
                  <a:cubicBezTo>
                    <a:pt x="1589" y="3770"/>
                    <a:pt x="1549" y="3814"/>
                    <a:pt x="1518" y="3871"/>
                  </a:cubicBezTo>
                  <a:cubicBezTo>
                    <a:pt x="1468" y="3963"/>
                    <a:pt x="1449" y="4059"/>
                    <a:pt x="1430" y="4160"/>
                  </a:cubicBezTo>
                  <a:cubicBezTo>
                    <a:pt x="1390" y="4364"/>
                    <a:pt x="1396" y="4566"/>
                    <a:pt x="1467" y="4761"/>
                  </a:cubicBezTo>
                  <a:cubicBezTo>
                    <a:pt x="1513" y="4890"/>
                    <a:pt x="1563" y="5018"/>
                    <a:pt x="1667" y="5115"/>
                  </a:cubicBezTo>
                  <a:cubicBezTo>
                    <a:pt x="1697" y="5148"/>
                    <a:pt x="1726" y="5184"/>
                    <a:pt x="1767" y="5227"/>
                  </a:cubicBezTo>
                  <a:close/>
                  <a:moveTo>
                    <a:pt x="9062" y="4324"/>
                  </a:moveTo>
                  <a:cubicBezTo>
                    <a:pt x="8954" y="4274"/>
                    <a:pt x="8858" y="4227"/>
                    <a:pt x="8760" y="4183"/>
                  </a:cubicBezTo>
                  <a:cubicBezTo>
                    <a:pt x="8731" y="4171"/>
                    <a:pt x="8700" y="4164"/>
                    <a:pt x="8669" y="4159"/>
                  </a:cubicBezTo>
                  <a:cubicBezTo>
                    <a:pt x="8578" y="4143"/>
                    <a:pt x="8486" y="4131"/>
                    <a:pt x="8415" y="4121"/>
                  </a:cubicBezTo>
                  <a:cubicBezTo>
                    <a:pt x="8277" y="4213"/>
                    <a:pt x="8157" y="4297"/>
                    <a:pt x="8032" y="4373"/>
                  </a:cubicBezTo>
                  <a:cubicBezTo>
                    <a:pt x="7965" y="4412"/>
                    <a:pt x="7890" y="4438"/>
                    <a:pt x="7816" y="4461"/>
                  </a:cubicBezTo>
                  <a:cubicBezTo>
                    <a:pt x="7714" y="4491"/>
                    <a:pt x="7610" y="4511"/>
                    <a:pt x="7509" y="4542"/>
                  </a:cubicBezTo>
                  <a:cubicBezTo>
                    <a:pt x="7338" y="4598"/>
                    <a:pt x="7171" y="4674"/>
                    <a:pt x="6997" y="4714"/>
                  </a:cubicBezTo>
                  <a:cubicBezTo>
                    <a:pt x="6739" y="4775"/>
                    <a:pt x="6506" y="4895"/>
                    <a:pt x="6266" y="4997"/>
                  </a:cubicBezTo>
                  <a:cubicBezTo>
                    <a:pt x="6060" y="5083"/>
                    <a:pt x="5856" y="5176"/>
                    <a:pt x="5704" y="5349"/>
                  </a:cubicBezTo>
                  <a:cubicBezTo>
                    <a:pt x="5699" y="5354"/>
                    <a:pt x="5691" y="5358"/>
                    <a:pt x="5685" y="5361"/>
                  </a:cubicBezTo>
                  <a:cubicBezTo>
                    <a:pt x="5478" y="5479"/>
                    <a:pt x="5269" y="5595"/>
                    <a:pt x="5063" y="5716"/>
                  </a:cubicBezTo>
                  <a:cubicBezTo>
                    <a:pt x="5013" y="5745"/>
                    <a:pt x="4975" y="5794"/>
                    <a:pt x="4924" y="5819"/>
                  </a:cubicBezTo>
                  <a:cubicBezTo>
                    <a:pt x="4772" y="5898"/>
                    <a:pt x="4631" y="5999"/>
                    <a:pt x="4467" y="6061"/>
                  </a:cubicBezTo>
                  <a:cubicBezTo>
                    <a:pt x="4237" y="6147"/>
                    <a:pt x="4025" y="6276"/>
                    <a:pt x="3776" y="6316"/>
                  </a:cubicBezTo>
                  <a:cubicBezTo>
                    <a:pt x="3730" y="6323"/>
                    <a:pt x="3684" y="6346"/>
                    <a:pt x="3640" y="6342"/>
                  </a:cubicBezTo>
                  <a:cubicBezTo>
                    <a:pt x="3489" y="6331"/>
                    <a:pt x="3374" y="6412"/>
                    <a:pt x="3256" y="6481"/>
                  </a:cubicBezTo>
                  <a:cubicBezTo>
                    <a:pt x="3239" y="6491"/>
                    <a:pt x="3232" y="6514"/>
                    <a:pt x="3215" y="6536"/>
                  </a:cubicBezTo>
                  <a:lnTo>
                    <a:pt x="3421" y="6536"/>
                  </a:lnTo>
                  <a:cubicBezTo>
                    <a:pt x="3616" y="6537"/>
                    <a:pt x="3814" y="6546"/>
                    <a:pt x="4009" y="6540"/>
                  </a:cubicBezTo>
                  <a:cubicBezTo>
                    <a:pt x="4189" y="6535"/>
                    <a:pt x="4369" y="6512"/>
                    <a:pt x="4548" y="6496"/>
                  </a:cubicBezTo>
                  <a:cubicBezTo>
                    <a:pt x="4578" y="6494"/>
                    <a:pt x="4610" y="6485"/>
                    <a:pt x="4636" y="6470"/>
                  </a:cubicBezTo>
                  <a:cubicBezTo>
                    <a:pt x="4769" y="6387"/>
                    <a:pt x="4899" y="6299"/>
                    <a:pt x="5032" y="6215"/>
                  </a:cubicBezTo>
                  <a:cubicBezTo>
                    <a:pt x="5258" y="6075"/>
                    <a:pt x="5498" y="5967"/>
                    <a:pt x="5750" y="5878"/>
                  </a:cubicBezTo>
                  <a:cubicBezTo>
                    <a:pt x="5827" y="5851"/>
                    <a:pt x="5906" y="5824"/>
                    <a:pt x="5973" y="5780"/>
                  </a:cubicBezTo>
                  <a:cubicBezTo>
                    <a:pt x="6035" y="5740"/>
                    <a:pt x="6029" y="5731"/>
                    <a:pt x="6102" y="5789"/>
                  </a:cubicBezTo>
                  <a:cubicBezTo>
                    <a:pt x="6024" y="5831"/>
                    <a:pt x="5949" y="5870"/>
                    <a:pt x="5876" y="5911"/>
                  </a:cubicBezTo>
                  <a:cubicBezTo>
                    <a:pt x="5790" y="5957"/>
                    <a:pt x="5707" y="6009"/>
                    <a:pt x="5618" y="6050"/>
                  </a:cubicBezTo>
                  <a:cubicBezTo>
                    <a:pt x="5459" y="6122"/>
                    <a:pt x="5296" y="6184"/>
                    <a:pt x="5137" y="6256"/>
                  </a:cubicBezTo>
                  <a:cubicBezTo>
                    <a:pt x="5021" y="6310"/>
                    <a:pt x="4909" y="6374"/>
                    <a:pt x="4796" y="6435"/>
                  </a:cubicBezTo>
                  <a:cubicBezTo>
                    <a:pt x="4782" y="6443"/>
                    <a:pt x="4773" y="6461"/>
                    <a:pt x="4752" y="6484"/>
                  </a:cubicBezTo>
                  <a:cubicBezTo>
                    <a:pt x="4784" y="6492"/>
                    <a:pt x="4802" y="6501"/>
                    <a:pt x="4819" y="6500"/>
                  </a:cubicBezTo>
                  <a:cubicBezTo>
                    <a:pt x="5202" y="6479"/>
                    <a:pt x="5587" y="6456"/>
                    <a:pt x="5971" y="6434"/>
                  </a:cubicBezTo>
                  <a:cubicBezTo>
                    <a:pt x="5998" y="6433"/>
                    <a:pt x="6026" y="6439"/>
                    <a:pt x="6053" y="6439"/>
                  </a:cubicBezTo>
                  <a:cubicBezTo>
                    <a:pt x="6209" y="6435"/>
                    <a:pt x="6368" y="6443"/>
                    <a:pt x="6521" y="6424"/>
                  </a:cubicBezTo>
                  <a:cubicBezTo>
                    <a:pt x="6686" y="6404"/>
                    <a:pt x="6849" y="6358"/>
                    <a:pt x="7018" y="6374"/>
                  </a:cubicBezTo>
                  <a:cubicBezTo>
                    <a:pt x="7203" y="6392"/>
                    <a:pt x="7382" y="6337"/>
                    <a:pt x="7565" y="6318"/>
                  </a:cubicBezTo>
                  <a:cubicBezTo>
                    <a:pt x="7697" y="6304"/>
                    <a:pt x="7828" y="6277"/>
                    <a:pt x="7960" y="6272"/>
                  </a:cubicBezTo>
                  <a:cubicBezTo>
                    <a:pt x="8076" y="6269"/>
                    <a:pt x="8162" y="6220"/>
                    <a:pt x="8242" y="6148"/>
                  </a:cubicBezTo>
                  <a:cubicBezTo>
                    <a:pt x="8262" y="6130"/>
                    <a:pt x="8281" y="6108"/>
                    <a:pt x="8304" y="6100"/>
                  </a:cubicBezTo>
                  <a:cubicBezTo>
                    <a:pt x="8539" y="6019"/>
                    <a:pt x="8741" y="5875"/>
                    <a:pt x="8959" y="5763"/>
                  </a:cubicBezTo>
                  <a:cubicBezTo>
                    <a:pt x="8969" y="5758"/>
                    <a:pt x="8979" y="5752"/>
                    <a:pt x="8988" y="5744"/>
                  </a:cubicBezTo>
                  <a:cubicBezTo>
                    <a:pt x="9074" y="5665"/>
                    <a:pt x="9153" y="5575"/>
                    <a:pt x="9247" y="5506"/>
                  </a:cubicBezTo>
                  <a:cubicBezTo>
                    <a:pt x="9429" y="5373"/>
                    <a:pt x="9434" y="5171"/>
                    <a:pt x="9477" y="4980"/>
                  </a:cubicBezTo>
                  <a:cubicBezTo>
                    <a:pt x="9480" y="4965"/>
                    <a:pt x="9458" y="4944"/>
                    <a:pt x="9445" y="4921"/>
                  </a:cubicBezTo>
                  <a:cubicBezTo>
                    <a:pt x="9403" y="4957"/>
                    <a:pt x="9370" y="4986"/>
                    <a:pt x="9344" y="5007"/>
                  </a:cubicBezTo>
                  <a:cubicBezTo>
                    <a:pt x="9240" y="4969"/>
                    <a:pt x="9339" y="4901"/>
                    <a:pt x="9311" y="4857"/>
                  </a:cubicBezTo>
                  <a:cubicBezTo>
                    <a:pt x="9196" y="4941"/>
                    <a:pt x="9085" y="5031"/>
                    <a:pt x="8969" y="5107"/>
                  </a:cubicBezTo>
                  <a:cubicBezTo>
                    <a:pt x="8877" y="5167"/>
                    <a:pt x="8773" y="5206"/>
                    <a:pt x="8679" y="5264"/>
                  </a:cubicBezTo>
                  <a:cubicBezTo>
                    <a:pt x="8630" y="5293"/>
                    <a:pt x="8578" y="5332"/>
                    <a:pt x="8549" y="5379"/>
                  </a:cubicBezTo>
                  <a:cubicBezTo>
                    <a:pt x="8470" y="5507"/>
                    <a:pt x="8378" y="5621"/>
                    <a:pt x="8255" y="5707"/>
                  </a:cubicBezTo>
                  <a:cubicBezTo>
                    <a:pt x="8129" y="5794"/>
                    <a:pt x="8010" y="5893"/>
                    <a:pt x="7862" y="5942"/>
                  </a:cubicBezTo>
                  <a:cubicBezTo>
                    <a:pt x="7820" y="5956"/>
                    <a:pt x="7777" y="5975"/>
                    <a:pt x="7712" y="5938"/>
                  </a:cubicBezTo>
                  <a:cubicBezTo>
                    <a:pt x="7753" y="5917"/>
                    <a:pt x="7776" y="5900"/>
                    <a:pt x="7802" y="5890"/>
                  </a:cubicBezTo>
                  <a:cubicBezTo>
                    <a:pt x="7991" y="5814"/>
                    <a:pt x="8152" y="5697"/>
                    <a:pt x="8299" y="5559"/>
                  </a:cubicBezTo>
                  <a:cubicBezTo>
                    <a:pt x="8349" y="5513"/>
                    <a:pt x="8373" y="5452"/>
                    <a:pt x="8396" y="5389"/>
                  </a:cubicBezTo>
                  <a:cubicBezTo>
                    <a:pt x="8418" y="5328"/>
                    <a:pt x="8454" y="5259"/>
                    <a:pt x="8503" y="5228"/>
                  </a:cubicBezTo>
                  <a:cubicBezTo>
                    <a:pt x="8645" y="5140"/>
                    <a:pt x="8795" y="5066"/>
                    <a:pt x="8945" y="4993"/>
                  </a:cubicBezTo>
                  <a:cubicBezTo>
                    <a:pt x="9129" y="4904"/>
                    <a:pt x="9278" y="4781"/>
                    <a:pt x="9380" y="4586"/>
                  </a:cubicBezTo>
                  <a:cubicBezTo>
                    <a:pt x="9329" y="4526"/>
                    <a:pt x="9278" y="4465"/>
                    <a:pt x="9225" y="4402"/>
                  </a:cubicBezTo>
                  <a:cubicBezTo>
                    <a:pt x="9125" y="4445"/>
                    <a:pt x="9025" y="4475"/>
                    <a:pt x="8942" y="4530"/>
                  </a:cubicBezTo>
                  <a:cubicBezTo>
                    <a:pt x="8738" y="4663"/>
                    <a:pt x="8517" y="4762"/>
                    <a:pt x="8297" y="4864"/>
                  </a:cubicBezTo>
                  <a:cubicBezTo>
                    <a:pt x="8144" y="4934"/>
                    <a:pt x="7980" y="4982"/>
                    <a:pt x="7853" y="5104"/>
                  </a:cubicBezTo>
                  <a:cubicBezTo>
                    <a:pt x="7812" y="5144"/>
                    <a:pt x="7756" y="5171"/>
                    <a:pt x="7704" y="5197"/>
                  </a:cubicBezTo>
                  <a:cubicBezTo>
                    <a:pt x="7663" y="5220"/>
                    <a:pt x="7617" y="5238"/>
                    <a:pt x="7576" y="5180"/>
                  </a:cubicBezTo>
                  <a:cubicBezTo>
                    <a:pt x="7616" y="5136"/>
                    <a:pt x="7649" y="5084"/>
                    <a:pt x="7697" y="5053"/>
                  </a:cubicBezTo>
                  <a:cubicBezTo>
                    <a:pt x="7864" y="4946"/>
                    <a:pt x="8026" y="4828"/>
                    <a:pt x="8229" y="4787"/>
                  </a:cubicBezTo>
                  <a:cubicBezTo>
                    <a:pt x="8281" y="4777"/>
                    <a:pt x="8332" y="4751"/>
                    <a:pt x="8379" y="4725"/>
                  </a:cubicBezTo>
                  <a:cubicBezTo>
                    <a:pt x="8607" y="4591"/>
                    <a:pt x="8833" y="4458"/>
                    <a:pt x="9062" y="4324"/>
                  </a:cubicBezTo>
                  <a:close/>
                  <a:moveTo>
                    <a:pt x="5190" y="13910"/>
                  </a:moveTo>
                  <a:lnTo>
                    <a:pt x="5193" y="13940"/>
                  </a:lnTo>
                  <a:cubicBezTo>
                    <a:pt x="5170" y="13948"/>
                    <a:pt x="5145" y="13959"/>
                    <a:pt x="5121" y="13961"/>
                  </a:cubicBezTo>
                  <a:cubicBezTo>
                    <a:pt x="4988" y="13971"/>
                    <a:pt x="4855" y="13985"/>
                    <a:pt x="4722" y="13986"/>
                  </a:cubicBezTo>
                  <a:cubicBezTo>
                    <a:pt x="4558" y="13989"/>
                    <a:pt x="4394" y="13973"/>
                    <a:pt x="4230" y="13978"/>
                  </a:cubicBezTo>
                  <a:cubicBezTo>
                    <a:pt x="4027" y="13984"/>
                    <a:pt x="3824" y="14007"/>
                    <a:pt x="3620" y="14020"/>
                  </a:cubicBezTo>
                  <a:cubicBezTo>
                    <a:pt x="3545" y="14025"/>
                    <a:pt x="3469" y="14023"/>
                    <a:pt x="3395" y="14026"/>
                  </a:cubicBezTo>
                  <a:cubicBezTo>
                    <a:pt x="3218" y="14031"/>
                    <a:pt x="3042" y="14039"/>
                    <a:pt x="2865" y="14043"/>
                  </a:cubicBezTo>
                  <a:cubicBezTo>
                    <a:pt x="2787" y="14044"/>
                    <a:pt x="2706" y="14027"/>
                    <a:pt x="2624" y="14052"/>
                  </a:cubicBezTo>
                  <a:cubicBezTo>
                    <a:pt x="2642" y="14146"/>
                    <a:pt x="2724" y="14166"/>
                    <a:pt x="2777" y="14216"/>
                  </a:cubicBezTo>
                  <a:cubicBezTo>
                    <a:pt x="2817" y="14251"/>
                    <a:pt x="2848" y="14196"/>
                    <a:pt x="2884" y="14191"/>
                  </a:cubicBezTo>
                  <a:cubicBezTo>
                    <a:pt x="2915" y="14188"/>
                    <a:pt x="2946" y="14188"/>
                    <a:pt x="2977" y="14188"/>
                  </a:cubicBezTo>
                  <a:cubicBezTo>
                    <a:pt x="3024" y="14189"/>
                    <a:pt x="3070" y="14192"/>
                    <a:pt x="3118" y="14194"/>
                  </a:cubicBezTo>
                  <a:cubicBezTo>
                    <a:pt x="3232" y="14197"/>
                    <a:pt x="3345" y="14199"/>
                    <a:pt x="3459" y="14203"/>
                  </a:cubicBezTo>
                  <a:cubicBezTo>
                    <a:pt x="3596" y="14208"/>
                    <a:pt x="3733" y="14226"/>
                    <a:pt x="3870" y="14219"/>
                  </a:cubicBezTo>
                  <a:cubicBezTo>
                    <a:pt x="4219" y="14199"/>
                    <a:pt x="4568" y="14160"/>
                    <a:pt x="4917" y="14144"/>
                  </a:cubicBezTo>
                  <a:cubicBezTo>
                    <a:pt x="5160" y="14133"/>
                    <a:pt x="5403" y="14144"/>
                    <a:pt x="5646" y="14149"/>
                  </a:cubicBezTo>
                  <a:cubicBezTo>
                    <a:pt x="5666" y="14149"/>
                    <a:pt x="5684" y="14174"/>
                    <a:pt x="5703" y="14186"/>
                  </a:cubicBezTo>
                  <a:lnTo>
                    <a:pt x="5695" y="14209"/>
                  </a:lnTo>
                  <a:cubicBezTo>
                    <a:pt x="5646" y="14209"/>
                    <a:pt x="5596" y="14210"/>
                    <a:pt x="5548" y="14209"/>
                  </a:cubicBezTo>
                  <a:cubicBezTo>
                    <a:pt x="5367" y="14205"/>
                    <a:pt x="5186" y="14189"/>
                    <a:pt x="5006" y="14199"/>
                  </a:cubicBezTo>
                  <a:cubicBezTo>
                    <a:pt x="4700" y="14216"/>
                    <a:pt x="4395" y="14251"/>
                    <a:pt x="4090" y="14276"/>
                  </a:cubicBezTo>
                  <a:cubicBezTo>
                    <a:pt x="3924" y="14288"/>
                    <a:pt x="3760" y="14297"/>
                    <a:pt x="3595" y="14303"/>
                  </a:cubicBezTo>
                  <a:cubicBezTo>
                    <a:pt x="3517" y="14306"/>
                    <a:pt x="3438" y="14288"/>
                    <a:pt x="3361" y="14288"/>
                  </a:cubicBezTo>
                  <a:cubicBezTo>
                    <a:pt x="3251" y="14287"/>
                    <a:pt x="3141" y="14293"/>
                    <a:pt x="3032" y="14297"/>
                  </a:cubicBezTo>
                  <a:cubicBezTo>
                    <a:pt x="3012" y="14298"/>
                    <a:pt x="2991" y="14308"/>
                    <a:pt x="2972" y="14313"/>
                  </a:cubicBezTo>
                  <a:cubicBezTo>
                    <a:pt x="2971" y="14321"/>
                    <a:pt x="2968" y="14328"/>
                    <a:pt x="2967" y="14336"/>
                  </a:cubicBezTo>
                  <a:cubicBezTo>
                    <a:pt x="3014" y="14360"/>
                    <a:pt x="3060" y="14384"/>
                    <a:pt x="3108" y="14408"/>
                  </a:cubicBezTo>
                  <a:cubicBezTo>
                    <a:pt x="3146" y="14426"/>
                    <a:pt x="3188" y="14441"/>
                    <a:pt x="3223" y="14466"/>
                  </a:cubicBezTo>
                  <a:cubicBezTo>
                    <a:pt x="3366" y="14572"/>
                    <a:pt x="3488" y="14708"/>
                    <a:pt x="3667" y="14759"/>
                  </a:cubicBezTo>
                  <a:cubicBezTo>
                    <a:pt x="3684" y="14764"/>
                    <a:pt x="3702" y="14778"/>
                    <a:pt x="3715" y="14793"/>
                  </a:cubicBezTo>
                  <a:cubicBezTo>
                    <a:pt x="3759" y="14841"/>
                    <a:pt x="3814" y="14853"/>
                    <a:pt x="3878" y="14853"/>
                  </a:cubicBezTo>
                  <a:cubicBezTo>
                    <a:pt x="3932" y="14753"/>
                    <a:pt x="4029" y="14756"/>
                    <a:pt x="4122" y="14751"/>
                  </a:cubicBezTo>
                  <a:cubicBezTo>
                    <a:pt x="4348" y="14737"/>
                    <a:pt x="4574" y="14727"/>
                    <a:pt x="4801" y="14715"/>
                  </a:cubicBezTo>
                  <a:cubicBezTo>
                    <a:pt x="4937" y="14707"/>
                    <a:pt x="5075" y="14691"/>
                    <a:pt x="5212" y="14685"/>
                  </a:cubicBezTo>
                  <a:cubicBezTo>
                    <a:pt x="5439" y="14672"/>
                    <a:pt x="5667" y="14664"/>
                    <a:pt x="5893" y="14655"/>
                  </a:cubicBezTo>
                  <a:cubicBezTo>
                    <a:pt x="5970" y="14651"/>
                    <a:pt x="6048" y="14655"/>
                    <a:pt x="6121" y="14655"/>
                  </a:cubicBezTo>
                  <a:cubicBezTo>
                    <a:pt x="6126" y="14616"/>
                    <a:pt x="6128" y="14595"/>
                    <a:pt x="6129" y="14585"/>
                  </a:cubicBezTo>
                  <a:cubicBezTo>
                    <a:pt x="6174" y="14580"/>
                    <a:pt x="6208" y="14580"/>
                    <a:pt x="6240" y="14572"/>
                  </a:cubicBezTo>
                  <a:cubicBezTo>
                    <a:pt x="6447" y="14515"/>
                    <a:pt x="6653" y="14451"/>
                    <a:pt x="6863" y="14401"/>
                  </a:cubicBezTo>
                  <a:cubicBezTo>
                    <a:pt x="7003" y="14368"/>
                    <a:pt x="7131" y="14326"/>
                    <a:pt x="7221" y="14203"/>
                  </a:cubicBezTo>
                  <a:cubicBezTo>
                    <a:pt x="7259" y="14150"/>
                    <a:pt x="7293" y="14152"/>
                    <a:pt x="7334" y="14200"/>
                  </a:cubicBezTo>
                  <a:cubicBezTo>
                    <a:pt x="7351" y="14221"/>
                    <a:pt x="7361" y="14246"/>
                    <a:pt x="7381" y="14281"/>
                  </a:cubicBezTo>
                  <a:cubicBezTo>
                    <a:pt x="7467" y="14193"/>
                    <a:pt x="7529" y="14127"/>
                    <a:pt x="7592" y="14061"/>
                  </a:cubicBezTo>
                  <a:cubicBezTo>
                    <a:pt x="7494" y="14066"/>
                    <a:pt x="7408" y="14097"/>
                    <a:pt x="7320" y="14107"/>
                  </a:cubicBezTo>
                  <a:cubicBezTo>
                    <a:pt x="7115" y="14132"/>
                    <a:pt x="6906" y="14148"/>
                    <a:pt x="6699" y="14164"/>
                  </a:cubicBezTo>
                  <a:cubicBezTo>
                    <a:pt x="6670" y="14168"/>
                    <a:pt x="6628" y="14183"/>
                    <a:pt x="6610" y="14121"/>
                  </a:cubicBezTo>
                  <a:cubicBezTo>
                    <a:pt x="6658" y="14109"/>
                    <a:pt x="6702" y="14089"/>
                    <a:pt x="6747" y="14089"/>
                  </a:cubicBezTo>
                  <a:cubicBezTo>
                    <a:pt x="6937" y="14087"/>
                    <a:pt x="7124" y="14058"/>
                    <a:pt x="7308" y="14021"/>
                  </a:cubicBezTo>
                  <a:cubicBezTo>
                    <a:pt x="7418" y="13999"/>
                    <a:pt x="7533" y="13981"/>
                    <a:pt x="7625" y="13905"/>
                  </a:cubicBezTo>
                  <a:cubicBezTo>
                    <a:pt x="7663" y="13873"/>
                    <a:pt x="7700" y="13841"/>
                    <a:pt x="7739" y="13809"/>
                  </a:cubicBezTo>
                  <a:cubicBezTo>
                    <a:pt x="7772" y="13826"/>
                    <a:pt x="7799" y="13838"/>
                    <a:pt x="7832" y="13853"/>
                  </a:cubicBezTo>
                  <a:cubicBezTo>
                    <a:pt x="7874" y="13804"/>
                    <a:pt x="7913" y="13758"/>
                    <a:pt x="7961" y="13700"/>
                  </a:cubicBezTo>
                  <a:cubicBezTo>
                    <a:pt x="7928" y="13700"/>
                    <a:pt x="7913" y="13698"/>
                    <a:pt x="7899" y="13700"/>
                  </a:cubicBezTo>
                  <a:cubicBezTo>
                    <a:pt x="7740" y="13730"/>
                    <a:pt x="7582" y="13763"/>
                    <a:pt x="7424" y="13787"/>
                  </a:cubicBezTo>
                  <a:cubicBezTo>
                    <a:pt x="7296" y="13806"/>
                    <a:pt x="7166" y="13818"/>
                    <a:pt x="7037" y="13827"/>
                  </a:cubicBezTo>
                  <a:cubicBezTo>
                    <a:pt x="6998" y="13830"/>
                    <a:pt x="6951" y="13838"/>
                    <a:pt x="6912" y="13785"/>
                  </a:cubicBezTo>
                  <a:cubicBezTo>
                    <a:pt x="6941" y="13777"/>
                    <a:pt x="6960" y="13764"/>
                    <a:pt x="6981" y="13765"/>
                  </a:cubicBezTo>
                  <a:cubicBezTo>
                    <a:pt x="7120" y="13774"/>
                    <a:pt x="7253" y="13746"/>
                    <a:pt x="7387" y="13714"/>
                  </a:cubicBezTo>
                  <a:cubicBezTo>
                    <a:pt x="7535" y="13678"/>
                    <a:pt x="7688" y="13656"/>
                    <a:pt x="7833" y="13615"/>
                  </a:cubicBezTo>
                  <a:cubicBezTo>
                    <a:pt x="7897" y="13597"/>
                    <a:pt x="7983" y="13596"/>
                    <a:pt x="8020" y="13500"/>
                  </a:cubicBezTo>
                  <a:cubicBezTo>
                    <a:pt x="7983" y="13503"/>
                    <a:pt x="7958" y="13503"/>
                    <a:pt x="7930" y="13508"/>
                  </a:cubicBezTo>
                  <a:cubicBezTo>
                    <a:pt x="7820" y="13521"/>
                    <a:pt x="7708" y="13536"/>
                    <a:pt x="7597" y="13551"/>
                  </a:cubicBezTo>
                  <a:cubicBezTo>
                    <a:pt x="7590" y="13552"/>
                    <a:pt x="7581" y="13546"/>
                    <a:pt x="7574" y="13545"/>
                  </a:cubicBezTo>
                  <a:cubicBezTo>
                    <a:pt x="7402" y="13513"/>
                    <a:pt x="7233" y="13506"/>
                    <a:pt x="7066" y="13570"/>
                  </a:cubicBezTo>
                  <a:cubicBezTo>
                    <a:pt x="7029" y="13584"/>
                    <a:pt x="6982" y="13572"/>
                    <a:pt x="6938" y="13572"/>
                  </a:cubicBezTo>
                  <a:cubicBezTo>
                    <a:pt x="6871" y="13572"/>
                    <a:pt x="6804" y="13560"/>
                    <a:pt x="6740" y="13572"/>
                  </a:cubicBezTo>
                  <a:cubicBezTo>
                    <a:pt x="6599" y="13601"/>
                    <a:pt x="6459" y="13603"/>
                    <a:pt x="6318" y="13592"/>
                  </a:cubicBezTo>
                  <a:cubicBezTo>
                    <a:pt x="6158" y="13581"/>
                    <a:pt x="5999" y="13544"/>
                    <a:pt x="5837" y="13570"/>
                  </a:cubicBezTo>
                  <a:cubicBezTo>
                    <a:pt x="5775" y="13580"/>
                    <a:pt x="5713" y="13584"/>
                    <a:pt x="5651" y="13582"/>
                  </a:cubicBezTo>
                  <a:cubicBezTo>
                    <a:pt x="5484" y="13579"/>
                    <a:pt x="5316" y="13571"/>
                    <a:pt x="5150" y="13567"/>
                  </a:cubicBezTo>
                  <a:cubicBezTo>
                    <a:pt x="5088" y="13566"/>
                    <a:pt x="5024" y="13566"/>
                    <a:pt x="4963" y="13572"/>
                  </a:cubicBezTo>
                  <a:cubicBezTo>
                    <a:pt x="4769" y="13591"/>
                    <a:pt x="4573" y="13603"/>
                    <a:pt x="4378" y="13576"/>
                  </a:cubicBezTo>
                  <a:cubicBezTo>
                    <a:pt x="4339" y="13571"/>
                    <a:pt x="4300" y="13575"/>
                    <a:pt x="4261" y="13576"/>
                  </a:cubicBezTo>
                  <a:cubicBezTo>
                    <a:pt x="4187" y="13580"/>
                    <a:pt x="4113" y="13591"/>
                    <a:pt x="4039" y="13586"/>
                  </a:cubicBezTo>
                  <a:cubicBezTo>
                    <a:pt x="3769" y="13571"/>
                    <a:pt x="3500" y="13551"/>
                    <a:pt x="3232" y="13530"/>
                  </a:cubicBezTo>
                  <a:cubicBezTo>
                    <a:pt x="3007" y="13513"/>
                    <a:pt x="2776" y="13565"/>
                    <a:pt x="2555" y="13483"/>
                  </a:cubicBezTo>
                  <a:cubicBezTo>
                    <a:pt x="2543" y="13478"/>
                    <a:pt x="2526" y="13490"/>
                    <a:pt x="2510" y="13492"/>
                  </a:cubicBezTo>
                  <a:cubicBezTo>
                    <a:pt x="2484" y="13494"/>
                    <a:pt x="2451" y="13503"/>
                    <a:pt x="2430" y="13493"/>
                  </a:cubicBezTo>
                  <a:cubicBezTo>
                    <a:pt x="2307" y="13439"/>
                    <a:pt x="2184" y="13499"/>
                    <a:pt x="2047" y="13499"/>
                  </a:cubicBezTo>
                  <a:cubicBezTo>
                    <a:pt x="2086" y="13548"/>
                    <a:pt x="2124" y="13597"/>
                    <a:pt x="2164" y="13647"/>
                  </a:cubicBezTo>
                  <a:cubicBezTo>
                    <a:pt x="2234" y="13647"/>
                    <a:pt x="2301" y="13644"/>
                    <a:pt x="2367" y="13647"/>
                  </a:cubicBezTo>
                  <a:cubicBezTo>
                    <a:pt x="2532" y="13656"/>
                    <a:pt x="2696" y="13674"/>
                    <a:pt x="2860" y="13676"/>
                  </a:cubicBezTo>
                  <a:cubicBezTo>
                    <a:pt x="3187" y="13677"/>
                    <a:pt x="3513" y="13671"/>
                    <a:pt x="3841" y="13664"/>
                  </a:cubicBezTo>
                  <a:cubicBezTo>
                    <a:pt x="3957" y="13662"/>
                    <a:pt x="4075" y="13651"/>
                    <a:pt x="4190" y="13647"/>
                  </a:cubicBezTo>
                  <a:cubicBezTo>
                    <a:pt x="4372" y="13642"/>
                    <a:pt x="4553" y="13639"/>
                    <a:pt x="4733" y="13635"/>
                  </a:cubicBezTo>
                  <a:cubicBezTo>
                    <a:pt x="4769" y="13635"/>
                    <a:pt x="4803" y="13639"/>
                    <a:pt x="4839" y="13642"/>
                  </a:cubicBezTo>
                  <a:lnTo>
                    <a:pt x="4839" y="13668"/>
                  </a:lnTo>
                  <a:cubicBezTo>
                    <a:pt x="4766" y="13682"/>
                    <a:pt x="4691" y="13700"/>
                    <a:pt x="4615" y="13704"/>
                  </a:cubicBezTo>
                  <a:cubicBezTo>
                    <a:pt x="4377" y="13715"/>
                    <a:pt x="4136" y="13724"/>
                    <a:pt x="3897" y="13730"/>
                  </a:cubicBezTo>
                  <a:cubicBezTo>
                    <a:pt x="3696" y="13735"/>
                    <a:pt x="3494" y="13724"/>
                    <a:pt x="3294" y="13738"/>
                  </a:cubicBezTo>
                  <a:cubicBezTo>
                    <a:pt x="3038" y="13754"/>
                    <a:pt x="2784" y="13764"/>
                    <a:pt x="2528" y="13736"/>
                  </a:cubicBezTo>
                  <a:cubicBezTo>
                    <a:pt x="2444" y="13728"/>
                    <a:pt x="2357" y="13724"/>
                    <a:pt x="2264" y="13758"/>
                  </a:cubicBezTo>
                  <a:cubicBezTo>
                    <a:pt x="2353" y="13855"/>
                    <a:pt x="2418" y="13954"/>
                    <a:pt x="2573" y="13942"/>
                  </a:cubicBezTo>
                  <a:cubicBezTo>
                    <a:pt x="2705" y="13932"/>
                    <a:pt x="2839" y="13975"/>
                    <a:pt x="2972" y="13973"/>
                  </a:cubicBezTo>
                  <a:cubicBezTo>
                    <a:pt x="3298" y="13968"/>
                    <a:pt x="3625" y="13965"/>
                    <a:pt x="3949" y="13934"/>
                  </a:cubicBezTo>
                  <a:cubicBezTo>
                    <a:pt x="4228" y="13909"/>
                    <a:pt x="4506" y="13928"/>
                    <a:pt x="4783" y="13918"/>
                  </a:cubicBezTo>
                  <a:cubicBezTo>
                    <a:pt x="4849" y="13915"/>
                    <a:pt x="4916" y="13910"/>
                    <a:pt x="4982" y="13909"/>
                  </a:cubicBezTo>
                  <a:cubicBezTo>
                    <a:pt x="5052" y="13909"/>
                    <a:pt x="5121" y="13910"/>
                    <a:pt x="5190" y="13910"/>
                  </a:cubicBezTo>
                  <a:close/>
                  <a:moveTo>
                    <a:pt x="2929" y="2987"/>
                  </a:moveTo>
                  <a:cubicBezTo>
                    <a:pt x="3072" y="2976"/>
                    <a:pt x="3212" y="2965"/>
                    <a:pt x="3354" y="2954"/>
                  </a:cubicBezTo>
                  <a:cubicBezTo>
                    <a:pt x="3487" y="2944"/>
                    <a:pt x="3621" y="2941"/>
                    <a:pt x="3753" y="2923"/>
                  </a:cubicBezTo>
                  <a:cubicBezTo>
                    <a:pt x="3849" y="2908"/>
                    <a:pt x="3944" y="2880"/>
                    <a:pt x="4036" y="2848"/>
                  </a:cubicBezTo>
                  <a:cubicBezTo>
                    <a:pt x="4182" y="2797"/>
                    <a:pt x="4322" y="2728"/>
                    <a:pt x="4471" y="2684"/>
                  </a:cubicBezTo>
                  <a:cubicBezTo>
                    <a:pt x="4719" y="2611"/>
                    <a:pt x="4976" y="2566"/>
                    <a:pt x="5217" y="2464"/>
                  </a:cubicBezTo>
                  <a:cubicBezTo>
                    <a:pt x="5277" y="2439"/>
                    <a:pt x="5344" y="2426"/>
                    <a:pt x="5409" y="2411"/>
                  </a:cubicBezTo>
                  <a:cubicBezTo>
                    <a:pt x="5503" y="2388"/>
                    <a:pt x="5606" y="2381"/>
                    <a:pt x="5693" y="2343"/>
                  </a:cubicBezTo>
                  <a:cubicBezTo>
                    <a:pt x="5820" y="2286"/>
                    <a:pt x="5968" y="2331"/>
                    <a:pt x="6086" y="2250"/>
                  </a:cubicBezTo>
                  <a:cubicBezTo>
                    <a:pt x="6092" y="2248"/>
                    <a:pt x="6102" y="2255"/>
                    <a:pt x="6110" y="2255"/>
                  </a:cubicBezTo>
                  <a:cubicBezTo>
                    <a:pt x="6188" y="2258"/>
                    <a:pt x="6267" y="2256"/>
                    <a:pt x="6345" y="2263"/>
                  </a:cubicBezTo>
                  <a:cubicBezTo>
                    <a:pt x="6542" y="2278"/>
                    <a:pt x="6542" y="2280"/>
                    <a:pt x="6660" y="2135"/>
                  </a:cubicBezTo>
                  <a:cubicBezTo>
                    <a:pt x="6695" y="2092"/>
                    <a:pt x="6730" y="2050"/>
                    <a:pt x="6771" y="1999"/>
                  </a:cubicBezTo>
                  <a:cubicBezTo>
                    <a:pt x="6647" y="2019"/>
                    <a:pt x="6542" y="2049"/>
                    <a:pt x="6434" y="2051"/>
                  </a:cubicBezTo>
                  <a:cubicBezTo>
                    <a:pt x="6328" y="2054"/>
                    <a:pt x="6224" y="2122"/>
                    <a:pt x="6112" y="2066"/>
                  </a:cubicBezTo>
                  <a:cubicBezTo>
                    <a:pt x="6123" y="2003"/>
                    <a:pt x="6171" y="1990"/>
                    <a:pt x="6215" y="1981"/>
                  </a:cubicBezTo>
                  <a:cubicBezTo>
                    <a:pt x="6261" y="1972"/>
                    <a:pt x="6310" y="1969"/>
                    <a:pt x="6357" y="1965"/>
                  </a:cubicBezTo>
                  <a:cubicBezTo>
                    <a:pt x="6496" y="1954"/>
                    <a:pt x="6637" y="1953"/>
                    <a:pt x="6757" y="1854"/>
                  </a:cubicBezTo>
                  <a:cubicBezTo>
                    <a:pt x="6745" y="1837"/>
                    <a:pt x="6727" y="1822"/>
                    <a:pt x="6725" y="1805"/>
                  </a:cubicBezTo>
                  <a:cubicBezTo>
                    <a:pt x="6714" y="1732"/>
                    <a:pt x="6659" y="1712"/>
                    <a:pt x="6598" y="1688"/>
                  </a:cubicBezTo>
                  <a:cubicBezTo>
                    <a:pt x="6468" y="1637"/>
                    <a:pt x="6333" y="1663"/>
                    <a:pt x="6202" y="1647"/>
                  </a:cubicBezTo>
                  <a:cubicBezTo>
                    <a:pt x="6144" y="1641"/>
                    <a:pt x="6085" y="1630"/>
                    <a:pt x="6029" y="1637"/>
                  </a:cubicBezTo>
                  <a:cubicBezTo>
                    <a:pt x="5908" y="1651"/>
                    <a:pt x="5788" y="1670"/>
                    <a:pt x="5670" y="1696"/>
                  </a:cubicBezTo>
                  <a:cubicBezTo>
                    <a:pt x="5579" y="1716"/>
                    <a:pt x="5491" y="1716"/>
                    <a:pt x="5402" y="1689"/>
                  </a:cubicBezTo>
                  <a:cubicBezTo>
                    <a:pt x="5298" y="1657"/>
                    <a:pt x="5192" y="1620"/>
                    <a:pt x="5085" y="1601"/>
                  </a:cubicBezTo>
                  <a:cubicBezTo>
                    <a:pt x="4918" y="1572"/>
                    <a:pt x="4747" y="1563"/>
                    <a:pt x="4581" y="1530"/>
                  </a:cubicBezTo>
                  <a:cubicBezTo>
                    <a:pt x="4470" y="1509"/>
                    <a:pt x="4371" y="1489"/>
                    <a:pt x="4254" y="1521"/>
                  </a:cubicBezTo>
                  <a:cubicBezTo>
                    <a:pt x="4038" y="1578"/>
                    <a:pt x="3811" y="1581"/>
                    <a:pt x="3598" y="1670"/>
                  </a:cubicBezTo>
                  <a:cubicBezTo>
                    <a:pt x="3412" y="1748"/>
                    <a:pt x="3251" y="1850"/>
                    <a:pt x="3129" y="2008"/>
                  </a:cubicBezTo>
                  <a:cubicBezTo>
                    <a:pt x="3058" y="2100"/>
                    <a:pt x="3002" y="2204"/>
                    <a:pt x="2943" y="2306"/>
                  </a:cubicBezTo>
                  <a:cubicBezTo>
                    <a:pt x="2857" y="2454"/>
                    <a:pt x="2772" y="2600"/>
                    <a:pt x="2870" y="2780"/>
                  </a:cubicBezTo>
                  <a:cubicBezTo>
                    <a:pt x="2900" y="2839"/>
                    <a:pt x="2908" y="2911"/>
                    <a:pt x="2929" y="2987"/>
                  </a:cubicBezTo>
                  <a:close/>
                  <a:moveTo>
                    <a:pt x="5778" y="6633"/>
                  </a:moveTo>
                  <a:cubicBezTo>
                    <a:pt x="5776" y="6623"/>
                    <a:pt x="5774" y="6612"/>
                    <a:pt x="5773" y="6602"/>
                  </a:cubicBezTo>
                  <a:cubicBezTo>
                    <a:pt x="5759" y="6598"/>
                    <a:pt x="5744" y="6591"/>
                    <a:pt x="5729" y="6593"/>
                  </a:cubicBezTo>
                  <a:cubicBezTo>
                    <a:pt x="5576" y="6613"/>
                    <a:pt x="5422" y="6635"/>
                    <a:pt x="5269" y="6654"/>
                  </a:cubicBezTo>
                  <a:cubicBezTo>
                    <a:pt x="5242" y="6658"/>
                    <a:pt x="5215" y="6653"/>
                    <a:pt x="5187" y="6651"/>
                  </a:cubicBezTo>
                  <a:cubicBezTo>
                    <a:pt x="5153" y="6650"/>
                    <a:pt x="5120" y="6644"/>
                    <a:pt x="5085" y="6646"/>
                  </a:cubicBezTo>
                  <a:cubicBezTo>
                    <a:pt x="4929" y="6655"/>
                    <a:pt x="4772" y="6682"/>
                    <a:pt x="4617" y="6672"/>
                  </a:cubicBezTo>
                  <a:cubicBezTo>
                    <a:pt x="4518" y="6666"/>
                    <a:pt x="4459" y="6694"/>
                    <a:pt x="4393" y="6757"/>
                  </a:cubicBezTo>
                  <a:cubicBezTo>
                    <a:pt x="4343" y="6804"/>
                    <a:pt x="4282" y="6839"/>
                    <a:pt x="4227" y="6879"/>
                  </a:cubicBezTo>
                  <a:cubicBezTo>
                    <a:pt x="4140" y="6781"/>
                    <a:pt x="4140" y="6770"/>
                    <a:pt x="4237" y="6676"/>
                  </a:cubicBezTo>
                  <a:cubicBezTo>
                    <a:pt x="4143" y="6685"/>
                    <a:pt x="4067" y="6691"/>
                    <a:pt x="3991" y="6699"/>
                  </a:cubicBezTo>
                  <a:cubicBezTo>
                    <a:pt x="3894" y="6709"/>
                    <a:pt x="3789" y="6747"/>
                    <a:pt x="3702" y="6723"/>
                  </a:cubicBezTo>
                  <a:cubicBezTo>
                    <a:pt x="3502" y="6670"/>
                    <a:pt x="3305" y="6691"/>
                    <a:pt x="3108" y="6715"/>
                  </a:cubicBezTo>
                  <a:cubicBezTo>
                    <a:pt x="3062" y="6720"/>
                    <a:pt x="3013" y="6716"/>
                    <a:pt x="2952" y="6716"/>
                  </a:cubicBezTo>
                  <a:cubicBezTo>
                    <a:pt x="2968" y="6746"/>
                    <a:pt x="2972" y="6763"/>
                    <a:pt x="2982" y="6771"/>
                  </a:cubicBezTo>
                  <a:cubicBezTo>
                    <a:pt x="3152" y="6895"/>
                    <a:pt x="3345" y="6972"/>
                    <a:pt x="3550" y="7011"/>
                  </a:cubicBezTo>
                  <a:cubicBezTo>
                    <a:pt x="3698" y="7039"/>
                    <a:pt x="3855" y="7032"/>
                    <a:pt x="4005" y="7050"/>
                  </a:cubicBezTo>
                  <a:cubicBezTo>
                    <a:pt x="4149" y="7069"/>
                    <a:pt x="4288" y="7099"/>
                    <a:pt x="4434" y="7066"/>
                  </a:cubicBezTo>
                  <a:cubicBezTo>
                    <a:pt x="4540" y="7042"/>
                    <a:pt x="4651" y="7044"/>
                    <a:pt x="4756" y="7022"/>
                  </a:cubicBezTo>
                  <a:cubicBezTo>
                    <a:pt x="4861" y="6997"/>
                    <a:pt x="4975" y="7002"/>
                    <a:pt x="5069" y="6933"/>
                  </a:cubicBezTo>
                  <a:cubicBezTo>
                    <a:pt x="5176" y="6856"/>
                    <a:pt x="5313" y="6830"/>
                    <a:pt x="5413" y="6740"/>
                  </a:cubicBezTo>
                  <a:cubicBezTo>
                    <a:pt x="5432" y="6723"/>
                    <a:pt x="5463" y="6721"/>
                    <a:pt x="5489" y="6713"/>
                  </a:cubicBezTo>
                  <a:cubicBezTo>
                    <a:pt x="5585" y="6686"/>
                    <a:pt x="5682" y="6659"/>
                    <a:pt x="5778" y="6633"/>
                  </a:cubicBezTo>
                  <a:close/>
                  <a:moveTo>
                    <a:pt x="7031" y="14456"/>
                  </a:moveTo>
                  <a:cubicBezTo>
                    <a:pt x="6945" y="14476"/>
                    <a:pt x="6869" y="14495"/>
                    <a:pt x="6793" y="14511"/>
                  </a:cubicBezTo>
                  <a:lnTo>
                    <a:pt x="6223" y="14630"/>
                  </a:lnTo>
                  <a:cubicBezTo>
                    <a:pt x="6212" y="14632"/>
                    <a:pt x="6194" y="14639"/>
                    <a:pt x="6194" y="14645"/>
                  </a:cubicBezTo>
                  <a:cubicBezTo>
                    <a:pt x="6188" y="14719"/>
                    <a:pt x="6137" y="14701"/>
                    <a:pt x="6092" y="14697"/>
                  </a:cubicBezTo>
                  <a:cubicBezTo>
                    <a:pt x="6076" y="14695"/>
                    <a:pt x="6060" y="14685"/>
                    <a:pt x="6046" y="14688"/>
                  </a:cubicBezTo>
                  <a:cubicBezTo>
                    <a:pt x="5858" y="14737"/>
                    <a:pt x="5666" y="14704"/>
                    <a:pt x="5474" y="14734"/>
                  </a:cubicBezTo>
                  <a:cubicBezTo>
                    <a:pt x="5208" y="14778"/>
                    <a:pt x="4934" y="14779"/>
                    <a:pt x="4664" y="14802"/>
                  </a:cubicBezTo>
                  <a:cubicBezTo>
                    <a:pt x="4490" y="14815"/>
                    <a:pt x="4316" y="14835"/>
                    <a:pt x="4143" y="14854"/>
                  </a:cubicBezTo>
                  <a:cubicBezTo>
                    <a:pt x="4096" y="14859"/>
                    <a:pt x="4050" y="14875"/>
                    <a:pt x="3986" y="14890"/>
                  </a:cubicBezTo>
                  <a:cubicBezTo>
                    <a:pt x="4014" y="14905"/>
                    <a:pt x="4024" y="14916"/>
                    <a:pt x="4034" y="14915"/>
                  </a:cubicBezTo>
                  <a:cubicBezTo>
                    <a:pt x="4105" y="14908"/>
                    <a:pt x="4174" y="14901"/>
                    <a:pt x="4233" y="14955"/>
                  </a:cubicBezTo>
                  <a:cubicBezTo>
                    <a:pt x="4240" y="14962"/>
                    <a:pt x="4255" y="14958"/>
                    <a:pt x="4266" y="14959"/>
                  </a:cubicBezTo>
                  <a:cubicBezTo>
                    <a:pt x="4357" y="14969"/>
                    <a:pt x="4448" y="14981"/>
                    <a:pt x="4539" y="14988"/>
                  </a:cubicBezTo>
                  <a:cubicBezTo>
                    <a:pt x="4620" y="14996"/>
                    <a:pt x="4702" y="15004"/>
                    <a:pt x="4785" y="15007"/>
                  </a:cubicBezTo>
                  <a:cubicBezTo>
                    <a:pt x="4918" y="15009"/>
                    <a:pt x="5051" y="15004"/>
                    <a:pt x="5184" y="15004"/>
                  </a:cubicBezTo>
                  <a:cubicBezTo>
                    <a:pt x="5312" y="15004"/>
                    <a:pt x="5441" y="15028"/>
                    <a:pt x="5565" y="14970"/>
                  </a:cubicBezTo>
                  <a:cubicBezTo>
                    <a:pt x="5591" y="14957"/>
                    <a:pt x="5626" y="14965"/>
                    <a:pt x="5658" y="14962"/>
                  </a:cubicBezTo>
                  <a:cubicBezTo>
                    <a:pt x="5680" y="14958"/>
                    <a:pt x="5700" y="14949"/>
                    <a:pt x="5724" y="14943"/>
                  </a:cubicBezTo>
                  <a:cubicBezTo>
                    <a:pt x="5694" y="14871"/>
                    <a:pt x="5611" y="14910"/>
                    <a:pt x="5561" y="14846"/>
                  </a:cubicBezTo>
                  <a:cubicBezTo>
                    <a:pt x="5616" y="14849"/>
                    <a:pt x="5652" y="14850"/>
                    <a:pt x="5688" y="14852"/>
                  </a:cubicBezTo>
                  <a:cubicBezTo>
                    <a:pt x="5748" y="14857"/>
                    <a:pt x="5808" y="14875"/>
                    <a:pt x="5864" y="14866"/>
                  </a:cubicBezTo>
                  <a:cubicBezTo>
                    <a:pt x="6018" y="14846"/>
                    <a:pt x="6171" y="14824"/>
                    <a:pt x="6321" y="14786"/>
                  </a:cubicBezTo>
                  <a:cubicBezTo>
                    <a:pt x="6448" y="14753"/>
                    <a:pt x="6568" y="14697"/>
                    <a:pt x="6691" y="14649"/>
                  </a:cubicBezTo>
                  <a:cubicBezTo>
                    <a:pt x="6735" y="14632"/>
                    <a:pt x="6781" y="14621"/>
                    <a:pt x="6819" y="14598"/>
                  </a:cubicBezTo>
                  <a:cubicBezTo>
                    <a:pt x="6891" y="14559"/>
                    <a:pt x="6991" y="14565"/>
                    <a:pt x="7031" y="14456"/>
                  </a:cubicBezTo>
                  <a:close/>
                  <a:moveTo>
                    <a:pt x="5797" y="463"/>
                  </a:moveTo>
                  <a:cubicBezTo>
                    <a:pt x="5765" y="500"/>
                    <a:pt x="5740" y="519"/>
                    <a:pt x="5728" y="546"/>
                  </a:cubicBezTo>
                  <a:cubicBezTo>
                    <a:pt x="5683" y="645"/>
                    <a:pt x="5635" y="744"/>
                    <a:pt x="5604" y="848"/>
                  </a:cubicBezTo>
                  <a:cubicBezTo>
                    <a:pt x="5563" y="979"/>
                    <a:pt x="5533" y="1113"/>
                    <a:pt x="5504" y="1246"/>
                  </a:cubicBezTo>
                  <a:cubicBezTo>
                    <a:pt x="5490" y="1314"/>
                    <a:pt x="5489" y="1386"/>
                    <a:pt x="5483" y="1462"/>
                  </a:cubicBezTo>
                  <a:cubicBezTo>
                    <a:pt x="5601" y="1519"/>
                    <a:pt x="5669" y="1519"/>
                    <a:pt x="5949" y="1449"/>
                  </a:cubicBezTo>
                  <a:cubicBezTo>
                    <a:pt x="5952" y="1404"/>
                    <a:pt x="5965" y="1353"/>
                    <a:pt x="5955" y="1307"/>
                  </a:cubicBezTo>
                  <a:cubicBezTo>
                    <a:pt x="5932" y="1171"/>
                    <a:pt x="5917" y="1036"/>
                    <a:pt x="5914" y="898"/>
                  </a:cubicBezTo>
                  <a:cubicBezTo>
                    <a:pt x="5913" y="798"/>
                    <a:pt x="5885" y="696"/>
                    <a:pt x="5862" y="600"/>
                  </a:cubicBezTo>
                  <a:cubicBezTo>
                    <a:pt x="5851" y="555"/>
                    <a:pt x="5822" y="516"/>
                    <a:pt x="5797" y="463"/>
                  </a:cubicBezTo>
                  <a:close/>
                  <a:moveTo>
                    <a:pt x="7699" y="6633"/>
                  </a:moveTo>
                  <a:cubicBezTo>
                    <a:pt x="7732" y="6653"/>
                    <a:pt x="7754" y="6675"/>
                    <a:pt x="7781" y="6681"/>
                  </a:cubicBezTo>
                  <a:cubicBezTo>
                    <a:pt x="7907" y="6711"/>
                    <a:pt x="8031" y="6725"/>
                    <a:pt x="8161" y="6722"/>
                  </a:cubicBezTo>
                  <a:cubicBezTo>
                    <a:pt x="8321" y="6719"/>
                    <a:pt x="8481" y="6746"/>
                    <a:pt x="8639" y="6703"/>
                  </a:cubicBezTo>
                  <a:cubicBezTo>
                    <a:pt x="8717" y="6681"/>
                    <a:pt x="8796" y="6645"/>
                    <a:pt x="8875" y="6643"/>
                  </a:cubicBezTo>
                  <a:cubicBezTo>
                    <a:pt x="9050" y="6637"/>
                    <a:pt x="9113" y="6488"/>
                    <a:pt x="9216" y="6392"/>
                  </a:cubicBezTo>
                  <a:cubicBezTo>
                    <a:pt x="9218" y="6389"/>
                    <a:pt x="9212" y="6379"/>
                    <a:pt x="9207" y="6362"/>
                  </a:cubicBezTo>
                  <a:cubicBezTo>
                    <a:pt x="9125" y="6381"/>
                    <a:pt x="9043" y="6399"/>
                    <a:pt x="8962" y="6418"/>
                  </a:cubicBezTo>
                  <a:cubicBezTo>
                    <a:pt x="8882" y="6435"/>
                    <a:pt x="8803" y="6459"/>
                    <a:pt x="8720" y="6429"/>
                  </a:cubicBezTo>
                  <a:cubicBezTo>
                    <a:pt x="8680" y="6415"/>
                    <a:pt x="8634" y="6409"/>
                    <a:pt x="8592" y="6412"/>
                  </a:cubicBezTo>
                  <a:cubicBezTo>
                    <a:pt x="8451" y="6420"/>
                    <a:pt x="8312" y="6434"/>
                    <a:pt x="8172" y="6447"/>
                  </a:cubicBezTo>
                  <a:cubicBezTo>
                    <a:pt x="8155" y="6449"/>
                    <a:pt x="8141" y="6455"/>
                    <a:pt x="8127" y="6460"/>
                  </a:cubicBezTo>
                  <a:cubicBezTo>
                    <a:pt x="7993" y="6514"/>
                    <a:pt x="7858" y="6567"/>
                    <a:pt x="7699" y="6633"/>
                  </a:cubicBezTo>
                  <a:close/>
                  <a:moveTo>
                    <a:pt x="5565" y="635"/>
                  </a:moveTo>
                  <a:cubicBezTo>
                    <a:pt x="5557" y="634"/>
                    <a:pt x="5548" y="628"/>
                    <a:pt x="5544" y="631"/>
                  </a:cubicBezTo>
                  <a:cubicBezTo>
                    <a:pt x="5354" y="742"/>
                    <a:pt x="5130" y="808"/>
                    <a:pt x="5000" y="1007"/>
                  </a:cubicBezTo>
                  <a:cubicBezTo>
                    <a:pt x="4961" y="1066"/>
                    <a:pt x="4915" y="1118"/>
                    <a:pt x="4883" y="1179"/>
                  </a:cubicBezTo>
                  <a:cubicBezTo>
                    <a:pt x="4848" y="1245"/>
                    <a:pt x="4861" y="1289"/>
                    <a:pt x="4914" y="1334"/>
                  </a:cubicBezTo>
                  <a:cubicBezTo>
                    <a:pt x="4962" y="1376"/>
                    <a:pt x="5014" y="1402"/>
                    <a:pt x="5084" y="1399"/>
                  </a:cubicBezTo>
                  <a:cubicBezTo>
                    <a:pt x="5137" y="1396"/>
                    <a:pt x="5191" y="1409"/>
                    <a:pt x="5244" y="1414"/>
                  </a:cubicBezTo>
                  <a:cubicBezTo>
                    <a:pt x="5274" y="1417"/>
                    <a:pt x="5304" y="1419"/>
                    <a:pt x="5331" y="1420"/>
                  </a:cubicBezTo>
                  <a:cubicBezTo>
                    <a:pt x="5379" y="1140"/>
                    <a:pt x="5472" y="888"/>
                    <a:pt x="5565" y="635"/>
                  </a:cubicBezTo>
                  <a:close/>
                  <a:moveTo>
                    <a:pt x="6275" y="1453"/>
                  </a:moveTo>
                  <a:cubicBezTo>
                    <a:pt x="6363" y="1350"/>
                    <a:pt x="6362" y="1242"/>
                    <a:pt x="6350" y="1131"/>
                  </a:cubicBezTo>
                  <a:cubicBezTo>
                    <a:pt x="6345" y="1089"/>
                    <a:pt x="6347" y="1039"/>
                    <a:pt x="6326" y="1007"/>
                  </a:cubicBezTo>
                  <a:cubicBezTo>
                    <a:pt x="6249" y="894"/>
                    <a:pt x="6178" y="776"/>
                    <a:pt x="6065" y="690"/>
                  </a:cubicBezTo>
                  <a:cubicBezTo>
                    <a:pt x="6028" y="662"/>
                    <a:pt x="6001" y="617"/>
                    <a:pt x="5970" y="581"/>
                  </a:cubicBezTo>
                  <a:cubicBezTo>
                    <a:pt x="5969" y="691"/>
                    <a:pt x="6001" y="791"/>
                    <a:pt x="5999" y="891"/>
                  </a:cubicBezTo>
                  <a:cubicBezTo>
                    <a:pt x="5997" y="1083"/>
                    <a:pt x="6051" y="1261"/>
                    <a:pt x="6091" y="1440"/>
                  </a:cubicBezTo>
                  <a:cubicBezTo>
                    <a:pt x="6157" y="1445"/>
                    <a:pt x="6218" y="1449"/>
                    <a:pt x="6275" y="1453"/>
                  </a:cubicBezTo>
                  <a:close/>
                  <a:moveTo>
                    <a:pt x="9241" y="5824"/>
                  </a:moveTo>
                  <a:cubicBezTo>
                    <a:pt x="9130" y="5898"/>
                    <a:pt x="9028" y="5975"/>
                    <a:pt x="8918" y="6040"/>
                  </a:cubicBezTo>
                  <a:cubicBezTo>
                    <a:pt x="8809" y="6105"/>
                    <a:pt x="8695" y="6154"/>
                    <a:pt x="8582" y="6210"/>
                  </a:cubicBezTo>
                  <a:cubicBezTo>
                    <a:pt x="8583" y="6218"/>
                    <a:pt x="8584" y="6227"/>
                    <a:pt x="8585" y="6235"/>
                  </a:cubicBezTo>
                  <a:cubicBezTo>
                    <a:pt x="8614" y="6237"/>
                    <a:pt x="8643" y="6246"/>
                    <a:pt x="8671" y="6242"/>
                  </a:cubicBezTo>
                  <a:cubicBezTo>
                    <a:pt x="8782" y="6226"/>
                    <a:pt x="8894" y="6220"/>
                    <a:pt x="9006" y="6204"/>
                  </a:cubicBezTo>
                  <a:cubicBezTo>
                    <a:pt x="9101" y="6190"/>
                    <a:pt x="9195" y="6175"/>
                    <a:pt x="9289" y="6148"/>
                  </a:cubicBezTo>
                  <a:cubicBezTo>
                    <a:pt x="9353" y="6128"/>
                    <a:pt x="9385" y="6100"/>
                    <a:pt x="9401" y="6031"/>
                  </a:cubicBezTo>
                  <a:cubicBezTo>
                    <a:pt x="9417" y="5957"/>
                    <a:pt x="9387" y="5909"/>
                    <a:pt x="9338" y="5870"/>
                  </a:cubicBezTo>
                  <a:cubicBezTo>
                    <a:pt x="9314" y="5851"/>
                    <a:pt x="9282" y="5844"/>
                    <a:pt x="9241" y="5824"/>
                  </a:cubicBezTo>
                  <a:close/>
                  <a:moveTo>
                    <a:pt x="1206" y="6562"/>
                  </a:moveTo>
                  <a:cubicBezTo>
                    <a:pt x="1202" y="6572"/>
                    <a:pt x="1198" y="6583"/>
                    <a:pt x="1196" y="6593"/>
                  </a:cubicBezTo>
                  <a:cubicBezTo>
                    <a:pt x="1244" y="6630"/>
                    <a:pt x="1295" y="6663"/>
                    <a:pt x="1343" y="6703"/>
                  </a:cubicBezTo>
                  <a:cubicBezTo>
                    <a:pt x="1470" y="6809"/>
                    <a:pt x="1611" y="6816"/>
                    <a:pt x="1761" y="6770"/>
                  </a:cubicBezTo>
                  <a:cubicBezTo>
                    <a:pt x="1783" y="6763"/>
                    <a:pt x="1810" y="6744"/>
                    <a:pt x="1828" y="6750"/>
                  </a:cubicBezTo>
                  <a:cubicBezTo>
                    <a:pt x="1913" y="6780"/>
                    <a:pt x="1988" y="6727"/>
                    <a:pt x="2069" y="6726"/>
                  </a:cubicBezTo>
                  <a:cubicBezTo>
                    <a:pt x="2115" y="6726"/>
                    <a:pt x="2160" y="6696"/>
                    <a:pt x="2204" y="6681"/>
                  </a:cubicBezTo>
                  <a:cubicBezTo>
                    <a:pt x="2186" y="6660"/>
                    <a:pt x="2172" y="6659"/>
                    <a:pt x="2157" y="6659"/>
                  </a:cubicBezTo>
                  <a:lnTo>
                    <a:pt x="1843" y="6679"/>
                  </a:lnTo>
                  <a:cubicBezTo>
                    <a:pt x="1756" y="6684"/>
                    <a:pt x="1675" y="6650"/>
                    <a:pt x="1591" y="6639"/>
                  </a:cubicBezTo>
                  <a:cubicBezTo>
                    <a:pt x="1498" y="6627"/>
                    <a:pt x="1405" y="6619"/>
                    <a:pt x="1318" y="6581"/>
                  </a:cubicBezTo>
                  <a:cubicBezTo>
                    <a:pt x="1284" y="6566"/>
                    <a:pt x="1243" y="6568"/>
                    <a:pt x="1206" y="6562"/>
                  </a:cubicBezTo>
                  <a:close/>
                  <a:moveTo>
                    <a:pt x="1281" y="6988"/>
                  </a:moveTo>
                  <a:cubicBezTo>
                    <a:pt x="1286" y="6977"/>
                    <a:pt x="1289" y="6965"/>
                    <a:pt x="1294" y="6953"/>
                  </a:cubicBezTo>
                  <a:cubicBezTo>
                    <a:pt x="1231" y="6904"/>
                    <a:pt x="1173" y="6844"/>
                    <a:pt x="1104" y="6807"/>
                  </a:cubicBezTo>
                  <a:cubicBezTo>
                    <a:pt x="1032" y="6768"/>
                    <a:pt x="981" y="6690"/>
                    <a:pt x="867" y="6676"/>
                  </a:cubicBezTo>
                  <a:cubicBezTo>
                    <a:pt x="910" y="6781"/>
                    <a:pt x="817" y="6860"/>
                    <a:pt x="863" y="6950"/>
                  </a:cubicBezTo>
                  <a:cubicBezTo>
                    <a:pt x="1005" y="6966"/>
                    <a:pt x="1140" y="6993"/>
                    <a:pt x="1281" y="6988"/>
                  </a:cubicBezTo>
                  <a:close/>
                  <a:moveTo>
                    <a:pt x="9590" y="5740"/>
                  </a:moveTo>
                  <a:cubicBezTo>
                    <a:pt x="9615" y="5798"/>
                    <a:pt x="9644" y="5845"/>
                    <a:pt x="9655" y="5896"/>
                  </a:cubicBezTo>
                  <a:cubicBezTo>
                    <a:pt x="9665" y="5947"/>
                    <a:pt x="9657" y="6003"/>
                    <a:pt x="9657" y="6055"/>
                  </a:cubicBezTo>
                  <a:cubicBezTo>
                    <a:pt x="9714" y="6095"/>
                    <a:pt x="9760" y="6062"/>
                    <a:pt x="9804" y="6040"/>
                  </a:cubicBezTo>
                  <a:cubicBezTo>
                    <a:pt x="9876" y="6003"/>
                    <a:pt x="9933" y="5948"/>
                    <a:pt x="9960" y="5866"/>
                  </a:cubicBezTo>
                  <a:cubicBezTo>
                    <a:pt x="9838" y="5809"/>
                    <a:pt x="9722" y="5760"/>
                    <a:pt x="9590" y="5740"/>
                  </a:cubicBezTo>
                  <a:close/>
                  <a:moveTo>
                    <a:pt x="482" y="6176"/>
                  </a:moveTo>
                  <a:cubicBezTo>
                    <a:pt x="565" y="6202"/>
                    <a:pt x="633" y="6223"/>
                    <a:pt x="731" y="6255"/>
                  </a:cubicBezTo>
                  <a:cubicBezTo>
                    <a:pt x="685" y="6149"/>
                    <a:pt x="767" y="6066"/>
                    <a:pt x="703" y="5970"/>
                  </a:cubicBezTo>
                  <a:cubicBezTo>
                    <a:pt x="638" y="6046"/>
                    <a:pt x="540" y="6076"/>
                    <a:pt x="482" y="6176"/>
                  </a:cubicBezTo>
                  <a:close/>
                  <a:moveTo>
                    <a:pt x="7002" y="6566"/>
                  </a:moveTo>
                  <a:cubicBezTo>
                    <a:pt x="6888" y="6509"/>
                    <a:pt x="6655" y="6536"/>
                    <a:pt x="6587" y="6609"/>
                  </a:cubicBezTo>
                  <a:cubicBezTo>
                    <a:pt x="6734" y="6628"/>
                    <a:pt x="6864" y="6561"/>
                    <a:pt x="7002" y="6566"/>
                  </a:cubicBezTo>
                  <a:close/>
                  <a:moveTo>
                    <a:pt x="9473" y="4796"/>
                  </a:moveTo>
                  <a:cubicBezTo>
                    <a:pt x="9453" y="4780"/>
                    <a:pt x="9441" y="4765"/>
                    <a:pt x="9433" y="4766"/>
                  </a:cubicBezTo>
                  <a:cubicBezTo>
                    <a:pt x="9423" y="4767"/>
                    <a:pt x="9413" y="4783"/>
                    <a:pt x="9408" y="4793"/>
                  </a:cubicBezTo>
                  <a:cubicBezTo>
                    <a:pt x="9407" y="4797"/>
                    <a:pt x="9420" y="4814"/>
                    <a:pt x="9427" y="4814"/>
                  </a:cubicBezTo>
                  <a:cubicBezTo>
                    <a:pt x="9437" y="4816"/>
                    <a:pt x="9449" y="4806"/>
                    <a:pt x="9473" y="479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1" name="Google Shape;4041;p54"/>
            <p:cNvSpPr/>
            <p:nvPr/>
          </p:nvSpPr>
          <p:spPr>
            <a:xfrm>
              <a:off x="4926865" y="3748589"/>
              <a:ext cx="144230" cy="10916"/>
            </a:xfrm>
            <a:custGeom>
              <a:avLst/>
              <a:gdLst/>
              <a:ahLst/>
              <a:cxnLst/>
              <a:rect l="l" t="t" r="r" b="b"/>
              <a:pathLst>
                <a:path w="2365" h="179" extrusionOk="0">
                  <a:moveTo>
                    <a:pt x="2358" y="37"/>
                  </a:moveTo>
                  <a:cubicBezTo>
                    <a:pt x="2365" y="79"/>
                    <a:pt x="2346" y="94"/>
                    <a:pt x="2308" y="96"/>
                  </a:cubicBezTo>
                  <a:cubicBezTo>
                    <a:pt x="2115" y="102"/>
                    <a:pt x="1924" y="108"/>
                    <a:pt x="1732" y="116"/>
                  </a:cubicBezTo>
                  <a:cubicBezTo>
                    <a:pt x="1476" y="126"/>
                    <a:pt x="1222" y="136"/>
                    <a:pt x="967" y="147"/>
                  </a:cubicBezTo>
                  <a:cubicBezTo>
                    <a:pt x="712" y="157"/>
                    <a:pt x="457" y="167"/>
                    <a:pt x="202" y="175"/>
                  </a:cubicBezTo>
                  <a:cubicBezTo>
                    <a:pt x="123" y="178"/>
                    <a:pt x="42" y="174"/>
                    <a:pt x="0" y="83"/>
                  </a:cubicBezTo>
                  <a:cubicBezTo>
                    <a:pt x="31" y="26"/>
                    <a:pt x="79" y="0"/>
                    <a:pt x="134" y="36"/>
                  </a:cubicBezTo>
                  <a:cubicBezTo>
                    <a:pt x="242" y="108"/>
                    <a:pt x="363" y="90"/>
                    <a:pt x="477" y="90"/>
                  </a:cubicBezTo>
                  <a:cubicBezTo>
                    <a:pt x="716" y="87"/>
                    <a:pt x="953" y="70"/>
                    <a:pt x="1192" y="61"/>
                  </a:cubicBezTo>
                  <a:cubicBezTo>
                    <a:pt x="1435" y="52"/>
                    <a:pt x="1678" y="42"/>
                    <a:pt x="1921" y="37"/>
                  </a:cubicBezTo>
                  <a:cubicBezTo>
                    <a:pt x="2064" y="34"/>
                    <a:pt x="2209" y="37"/>
                    <a:pt x="2358" y="3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2" name="Google Shape;4042;p54"/>
            <p:cNvSpPr/>
            <p:nvPr/>
          </p:nvSpPr>
          <p:spPr>
            <a:xfrm>
              <a:off x="4886431" y="3594966"/>
              <a:ext cx="107639" cy="14210"/>
            </a:xfrm>
            <a:custGeom>
              <a:avLst/>
              <a:gdLst/>
              <a:ahLst/>
              <a:cxnLst/>
              <a:rect l="l" t="t" r="r" b="b"/>
              <a:pathLst>
                <a:path w="1765" h="233" extrusionOk="0">
                  <a:moveTo>
                    <a:pt x="1764" y="138"/>
                  </a:moveTo>
                  <a:cubicBezTo>
                    <a:pt x="1683" y="206"/>
                    <a:pt x="1614" y="217"/>
                    <a:pt x="1545" y="217"/>
                  </a:cubicBezTo>
                  <a:cubicBezTo>
                    <a:pt x="1299" y="215"/>
                    <a:pt x="1050" y="206"/>
                    <a:pt x="804" y="202"/>
                  </a:cubicBezTo>
                  <a:cubicBezTo>
                    <a:pt x="663" y="201"/>
                    <a:pt x="522" y="202"/>
                    <a:pt x="382" y="207"/>
                  </a:cubicBezTo>
                  <a:cubicBezTo>
                    <a:pt x="292" y="211"/>
                    <a:pt x="203" y="227"/>
                    <a:pt x="113" y="232"/>
                  </a:cubicBezTo>
                  <a:cubicBezTo>
                    <a:pt x="78" y="233"/>
                    <a:pt x="41" y="214"/>
                    <a:pt x="0" y="203"/>
                  </a:cubicBezTo>
                  <a:cubicBezTo>
                    <a:pt x="14" y="150"/>
                    <a:pt x="19" y="108"/>
                    <a:pt x="33" y="68"/>
                  </a:cubicBezTo>
                  <a:cubicBezTo>
                    <a:pt x="51" y="14"/>
                    <a:pt x="95" y="0"/>
                    <a:pt x="130" y="43"/>
                  </a:cubicBezTo>
                  <a:cubicBezTo>
                    <a:pt x="177" y="104"/>
                    <a:pt x="236" y="104"/>
                    <a:pt x="299" y="106"/>
                  </a:cubicBezTo>
                  <a:lnTo>
                    <a:pt x="898" y="122"/>
                  </a:lnTo>
                  <a:cubicBezTo>
                    <a:pt x="1085" y="126"/>
                    <a:pt x="1273" y="134"/>
                    <a:pt x="1461" y="138"/>
                  </a:cubicBezTo>
                  <a:cubicBezTo>
                    <a:pt x="1534" y="139"/>
                    <a:pt x="1610" y="156"/>
                    <a:pt x="1678" y="110"/>
                  </a:cubicBezTo>
                  <a:cubicBezTo>
                    <a:pt x="1691" y="100"/>
                    <a:pt x="1722" y="123"/>
                    <a:pt x="1764" y="1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3" name="Google Shape;4043;p54"/>
            <p:cNvSpPr/>
            <p:nvPr/>
          </p:nvSpPr>
          <p:spPr>
            <a:xfrm>
              <a:off x="4894176" y="3661867"/>
              <a:ext cx="108675" cy="10611"/>
            </a:xfrm>
            <a:custGeom>
              <a:avLst/>
              <a:gdLst/>
              <a:ahLst/>
              <a:cxnLst/>
              <a:rect l="l" t="t" r="r" b="b"/>
              <a:pathLst>
                <a:path w="1782" h="174" extrusionOk="0">
                  <a:moveTo>
                    <a:pt x="1757" y="45"/>
                  </a:moveTo>
                  <a:cubicBezTo>
                    <a:pt x="1782" y="91"/>
                    <a:pt x="1759" y="110"/>
                    <a:pt x="1723" y="112"/>
                  </a:cubicBezTo>
                  <a:cubicBezTo>
                    <a:pt x="1638" y="116"/>
                    <a:pt x="1552" y="116"/>
                    <a:pt x="1467" y="118"/>
                  </a:cubicBezTo>
                  <a:cubicBezTo>
                    <a:pt x="1265" y="123"/>
                    <a:pt x="1063" y="127"/>
                    <a:pt x="861" y="133"/>
                  </a:cubicBezTo>
                  <a:cubicBezTo>
                    <a:pt x="743" y="137"/>
                    <a:pt x="625" y="146"/>
                    <a:pt x="508" y="152"/>
                  </a:cubicBezTo>
                  <a:cubicBezTo>
                    <a:pt x="383" y="158"/>
                    <a:pt x="257" y="158"/>
                    <a:pt x="132" y="168"/>
                  </a:cubicBezTo>
                  <a:cubicBezTo>
                    <a:pt x="73" y="173"/>
                    <a:pt x="42" y="143"/>
                    <a:pt x="21" y="100"/>
                  </a:cubicBezTo>
                  <a:cubicBezTo>
                    <a:pt x="0" y="61"/>
                    <a:pt x="28" y="33"/>
                    <a:pt x="61" y="13"/>
                  </a:cubicBezTo>
                  <a:cubicBezTo>
                    <a:pt x="72" y="5"/>
                    <a:pt x="93" y="0"/>
                    <a:pt x="104" y="7"/>
                  </a:cubicBezTo>
                  <a:cubicBezTo>
                    <a:pt x="219" y="77"/>
                    <a:pt x="350" y="56"/>
                    <a:pt x="471" y="61"/>
                  </a:cubicBezTo>
                  <a:cubicBezTo>
                    <a:pt x="728" y="69"/>
                    <a:pt x="987" y="45"/>
                    <a:pt x="1243" y="39"/>
                  </a:cubicBezTo>
                  <a:cubicBezTo>
                    <a:pt x="1353" y="36"/>
                    <a:pt x="1462" y="44"/>
                    <a:pt x="1572" y="45"/>
                  </a:cubicBezTo>
                  <a:cubicBezTo>
                    <a:pt x="1635" y="46"/>
                    <a:pt x="1698" y="45"/>
                    <a:pt x="1757" y="4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4" name="Google Shape;4044;p54"/>
            <p:cNvSpPr/>
            <p:nvPr/>
          </p:nvSpPr>
          <p:spPr>
            <a:xfrm>
              <a:off x="5312599" y="3638936"/>
              <a:ext cx="55252" cy="16771"/>
            </a:xfrm>
            <a:custGeom>
              <a:avLst/>
              <a:gdLst/>
              <a:ahLst/>
              <a:cxnLst/>
              <a:rect l="l" t="t" r="r" b="b"/>
              <a:pathLst>
                <a:path w="905" h="275" extrusionOk="0">
                  <a:moveTo>
                    <a:pt x="1" y="222"/>
                  </a:moveTo>
                  <a:cubicBezTo>
                    <a:pt x="75" y="211"/>
                    <a:pt x="138" y="202"/>
                    <a:pt x="202" y="195"/>
                  </a:cubicBezTo>
                  <a:cubicBezTo>
                    <a:pt x="295" y="185"/>
                    <a:pt x="388" y="176"/>
                    <a:pt x="482" y="165"/>
                  </a:cubicBezTo>
                  <a:cubicBezTo>
                    <a:pt x="586" y="155"/>
                    <a:pt x="675" y="108"/>
                    <a:pt x="763" y="57"/>
                  </a:cubicBezTo>
                  <a:cubicBezTo>
                    <a:pt x="798" y="36"/>
                    <a:pt x="835" y="20"/>
                    <a:pt x="875" y="1"/>
                  </a:cubicBezTo>
                  <a:cubicBezTo>
                    <a:pt x="905" y="117"/>
                    <a:pt x="899" y="131"/>
                    <a:pt x="817" y="171"/>
                  </a:cubicBezTo>
                  <a:cubicBezTo>
                    <a:pt x="714" y="221"/>
                    <a:pt x="604" y="246"/>
                    <a:pt x="489" y="248"/>
                  </a:cubicBezTo>
                  <a:cubicBezTo>
                    <a:pt x="364" y="250"/>
                    <a:pt x="240" y="262"/>
                    <a:pt x="114" y="268"/>
                  </a:cubicBezTo>
                  <a:cubicBezTo>
                    <a:pt x="77" y="271"/>
                    <a:pt x="38" y="275"/>
                    <a:pt x="1" y="2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5" name="Google Shape;4045;p54"/>
            <p:cNvSpPr/>
            <p:nvPr/>
          </p:nvSpPr>
          <p:spPr>
            <a:xfrm>
              <a:off x="5335042" y="3398470"/>
              <a:ext cx="52325" cy="13722"/>
            </a:xfrm>
            <a:custGeom>
              <a:avLst/>
              <a:gdLst/>
              <a:ahLst/>
              <a:cxnLst/>
              <a:rect l="l" t="t" r="r" b="b"/>
              <a:pathLst>
                <a:path w="858" h="225" extrusionOk="0">
                  <a:moveTo>
                    <a:pt x="10" y="178"/>
                  </a:moveTo>
                  <a:cubicBezTo>
                    <a:pt x="239" y="125"/>
                    <a:pt x="467" y="73"/>
                    <a:pt x="696" y="21"/>
                  </a:cubicBezTo>
                  <a:cubicBezTo>
                    <a:pt x="784" y="0"/>
                    <a:pt x="821" y="20"/>
                    <a:pt x="857" y="111"/>
                  </a:cubicBezTo>
                  <a:cubicBezTo>
                    <a:pt x="792" y="149"/>
                    <a:pt x="716" y="149"/>
                    <a:pt x="645" y="155"/>
                  </a:cubicBezTo>
                  <a:cubicBezTo>
                    <a:pt x="516" y="165"/>
                    <a:pt x="385" y="167"/>
                    <a:pt x="256" y="179"/>
                  </a:cubicBezTo>
                  <a:cubicBezTo>
                    <a:pt x="190" y="186"/>
                    <a:pt x="127" y="210"/>
                    <a:pt x="61" y="221"/>
                  </a:cubicBezTo>
                  <a:cubicBezTo>
                    <a:pt x="42" y="224"/>
                    <a:pt x="20" y="209"/>
                    <a:pt x="0" y="201"/>
                  </a:cubicBezTo>
                  <a:cubicBezTo>
                    <a:pt x="4" y="194"/>
                    <a:pt x="8" y="186"/>
                    <a:pt x="10" y="17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6" name="Google Shape;4046;p54"/>
            <p:cNvSpPr/>
            <p:nvPr/>
          </p:nvSpPr>
          <p:spPr>
            <a:xfrm>
              <a:off x="5106651" y="3162150"/>
              <a:ext cx="205885" cy="93490"/>
            </a:xfrm>
            <a:custGeom>
              <a:avLst/>
              <a:gdLst/>
              <a:ahLst/>
              <a:cxnLst/>
              <a:rect l="l" t="t" r="r" b="b"/>
              <a:pathLst>
                <a:path w="3376" h="1533" extrusionOk="0">
                  <a:moveTo>
                    <a:pt x="0" y="1511"/>
                  </a:moveTo>
                  <a:cubicBezTo>
                    <a:pt x="115" y="1388"/>
                    <a:pt x="234" y="1342"/>
                    <a:pt x="375" y="1374"/>
                  </a:cubicBezTo>
                  <a:cubicBezTo>
                    <a:pt x="606" y="1425"/>
                    <a:pt x="784" y="1348"/>
                    <a:pt x="941" y="1178"/>
                  </a:cubicBezTo>
                  <a:cubicBezTo>
                    <a:pt x="1019" y="1093"/>
                    <a:pt x="1123" y="1032"/>
                    <a:pt x="1220" y="967"/>
                  </a:cubicBezTo>
                  <a:cubicBezTo>
                    <a:pt x="1307" y="909"/>
                    <a:pt x="1399" y="857"/>
                    <a:pt x="1494" y="811"/>
                  </a:cubicBezTo>
                  <a:cubicBezTo>
                    <a:pt x="1617" y="752"/>
                    <a:pt x="1744" y="702"/>
                    <a:pt x="1870" y="651"/>
                  </a:cubicBezTo>
                  <a:cubicBezTo>
                    <a:pt x="2092" y="560"/>
                    <a:pt x="2314" y="475"/>
                    <a:pt x="2533" y="381"/>
                  </a:cubicBezTo>
                  <a:cubicBezTo>
                    <a:pt x="2603" y="350"/>
                    <a:pt x="2668" y="303"/>
                    <a:pt x="2728" y="254"/>
                  </a:cubicBezTo>
                  <a:cubicBezTo>
                    <a:pt x="2806" y="192"/>
                    <a:pt x="2888" y="149"/>
                    <a:pt x="2989" y="131"/>
                  </a:cubicBezTo>
                  <a:cubicBezTo>
                    <a:pt x="3065" y="119"/>
                    <a:pt x="3138" y="85"/>
                    <a:pt x="3207" y="49"/>
                  </a:cubicBezTo>
                  <a:cubicBezTo>
                    <a:pt x="3290" y="6"/>
                    <a:pt x="3286" y="0"/>
                    <a:pt x="3376" y="65"/>
                  </a:cubicBezTo>
                  <a:cubicBezTo>
                    <a:pt x="3356" y="96"/>
                    <a:pt x="3338" y="129"/>
                    <a:pt x="3315" y="158"/>
                  </a:cubicBezTo>
                  <a:cubicBezTo>
                    <a:pt x="3305" y="171"/>
                    <a:pt x="3282" y="181"/>
                    <a:pt x="3264" y="181"/>
                  </a:cubicBezTo>
                  <a:cubicBezTo>
                    <a:pt x="3230" y="181"/>
                    <a:pt x="3193" y="158"/>
                    <a:pt x="3166" y="170"/>
                  </a:cubicBezTo>
                  <a:cubicBezTo>
                    <a:pt x="3044" y="224"/>
                    <a:pt x="2912" y="254"/>
                    <a:pt x="2806" y="340"/>
                  </a:cubicBezTo>
                  <a:cubicBezTo>
                    <a:pt x="2755" y="381"/>
                    <a:pt x="2700" y="419"/>
                    <a:pt x="2641" y="448"/>
                  </a:cubicBezTo>
                  <a:cubicBezTo>
                    <a:pt x="2499" y="514"/>
                    <a:pt x="2356" y="580"/>
                    <a:pt x="2210" y="637"/>
                  </a:cubicBezTo>
                  <a:cubicBezTo>
                    <a:pt x="2028" y="710"/>
                    <a:pt x="1843" y="774"/>
                    <a:pt x="1662" y="847"/>
                  </a:cubicBezTo>
                  <a:cubicBezTo>
                    <a:pt x="1582" y="878"/>
                    <a:pt x="1503" y="917"/>
                    <a:pt x="1432" y="964"/>
                  </a:cubicBezTo>
                  <a:cubicBezTo>
                    <a:pt x="1317" y="1038"/>
                    <a:pt x="1182" y="1077"/>
                    <a:pt x="1087" y="1179"/>
                  </a:cubicBezTo>
                  <a:cubicBezTo>
                    <a:pt x="1064" y="1205"/>
                    <a:pt x="1035" y="1226"/>
                    <a:pt x="1014" y="1253"/>
                  </a:cubicBezTo>
                  <a:cubicBezTo>
                    <a:pt x="897" y="1403"/>
                    <a:pt x="739" y="1472"/>
                    <a:pt x="557" y="1478"/>
                  </a:cubicBezTo>
                  <a:cubicBezTo>
                    <a:pt x="395" y="1485"/>
                    <a:pt x="234" y="1473"/>
                    <a:pt x="78" y="1527"/>
                  </a:cubicBezTo>
                  <a:cubicBezTo>
                    <a:pt x="64" y="1532"/>
                    <a:pt x="44" y="1521"/>
                    <a:pt x="0" y="15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7" name="Google Shape;4047;p54"/>
            <p:cNvSpPr/>
            <p:nvPr/>
          </p:nvSpPr>
          <p:spPr>
            <a:xfrm>
              <a:off x="4925340" y="3295465"/>
              <a:ext cx="84342" cy="39091"/>
            </a:xfrm>
            <a:custGeom>
              <a:avLst/>
              <a:gdLst/>
              <a:ahLst/>
              <a:cxnLst/>
              <a:rect l="l" t="t" r="r" b="b"/>
              <a:pathLst>
                <a:path w="1383" h="641" extrusionOk="0">
                  <a:moveTo>
                    <a:pt x="1382" y="0"/>
                  </a:moveTo>
                  <a:cubicBezTo>
                    <a:pt x="1353" y="86"/>
                    <a:pt x="1299" y="120"/>
                    <a:pt x="1233" y="135"/>
                  </a:cubicBezTo>
                  <a:cubicBezTo>
                    <a:pt x="1092" y="170"/>
                    <a:pt x="949" y="203"/>
                    <a:pt x="807" y="230"/>
                  </a:cubicBezTo>
                  <a:cubicBezTo>
                    <a:pt x="683" y="253"/>
                    <a:pt x="577" y="307"/>
                    <a:pt x="470" y="367"/>
                  </a:cubicBezTo>
                  <a:cubicBezTo>
                    <a:pt x="440" y="384"/>
                    <a:pt x="411" y="405"/>
                    <a:pt x="380" y="422"/>
                  </a:cubicBezTo>
                  <a:cubicBezTo>
                    <a:pt x="291" y="472"/>
                    <a:pt x="201" y="521"/>
                    <a:pt x="139" y="606"/>
                  </a:cubicBezTo>
                  <a:cubicBezTo>
                    <a:pt x="129" y="621"/>
                    <a:pt x="109" y="641"/>
                    <a:pt x="96" y="641"/>
                  </a:cubicBezTo>
                  <a:cubicBezTo>
                    <a:pt x="67" y="641"/>
                    <a:pt x="26" y="635"/>
                    <a:pt x="14" y="618"/>
                  </a:cubicBezTo>
                  <a:cubicBezTo>
                    <a:pt x="1" y="600"/>
                    <a:pt x="4" y="549"/>
                    <a:pt x="20" y="536"/>
                  </a:cubicBezTo>
                  <a:cubicBezTo>
                    <a:pt x="73" y="486"/>
                    <a:pt x="134" y="439"/>
                    <a:pt x="198" y="401"/>
                  </a:cubicBezTo>
                  <a:cubicBezTo>
                    <a:pt x="316" y="334"/>
                    <a:pt x="442" y="280"/>
                    <a:pt x="558" y="211"/>
                  </a:cubicBezTo>
                  <a:cubicBezTo>
                    <a:pt x="680" y="138"/>
                    <a:pt x="815" y="118"/>
                    <a:pt x="947" y="86"/>
                  </a:cubicBezTo>
                  <a:cubicBezTo>
                    <a:pt x="1038" y="63"/>
                    <a:pt x="1129" y="36"/>
                    <a:pt x="1219" y="15"/>
                  </a:cubicBezTo>
                  <a:cubicBezTo>
                    <a:pt x="1265" y="2"/>
                    <a:pt x="1316" y="5"/>
                    <a:pt x="13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8" name="Google Shape;4048;p54"/>
            <p:cNvSpPr/>
            <p:nvPr/>
          </p:nvSpPr>
          <p:spPr>
            <a:xfrm>
              <a:off x="5041518" y="3264057"/>
              <a:ext cx="41775" cy="22016"/>
            </a:xfrm>
            <a:custGeom>
              <a:avLst/>
              <a:gdLst/>
              <a:ahLst/>
              <a:cxnLst/>
              <a:rect l="l" t="t" r="r" b="b"/>
              <a:pathLst>
                <a:path w="685" h="361" extrusionOk="0">
                  <a:moveTo>
                    <a:pt x="684" y="33"/>
                  </a:moveTo>
                  <a:cubicBezTo>
                    <a:pt x="656" y="56"/>
                    <a:pt x="630" y="85"/>
                    <a:pt x="599" y="101"/>
                  </a:cubicBezTo>
                  <a:cubicBezTo>
                    <a:pt x="440" y="173"/>
                    <a:pt x="277" y="236"/>
                    <a:pt x="137" y="345"/>
                  </a:cubicBezTo>
                  <a:cubicBezTo>
                    <a:pt x="118" y="361"/>
                    <a:pt x="56" y="350"/>
                    <a:pt x="36" y="330"/>
                  </a:cubicBezTo>
                  <a:cubicBezTo>
                    <a:pt x="1" y="296"/>
                    <a:pt x="29" y="255"/>
                    <a:pt x="62" y="231"/>
                  </a:cubicBezTo>
                  <a:cubicBezTo>
                    <a:pt x="95" y="209"/>
                    <a:pt x="131" y="194"/>
                    <a:pt x="167" y="178"/>
                  </a:cubicBezTo>
                  <a:cubicBezTo>
                    <a:pt x="329" y="108"/>
                    <a:pt x="495" y="47"/>
                    <a:pt x="667" y="0"/>
                  </a:cubicBezTo>
                  <a:cubicBezTo>
                    <a:pt x="671" y="11"/>
                    <a:pt x="678" y="21"/>
                    <a:pt x="684" y="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49" name="Google Shape;4049;p54"/>
            <p:cNvSpPr/>
            <p:nvPr/>
          </p:nvSpPr>
          <p:spPr>
            <a:xfrm>
              <a:off x="5068961" y="3121960"/>
              <a:ext cx="160817" cy="60314"/>
            </a:xfrm>
            <a:custGeom>
              <a:avLst/>
              <a:gdLst/>
              <a:ahLst/>
              <a:cxnLst/>
              <a:rect l="l" t="t" r="r" b="b"/>
              <a:pathLst>
                <a:path w="2637" h="989" extrusionOk="0">
                  <a:moveTo>
                    <a:pt x="2637" y="94"/>
                  </a:moveTo>
                  <a:cubicBezTo>
                    <a:pt x="2627" y="144"/>
                    <a:pt x="2594" y="151"/>
                    <a:pt x="2556" y="150"/>
                  </a:cubicBezTo>
                  <a:cubicBezTo>
                    <a:pt x="2485" y="150"/>
                    <a:pt x="2410" y="165"/>
                    <a:pt x="2343" y="149"/>
                  </a:cubicBezTo>
                  <a:cubicBezTo>
                    <a:pt x="2132" y="96"/>
                    <a:pt x="1946" y="172"/>
                    <a:pt x="1763" y="249"/>
                  </a:cubicBezTo>
                  <a:cubicBezTo>
                    <a:pt x="1474" y="370"/>
                    <a:pt x="1186" y="495"/>
                    <a:pt x="913" y="648"/>
                  </a:cubicBezTo>
                  <a:cubicBezTo>
                    <a:pt x="837" y="691"/>
                    <a:pt x="754" y="720"/>
                    <a:pt x="670" y="745"/>
                  </a:cubicBezTo>
                  <a:cubicBezTo>
                    <a:pt x="494" y="800"/>
                    <a:pt x="312" y="837"/>
                    <a:pt x="149" y="927"/>
                  </a:cubicBezTo>
                  <a:cubicBezTo>
                    <a:pt x="105" y="950"/>
                    <a:pt x="51" y="989"/>
                    <a:pt x="0" y="917"/>
                  </a:cubicBezTo>
                  <a:cubicBezTo>
                    <a:pt x="58" y="842"/>
                    <a:pt x="131" y="795"/>
                    <a:pt x="218" y="769"/>
                  </a:cubicBezTo>
                  <a:cubicBezTo>
                    <a:pt x="320" y="739"/>
                    <a:pt x="423" y="714"/>
                    <a:pt x="525" y="684"/>
                  </a:cubicBezTo>
                  <a:cubicBezTo>
                    <a:pt x="604" y="662"/>
                    <a:pt x="685" y="642"/>
                    <a:pt x="759" y="606"/>
                  </a:cubicBezTo>
                  <a:cubicBezTo>
                    <a:pt x="928" y="524"/>
                    <a:pt x="1092" y="430"/>
                    <a:pt x="1261" y="346"/>
                  </a:cubicBezTo>
                  <a:cubicBezTo>
                    <a:pt x="1373" y="292"/>
                    <a:pt x="1489" y="244"/>
                    <a:pt x="1605" y="196"/>
                  </a:cubicBezTo>
                  <a:cubicBezTo>
                    <a:pt x="1716" y="149"/>
                    <a:pt x="1829" y="103"/>
                    <a:pt x="1941" y="58"/>
                  </a:cubicBezTo>
                  <a:cubicBezTo>
                    <a:pt x="2049" y="16"/>
                    <a:pt x="2158" y="1"/>
                    <a:pt x="2275" y="28"/>
                  </a:cubicBezTo>
                  <a:cubicBezTo>
                    <a:pt x="2331" y="41"/>
                    <a:pt x="2392" y="35"/>
                    <a:pt x="2451" y="38"/>
                  </a:cubicBezTo>
                  <a:cubicBezTo>
                    <a:pt x="2519" y="43"/>
                    <a:pt x="2586" y="47"/>
                    <a:pt x="2637" y="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0" name="Google Shape;4050;p54"/>
            <p:cNvSpPr/>
            <p:nvPr/>
          </p:nvSpPr>
          <p:spPr>
            <a:xfrm>
              <a:off x="4945404" y="3183617"/>
              <a:ext cx="88733" cy="25797"/>
            </a:xfrm>
            <a:custGeom>
              <a:avLst/>
              <a:gdLst/>
              <a:ahLst/>
              <a:cxnLst/>
              <a:rect l="l" t="t" r="r" b="b"/>
              <a:pathLst>
                <a:path w="1455" h="422" extrusionOk="0">
                  <a:moveTo>
                    <a:pt x="1454" y="112"/>
                  </a:moveTo>
                  <a:cubicBezTo>
                    <a:pt x="1337" y="120"/>
                    <a:pt x="1245" y="116"/>
                    <a:pt x="1155" y="132"/>
                  </a:cubicBezTo>
                  <a:cubicBezTo>
                    <a:pt x="991" y="165"/>
                    <a:pt x="828" y="208"/>
                    <a:pt x="664" y="246"/>
                  </a:cubicBezTo>
                  <a:cubicBezTo>
                    <a:pt x="603" y="260"/>
                    <a:pt x="542" y="282"/>
                    <a:pt x="480" y="284"/>
                  </a:cubicBezTo>
                  <a:cubicBezTo>
                    <a:pt x="330" y="286"/>
                    <a:pt x="204" y="362"/>
                    <a:pt x="75" y="422"/>
                  </a:cubicBezTo>
                  <a:cubicBezTo>
                    <a:pt x="1" y="351"/>
                    <a:pt x="0" y="331"/>
                    <a:pt x="71" y="291"/>
                  </a:cubicBezTo>
                  <a:cubicBezTo>
                    <a:pt x="147" y="249"/>
                    <a:pt x="224" y="217"/>
                    <a:pt x="311" y="207"/>
                  </a:cubicBezTo>
                  <a:cubicBezTo>
                    <a:pt x="559" y="176"/>
                    <a:pt x="807" y="143"/>
                    <a:pt x="1043" y="49"/>
                  </a:cubicBezTo>
                  <a:cubicBezTo>
                    <a:pt x="1161" y="0"/>
                    <a:pt x="1288" y="35"/>
                    <a:pt x="1411" y="59"/>
                  </a:cubicBezTo>
                  <a:cubicBezTo>
                    <a:pt x="1421" y="60"/>
                    <a:pt x="1429" y="79"/>
                    <a:pt x="1454" y="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1" name="Google Shape;4051;p54"/>
            <p:cNvSpPr/>
            <p:nvPr/>
          </p:nvSpPr>
          <p:spPr>
            <a:xfrm>
              <a:off x="5192945" y="3284304"/>
              <a:ext cx="53911" cy="20918"/>
            </a:xfrm>
            <a:custGeom>
              <a:avLst/>
              <a:gdLst/>
              <a:ahLst/>
              <a:cxnLst/>
              <a:rect l="l" t="t" r="r" b="b"/>
              <a:pathLst>
                <a:path w="884" h="343" extrusionOk="0">
                  <a:moveTo>
                    <a:pt x="0" y="326"/>
                  </a:moveTo>
                  <a:cubicBezTo>
                    <a:pt x="160" y="193"/>
                    <a:pt x="291" y="57"/>
                    <a:pt x="503" y="49"/>
                  </a:cubicBezTo>
                  <a:cubicBezTo>
                    <a:pt x="628" y="42"/>
                    <a:pt x="754" y="18"/>
                    <a:pt x="883" y="1"/>
                  </a:cubicBezTo>
                  <a:cubicBezTo>
                    <a:pt x="882" y="40"/>
                    <a:pt x="858" y="61"/>
                    <a:pt x="823" y="71"/>
                  </a:cubicBezTo>
                  <a:cubicBezTo>
                    <a:pt x="740" y="94"/>
                    <a:pt x="658" y="124"/>
                    <a:pt x="574" y="134"/>
                  </a:cubicBezTo>
                  <a:cubicBezTo>
                    <a:pt x="446" y="148"/>
                    <a:pt x="331" y="186"/>
                    <a:pt x="224" y="261"/>
                  </a:cubicBezTo>
                  <a:cubicBezTo>
                    <a:pt x="165" y="302"/>
                    <a:pt x="104" y="343"/>
                    <a:pt x="0" y="3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2" name="Google Shape;4052;p54"/>
            <p:cNvSpPr/>
            <p:nvPr/>
          </p:nvSpPr>
          <p:spPr>
            <a:xfrm>
              <a:off x="5018648" y="3835311"/>
              <a:ext cx="166977" cy="12502"/>
            </a:xfrm>
            <a:custGeom>
              <a:avLst/>
              <a:gdLst/>
              <a:ahLst/>
              <a:cxnLst/>
              <a:rect l="l" t="t" r="r" b="b"/>
              <a:pathLst>
                <a:path w="2738" h="205" extrusionOk="0">
                  <a:moveTo>
                    <a:pt x="0" y="106"/>
                  </a:moveTo>
                  <a:cubicBezTo>
                    <a:pt x="47" y="66"/>
                    <a:pt x="93" y="50"/>
                    <a:pt x="159" y="70"/>
                  </a:cubicBezTo>
                  <a:cubicBezTo>
                    <a:pt x="296" y="111"/>
                    <a:pt x="435" y="103"/>
                    <a:pt x="578" y="88"/>
                  </a:cubicBezTo>
                  <a:cubicBezTo>
                    <a:pt x="710" y="73"/>
                    <a:pt x="844" y="81"/>
                    <a:pt x="977" y="71"/>
                  </a:cubicBezTo>
                  <a:cubicBezTo>
                    <a:pt x="1208" y="54"/>
                    <a:pt x="1438" y="29"/>
                    <a:pt x="1668" y="10"/>
                  </a:cubicBezTo>
                  <a:cubicBezTo>
                    <a:pt x="1731" y="5"/>
                    <a:pt x="1794" y="9"/>
                    <a:pt x="1858" y="9"/>
                  </a:cubicBezTo>
                  <a:cubicBezTo>
                    <a:pt x="2057" y="11"/>
                    <a:pt x="2257" y="16"/>
                    <a:pt x="2456" y="18"/>
                  </a:cubicBezTo>
                  <a:cubicBezTo>
                    <a:pt x="2495" y="18"/>
                    <a:pt x="2534" y="6"/>
                    <a:pt x="2573" y="4"/>
                  </a:cubicBezTo>
                  <a:cubicBezTo>
                    <a:pt x="2620" y="1"/>
                    <a:pt x="2669" y="4"/>
                    <a:pt x="2737" y="4"/>
                  </a:cubicBezTo>
                  <a:cubicBezTo>
                    <a:pt x="2685" y="69"/>
                    <a:pt x="2639" y="70"/>
                    <a:pt x="2588" y="70"/>
                  </a:cubicBezTo>
                  <a:cubicBezTo>
                    <a:pt x="2344" y="71"/>
                    <a:pt x="2100" y="71"/>
                    <a:pt x="1857" y="79"/>
                  </a:cubicBezTo>
                  <a:cubicBezTo>
                    <a:pt x="1695" y="85"/>
                    <a:pt x="1535" y="96"/>
                    <a:pt x="1376" y="110"/>
                  </a:cubicBezTo>
                  <a:cubicBezTo>
                    <a:pt x="1187" y="125"/>
                    <a:pt x="1000" y="147"/>
                    <a:pt x="813" y="162"/>
                  </a:cubicBezTo>
                  <a:cubicBezTo>
                    <a:pt x="645" y="178"/>
                    <a:pt x="476" y="192"/>
                    <a:pt x="308" y="200"/>
                  </a:cubicBezTo>
                  <a:cubicBezTo>
                    <a:pt x="231" y="204"/>
                    <a:pt x="153" y="192"/>
                    <a:pt x="73" y="188"/>
                  </a:cubicBezTo>
                  <a:cubicBezTo>
                    <a:pt x="21" y="184"/>
                    <a:pt x="9" y="152"/>
                    <a:pt x="0" y="1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3" name="Google Shape;4053;p54"/>
            <p:cNvSpPr/>
            <p:nvPr/>
          </p:nvSpPr>
          <p:spPr>
            <a:xfrm>
              <a:off x="5025357" y="3074879"/>
              <a:ext cx="125934" cy="15063"/>
            </a:xfrm>
            <a:custGeom>
              <a:avLst/>
              <a:gdLst/>
              <a:ahLst/>
              <a:cxnLst/>
              <a:rect l="l" t="t" r="r" b="b"/>
              <a:pathLst>
                <a:path w="2065" h="246" extrusionOk="0">
                  <a:moveTo>
                    <a:pt x="1" y="150"/>
                  </a:moveTo>
                  <a:cubicBezTo>
                    <a:pt x="90" y="133"/>
                    <a:pt x="180" y="111"/>
                    <a:pt x="270" y="96"/>
                  </a:cubicBezTo>
                  <a:cubicBezTo>
                    <a:pt x="441" y="67"/>
                    <a:pt x="611" y="40"/>
                    <a:pt x="781" y="12"/>
                  </a:cubicBezTo>
                  <a:cubicBezTo>
                    <a:pt x="860" y="0"/>
                    <a:pt x="930" y="42"/>
                    <a:pt x="985" y="81"/>
                  </a:cubicBezTo>
                  <a:cubicBezTo>
                    <a:pt x="1077" y="144"/>
                    <a:pt x="1168" y="159"/>
                    <a:pt x="1272" y="135"/>
                  </a:cubicBezTo>
                  <a:cubicBezTo>
                    <a:pt x="1357" y="118"/>
                    <a:pt x="1442" y="106"/>
                    <a:pt x="1524" y="87"/>
                  </a:cubicBezTo>
                  <a:cubicBezTo>
                    <a:pt x="1644" y="59"/>
                    <a:pt x="1755" y="115"/>
                    <a:pt x="1870" y="120"/>
                  </a:cubicBezTo>
                  <a:cubicBezTo>
                    <a:pt x="1932" y="123"/>
                    <a:pt x="1994" y="124"/>
                    <a:pt x="2065" y="186"/>
                  </a:cubicBezTo>
                  <a:cubicBezTo>
                    <a:pt x="2009" y="197"/>
                    <a:pt x="1974" y="211"/>
                    <a:pt x="1940" y="209"/>
                  </a:cubicBezTo>
                  <a:cubicBezTo>
                    <a:pt x="1869" y="204"/>
                    <a:pt x="1800" y="184"/>
                    <a:pt x="1730" y="179"/>
                  </a:cubicBezTo>
                  <a:cubicBezTo>
                    <a:pt x="1664" y="175"/>
                    <a:pt x="1595" y="176"/>
                    <a:pt x="1531" y="185"/>
                  </a:cubicBezTo>
                  <a:cubicBezTo>
                    <a:pt x="1421" y="202"/>
                    <a:pt x="1316" y="227"/>
                    <a:pt x="1205" y="197"/>
                  </a:cubicBezTo>
                  <a:cubicBezTo>
                    <a:pt x="1174" y="188"/>
                    <a:pt x="1137" y="201"/>
                    <a:pt x="1101" y="204"/>
                  </a:cubicBezTo>
                  <a:cubicBezTo>
                    <a:pt x="1042" y="207"/>
                    <a:pt x="989" y="205"/>
                    <a:pt x="934" y="166"/>
                  </a:cubicBezTo>
                  <a:cubicBezTo>
                    <a:pt x="871" y="123"/>
                    <a:pt x="789" y="107"/>
                    <a:pt x="710" y="122"/>
                  </a:cubicBezTo>
                  <a:cubicBezTo>
                    <a:pt x="523" y="156"/>
                    <a:pt x="336" y="194"/>
                    <a:pt x="147" y="230"/>
                  </a:cubicBezTo>
                  <a:cubicBezTo>
                    <a:pt x="121" y="235"/>
                    <a:pt x="94" y="242"/>
                    <a:pt x="65" y="243"/>
                  </a:cubicBezTo>
                  <a:cubicBezTo>
                    <a:pt x="12" y="247"/>
                    <a:pt x="11" y="245"/>
                    <a:pt x="1" y="15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4" name="Google Shape;4054;p54"/>
            <p:cNvSpPr/>
            <p:nvPr/>
          </p:nvSpPr>
          <p:spPr>
            <a:xfrm>
              <a:off x="5184041" y="3067195"/>
              <a:ext cx="9148" cy="9758"/>
            </a:xfrm>
            <a:custGeom>
              <a:avLst/>
              <a:gdLst/>
              <a:ahLst/>
              <a:cxnLst/>
              <a:rect l="l" t="t" r="r" b="b"/>
              <a:pathLst>
                <a:path w="150" h="160" extrusionOk="0">
                  <a:moveTo>
                    <a:pt x="55" y="151"/>
                  </a:moveTo>
                  <a:cubicBezTo>
                    <a:pt x="37" y="116"/>
                    <a:pt x="19" y="81"/>
                    <a:pt x="1" y="48"/>
                  </a:cubicBezTo>
                  <a:cubicBezTo>
                    <a:pt x="12" y="0"/>
                    <a:pt x="48" y="9"/>
                    <a:pt x="73" y="26"/>
                  </a:cubicBezTo>
                  <a:cubicBezTo>
                    <a:pt x="103" y="46"/>
                    <a:pt x="147" y="76"/>
                    <a:pt x="148" y="103"/>
                  </a:cubicBezTo>
                  <a:cubicBezTo>
                    <a:pt x="149" y="160"/>
                    <a:pt x="99" y="160"/>
                    <a:pt x="55" y="1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055" name="Google Shape;4055;p54"/>
          <p:cNvGrpSpPr/>
          <p:nvPr/>
        </p:nvGrpSpPr>
        <p:grpSpPr>
          <a:xfrm>
            <a:off x="1846683" y="3206316"/>
            <a:ext cx="493615" cy="390216"/>
            <a:chOff x="5820488" y="3484825"/>
            <a:chExt cx="767435" cy="606679"/>
          </a:xfrm>
        </p:grpSpPr>
        <p:sp>
          <p:nvSpPr>
            <p:cNvPr id="4056" name="Google Shape;4056;p54"/>
            <p:cNvSpPr/>
            <p:nvPr/>
          </p:nvSpPr>
          <p:spPr>
            <a:xfrm>
              <a:off x="5876717" y="3700898"/>
              <a:ext cx="511115" cy="317366"/>
            </a:xfrm>
            <a:custGeom>
              <a:avLst/>
              <a:gdLst/>
              <a:ahLst/>
              <a:cxnLst/>
              <a:rect l="l" t="t" r="r" b="b"/>
              <a:pathLst>
                <a:path w="8381" h="5204" extrusionOk="0">
                  <a:moveTo>
                    <a:pt x="7883" y="4351"/>
                  </a:moveTo>
                  <a:cubicBezTo>
                    <a:pt x="7878" y="4444"/>
                    <a:pt x="7823" y="4510"/>
                    <a:pt x="7739" y="4533"/>
                  </a:cubicBezTo>
                  <a:cubicBezTo>
                    <a:pt x="7590" y="4576"/>
                    <a:pt x="7439" y="4607"/>
                    <a:pt x="7288" y="4638"/>
                  </a:cubicBezTo>
                  <a:cubicBezTo>
                    <a:pt x="7183" y="4658"/>
                    <a:pt x="7076" y="4668"/>
                    <a:pt x="6971" y="4689"/>
                  </a:cubicBezTo>
                  <a:cubicBezTo>
                    <a:pt x="6781" y="4725"/>
                    <a:pt x="6592" y="4763"/>
                    <a:pt x="6402" y="4803"/>
                  </a:cubicBezTo>
                  <a:cubicBezTo>
                    <a:pt x="6312" y="4820"/>
                    <a:pt x="6224" y="4843"/>
                    <a:pt x="6109" y="4870"/>
                  </a:cubicBezTo>
                  <a:cubicBezTo>
                    <a:pt x="6199" y="4925"/>
                    <a:pt x="6270" y="4900"/>
                    <a:pt x="6337" y="4894"/>
                  </a:cubicBezTo>
                  <a:cubicBezTo>
                    <a:pt x="6700" y="4858"/>
                    <a:pt x="7048" y="4723"/>
                    <a:pt x="7416" y="4715"/>
                  </a:cubicBezTo>
                  <a:cubicBezTo>
                    <a:pt x="7483" y="4712"/>
                    <a:pt x="7550" y="4694"/>
                    <a:pt x="7630" y="4705"/>
                  </a:cubicBezTo>
                  <a:cubicBezTo>
                    <a:pt x="7553" y="4772"/>
                    <a:pt x="7484" y="4851"/>
                    <a:pt x="7398" y="4901"/>
                  </a:cubicBezTo>
                  <a:cubicBezTo>
                    <a:pt x="7258" y="4982"/>
                    <a:pt x="7104" y="5032"/>
                    <a:pt x="6935" y="5028"/>
                  </a:cubicBezTo>
                  <a:cubicBezTo>
                    <a:pt x="6824" y="5025"/>
                    <a:pt x="6714" y="5044"/>
                    <a:pt x="6603" y="5052"/>
                  </a:cubicBezTo>
                  <a:cubicBezTo>
                    <a:pt x="6564" y="5054"/>
                    <a:pt x="6525" y="5055"/>
                    <a:pt x="6486" y="5048"/>
                  </a:cubicBezTo>
                  <a:cubicBezTo>
                    <a:pt x="6271" y="5004"/>
                    <a:pt x="6061" y="5035"/>
                    <a:pt x="5850" y="5075"/>
                  </a:cubicBezTo>
                  <a:cubicBezTo>
                    <a:pt x="5704" y="5101"/>
                    <a:pt x="5554" y="5111"/>
                    <a:pt x="5408" y="5144"/>
                  </a:cubicBezTo>
                  <a:cubicBezTo>
                    <a:pt x="5280" y="5172"/>
                    <a:pt x="5156" y="5173"/>
                    <a:pt x="5031" y="5139"/>
                  </a:cubicBezTo>
                  <a:cubicBezTo>
                    <a:pt x="5017" y="5135"/>
                    <a:pt x="4999" y="5144"/>
                    <a:pt x="4982" y="5145"/>
                  </a:cubicBezTo>
                  <a:cubicBezTo>
                    <a:pt x="4860" y="5155"/>
                    <a:pt x="4738" y="5163"/>
                    <a:pt x="4617" y="5172"/>
                  </a:cubicBezTo>
                  <a:cubicBezTo>
                    <a:pt x="4484" y="5182"/>
                    <a:pt x="4351" y="5195"/>
                    <a:pt x="4217" y="5201"/>
                  </a:cubicBezTo>
                  <a:cubicBezTo>
                    <a:pt x="4115" y="5204"/>
                    <a:pt x="4011" y="5198"/>
                    <a:pt x="3909" y="5195"/>
                  </a:cubicBezTo>
                  <a:cubicBezTo>
                    <a:pt x="3829" y="5191"/>
                    <a:pt x="3746" y="5183"/>
                    <a:pt x="3664" y="5176"/>
                  </a:cubicBezTo>
                  <a:cubicBezTo>
                    <a:pt x="3385" y="5151"/>
                    <a:pt x="3104" y="5132"/>
                    <a:pt x="2823" y="5101"/>
                  </a:cubicBezTo>
                  <a:cubicBezTo>
                    <a:pt x="2630" y="5080"/>
                    <a:pt x="2439" y="5042"/>
                    <a:pt x="2245" y="5016"/>
                  </a:cubicBezTo>
                  <a:cubicBezTo>
                    <a:pt x="2139" y="5002"/>
                    <a:pt x="2032" y="4987"/>
                    <a:pt x="1925" y="4988"/>
                  </a:cubicBezTo>
                  <a:cubicBezTo>
                    <a:pt x="1744" y="4989"/>
                    <a:pt x="1587" y="4904"/>
                    <a:pt x="1418" y="4863"/>
                  </a:cubicBezTo>
                  <a:cubicBezTo>
                    <a:pt x="1411" y="4861"/>
                    <a:pt x="1408" y="4842"/>
                    <a:pt x="1393" y="4810"/>
                  </a:cubicBezTo>
                  <a:cubicBezTo>
                    <a:pt x="1654" y="4842"/>
                    <a:pt x="1901" y="4865"/>
                    <a:pt x="2150" y="4860"/>
                  </a:cubicBezTo>
                  <a:cubicBezTo>
                    <a:pt x="2162" y="4789"/>
                    <a:pt x="2138" y="4768"/>
                    <a:pt x="2084" y="4767"/>
                  </a:cubicBezTo>
                  <a:cubicBezTo>
                    <a:pt x="2015" y="4764"/>
                    <a:pt x="1947" y="4762"/>
                    <a:pt x="1878" y="4753"/>
                  </a:cubicBezTo>
                  <a:cubicBezTo>
                    <a:pt x="1631" y="4725"/>
                    <a:pt x="1383" y="4694"/>
                    <a:pt x="1136" y="4663"/>
                  </a:cubicBezTo>
                  <a:cubicBezTo>
                    <a:pt x="1127" y="4661"/>
                    <a:pt x="1119" y="4663"/>
                    <a:pt x="1110" y="4658"/>
                  </a:cubicBezTo>
                  <a:cubicBezTo>
                    <a:pt x="943" y="4558"/>
                    <a:pt x="746" y="4501"/>
                    <a:pt x="628" y="4331"/>
                  </a:cubicBezTo>
                  <a:cubicBezTo>
                    <a:pt x="623" y="4324"/>
                    <a:pt x="624" y="4313"/>
                    <a:pt x="622" y="4292"/>
                  </a:cubicBezTo>
                  <a:cubicBezTo>
                    <a:pt x="664" y="4302"/>
                    <a:pt x="704" y="4310"/>
                    <a:pt x="741" y="4319"/>
                  </a:cubicBezTo>
                  <a:cubicBezTo>
                    <a:pt x="947" y="4372"/>
                    <a:pt x="1157" y="4382"/>
                    <a:pt x="1367" y="4380"/>
                  </a:cubicBezTo>
                  <a:cubicBezTo>
                    <a:pt x="1535" y="4379"/>
                    <a:pt x="1703" y="4373"/>
                    <a:pt x="1871" y="4365"/>
                  </a:cubicBezTo>
                  <a:cubicBezTo>
                    <a:pt x="1956" y="4362"/>
                    <a:pt x="2040" y="4343"/>
                    <a:pt x="2116" y="4276"/>
                  </a:cubicBezTo>
                  <a:cubicBezTo>
                    <a:pt x="2097" y="4265"/>
                    <a:pt x="2081" y="4250"/>
                    <a:pt x="2071" y="4252"/>
                  </a:cubicBezTo>
                  <a:cubicBezTo>
                    <a:pt x="1760" y="4333"/>
                    <a:pt x="1447" y="4270"/>
                    <a:pt x="1135" y="4276"/>
                  </a:cubicBezTo>
                  <a:cubicBezTo>
                    <a:pt x="1009" y="4277"/>
                    <a:pt x="881" y="4236"/>
                    <a:pt x="768" y="4164"/>
                  </a:cubicBezTo>
                  <a:cubicBezTo>
                    <a:pt x="700" y="4122"/>
                    <a:pt x="630" y="4053"/>
                    <a:pt x="527" y="4118"/>
                  </a:cubicBezTo>
                  <a:cubicBezTo>
                    <a:pt x="512" y="4077"/>
                    <a:pt x="497" y="4039"/>
                    <a:pt x="479" y="3993"/>
                  </a:cubicBezTo>
                  <a:cubicBezTo>
                    <a:pt x="505" y="3988"/>
                    <a:pt x="521" y="3980"/>
                    <a:pt x="535" y="3983"/>
                  </a:cubicBezTo>
                  <a:cubicBezTo>
                    <a:pt x="661" y="4004"/>
                    <a:pt x="787" y="4035"/>
                    <a:pt x="915" y="4047"/>
                  </a:cubicBezTo>
                  <a:cubicBezTo>
                    <a:pt x="1197" y="4077"/>
                    <a:pt x="1479" y="4117"/>
                    <a:pt x="1764" y="4080"/>
                  </a:cubicBezTo>
                  <a:cubicBezTo>
                    <a:pt x="1794" y="4076"/>
                    <a:pt x="1825" y="4081"/>
                    <a:pt x="1853" y="4080"/>
                  </a:cubicBezTo>
                  <a:cubicBezTo>
                    <a:pt x="1914" y="4077"/>
                    <a:pt x="1935" y="4045"/>
                    <a:pt x="1924" y="3986"/>
                  </a:cubicBezTo>
                  <a:cubicBezTo>
                    <a:pt x="1754" y="3986"/>
                    <a:pt x="1587" y="3991"/>
                    <a:pt x="1422" y="3985"/>
                  </a:cubicBezTo>
                  <a:cubicBezTo>
                    <a:pt x="1176" y="3976"/>
                    <a:pt x="931" y="3954"/>
                    <a:pt x="694" y="3894"/>
                  </a:cubicBezTo>
                  <a:cubicBezTo>
                    <a:pt x="648" y="3883"/>
                    <a:pt x="604" y="3865"/>
                    <a:pt x="558" y="3852"/>
                  </a:cubicBezTo>
                  <a:cubicBezTo>
                    <a:pt x="454" y="3822"/>
                    <a:pt x="369" y="3774"/>
                    <a:pt x="358" y="3651"/>
                  </a:cubicBezTo>
                  <a:cubicBezTo>
                    <a:pt x="817" y="3691"/>
                    <a:pt x="1273" y="3730"/>
                    <a:pt x="1739" y="3771"/>
                  </a:cubicBezTo>
                  <a:cubicBezTo>
                    <a:pt x="1749" y="3744"/>
                    <a:pt x="1761" y="3714"/>
                    <a:pt x="1779" y="3669"/>
                  </a:cubicBezTo>
                  <a:cubicBezTo>
                    <a:pt x="1728" y="3659"/>
                    <a:pt x="1689" y="3645"/>
                    <a:pt x="1648" y="3643"/>
                  </a:cubicBezTo>
                  <a:cubicBezTo>
                    <a:pt x="1498" y="3636"/>
                    <a:pt x="1349" y="3636"/>
                    <a:pt x="1198" y="3627"/>
                  </a:cubicBezTo>
                  <a:cubicBezTo>
                    <a:pt x="1009" y="3616"/>
                    <a:pt x="819" y="3627"/>
                    <a:pt x="634" y="3572"/>
                  </a:cubicBezTo>
                  <a:cubicBezTo>
                    <a:pt x="539" y="3544"/>
                    <a:pt x="445" y="3514"/>
                    <a:pt x="352" y="3483"/>
                  </a:cubicBezTo>
                  <a:cubicBezTo>
                    <a:pt x="334" y="3476"/>
                    <a:pt x="310" y="3457"/>
                    <a:pt x="307" y="3442"/>
                  </a:cubicBezTo>
                  <a:cubicBezTo>
                    <a:pt x="295" y="3381"/>
                    <a:pt x="291" y="3319"/>
                    <a:pt x="281" y="3242"/>
                  </a:cubicBezTo>
                  <a:cubicBezTo>
                    <a:pt x="321" y="3247"/>
                    <a:pt x="357" y="3248"/>
                    <a:pt x="393" y="3254"/>
                  </a:cubicBezTo>
                  <a:cubicBezTo>
                    <a:pt x="651" y="3300"/>
                    <a:pt x="906" y="3364"/>
                    <a:pt x="1172" y="3352"/>
                  </a:cubicBezTo>
                  <a:cubicBezTo>
                    <a:pt x="1330" y="3346"/>
                    <a:pt x="1490" y="3346"/>
                    <a:pt x="1649" y="3338"/>
                  </a:cubicBezTo>
                  <a:cubicBezTo>
                    <a:pt x="1702" y="3335"/>
                    <a:pt x="1760" y="3328"/>
                    <a:pt x="1771" y="3252"/>
                  </a:cubicBezTo>
                  <a:cubicBezTo>
                    <a:pt x="1626" y="3252"/>
                    <a:pt x="1485" y="3242"/>
                    <a:pt x="1347" y="3254"/>
                  </a:cubicBezTo>
                  <a:cubicBezTo>
                    <a:pt x="1074" y="3279"/>
                    <a:pt x="809" y="3253"/>
                    <a:pt x="548" y="3166"/>
                  </a:cubicBezTo>
                  <a:cubicBezTo>
                    <a:pt x="507" y="3154"/>
                    <a:pt x="464" y="3149"/>
                    <a:pt x="423" y="3141"/>
                  </a:cubicBezTo>
                  <a:cubicBezTo>
                    <a:pt x="290" y="3115"/>
                    <a:pt x="245" y="3058"/>
                    <a:pt x="247" y="2925"/>
                  </a:cubicBezTo>
                  <a:cubicBezTo>
                    <a:pt x="249" y="2879"/>
                    <a:pt x="247" y="2832"/>
                    <a:pt x="247" y="2781"/>
                  </a:cubicBezTo>
                  <a:cubicBezTo>
                    <a:pt x="354" y="2738"/>
                    <a:pt x="460" y="2786"/>
                    <a:pt x="563" y="2794"/>
                  </a:cubicBezTo>
                  <a:cubicBezTo>
                    <a:pt x="837" y="2818"/>
                    <a:pt x="1109" y="2853"/>
                    <a:pt x="1383" y="2884"/>
                  </a:cubicBezTo>
                  <a:cubicBezTo>
                    <a:pt x="1505" y="2898"/>
                    <a:pt x="1630" y="2914"/>
                    <a:pt x="1753" y="2929"/>
                  </a:cubicBezTo>
                  <a:cubicBezTo>
                    <a:pt x="1790" y="2934"/>
                    <a:pt x="1831" y="2934"/>
                    <a:pt x="1826" y="2887"/>
                  </a:cubicBezTo>
                  <a:cubicBezTo>
                    <a:pt x="1823" y="2865"/>
                    <a:pt x="1782" y="2834"/>
                    <a:pt x="1755" y="2832"/>
                  </a:cubicBezTo>
                  <a:cubicBezTo>
                    <a:pt x="1550" y="2807"/>
                    <a:pt x="1346" y="2791"/>
                    <a:pt x="1141" y="2766"/>
                  </a:cubicBezTo>
                  <a:cubicBezTo>
                    <a:pt x="881" y="2737"/>
                    <a:pt x="619" y="2719"/>
                    <a:pt x="369" y="2637"/>
                  </a:cubicBezTo>
                  <a:cubicBezTo>
                    <a:pt x="205" y="2583"/>
                    <a:pt x="203" y="2587"/>
                    <a:pt x="215" y="2413"/>
                  </a:cubicBezTo>
                  <a:cubicBezTo>
                    <a:pt x="490" y="2452"/>
                    <a:pt x="764" y="2494"/>
                    <a:pt x="1040" y="2526"/>
                  </a:cubicBezTo>
                  <a:cubicBezTo>
                    <a:pt x="1141" y="2537"/>
                    <a:pt x="1247" y="2516"/>
                    <a:pt x="1350" y="2520"/>
                  </a:cubicBezTo>
                  <a:cubicBezTo>
                    <a:pt x="1523" y="2526"/>
                    <a:pt x="1695" y="2536"/>
                    <a:pt x="1867" y="2556"/>
                  </a:cubicBezTo>
                  <a:cubicBezTo>
                    <a:pt x="1925" y="2562"/>
                    <a:pt x="1953" y="2542"/>
                    <a:pt x="1988" y="2490"/>
                  </a:cubicBezTo>
                  <a:cubicBezTo>
                    <a:pt x="1953" y="2477"/>
                    <a:pt x="1927" y="2460"/>
                    <a:pt x="1901" y="2459"/>
                  </a:cubicBezTo>
                  <a:cubicBezTo>
                    <a:pt x="1695" y="2449"/>
                    <a:pt x="1490" y="2441"/>
                    <a:pt x="1284" y="2436"/>
                  </a:cubicBezTo>
                  <a:cubicBezTo>
                    <a:pt x="975" y="2428"/>
                    <a:pt x="665" y="2418"/>
                    <a:pt x="370" y="2308"/>
                  </a:cubicBezTo>
                  <a:cubicBezTo>
                    <a:pt x="323" y="2291"/>
                    <a:pt x="276" y="2269"/>
                    <a:pt x="232" y="2240"/>
                  </a:cubicBezTo>
                  <a:cubicBezTo>
                    <a:pt x="186" y="2212"/>
                    <a:pt x="162" y="2173"/>
                    <a:pt x="180" y="2111"/>
                  </a:cubicBezTo>
                  <a:cubicBezTo>
                    <a:pt x="195" y="2062"/>
                    <a:pt x="188" y="2010"/>
                    <a:pt x="191" y="1950"/>
                  </a:cubicBezTo>
                  <a:cubicBezTo>
                    <a:pt x="266" y="1962"/>
                    <a:pt x="341" y="1972"/>
                    <a:pt x="415" y="1985"/>
                  </a:cubicBezTo>
                  <a:cubicBezTo>
                    <a:pt x="669" y="2031"/>
                    <a:pt x="922" y="2081"/>
                    <a:pt x="1176" y="2124"/>
                  </a:cubicBezTo>
                  <a:cubicBezTo>
                    <a:pt x="1238" y="2136"/>
                    <a:pt x="1305" y="2131"/>
                    <a:pt x="1369" y="2133"/>
                  </a:cubicBezTo>
                  <a:cubicBezTo>
                    <a:pt x="1507" y="2140"/>
                    <a:pt x="1644" y="2148"/>
                    <a:pt x="1782" y="2149"/>
                  </a:cubicBezTo>
                  <a:cubicBezTo>
                    <a:pt x="1847" y="2149"/>
                    <a:pt x="1913" y="2133"/>
                    <a:pt x="1978" y="2126"/>
                  </a:cubicBezTo>
                  <a:cubicBezTo>
                    <a:pt x="1978" y="2115"/>
                    <a:pt x="1979" y="2102"/>
                    <a:pt x="1979" y="2091"/>
                  </a:cubicBezTo>
                  <a:cubicBezTo>
                    <a:pt x="1924" y="2082"/>
                    <a:pt x="1868" y="2070"/>
                    <a:pt x="1812" y="2064"/>
                  </a:cubicBezTo>
                  <a:cubicBezTo>
                    <a:pt x="1523" y="2037"/>
                    <a:pt x="1229" y="2025"/>
                    <a:pt x="941" y="1985"/>
                  </a:cubicBezTo>
                  <a:cubicBezTo>
                    <a:pt x="721" y="1954"/>
                    <a:pt x="503" y="1898"/>
                    <a:pt x="288" y="1837"/>
                  </a:cubicBezTo>
                  <a:cubicBezTo>
                    <a:pt x="145" y="1798"/>
                    <a:pt x="142" y="1775"/>
                    <a:pt x="137" y="1626"/>
                  </a:cubicBezTo>
                  <a:cubicBezTo>
                    <a:pt x="136" y="1566"/>
                    <a:pt x="128" y="1508"/>
                    <a:pt x="122" y="1431"/>
                  </a:cubicBezTo>
                  <a:cubicBezTo>
                    <a:pt x="413" y="1589"/>
                    <a:pt x="726" y="1638"/>
                    <a:pt x="1039" y="1697"/>
                  </a:cubicBezTo>
                  <a:cubicBezTo>
                    <a:pt x="1364" y="1759"/>
                    <a:pt x="1876" y="1796"/>
                    <a:pt x="1989" y="1744"/>
                  </a:cubicBezTo>
                  <a:cubicBezTo>
                    <a:pt x="1960" y="1732"/>
                    <a:pt x="1940" y="1717"/>
                    <a:pt x="1919" y="1714"/>
                  </a:cubicBezTo>
                  <a:cubicBezTo>
                    <a:pt x="1723" y="1687"/>
                    <a:pt x="1528" y="1658"/>
                    <a:pt x="1330" y="1637"/>
                  </a:cubicBezTo>
                  <a:cubicBezTo>
                    <a:pt x="1022" y="1604"/>
                    <a:pt x="716" y="1555"/>
                    <a:pt x="425" y="1442"/>
                  </a:cubicBezTo>
                  <a:cubicBezTo>
                    <a:pt x="311" y="1397"/>
                    <a:pt x="203" y="1328"/>
                    <a:pt x="107" y="1251"/>
                  </a:cubicBezTo>
                  <a:cubicBezTo>
                    <a:pt x="72" y="1223"/>
                    <a:pt x="80" y="1142"/>
                    <a:pt x="76" y="1084"/>
                  </a:cubicBezTo>
                  <a:cubicBezTo>
                    <a:pt x="76" y="1078"/>
                    <a:pt x="127" y="1055"/>
                    <a:pt x="148" y="1062"/>
                  </a:cubicBezTo>
                  <a:cubicBezTo>
                    <a:pt x="352" y="1123"/>
                    <a:pt x="557" y="1186"/>
                    <a:pt x="761" y="1253"/>
                  </a:cubicBezTo>
                  <a:cubicBezTo>
                    <a:pt x="981" y="1326"/>
                    <a:pt x="1209" y="1323"/>
                    <a:pt x="1436" y="1338"/>
                  </a:cubicBezTo>
                  <a:cubicBezTo>
                    <a:pt x="1538" y="1345"/>
                    <a:pt x="1642" y="1355"/>
                    <a:pt x="1744" y="1364"/>
                  </a:cubicBezTo>
                  <a:cubicBezTo>
                    <a:pt x="1782" y="1366"/>
                    <a:pt x="1821" y="1369"/>
                    <a:pt x="1858" y="1365"/>
                  </a:cubicBezTo>
                  <a:cubicBezTo>
                    <a:pt x="1908" y="1361"/>
                    <a:pt x="1908" y="1359"/>
                    <a:pt x="1913" y="1287"/>
                  </a:cubicBezTo>
                  <a:cubicBezTo>
                    <a:pt x="1769" y="1275"/>
                    <a:pt x="1627" y="1256"/>
                    <a:pt x="1485" y="1253"/>
                  </a:cubicBezTo>
                  <a:cubicBezTo>
                    <a:pt x="1262" y="1249"/>
                    <a:pt x="1039" y="1231"/>
                    <a:pt x="822" y="1174"/>
                  </a:cubicBezTo>
                  <a:cubicBezTo>
                    <a:pt x="792" y="1166"/>
                    <a:pt x="764" y="1156"/>
                    <a:pt x="736" y="1146"/>
                  </a:cubicBezTo>
                  <a:cubicBezTo>
                    <a:pt x="583" y="1093"/>
                    <a:pt x="429" y="1037"/>
                    <a:pt x="275" y="988"/>
                  </a:cubicBezTo>
                  <a:cubicBezTo>
                    <a:pt x="154" y="951"/>
                    <a:pt x="44" y="913"/>
                    <a:pt x="47" y="755"/>
                  </a:cubicBezTo>
                  <a:cubicBezTo>
                    <a:pt x="49" y="712"/>
                    <a:pt x="30" y="669"/>
                    <a:pt x="19" y="620"/>
                  </a:cubicBezTo>
                  <a:cubicBezTo>
                    <a:pt x="159" y="691"/>
                    <a:pt x="278" y="773"/>
                    <a:pt x="410" y="817"/>
                  </a:cubicBezTo>
                  <a:cubicBezTo>
                    <a:pt x="721" y="920"/>
                    <a:pt x="1039" y="987"/>
                    <a:pt x="1371" y="985"/>
                  </a:cubicBezTo>
                  <a:cubicBezTo>
                    <a:pt x="1529" y="983"/>
                    <a:pt x="1687" y="1024"/>
                    <a:pt x="1842" y="1054"/>
                  </a:cubicBezTo>
                  <a:cubicBezTo>
                    <a:pt x="1894" y="1064"/>
                    <a:pt x="1927" y="1069"/>
                    <a:pt x="1928" y="996"/>
                  </a:cubicBezTo>
                  <a:cubicBezTo>
                    <a:pt x="1901" y="987"/>
                    <a:pt x="1873" y="978"/>
                    <a:pt x="1846" y="971"/>
                  </a:cubicBezTo>
                  <a:cubicBezTo>
                    <a:pt x="1595" y="899"/>
                    <a:pt x="1337" y="900"/>
                    <a:pt x="1079" y="881"/>
                  </a:cubicBezTo>
                  <a:cubicBezTo>
                    <a:pt x="779" y="858"/>
                    <a:pt x="500" y="756"/>
                    <a:pt x="241" y="602"/>
                  </a:cubicBezTo>
                  <a:cubicBezTo>
                    <a:pt x="122" y="532"/>
                    <a:pt x="61" y="410"/>
                    <a:pt x="4" y="290"/>
                  </a:cubicBezTo>
                  <a:cubicBezTo>
                    <a:pt x="0" y="282"/>
                    <a:pt x="12" y="267"/>
                    <a:pt x="19" y="250"/>
                  </a:cubicBezTo>
                  <a:cubicBezTo>
                    <a:pt x="660" y="604"/>
                    <a:pt x="1359" y="686"/>
                    <a:pt x="2078" y="709"/>
                  </a:cubicBezTo>
                  <a:cubicBezTo>
                    <a:pt x="2070" y="619"/>
                    <a:pt x="2007" y="620"/>
                    <a:pt x="1956" y="614"/>
                  </a:cubicBezTo>
                  <a:cubicBezTo>
                    <a:pt x="1832" y="598"/>
                    <a:pt x="1708" y="594"/>
                    <a:pt x="1584" y="577"/>
                  </a:cubicBezTo>
                  <a:cubicBezTo>
                    <a:pt x="1342" y="541"/>
                    <a:pt x="1096" y="514"/>
                    <a:pt x="861" y="453"/>
                  </a:cubicBezTo>
                  <a:cubicBezTo>
                    <a:pt x="643" y="395"/>
                    <a:pt x="431" y="302"/>
                    <a:pt x="223" y="210"/>
                  </a:cubicBezTo>
                  <a:cubicBezTo>
                    <a:pt x="158" y="183"/>
                    <a:pt x="113" y="108"/>
                    <a:pt x="62" y="60"/>
                  </a:cubicBezTo>
                  <a:cubicBezTo>
                    <a:pt x="86" y="4"/>
                    <a:pt x="123" y="1"/>
                    <a:pt x="153" y="24"/>
                  </a:cubicBezTo>
                  <a:cubicBezTo>
                    <a:pt x="293" y="138"/>
                    <a:pt x="465" y="132"/>
                    <a:pt x="630" y="152"/>
                  </a:cubicBezTo>
                  <a:cubicBezTo>
                    <a:pt x="771" y="169"/>
                    <a:pt x="910" y="192"/>
                    <a:pt x="1049" y="208"/>
                  </a:cubicBezTo>
                  <a:cubicBezTo>
                    <a:pt x="1223" y="230"/>
                    <a:pt x="1397" y="249"/>
                    <a:pt x="1571" y="270"/>
                  </a:cubicBezTo>
                  <a:cubicBezTo>
                    <a:pt x="1638" y="277"/>
                    <a:pt x="1707" y="289"/>
                    <a:pt x="1775" y="299"/>
                  </a:cubicBezTo>
                  <a:cubicBezTo>
                    <a:pt x="1842" y="310"/>
                    <a:pt x="1910" y="320"/>
                    <a:pt x="1978" y="327"/>
                  </a:cubicBezTo>
                  <a:cubicBezTo>
                    <a:pt x="2050" y="335"/>
                    <a:pt x="2123" y="335"/>
                    <a:pt x="2195" y="346"/>
                  </a:cubicBezTo>
                  <a:cubicBezTo>
                    <a:pt x="2471" y="387"/>
                    <a:pt x="2748" y="424"/>
                    <a:pt x="3028" y="394"/>
                  </a:cubicBezTo>
                  <a:cubicBezTo>
                    <a:pt x="3070" y="390"/>
                    <a:pt x="3114" y="398"/>
                    <a:pt x="3157" y="399"/>
                  </a:cubicBezTo>
                  <a:cubicBezTo>
                    <a:pt x="3462" y="408"/>
                    <a:pt x="3766" y="418"/>
                    <a:pt x="4071" y="427"/>
                  </a:cubicBezTo>
                  <a:cubicBezTo>
                    <a:pt x="4280" y="432"/>
                    <a:pt x="4491" y="434"/>
                    <a:pt x="4701" y="441"/>
                  </a:cubicBezTo>
                  <a:cubicBezTo>
                    <a:pt x="4799" y="445"/>
                    <a:pt x="4897" y="461"/>
                    <a:pt x="4997" y="464"/>
                  </a:cubicBezTo>
                  <a:cubicBezTo>
                    <a:pt x="5176" y="469"/>
                    <a:pt x="5353" y="473"/>
                    <a:pt x="5532" y="469"/>
                  </a:cubicBezTo>
                  <a:cubicBezTo>
                    <a:pt x="5755" y="465"/>
                    <a:pt x="5977" y="470"/>
                    <a:pt x="6197" y="444"/>
                  </a:cubicBezTo>
                  <a:cubicBezTo>
                    <a:pt x="6391" y="419"/>
                    <a:pt x="6579" y="432"/>
                    <a:pt x="6772" y="451"/>
                  </a:cubicBezTo>
                  <a:cubicBezTo>
                    <a:pt x="6825" y="456"/>
                    <a:pt x="6881" y="440"/>
                    <a:pt x="6947" y="432"/>
                  </a:cubicBezTo>
                  <a:cubicBezTo>
                    <a:pt x="6964" y="481"/>
                    <a:pt x="7002" y="504"/>
                    <a:pt x="7065" y="509"/>
                  </a:cubicBezTo>
                  <a:cubicBezTo>
                    <a:pt x="7408" y="536"/>
                    <a:pt x="7746" y="506"/>
                    <a:pt x="8078" y="427"/>
                  </a:cubicBezTo>
                  <a:cubicBezTo>
                    <a:pt x="8156" y="408"/>
                    <a:pt x="8236" y="395"/>
                    <a:pt x="8318" y="412"/>
                  </a:cubicBezTo>
                  <a:cubicBezTo>
                    <a:pt x="8322" y="466"/>
                    <a:pt x="8305" y="496"/>
                    <a:pt x="8257" y="505"/>
                  </a:cubicBezTo>
                  <a:cubicBezTo>
                    <a:pt x="8131" y="528"/>
                    <a:pt x="8001" y="537"/>
                    <a:pt x="7880" y="578"/>
                  </a:cubicBezTo>
                  <a:cubicBezTo>
                    <a:pt x="7669" y="649"/>
                    <a:pt x="7455" y="618"/>
                    <a:pt x="7242" y="618"/>
                  </a:cubicBezTo>
                  <a:cubicBezTo>
                    <a:pt x="7163" y="618"/>
                    <a:pt x="7079" y="612"/>
                    <a:pt x="7007" y="664"/>
                  </a:cubicBezTo>
                  <a:cubicBezTo>
                    <a:pt x="7012" y="724"/>
                    <a:pt x="7040" y="736"/>
                    <a:pt x="7094" y="732"/>
                  </a:cubicBezTo>
                  <a:cubicBezTo>
                    <a:pt x="7199" y="724"/>
                    <a:pt x="7307" y="717"/>
                    <a:pt x="7413" y="719"/>
                  </a:cubicBezTo>
                  <a:cubicBezTo>
                    <a:pt x="7590" y="721"/>
                    <a:pt x="7764" y="715"/>
                    <a:pt x="7936" y="678"/>
                  </a:cubicBezTo>
                  <a:cubicBezTo>
                    <a:pt x="8057" y="652"/>
                    <a:pt x="8181" y="643"/>
                    <a:pt x="8312" y="625"/>
                  </a:cubicBezTo>
                  <a:cubicBezTo>
                    <a:pt x="8314" y="681"/>
                    <a:pt x="8317" y="720"/>
                    <a:pt x="8317" y="757"/>
                  </a:cubicBezTo>
                  <a:cubicBezTo>
                    <a:pt x="8317" y="817"/>
                    <a:pt x="8287" y="855"/>
                    <a:pt x="8228" y="868"/>
                  </a:cubicBezTo>
                  <a:cubicBezTo>
                    <a:pt x="8107" y="894"/>
                    <a:pt x="7984" y="911"/>
                    <a:pt x="7865" y="944"/>
                  </a:cubicBezTo>
                  <a:cubicBezTo>
                    <a:pt x="7602" y="1014"/>
                    <a:pt x="7336" y="995"/>
                    <a:pt x="7070" y="971"/>
                  </a:cubicBezTo>
                  <a:cubicBezTo>
                    <a:pt x="7038" y="968"/>
                    <a:pt x="7004" y="978"/>
                    <a:pt x="6972" y="983"/>
                  </a:cubicBezTo>
                  <a:cubicBezTo>
                    <a:pt x="6967" y="1039"/>
                    <a:pt x="6978" y="1070"/>
                    <a:pt x="7031" y="1072"/>
                  </a:cubicBezTo>
                  <a:cubicBezTo>
                    <a:pt x="7194" y="1075"/>
                    <a:pt x="7358" y="1084"/>
                    <a:pt x="7521" y="1079"/>
                  </a:cubicBezTo>
                  <a:cubicBezTo>
                    <a:pt x="7631" y="1075"/>
                    <a:pt x="7741" y="1053"/>
                    <a:pt x="7851" y="1036"/>
                  </a:cubicBezTo>
                  <a:cubicBezTo>
                    <a:pt x="8000" y="1014"/>
                    <a:pt x="8146" y="991"/>
                    <a:pt x="8293" y="970"/>
                  </a:cubicBezTo>
                  <a:cubicBezTo>
                    <a:pt x="8354" y="1140"/>
                    <a:pt x="8312" y="1206"/>
                    <a:pt x="8141" y="1232"/>
                  </a:cubicBezTo>
                  <a:cubicBezTo>
                    <a:pt x="8073" y="1242"/>
                    <a:pt x="8006" y="1256"/>
                    <a:pt x="7940" y="1277"/>
                  </a:cubicBezTo>
                  <a:cubicBezTo>
                    <a:pt x="7684" y="1356"/>
                    <a:pt x="7423" y="1395"/>
                    <a:pt x="7153" y="1401"/>
                  </a:cubicBezTo>
                  <a:cubicBezTo>
                    <a:pt x="7064" y="1405"/>
                    <a:pt x="6976" y="1428"/>
                    <a:pt x="6889" y="1442"/>
                  </a:cubicBezTo>
                  <a:cubicBezTo>
                    <a:pt x="6881" y="1532"/>
                    <a:pt x="6895" y="1555"/>
                    <a:pt x="6944" y="1532"/>
                  </a:cubicBezTo>
                  <a:cubicBezTo>
                    <a:pt x="7091" y="1466"/>
                    <a:pt x="7249" y="1489"/>
                    <a:pt x="7401" y="1468"/>
                  </a:cubicBezTo>
                  <a:cubicBezTo>
                    <a:pt x="7549" y="1446"/>
                    <a:pt x="7698" y="1428"/>
                    <a:pt x="7844" y="1400"/>
                  </a:cubicBezTo>
                  <a:cubicBezTo>
                    <a:pt x="7991" y="1374"/>
                    <a:pt x="8136" y="1336"/>
                    <a:pt x="8283" y="1305"/>
                  </a:cubicBezTo>
                  <a:cubicBezTo>
                    <a:pt x="8337" y="1294"/>
                    <a:pt x="8374" y="1319"/>
                    <a:pt x="8368" y="1371"/>
                  </a:cubicBezTo>
                  <a:cubicBezTo>
                    <a:pt x="8361" y="1425"/>
                    <a:pt x="8380" y="1499"/>
                    <a:pt x="8293" y="1513"/>
                  </a:cubicBezTo>
                  <a:cubicBezTo>
                    <a:pt x="8134" y="1692"/>
                    <a:pt x="7905" y="1724"/>
                    <a:pt x="7694" y="1779"/>
                  </a:cubicBezTo>
                  <a:cubicBezTo>
                    <a:pt x="7491" y="1830"/>
                    <a:pt x="7284" y="1860"/>
                    <a:pt x="7075" y="1805"/>
                  </a:cubicBezTo>
                  <a:cubicBezTo>
                    <a:pt x="7004" y="1786"/>
                    <a:pt x="6930" y="1784"/>
                    <a:pt x="6859" y="1779"/>
                  </a:cubicBezTo>
                  <a:cubicBezTo>
                    <a:pt x="6843" y="1778"/>
                    <a:pt x="6825" y="1798"/>
                    <a:pt x="6806" y="1810"/>
                  </a:cubicBezTo>
                  <a:cubicBezTo>
                    <a:pt x="6905" y="1897"/>
                    <a:pt x="7341" y="1952"/>
                    <a:pt x="7557" y="1902"/>
                  </a:cubicBezTo>
                  <a:cubicBezTo>
                    <a:pt x="7807" y="1844"/>
                    <a:pt x="8057" y="1778"/>
                    <a:pt x="8317" y="1712"/>
                  </a:cubicBezTo>
                  <a:lnTo>
                    <a:pt x="8317" y="1918"/>
                  </a:lnTo>
                  <a:cubicBezTo>
                    <a:pt x="8231" y="2011"/>
                    <a:pt x="8102" y="2016"/>
                    <a:pt x="7986" y="2054"/>
                  </a:cubicBezTo>
                  <a:cubicBezTo>
                    <a:pt x="7761" y="2126"/>
                    <a:pt x="7537" y="2201"/>
                    <a:pt x="7300" y="2221"/>
                  </a:cubicBezTo>
                  <a:cubicBezTo>
                    <a:pt x="7153" y="2234"/>
                    <a:pt x="7009" y="2247"/>
                    <a:pt x="6865" y="2266"/>
                  </a:cubicBezTo>
                  <a:cubicBezTo>
                    <a:pt x="6828" y="2271"/>
                    <a:pt x="6793" y="2297"/>
                    <a:pt x="6757" y="2313"/>
                  </a:cubicBezTo>
                  <a:cubicBezTo>
                    <a:pt x="6758" y="2323"/>
                    <a:pt x="6759" y="2333"/>
                    <a:pt x="6763" y="2343"/>
                  </a:cubicBezTo>
                  <a:cubicBezTo>
                    <a:pt x="6788" y="2348"/>
                    <a:pt x="6816" y="2361"/>
                    <a:pt x="6840" y="2358"/>
                  </a:cubicBezTo>
                  <a:cubicBezTo>
                    <a:pt x="7239" y="2302"/>
                    <a:pt x="7644" y="2274"/>
                    <a:pt x="8033" y="2157"/>
                  </a:cubicBezTo>
                  <a:cubicBezTo>
                    <a:pt x="8103" y="2136"/>
                    <a:pt x="8187" y="2145"/>
                    <a:pt x="8261" y="2159"/>
                  </a:cubicBezTo>
                  <a:cubicBezTo>
                    <a:pt x="8324" y="2171"/>
                    <a:pt x="8318" y="2239"/>
                    <a:pt x="8317" y="2289"/>
                  </a:cubicBezTo>
                  <a:cubicBezTo>
                    <a:pt x="8317" y="2340"/>
                    <a:pt x="8302" y="2389"/>
                    <a:pt x="8294" y="2434"/>
                  </a:cubicBezTo>
                  <a:cubicBezTo>
                    <a:pt x="8067" y="2612"/>
                    <a:pt x="7788" y="2647"/>
                    <a:pt x="7526" y="2706"/>
                  </a:cubicBezTo>
                  <a:cubicBezTo>
                    <a:pt x="7261" y="2767"/>
                    <a:pt x="6985" y="2797"/>
                    <a:pt x="6702" y="2738"/>
                  </a:cubicBezTo>
                  <a:cubicBezTo>
                    <a:pt x="6676" y="2777"/>
                    <a:pt x="6686" y="2807"/>
                    <a:pt x="6737" y="2813"/>
                  </a:cubicBezTo>
                  <a:cubicBezTo>
                    <a:pt x="6865" y="2828"/>
                    <a:pt x="6993" y="2847"/>
                    <a:pt x="7121" y="2843"/>
                  </a:cubicBezTo>
                  <a:cubicBezTo>
                    <a:pt x="7348" y="2835"/>
                    <a:pt x="7572" y="2796"/>
                    <a:pt x="7793" y="2735"/>
                  </a:cubicBezTo>
                  <a:cubicBezTo>
                    <a:pt x="7941" y="2694"/>
                    <a:pt x="8094" y="2674"/>
                    <a:pt x="8252" y="2644"/>
                  </a:cubicBezTo>
                  <a:cubicBezTo>
                    <a:pt x="8256" y="2717"/>
                    <a:pt x="8268" y="2781"/>
                    <a:pt x="8261" y="2842"/>
                  </a:cubicBezTo>
                  <a:cubicBezTo>
                    <a:pt x="8255" y="2879"/>
                    <a:pt x="8226" y="2922"/>
                    <a:pt x="8194" y="2941"/>
                  </a:cubicBezTo>
                  <a:cubicBezTo>
                    <a:pt x="8144" y="2972"/>
                    <a:pt x="8082" y="2985"/>
                    <a:pt x="8025" y="3003"/>
                  </a:cubicBezTo>
                  <a:cubicBezTo>
                    <a:pt x="7660" y="3123"/>
                    <a:pt x="7288" y="3205"/>
                    <a:pt x="6907" y="3252"/>
                  </a:cubicBezTo>
                  <a:cubicBezTo>
                    <a:pt x="6874" y="3256"/>
                    <a:pt x="6838" y="3247"/>
                    <a:pt x="6805" y="3251"/>
                  </a:cubicBezTo>
                  <a:cubicBezTo>
                    <a:pt x="6788" y="3252"/>
                    <a:pt x="6773" y="3269"/>
                    <a:pt x="6751" y="3283"/>
                  </a:cubicBezTo>
                  <a:cubicBezTo>
                    <a:pt x="6793" y="3334"/>
                    <a:pt x="6843" y="3325"/>
                    <a:pt x="6886" y="3324"/>
                  </a:cubicBezTo>
                  <a:cubicBezTo>
                    <a:pt x="7106" y="3318"/>
                    <a:pt x="7324" y="3290"/>
                    <a:pt x="7536" y="3232"/>
                  </a:cubicBezTo>
                  <a:cubicBezTo>
                    <a:pt x="7714" y="3183"/>
                    <a:pt x="7893" y="3140"/>
                    <a:pt x="8072" y="3096"/>
                  </a:cubicBezTo>
                  <a:cubicBezTo>
                    <a:pt x="8113" y="3086"/>
                    <a:pt x="8155" y="3089"/>
                    <a:pt x="8196" y="3085"/>
                  </a:cubicBezTo>
                  <a:cubicBezTo>
                    <a:pt x="8220" y="3228"/>
                    <a:pt x="8205" y="3247"/>
                    <a:pt x="8099" y="3310"/>
                  </a:cubicBezTo>
                  <a:cubicBezTo>
                    <a:pt x="7822" y="3473"/>
                    <a:pt x="7520" y="3545"/>
                    <a:pt x="7203" y="3556"/>
                  </a:cubicBezTo>
                  <a:cubicBezTo>
                    <a:pt x="7035" y="3563"/>
                    <a:pt x="6867" y="3558"/>
                    <a:pt x="6701" y="3558"/>
                  </a:cubicBezTo>
                  <a:cubicBezTo>
                    <a:pt x="6686" y="3558"/>
                    <a:pt x="6672" y="3567"/>
                    <a:pt x="6651" y="3574"/>
                  </a:cubicBezTo>
                  <a:cubicBezTo>
                    <a:pt x="6673" y="3640"/>
                    <a:pt x="6728" y="3636"/>
                    <a:pt x="6770" y="3638"/>
                  </a:cubicBezTo>
                  <a:cubicBezTo>
                    <a:pt x="6925" y="3645"/>
                    <a:pt x="7081" y="3651"/>
                    <a:pt x="7235" y="3646"/>
                  </a:cubicBezTo>
                  <a:cubicBezTo>
                    <a:pt x="7546" y="3636"/>
                    <a:pt x="7846" y="3555"/>
                    <a:pt x="8148" y="3461"/>
                  </a:cubicBezTo>
                  <a:cubicBezTo>
                    <a:pt x="8200" y="3550"/>
                    <a:pt x="8158" y="3627"/>
                    <a:pt x="8134" y="3717"/>
                  </a:cubicBezTo>
                  <a:cubicBezTo>
                    <a:pt x="8099" y="3696"/>
                    <a:pt x="8071" y="3679"/>
                    <a:pt x="8035" y="3659"/>
                  </a:cubicBezTo>
                  <a:cubicBezTo>
                    <a:pt x="7985" y="3746"/>
                    <a:pt x="7902" y="3769"/>
                    <a:pt x="7810" y="3786"/>
                  </a:cubicBezTo>
                  <a:cubicBezTo>
                    <a:pt x="7641" y="3820"/>
                    <a:pt x="7478" y="3873"/>
                    <a:pt x="7307" y="3901"/>
                  </a:cubicBezTo>
                  <a:cubicBezTo>
                    <a:pt x="7079" y="3938"/>
                    <a:pt x="6849" y="3958"/>
                    <a:pt x="6616" y="3981"/>
                  </a:cubicBezTo>
                  <a:cubicBezTo>
                    <a:pt x="6577" y="3985"/>
                    <a:pt x="6534" y="3971"/>
                    <a:pt x="6486" y="3965"/>
                  </a:cubicBezTo>
                  <a:cubicBezTo>
                    <a:pt x="6499" y="4042"/>
                    <a:pt x="6532" y="4072"/>
                    <a:pt x="6601" y="4063"/>
                  </a:cubicBezTo>
                  <a:cubicBezTo>
                    <a:pt x="6726" y="4049"/>
                    <a:pt x="6850" y="4041"/>
                    <a:pt x="6972" y="4024"/>
                  </a:cubicBezTo>
                  <a:cubicBezTo>
                    <a:pt x="7321" y="3971"/>
                    <a:pt x="7670" y="3916"/>
                    <a:pt x="8018" y="3860"/>
                  </a:cubicBezTo>
                  <a:cubicBezTo>
                    <a:pt x="8110" y="3846"/>
                    <a:pt x="8123" y="3857"/>
                    <a:pt x="8099" y="3949"/>
                  </a:cubicBezTo>
                  <a:cubicBezTo>
                    <a:pt x="8064" y="4078"/>
                    <a:pt x="7990" y="4155"/>
                    <a:pt x="7859" y="4209"/>
                  </a:cubicBezTo>
                  <a:cubicBezTo>
                    <a:pt x="7657" y="4293"/>
                    <a:pt x="7445" y="4275"/>
                    <a:pt x="7237" y="4301"/>
                  </a:cubicBezTo>
                  <a:cubicBezTo>
                    <a:pt x="7140" y="4313"/>
                    <a:pt x="7040" y="4315"/>
                    <a:pt x="6944" y="4332"/>
                  </a:cubicBezTo>
                  <a:cubicBezTo>
                    <a:pt x="6785" y="4359"/>
                    <a:pt x="6629" y="4367"/>
                    <a:pt x="6468" y="4351"/>
                  </a:cubicBezTo>
                  <a:cubicBezTo>
                    <a:pt x="6429" y="4347"/>
                    <a:pt x="6389" y="4352"/>
                    <a:pt x="6349" y="4354"/>
                  </a:cubicBezTo>
                  <a:cubicBezTo>
                    <a:pt x="6348" y="4365"/>
                    <a:pt x="6348" y="4374"/>
                    <a:pt x="6347" y="4384"/>
                  </a:cubicBezTo>
                  <a:cubicBezTo>
                    <a:pt x="6368" y="4392"/>
                    <a:pt x="6389" y="4405"/>
                    <a:pt x="6410" y="4406"/>
                  </a:cubicBezTo>
                  <a:cubicBezTo>
                    <a:pt x="6637" y="4414"/>
                    <a:pt x="6865" y="4431"/>
                    <a:pt x="7092" y="4387"/>
                  </a:cubicBezTo>
                  <a:cubicBezTo>
                    <a:pt x="7187" y="4368"/>
                    <a:pt x="7290" y="4384"/>
                    <a:pt x="7388" y="4378"/>
                  </a:cubicBezTo>
                  <a:cubicBezTo>
                    <a:pt x="7541" y="4368"/>
                    <a:pt x="7695" y="4352"/>
                    <a:pt x="7848" y="4339"/>
                  </a:cubicBezTo>
                  <a:cubicBezTo>
                    <a:pt x="7858" y="4337"/>
                    <a:pt x="7867" y="4343"/>
                    <a:pt x="7883" y="43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7" name="Google Shape;4057;p54"/>
            <p:cNvSpPr/>
            <p:nvPr/>
          </p:nvSpPr>
          <p:spPr>
            <a:xfrm>
              <a:off x="5896599" y="3649792"/>
              <a:ext cx="502150" cy="66352"/>
            </a:xfrm>
            <a:custGeom>
              <a:avLst/>
              <a:gdLst/>
              <a:ahLst/>
              <a:cxnLst/>
              <a:rect l="l" t="t" r="r" b="b"/>
              <a:pathLst>
                <a:path w="8234" h="1088" extrusionOk="0">
                  <a:moveTo>
                    <a:pt x="1879" y="13"/>
                  </a:moveTo>
                  <a:cubicBezTo>
                    <a:pt x="2110" y="13"/>
                    <a:pt x="2303" y="14"/>
                    <a:pt x="2495" y="13"/>
                  </a:cubicBezTo>
                  <a:cubicBezTo>
                    <a:pt x="2662" y="12"/>
                    <a:pt x="2829" y="1"/>
                    <a:pt x="2997" y="2"/>
                  </a:cubicBezTo>
                  <a:cubicBezTo>
                    <a:pt x="3189" y="3"/>
                    <a:pt x="3383" y="9"/>
                    <a:pt x="3577" y="17"/>
                  </a:cubicBezTo>
                  <a:cubicBezTo>
                    <a:pt x="3769" y="26"/>
                    <a:pt x="3964" y="60"/>
                    <a:pt x="4153" y="47"/>
                  </a:cubicBezTo>
                  <a:cubicBezTo>
                    <a:pt x="4323" y="33"/>
                    <a:pt x="4486" y="67"/>
                    <a:pt x="4652" y="67"/>
                  </a:cubicBezTo>
                  <a:cubicBezTo>
                    <a:pt x="4882" y="67"/>
                    <a:pt x="5115" y="47"/>
                    <a:pt x="5345" y="59"/>
                  </a:cubicBezTo>
                  <a:cubicBezTo>
                    <a:pt x="5534" y="69"/>
                    <a:pt x="5720" y="70"/>
                    <a:pt x="5909" y="44"/>
                  </a:cubicBezTo>
                  <a:cubicBezTo>
                    <a:pt x="5974" y="34"/>
                    <a:pt x="6047" y="43"/>
                    <a:pt x="6110" y="60"/>
                  </a:cubicBezTo>
                  <a:cubicBezTo>
                    <a:pt x="6358" y="128"/>
                    <a:pt x="6612" y="116"/>
                    <a:pt x="6861" y="119"/>
                  </a:cubicBezTo>
                  <a:cubicBezTo>
                    <a:pt x="7026" y="121"/>
                    <a:pt x="7182" y="145"/>
                    <a:pt x="7342" y="165"/>
                  </a:cubicBezTo>
                  <a:cubicBezTo>
                    <a:pt x="7490" y="185"/>
                    <a:pt x="7634" y="211"/>
                    <a:pt x="7773" y="260"/>
                  </a:cubicBezTo>
                  <a:cubicBezTo>
                    <a:pt x="7874" y="295"/>
                    <a:pt x="7980" y="321"/>
                    <a:pt x="8080" y="359"/>
                  </a:cubicBezTo>
                  <a:cubicBezTo>
                    <a:pt x="8119" y="372"/>
                    <a:pt x="8156" y="402"/>
                    <a:pt x="8184" y="434"/>
                  </a:cubicBezTo>
                  <a:cubicBezTo>
                    <a:pt x="8233" y="493"/>
                    <a:pt x="8201" y="580"/>
                    <a:pt x="8125" y="630"/>
                  </a:cubicBezTo>
                  <a:cubicBezTo>
                    <a:pt x="8001" y="711"/>
                    <a:pt x="7857" y="744"/>
                    <a:pt x="7717" y="783"/>
                  </a:cubicBezTo>
                  <a:cubicBezTo>
                    <a:pt x="7495" y="847"/>
                    <a:pt x="7268" y="898"/>
                    <a:pt x="7043" y="950"/>
                  </a:cubicBezTo>
                  <a:cubicBezTo>
                    <a:pt x="6985" y="965"/>
                    <a:pt x="6923" y="958"/>
                    <a:pt x="6864" y="967"/>
                  </a:cubicBezTo>
                  <a:cubicBezTo>
                    <a:pt x="6763" y="983"/>
                    <a:pt x="6662" y="999"/>
                    <a:pt x="6563" y="1023"/>
                  </a:cubicBezTo>
                  <a:cubicBezTo>
                    <a:pt x="6404" y="1061"/>
                    <a:pt x="6242" y="1046"/>
                    <a:pt x="6082" y="1042"/>
                  </a:cubicBezTo>
                  <a:cubicBezTo>
                    <a:pt x="6013" y="1041"/>
                    <a:pt x="5944" y="1053"/>
                    <a:pt x="5877" y="1054"/>
                  </a:cubicBezTo>
                  <a:cubicBezTo>
                    <a:pt x="5705" y="1058"/>
                    <a:pt x="5535" y="1058"/>
                    <a:pt x="5363" y="1062"/>
                  </a:cubicBezTo>
                  <a:cubicBezTo>
                    <a:pt x="5283" y="1065"/>
                    <a:pt x="5203" y="1077"/>
                    <a:pt x="5122" y="1079"/>
                  </a:cubicBezTo>
                  <a:cubicBezTo>
                    <a:pt x="5010" y="1083"/>
                    <a:pt x="4900" y="1087"/>
                    <a:pt x="4788" y="1082"/>
                  </a:cubicBezTo>
                  <a:cubicBezTo>
                    <a:pt x="4695" y="1078"/>
                    <a:pt x="4601" y="1058"/>
                    <a:pt x="4508" y="1053"/>
                  </a:cubicBezTo>
                  <a:cubicBezTo>
                    <a:pt x="4410" y="1047"/>
                    <a:pt x="4311" y="1050"/>
                    <a:pt x="4212" y="1052"/>
                  </a:cubicBezTo>
                  <a:cubicBezTo>
                    <a:pt x="4084" y="1053"/>
                    <a:pt x="3956" y="1060"/>
                    <a:pt x="3828" y="1056"/>
                  </a:cubicBezTo>
                  <a:cubicBezTo>
                    <a:pt x="3701" y="1050"/>
                    <a:pt x="3575" y="1033"/>
                    <a:pt x="3447" y="1025"/>
                  </a:cubicBezTo>
                  <a:cubicBezTo>
                    <a:pt x="3386" y="1021"/>
                    <a:pt x="3326" y="1026"/>
                    <a:pt x="3266" y="1026"/>
                  </a:cubicBezTo>
                  <a:cubicBezTo>
                    <a:pt x="3022" y="1026"/>
                    <a:pt x="2779" y="1023"/>
                    <a:pt x="2534" y="1027"/>
                  </a:cubicBezTo>
                  <a:cubicBezTo>
                    <a:pt x="2322" y="1031"/>
                    <a:pt x="2115" y="994"/>
                    <a:pt x="1907" y="960"/>
                  </a:cubicBezTo>
                  <a:cubicBezTo>
                    <a:pt x="1760" y="938"/>
                    <a:pt x="1608" y="888"/>
                    <a:pt x="1465" y="906"/>
                  </a:cubicBezTo>
                  <a:cubicBezTo>
                    <a:pt x="1325" y="923"/>
                    <a:pt x="1188" y="898"/>
                    <a:pt x="1049" y="908"/>
                  </a:cubicBezTo>
                  <a:cubicBezTo>
                    <a:pt x="946" y="916"/>
                    <a:pt x="833" y="893"/>
                    <a:pt x="733" y="856"/>
                  </a:cubicBezTo>
                  <a:cubicBezTo>
                    <a:pt x="590" y="801"/>
                    <a:pt x="437" y="811"/>
                    <a:pt x="292" y="769"/>
                  </a:cubicBezTo>
                  <a:cubicBezTo>
                    <a:pt x="222" y="749"/>
                    <a:pt x="149" y="737"/>
                    <a:pt x="78" y="718"/>
                  </a:cubicBezTo>
                  <a:cubicBezTo>
                    <a:pt x="7" y="699"/>
                    <a:pt x="1" y="650"/>
                    <a:pt x="36" y="584"/>
                  </a:cubicBezTo>
                  <a:cubicBezTo>
                    <a:pt x="129" y="403"/>
                    <a:pt x="287" y="330"/>
                    <a:pt x="473" y="289"/>
                  </a:cubicBezTo>
                  <a:cubicBezTo>
                    <a:pt x="800" y="219"/>
                    <a:pt x="1125" y="139"/>
                    <a:pt x="1451" y="70"/>
                  </a:cubicBezTo>
                  <a:cubicBezTo>
                    <a:pt x="1606" y="40"/>
                    <a:pt x="1764" y="28"/>
                    <a:pt x="1879" y="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8" name="Google Shape;4058;p54"/>
            <p:cNvSpPr/>
            <p:nvPr/>
          </p:nvSpPr>
          <p:spPr>
            <a:xfrm>
              <a:off x="6328377" y="3708704"/>
              <a:ext cx="58790" cy="17991"/>
            </a:xfrm>
            <a:custGeom>
              <a:avLst/>
              <a:gdLst/>
              <a:ahLst/>
              <a:cxnLst/>
              <a:rect l="l" t="t" r="r" b="b"/>
              <a:pathLst>
                <a:path w="964" h="295" extrusionOk="0">
                  <a:moveTo>
                    <a:pt x="0" y="244"/>
                  </a:moveTo>
                  <a:cubicBezTo>
                    <a:pt x="155" y="199"/>
                    <a:pt x="308" y="153"/>
                    <a:pt x="463" y="112"/>
                  </a:cubicBezTo>
                  <a:cubicBezTo>
                    <a:pt x="616" y="73"/>
                    <a:pt x="772" y="38"/>
                    <a:pt x="930" y="1"/>
                  </a:cubicBezTo>
                  <a:cubicBezTo>
                    <a:pt x="964" y="75"/>
                    <a:pt x="933" y="121"/>
                    <a:pt x="882" y="134"/>
                  </a:cubicBezTo>
                  <a:cubicBezTo>
                    <a:pt x="609" y="205"/>
                    <a:pt x="335" y="280"/>
                    <a:pt x="51" y="292"/>
                  </a:cubicBezTo>
                  <a:cubicBezTo>
                    <a:pt x="37" y="294"/>
                    <a:pt x="22" y="282"/>
                    <a:pt x="6" y="277"/>
                  </a:cubicBezTo>
                  <a:cubicBezTo>
                    <a:pt x="2" y="268"/>
                    <a:pt x="1" y="255"/>
                    <a:pt x="0" y="2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59" name="Google Shape;4059;p54"/>
            <p:cNvSpPr/>
            <p:nvPr/>
          </p:nvSpPr>
          <p:spPr>
            <a:xfrm>
              <a:off x="6316302" y="3722731"/>
              <a:ext cx="6891" cy="5306"/>
            </a:xfrm>
            <a:custGeom>
              <a:avLst/>
              <a:gdLst/>
              <a:ahLst/>
              <a:cxnLst/>
              <a:rect l="l" t="t" r="r" b="b"/>
              <a:pathLst>
                <a:path w="113" h="87" extrusionOk="0">
                  <a:moveTo>
                    <a:pt x="112" y="87"/>
                  </a:moveTo>
                  <a:cubicBezTo>
                    <a:pt x="60" y="70"/>
                    <a:pt x="30" y="61"/>
                    <a:pt x="1" y="54"/>
                  </a:cubicBezTo>
                  <a:cubicBezTo>
                    <a:pt x="6" y="39"/>
                    <a:pt x="8" y="26"/>
                    <a:pt x="11" y="24"/>
                  </a:cubicBezTo>
                  <a:cubicBezTo>
                    <a:pt x="56" y="1"/>
                    <a:pt x="88" y="7"/>
                    <a:pt x="112" y="8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0" name="Google Shape;4060;p54"/>
            <p:cNvSpPr/>
            <p:nvPr/>
          </p:nvSpPr>
          <p:spPr>
            <a:xfrm>
              <a:off x="5820488" y="3484825"/>
              <a:ext cx="767435" cy="606679"/>
            </a:xfrm>
            <a:custGeom>
              <a:avLst/>
              <a:gdLst/>
              <a:ahLst/>
              <a:cxnLst/>
              <a:rect l="l" t="t" r="r" b="b"/>
              <a:pathLst>
                <a:path w="12584" h="9948" extrusionOk="0">
                  <a:moveTo>
                    <a:pt x="10082" y="7060"/>
                  </a:moveTo>
                  <a:cubicBezTo>
                    <a:pt x="10068" y="7111"/>
                    <a:pt x="10047" y="7144"/>
                    <a:pt x="10052" y="7175"/>
                  </a:cubicBezTo>
                  <a:cubicBezTo>
                    <a:pt x="10074" y="7317"/>
                    <a:pt x="10027" y="7448"/>
                    <a:pt x="10002" y="7582"/>
                  </a:cubicBezTo>
                  <a:cubicBezTo>
                    <a:pt x="9977" y="7725"/>
                    <a:pt x="9961" y="7871"/>
                    <a:pt x="9940" y="8016"/>
                  </a:cubicBezTo>
                  <a:cubicBezTo>
                    <a:pt x="9918" y="8170"/>
                    <a:pt x="9877" y="8316"/>
                    <a:pt x="9821" y="8462"/>
                  </a:cubicBezTo>
                  <a:cubicBezTo>
                    <a:pt x="9763" y="8611"/>
                    <a:pt x="9726" y="8766"/>
                    <a:pt x="9675" y="8917"/>
                  </a:cubicBezTo>
                  <a:cubicBezTo>
                    <a:pt x="9655" y="8974"/>
                    <a:pt x="9629" y="9027"/>
                    <a:pt x="9599" y="9080"/>
                  </a:cubicBezTo>
                  <a:cubicBezTo>
                    <a:pt x="9542" y="9179"/>
                    <a:pt x="9500" y="9301"/>
                    <a:pt x="9414" y="9369"/>
                  </a:cubicBezTo>
                  <a:cubicBezTo>
                    <a:pt x="9297" y="9461"/>
                    <a:pt x="9188" y="9579"/>
                    <a:pt x="9025" y="9602"/>
                  </a:cubicBezTo>
                  <a:cubicBezTo>
                    <a:pt x="8970" y="9609"/>
                    <a:pt x="8913" y="9614"/>
                    <a:pt x="8857" y="9619"/>
                  </a:cubicBezTo>
                  <a:cubicBezTo>
                    <a:pt x="8845" y="9620"/>
                    <a:pt x="8830" y="9619"/>
                    <a:pt x="8819" y="9626"/>
                  </a:cubicBezTo>
                  <a:cubicBezTo>
                    <a:pt x="8673" y="9728"/>
                    <a:pt x="8506" y="9690"/>
                    <a:pt x="8346" y="9704"/>
                  </a:cubicBezTo>
                  <a:cubicBezTo>
                    <a:pt x="8293" y="9709"/>
                    <a:pt x="8240" y="9715"/>
                    <a:pt x="8187" y="9727"/>
                  </a:cubicBezTo>
                  <a:cubicBezTo>
                    <a:pt x="8082" y="9752"/>
                    <a:pt x="7975" y="9782"/>
                    <a:pt x="7869" y="9813"/>
                  </a:cubicBezTo>
                  <a:cubicBezTo>
                    <a:pt x="7805" y="9830"/>
                    <a:pt x="7747" y="9844"/>
                    <a:pt x="7673" y="9832"/>
                  </a:cubicBezTo>
                  <a:cubicBezTo>
                    <a:pt x="7553" y="9812"/>
                    <a:pt x="7422" y="9814"/>
                    <a:pt x="7302" y="9843"/>
                  </a:cubicBezTo>
                  <a:cubicBezTo>
                    <a:pt x="7199" y="9869"/>
                    <a:pt x="7097" y="9856"/>
                    <a:pt x="6997" y="9868"/>
                  </a:cubicBezTo>
                  <a:cubicBezTo>
                    <a:pt x="6938" y="9875"/>
                    <a:pt x="6877" y="9883"/>
                    <a:pt x="6819" y="9884"/>
                  </a:cubicBezTo>
                  <a:cubicBezTo>
                    <a:pt x="6729" y="9886"/>
                    <a:pt x="6640" y="9879"/>
                    <a:pt x="6550" y="9883"/>
                  </a:cubicBezTo>
                  <a:cubicBezTo>
                    <a:pt x="6452" y="9886"/>
                    <a:pt x="6350" y="9883"/>
                    <a:pt x="6257" y="9910"/>
                  </a:cubicBezTo>
                  <a:cubicBezTo>
                    <a:pt x="6123" y="9948"/>
                    <a:pt x="5991" y="9932"/>
                    <a:pt x="5861" y="9922"/>
                  </a:cubicBezTo>
                  <a:cubicBezTo>
                    <a:pt x="5542" y="9899"/>
                    <a:pt x="5225" y="9904"/>
                    <a:pt x="4908" y="9913"/>
                  </a:cubicBezTo>
                  <a:cubicBezTo>
                    <a:pt x="4775" y="9918"/>
                    <a:pt x="4642" y="9913"/>
                    <a:pt x="4509" y="9913"/>
                  </a:cubicBezTo>
                  <a:cubicBezTo>
                    <a:pt x="4445" y="9913"/>
                    <a:pt x="4381" y="9921"/>
                    <a:pt x="4318" y="9916"/>
                  </a:cubicBezTo>
                  <a:cubicBezTo>
                    <a:pt x="4092" y="9896"/>
                    <a:pt x="3867" y="9855"/>
                    <a:pt x="3641" y="9855"/>
                  </a:cubicBezTo>
                  <a:cubicBezTo>
                    <a:pt x="3494" y="9855"/>
                    <a:pt x="3356" y="9804"/>
                    <a:pt x="3211" y="9808"/>
                  </a:cubicBezTo>
                  <a:cubicBezTo>
                    <a:pt x="3171" y="9809"/>
                    <a:pt x="3131" y="9778"/>
                    <a:pt x="3089" y="9771"/>
                  </a:cubicBezTo>
                  <a:cubicBezTo>
                    <a:pt x="2984" y="9748"/>
                    <a:pt x="2879" y="9732"/>
                    <a:pt x="2773" y="9713"/>
                  </a:cubicBezTo>
                  <a:cubicBezTo>
                    <a:pt x="2757" y="9710"/>
                    <a:pt x="2737" y="9713"/>
                    <a:pt x="2722" y="9707"/>
                  </a:cubicBezTo>
                  <a:cubicBezTo>
                    <a:pt x="2564" y="9653"/>
                    <a:pt x="2406" y="9597"/>
                    <a:pt x="2249" y="9541"/>
                  </a:cubicBezTo>
                  <a:cubicBezTo>
                    <a:pt x="2107" y="9490"/>
                    <a:pt x="1965" y="9446"/>
                    <a:pt x="1837" y="9360"/>
                  </a:cubicBezTo>
                  <a:cubicBezTo>
                    <a:pt x="1699" y="9266"/>
                    <a:pt x="1551" y="9188"/>
                    <a:pt x="1411" y="9098"/>
                  </a:cubicBezTo>
                  <a:cubicBezTo>
                    <a:pt x="1329" y="9043"/>
                    <a:pt x="1248" y="8985"/>
                    <a:pt x="1175" y="8919"/>
                  </a:cubicBezTo>
                  <a:cubicBezTo>
                    <a:pt x="1121" y="8871"/>
                    <a:pt x="1081" y="8809"/>
                    <a:pt x="1037" y="8753"/>
                  </a:cubicBezTo>
                  <a:cubicBezTo>
                    <a:pt x="1027" y="8739"/>
                    <a:pt x="1022" y="8720"/>
                    <a:pt x="1009" y="8708"/>
                  </a:cubicBezTo>
                  <a:cubicBezTo>
                    <a:pt x="794" y="8451"/>
                    <a:pt x="677" y="8141"/>
                    <a:pt x="534" y="7844"/>
                  </a:cubicBezTo>
                  <a:cubicBezTo>
                    <a:pt x="506" y="7787"/>
                    <a:pt x="495" y="7721"/>
                    <a:pt x="477" y="7660"/>
                  </a:cubicBezTo>
                  <a:cubicBezTo>
                    <a:pt x="447" y="7541"/>
                    <a:pt x="377" y="7434"/>
                    <a:pt x="387" y="7305"/>
                  </a:cubicBezTo>
                  <a:cubicBezTo>
                    <a:pt x="276" y="7133"/>
                    <a:pt x="321" y="6928"/>
                    <a:pt x="273" y="6743"/>
                  </a:cubicBezTo>
                  <a:cubicBezTo>
                    <a:pt x="235" y="6591"/>
                    <a:pt x="211" y="6427"/>
                    <a:pt x="219" y="6262"/>
                  </a:cubicBezTo>
                  <a:cubicBezTo>
                    <a:pt x="226" y="6093"/>
                    <a:pt x="186" y="5922"/>
                    <a:pt x="179" y="5752"/>
                  </a:cubicBezTo>
                  <a:cubicBezTo>
                    <a:pt x="174" y="5612"/>
                    <a:pt x="193" y="5470"/>
                    <a:pt x="194" y="5328"/>
                  </a:cubicBezTo>
                  <a:cubicBezTo>
                    <a:pt x="195" y="5204"/>
                    <a:pt x="199" y="5081"/>
                    <a:pt x="184" y="4958"/>
                  </a:cubicBezTo>
                  <a:cubicBezTo>
                    <a:pt x="160" y="4771"/>
                    <a:pt x="116" y="4588"/>
                    <a:pt x="108" y="4399"/>
                  </a:cubicBezTo>
                  <a:cubicBezTo>
                    <a:pt x="102" y="4236"/>
                    <a:pt x="66" y="4074"/>
                    <a:pt x="58" y="3911"/>
                  </a:cubicBezTo>
                  <a:cubicBezTo>
                    <a:pt x="51" y="3767"/>
                    <a:pt x="62" y="3622"/>
                    <a:pt x="66" y="3476"/>
                  </a:cubicBezTo>
                  <a:cubicBezTo>
                    <a:pt x="67" y="3448"/>
                    <a:pt x="81" y="3412"/>
                    <a:pt x="70" y="3388"/>
                  </a:cubicBezTo>
                  <a:cubicBezTo>
                    <a:pt x="21" y="3290"/>
                    <a:pt x="45" y="3187"/>
                    <a:pt x="37" y="3086"/>
                  </a:cubicBezTo>
                  <a:cubicBezTo>
                    <a:pt x="21" y="2875"/>
                    <a:pt x="0" y="2661"/>
                    <a:pt x="1" y="2448"/>
                  </a:cubicBezTo>
                  <a:cubicBezTo>
                    <a:pt x="5" y="2269"/>
                    <a:pt x="39" y="2090"/>
                    <a:pt x="55" y="1911"/>
                  </a:cubicBezTo>
                  <a:cubicBezTo>
                    <a:pt x="67" y="1757"/>
                    <a:pt x="70" y="1603"/>
                    <a:pt x="78" y="1448"/>
                  </a:cubicBezTo>
                  <a:cubicBezTo>
                    <a:pt x="80" y="1413"/>
                    <a:pt x="73" y="1372"/>
                    <a:pt x="88" y="1347"/>
                  </a:cubicBezTo>
                  <a:cubicBezTo>
                    <a:pt x="128" y="1283"/>
                    <a:pt x="113" y="1215"/>
                    <a:pt x="124" y="1150"/>
                  </a:cubicBezTo>
                  <a:cubicBezTo>
                    <a:pt x="143" y="1041"/>
                    <a:pt x="189" y="938"/>
                    <a:pt x="226" y="833"/>
                  </a:cubicBezTo>
                  <a:cubicBezTo>
                    <a:pt x="242" y="784"/>
                    <a:pt x="264" y="738"/>
                    <a:pt x="288" y="692"/>
                  </a:cubicBezTo>
                  <a:cubicBezTo>
                    <a:pt x="334" y="603"/>
                    <a:pt x="365" y="504"/>
                    <a:pt x="492" y="485"/>
                  </a:cubicBezTo>
                  <a:cubicBezTo>
                    <a:pt x="547" y="477"/>
                    <a:pt x="598" y="432"/>
                    <a:pt x="648" y="399"/>
                  </a:cubicBezTo>
                  <a:cubicBezTo>
                    <a:pt x="789" y="306"/>
                    <a:pt x="958" y="309"/>
                    <a:pt x="1114" y="267"/>
                  </a:cubicBezTo>
                  <a:cubicBezTo>
                    <a:pt x="1250" y="231"/>
                    <a:pt x="1391" y="211"/>
                    <a:pt x="1529" y="182"/>
                  </a:cubicBezTo>
                  <a:cubicBezTo>
                    <a:pt x="1605" y="166"/>
                    <a:pt x="1677" y="156"/>
                    <a:pt x="1756" y="163"/>
                  </a:cubicBezTo>
                  <a:cubicBezTo>
                    <a:pt x="1845" y="170"/>
                    <a:pt x="1935" y="146"/>
                    <a:pt x="2025" y="140"/>
                  </a:cubicBezTo>
                  <a:cubicBezTo>
                    <a:pt x="2204" y="127"/>
                    <a:pt x="2384" y="115"/>
                    <a:pt x="2565" y="104"/>
                  </a:cubicBezTo>
                  <a:cubicBezTo>
                    <a:pt x="2655" y="99"/>
                    <a:pt x="2747" y="105"/>
                    <a:pt x="2835" y="89"/>
                  </a:cubicBezTo>
                  <a:cubicBezTo>
                    <a:pt x="2972" y="66"/>
                    <a:pt x="3109" y="72"/>
                    <a:pt x="3247" y="68"/>
                  </a:cubicBezTo>
                  <a:cubicBezTo>
                    <a:pt x="3352" y="64"/>
                    <a:pt x="3458" y="33"/>
                    <a:pt x="3562" y="16"/>
                  </a:cubicBezTo>
                  <a:cubicBezTo>
                    <a:pt x="3601" y="10"/>
                    <a:pt x="3639" y="0"/>
                    <a:pt x="3678" y="2"/>
                  </a:cubicBezTo>
                  <a:cubicBezTo>
                    <a:pt x="3853" y="12"/>
                    <a:pt x="4028" y="31"/>
                    <a:pt x="4205" y="35"/>
                  </a:cubicBezTo>
                  <a:cubicBezTo>
                    <a:pt x="4376" y="39"/>
                    <a:pt x="4547" y="31"/>
                    <a:pt x="4718" y="28"/>
                  </a:cubicBezTo>
                  <a:cubicBezTo>
                    <a:pt x="4761" y="28"/>
                    <a:pt x="4804" y="33"/>
                    <a:pt x="4846" y="35"/>
                  </a:cubicBezTo>
                  <a:cubicBezTo>
                    <a:pt x="4927" y="36"/>
                    <a:pt x="5009" y="38"/>
                    <a:pt x="5090" y="36"/>
                  </a:cubicBezTo>
                  <a:cubicBezTo>
                    <a:pt x="5174" y="33"/>
                    <a:pt x="5258" y="22"/>
                    <a:pt x="5340" y="21"/>
                  </a:cubicBezTo>
                  <a:cubicBezTo>
                    <a:pt x="5469" y="18"/>
                    <a:pt x="5598" y="17"/>
                    <a:pt x="5728" y="21"/>
                  </a:cubicBezTo>
                  <a:cubicBezTo>
                    <a:pt x="5810" y="23"/>
                    <a:pt x="5890" y="39"/>
                    <a:pt x="5972" y="41"/>
                  </a:cubicBezTo>
                  <a:cubicBezTo>
                    <a:pt x="6118" y="43"/>
                    <a:pt x="6263" y="36"/>
                    <a:pt x="6411" y="38"/>
                  </a:cubicBezTo>
                  <a:cubicBezTo>
                    <a:pt x="6573" y="42"/>
                    <a:pt x="6737" y="54"/>
                    <a:pt x="6900" y="61"/>
                  </a:cubicBezTo>
                  <a:cubicBezTo>
                    <a:pt x="7033" y="65"/>
                    <a:pt x="7164" y="73"/>
                    <a:pt x="7297" y="68"/>
                  </a:cubicBezTo>
                  <a:cubicBezTo>
                    <a:pt x="7418" y="63"/>
                    <a:pt x="7536" y="73"/>
                    <a:pt x="7655" y="89"/>
                  </a:cubicBezTo>
                  <a:cubicBezTo>
                    <a:pt x="7783" y="108"/>
                    <a:pt x="7913" y="117"/>
                    <a:pt x="8041" y="124"/>
                  </a:cubicBezTo>
                  <a:cubicBezTo>
                    <a:pt x="8207" y="134"/>
                    <a:pt x="8375" y="135"/>
                    <a:pt x="8542" y="148"/>
                  </a:cubicBezTo>
                  <a:cubicBezTo>
                    <a:pt x="8614" y="153"/>
                    <a:pt x="8682" y="175"/>
                    <a:pt x="8754" y="190"/>
                  </a:cubicBezTo>
                  <a:cubicBezTo>
                    <a:pt x="8809" y="201"/>
                    <a:pt x="8862" y="216"/>
                    <a:pt x="8918" y="218"/>
                  </a:cubicBezTo>
                  <a:cubicBezTo>
                    <a:pt x="9089" y="228"/>
                    <a:pt x="9255" y="249"/>
                    <a:pt x="9420" y="300"/>
                  </a:cubicBezTo>
                  <a:cubicBezTo>
                    <a:pt x="9629" y="364"/>
                    <a:pt x="9843" y="407"/>
                    <a:pt x="10056" y="456"/>
                  </a:cubicBezTo>
                  <a:cubicBezTo>
                    <a:pt x="10167" y="481"/>
                    <a:pt x="10267" y="522"/>
                    <a:pt x="10344" y="614"/>
                  </a:cubicBezTo>
                  <a:cubicBezTo>
                    <a:pt x="10376" y="652"/>
                    <a:pt x="10425" y="678"/>
                    <a:pt x="10466" y="708"/>
                  </a:cubicBezTo>
                  <a:cubicBezTo>
                    <a:pt x="10539" y="764"/>
                    <a:pt x="10591" y="830"/>
                    <a:pt x="10622" y="919"/>
                  </a:cubicBezTo>
                  <a:cubicBezTo>
                    <a:pt x="10642" y="974"/>
                    <a:pt x="10629" y="1019"/>
                    <a:pt x="10614" y="1070"/>
                  </a:cubicBezTo>
                  <a:cubicBezTo>
                    <a:pt x="10597" y="1122"/>
                    <a:pt x="10580" y="1175"/>
                    <a:pt x="10580" y="1229"/>
                  </a:cubicBezTo>
                  <a:cubicBezTo>
                    <a:pt x="10579" y="1423"/>
                    <a:pt x="10593" y="1617"/>
                    <a:pt x="10586" y="1808"/>
                  </a:cubicBezTo>
                  <a:cubicBezTo>
                    <a:pt x="10581" y="1956"/>
                    <a:pt x="10590" y="2106"/>
                    <a:pt x="10535" y="2248"/>
                  </a:cubicBezTo>
                  <a:cubicBezTo>
                    <a:pt x="10525" y="2275"/>
                    <a:pt x="10528" y="2308"/>
                    <a:pt x="10528" y="2338"/>
                  </a:cubicBezTo>
                  <a:cubicBezTo>
                    <a:pt x="10525" y="2427"/>
                    <a:pt x="10523" y="2518"/>
                    <a:pt x="10523" y="2607"/>
                  </a:cubicBezTo>
                  <a:cubicBezTo>
                    <a:pt x="10523" y="2641"/>
                    <a:pt x="10529" y="2674"/>
                    <a:pt x="10533" y="2713"/>
                  </a:cubicBezTo>
                  <a:cubicBezTo>
                    <a:pt x="10580" y="2713"/>
                    <a:pt x="10620" y="2721"/>
                    <a:pt x="10656" y="2712"/>
                  </a:cubicBezTo>
                  <a:cubicBezTo>
                    <a:pt x="10717" y="2696"/>
                    <a:pt x="10770" y="2705"/>
                    <a:pt x="10831" y="2728"/>
                  </a:cubicBezTo>
                  <a:cubicBezTo>
                    <a:pt x="10958" y="2776"/>
                    <a:pt x="11088" y="2751"/>
                    <a:pt x="11213" y="2717"/>
                  </a:cubicBezTo>
                  <a:cubicBezTo>
                    <a:pt x="11316" y="2688"/>
                    <a:pt x="11414" y="2689"/>
                    <a:pt x="11516" y="2718"/>
                  </a:cubicBezTo>
                  <a:cubicBezTo>
                    <a:pt x="11574" y="2733"/>
                    <a:pt x="11634" y="2749"/>
                    <a:pt x="11693" y="2754"/>
                  </a:cubicBezTo>
                  <a:cubicBezTo>
                    <a:pt x="11834" y="2766"/>
                    <a:pt x="11936" y="2846"/>
                    <a:pt x="12039" y="2932"/>
                  </a:cubicBezTo>
                  <a:cubicBezTo>
                    <a:pt x="12169" y="3039"/>
                    <a:pt x="12257" y="3173"/>
                    <a:pt x="12334" y="3319"/>
                  </a:cubicBezTo>
                  <a:cubicBezTo>
                    <a:pt x="12340" y="3331"/>
                    <a:pt x="12343" y="3344"/>
                    <a:pt x="12351" y="3353"/>
                  </a:cubicBezTo>
                  <a:cubicBezTo>
                    <a:pt x="12534" y="3536"/>
                    <a:pt x="12548" y="3769"/>
                    <a:pt x="12568" y="4006"/>
                  </a:cubicBezTo>
                  <a:cubicBezTo>
                    <a:pt x="12584" y="4187"/>
                    <a:pt x="12561" y="4362"/>
                    <a:pt x="12540" y="4540"/>
                  </a:cubicBezTo>
                  <a:cubicBezTo>
                    <a:pt x="12503" y="4855"/>
                    <a:pt x="12489" y="5174"/>
                    <a:pt x="12445" y="5487"/>
                  </a:cubicBezTo>
                  <a:cubicBezTo>
                    <a:pt x="12406" y="5767"/>
                    <a:pt x="12346" y="6045"/>
                    <a:pt x="12278" y="6321"/>
                  </a:cubicBezTo>
                  <a:cubicBezTo>
                    <a:pt x="12256" y="6407"/>
                    <a:pt x="12188" y="6489"/>
                    <a:pt x="12121" y="6554"/>
                  </a:cubicBezTo>
                  <a:cubicBezTo>
                    <a:pt x="11930" y="6736"/>
                    <a:pt x="11701" y="6868"/>
                    <a:pt x="11451" y="6950"/>
                  </a:cubicBezTo>
                  <a:cubicBezTo>
                    <a:pt x="11331" y="6989"/>
                    <a:pt x="11197" y="6984"/>
                    <a:pt x="11069" y="6995"/>
                  </a:cubicBezTo>
                  <a:cubicBezTo>
                    <a:pt x="10822" y="7016"/>
                    <a:pt x="10574" y="7038"/>
                    <a:pt x="10325" y="7057"/>
                  </a:cubicBezTo>
                  <a:cubicBezTo>
                    <a:pt x="10249" y="7066"/>
                    <a:pt x="10171" y="7060"/>
                    <a:pt x="10082" y="7060"/>
                  </a:cubicBezTo>
                  <a:close/>
                  <a:moveTo>
                    <a:pt x="454" y="962"/>
                  </a:moveTo>
                  <a:cubicBezTo>
                    <a:pt x="412" y="1065"/>
                    <a:pt x="368" y="1128"/>
                    <a:pt x="372" y="1216"/>
                  </a:cubicBezTo>
                  <a:cubicBezTo>
                    <a:pt x="374" y="1289"/>
                    <a:pt x="349" y="1360"/>
                    <a:pt x="341" y="1433"/>
                  </a:cubicBezTo>
                  <a:cubicBezTo>
                    <a:pt x="310" y="1670"/>
                    <a:pt x="275" y="1909"/>
                    <a:pt x="251" y="2146"/>
                  </a:cubicBezTo>
                  <a:cubicBezTo>
                    <a:pt x="241" y="2260"/>
                    <a:pt x="271" y="2377"/>
                    <a:pt x="254" y="2490"/>
                  </a:cubicBezTo>
                  <a:cubicBezTo>
                    <a:pt x="221" y="2715"/>
                    <a:pt x="242" y="2935"/>
                    <a:pt x="281" y="3157"/>
                  </a:cubicBezTo>
                  <a:cubicBezTo>
                    <a:pt x="290" y="3208"/>
                    <a:pt x="298" y="3262"/>
                    <a:pt x="288" y="3310"/>
                  </a:cubicBezTo>
                  <a:cubicBezTo>
                    <a:pt x="262" y="3416"/>
                    <a:pt x="267" y="3520"/>
                    <a:pt x="275" y="3626"/>
                  </a:cubicBezTo>
                  <a:cubicBezTo>
                    <a:pt x="283" y="3788"/>
                    <a:pt x="292" y="3952"/>
                    <a:pt x="303" y="4115"/>
                  </a:cubicBezTo>
                  <a:cubicBezTo>
                    <a:pt x="312" y="4247"/>
                    <a:pt x="323" y="4380"/>
                    <a:pt x="339" y="4512"/>
                  </a:cubicBezTo>
                  <a:cubicBezTo>
                    <a:pt x="358" y="4651"/>
                    <a:pt x="383" y="4790"/>
                    <a:pt x="405" y="4929"/>
                  </a:cubicBezTo>
                  <a:cubicBezTo>
                    <a:pt x="414" y="4984"/>
                    <a:pt x="425" y="5041"/>
                    <a:pt x="425" y="5096"/>
                  </a:cubicBezTo>
                  <a:cubicBezTo>
                    <a:pt x="424" y="5253"/>
                    <a:pt x="416" y="5410"/>
                    <a:pt x="410" y="5569"/>
                  </a:cubicBezTo>
                  <a:cubicBezTo>
                    <a:pt x="406" y="5675"/>
                    <a:pt x="393" y="5782"/>
                    <a:pt x="397" y="5889"/>
                  </a:cubicBezTo>
                  <a:cubicBezTo>
                    <a:pt x="403" y="6029"/>
                    <a:pt x="420" y="6170"/>
                    <a:pt x="432" y="6310"/>
                  </a:cubicBezTo>
                  <a:cubicBezTo>
                    <a:pt x="439" y="6380"/>
                    <a:pt x="437" y="6449"/>
                    <a:pt x="451" y="6517"/>
                  </a:cubicBezTo>
                  <a:cubicBezTo>
                    <a:pt x="482" y="6689"/>
                    <a:pt x="517" y="6861"/>
                    <a:pt x="554" y="7032"/>
                  </a:cubicBezTo>
                  <a:cubicBezTo>
                    <a:pt x="585" y="7170"/>
                    <a:pt x="603" y="7315"/>
                    <a:pt x="660" y="7440"/>
                  </a:cubicBezTo>
                  <a:cubicBezTo>
                    <a:pt x="707" y="7543"/>
                    <a:pt x="743" y="7653"/>
                    <a:pt x="785" y="7756"/>
                  </a:cubicBezTo>
                  <a:cubicBezTo>
                    <a:pt x="922" y="8090"/>
                    <a:pt x="1046" y="8428"/>
                    <a:pt x="1321" y="8684"/>
                  </a:cubicBezTo>
                  <a:cubicBezTo>
                    <a:pt x="1403" y="8760"/>
                    <a:pt x="1471" y="8856"/>
                    <a:pt x="1562" y="8916"/>
                  </a:cubicBezTo>
                  <a:cubicBezTo>
                    <a:pt x="1714" y="9016"/>
                    <a:pt x="1880" y="9093"/>
                    <a:pt x="2041" y="9180"/>
                  </a:cubicBezTo>
                  <a:cubicBezTo>
                    <a:pt x="2093" y="9209"/>
                    <a:pt x="2141" y="9244"/>
                    <a:pt x="2195" y="9267"/>
                  </a:cubicBezTo>
                  <a:cubicBezTo>
                    <a:pt x="2258" y="9296"/>
                    <a:pt x="2323" y="9318"/>
                    <a:pt x="2389" y="9339"/>
                  </a:cubicBezTo>
                  <a:cubicBezTo>
                    <a:pt x="2564" y="9395"/>
                    <a:pt x="2738" y="9451"/>
                    <a:pt x="2913" y="9506"/>
                  </a:cubicBezTo>
                  <a:cubicBezTo>
                    <a:pt x="2926" y="9510"/>
                    <a:pt x="2939" y="9510"/>
                    <a:pt x="2952" y="9511"/>
                  </a:cubicBezTo>
                  <a:cubicBezTo>
                    <a:pt x="3019" y="9520"/>
                    <a:pt x="3086" y="9527"/>
                    <a:pt x="3153" y="9539"/>
                  </a:cubicBezTo>
                  <a:cubicBezTo>
                    <a:pt x="3305" y="9562"/>
                    <a:pt x="3456" y="9599"/>
                    <a:pt x="3609" y="9608"/>
                  </a:cubicBezTo>
                  <a:cubicBezTo>
                    <a:pt x="3751" y="9617"/>
                    <a:pt x="3896" y="9571"/>
                    <a:pt x="4039" y="9614"/>
                  </a:cubicBezTo>
                  <a:cubicBezTo>
                    <a:pt x="4075" y="9626"/>
                    <a:pt x="4114" y="9638"/>
                    <a:pt x="4150" y="9640"/>
                  </a:cubicBezTo>
                  <a:cubicBezTo>
                    <a:pt x="4346" y="9648"/>
                    <a:pt x="4538" y="9684"/>
                    <a:pt x="4737" y="9665"/>
                  </a:cubicBezTo>
                  <a:cubicBezTo>
                    <a:pt x="4931" y="9649"/>
                    <a:pt x="5131" y="9677"/>
                    <a:pt x="5325" y="9663"/>
                  </a:cubicBezTo>
                  <a:cubicBezTo>
                    <a:pt x="5489" y="9651"/>
                    <a:pt x="5648" y="9643"/>
                    <a:pt x="5808" y="9689"/>
                  </a:cubicBezTo>
                  <a:cubicBezTo>
                    <a:pt x="5816" y="9691"/>
                    <a:pt x="5824" y="9690"/>
                    <a:pt x="5834" y="9690"/>
                  </a:cubicBezTo>
                  <a:cubicBezTo>
                    <a:pt x="6113" y="9675"/>
                    <a:pt x="6392" y="9664"/>
                    <a:pt x="6672" y="9643"/>
                  </a:cubicBezTo>
                  <a:cubicBezTo>
                    <a:pt x="6911" y="9625"/>
                    <a:pt x="7147" y="9563"/>
                    <a:pt x="7391" y="9585"/>
                  </a:cubicBezTo>
                  <a:cubicBezTo>
                    <a:pt x="7424" y="9588"/>
                    <a:pt x="7458" y="9577"/>
                    <a:pt x="7493" y="9572"/>
                  </a:cubicBezTo>
                  <a:cubicBezTo>
                    <a:pt x="7585" y="9562"/>
                    <a:pt x="7672" y="9522"/>
                    <a:pt x="7771" y="9543"/>
                  </a:cubicBezTo>
                  <a:cubicBezTo>
                    <a:pt x="7813" y="9552"/>
                    <a:pt x="7867" y="9549"/>
                    <a:pt x="7908" y="9531"/>
                  </a:cubicBezTo>
                  <a:cubicBezTo>
                    <a:pt x="8077" y="9459"/>
                    <a:pt x="8259" y="9465"/>
                    <a:pt x="8436" y="9440"/>
                  </a:cubicBezTo>
                  <a:cubicBezTo>
                    <a:pt x="8533" y="9428"/>
                    <a:pt x="8631" y="9416"/>
                    <a:pt x="8726" y="9392"/>
                  </a:cubicBezTo>
                  <a:cubicBezTo>
                    <a:pt x="8804" y="9372"/>
                    <a:pt x="8872" y="9328"/>
                    <a:pt x="8958" y="9328"/>
                  </a:cubicBezTo>
                  <a:cubicBezTo>
                    <a:pt x="9003" y="9328"/>
                    <a:pt x="9056" y="9308"/>
                    <a:pt x="9090" y="9281"/>
                  </a:cubicBezTo>
                  <a:cubicBezTo>
                    <a:pt x="9277" y="9132"/>
                    <a:pt x="9445" y="8968"/>
                    <a:pt x="9530" y="8735"/>
                  </a:cubicBezTo>
                  <a:cubicBezTo>
                    <a:pt x="9567" y="8636"/>
                    <a:pt x="9602" y="8535"/>
                    <a:pt x="9630" y="8431"/>
                  </a:cubicBezTo>
                  <a:cubicBezTo>
                    <a:pt x="9675" y="8268"/>
                    <a:pt x="9771" y="8114"/>
                    <a:pt x="9732" y="7934"/>
                  </a:cubicBezTo>
                  <a:cubicBezTo>
                    <a:pt x="9730" y="7920"/>
                    <a:pt x="9740" y="7901"/>
                    <a:pt x="9746" y="7885"/>
                  </a:cubicBezTo>
                  <a:cubicBezTo>
                    <a:pt x="9811" y="7712"/>
                    <a:pt x="9850" y="7532"/>
                    <a:pt x="9870" y="7351"/>
                  </a:cubicBezTo>
                  <a:cubicBezTo>
                    <a:pt x="9883" y="7235"/>
                    <a:pt x="9880" y="7119"/>
                    <a:pt x="9890" y="7003"/>
                  </a:cubicBezTo>
                  <a:cubicBezTo>
                    <a:pt x="9896" y="6917"/>
                    <a:pt x="9918" y="6832"/>
                    <a:pt x="9919" y="6748"/>
                  </a:cubicBezTo>
                  <a:cubicBezTo>
                    <a:pt x="9921" y="6582"/>
                    <a:pt x="9920" y="6416"/>
                    <a:pt x="9949" y="6249"/>
                  </a:cubicBezTo>
                  <a:cubicBezTo>
                    <a:pt x="9956" y="6208"/>
                    <a:pt x="9946" y="6164"/>
                    <a:pt x="9947" y="6121"/>
                  </a:cubicBezTo>
                  <a:cubicBezTo>
                    <a:pt x="9949" y="6058"/>
                    <a:pt x="9941" y="5991"/>
                    <a:pt x="9956" y="5931"/>
                  </a:cubicBezTo>
                  <a:cubicBezTo>
                    <a:pt x="10002" y="5755"/>
                    <a:pt x="9991" y="5574"/>
                    <a:pt x="9995" y="5395"/>
                  </a:cubicBezTo>
                  <a:cubicBezTo>
                    <a:pt x="9997" y="5296"/>
                    <a:pt x="9985" y="5198"/>
                    <a:pt x="9993" y="5101"/>
                  </a:cubicBezTo>
                  <a:cubicBezTo>
                    <a:pt x="10009" y="4900"/>
                    <a:pt x="10037" y="4699"/>
                    <a:pt x="10058" y="4499"/>
                  </a:cubicBezTo>
                  <a:cubicBezTo>
                    <a:pt x="10067" y="4431"/>
                    <a:pt x="10072" y="4363"/>
                    <a:pt x="10080" y="4294"/>
                  </a:cubicBezTo>
                  <a:cubicBezTo>
                    <a:pt x="10099" y="4135"/>
                    <a:pt x="10121" y="3978"/>
                    <a:pt x="10136" y="3819"/>
                  </a:cubicBezTo>
                  <a:cubicBezTo>
                    <a:pt x="10145" y="3726"/>
                    <a:pt x="10144" y="3632"/>
                    <a:pt x="10150" y="3537"/>
                  </a:cubicBezTo>
                  <a:cubicBezTo>
                    <a:pt x="10161" y="3383"/>
                    <a:pt x="10175" y="3230"/>
                    <a:pt x="10186" y="3076"/>
                  </a:cubicBezTo>
                  <a:cubicBezTo>
                    <a:pt x="10187" y="3056"/>
                    <a:pt x="10185" y="3029"/>
                    <a:pt x="10196" y="3014"/>
                  </a:cubicBezTo>
                  <a:cubicBezTo>
                    <a:pt x="10298" y="2869"/>
                    <a:pt x="10239" y="2693"/>
                    <a:pt x="10293" y="2540"/>
                  </a:cubicBezTo>
                  <a:cubicBezTo>
                    <a:pt x="10254" y="2356"/>
                    <a:pt x="10347" y="2176"/>
                    <a:pt x="10314" y="1992"/>
                  </a:cubicBezTo>
                  <a:cubicBezTo>
                    <a:pt x="10310" y="1972"/>
                    <a:pt x="10325" y="1950"/>
                    <a:pt x="10325" y="1929"/>
                  </a:cubicBezTo>
                  <a:cubicBezTo>
                    <a:pt x="10322" y="1791"/>
                    <a:pt x="10316" y="1653"/>
                    <a:pt x="10312" y="1515"/>
                  </a:cubicBezTo>
                  <a:cubicBezTo>
                    <a:pt x="10235" y="1603"/>
                    <a:pt x="10142" y="1640"/>
                    <a:pt x="10051" y="1673"/>
                  </a:cubicBezTo>
                  <a:cubicBezTo>
                    <a:pt x="9845" y="1747"/>
                    <a:pt x="9639" y="1823"/>
                    <a:pt x="9430" y="1889"/>
                  </a:cubicBezTo>
                  <a:cubicBezTo>
                    <a:pt x="9322" y="1924"/>
                    <a:pt x="9207" y="1941"/>
                    <a:pt x="9092" y="1964"/>
                  </a:cubicBezTo>
                  <a:cubicBezTo>
                    <a:pt x="9014" y="1977"/>
                    <a:pt x="8933" y="1985"/>
                    <a:pt x="8852" y="1995"/>
                  </a:cubicBezTo>
                  <a:cubicBezTo>
                    <a:pt x="8708" y="2010"/>
                    <a:pt x="8560" y="2044"/>
                    <a:pt x="8419" y="2032"/>
                  </a:cubicBezTo>
                  <a:cubicBezTo>
                    <a:pt x="8272" y="2020"/>
                    <a:pt x="8129" y="2021"/>
                    <a:pt x="7982" y="2033"/>
                  </a:cubicBezTo>
                  <a:cubicBezTo>
                    <a:pt x="7822" y="2048"/>
                    <a:pt x="7659" y="2069"/>
                    <a:pt x="7498" y="2066"/>
                  </a:cubicBezTo>
                  <a:cubicBezTo>
                    <a:pt x="7378" y="2063"/>
                    <a:pt x="7259" y="2068"/>
                    <a:pt x="7140" y="2083"/>
                  </a:cubicBezTo>
                  <a:cubicBezTo>
                    <a:pt x="7055" y="2092"/>
                    <a:pt x="6968" y="2095"/>
                    <a:pt x="6882" y="2090"/>
                  </a:cubicBezTo>
                  <a:cubicBezTo>
                    <a:pt x="6777" y="2084"/>
                    <a:pt x="6673" y="2057"/>
                    <a:pt x="6567" y="2054"/>
                  </a:cubicBezTo>
                  <a:cubicBezTo>
                    <a:pt x="6323" y="2047"/>
                    <a:pt x="6077" y="2046"/>
                    <a:pt x="5833" y="2048"/>
                  </a:cubicBezTo>
                  <a:cubicBezTo>
                    <a:pt x="5662" y="2051"/>
                    <a:pt x="5490" y="2068"/>
                    <a:pt x="5318" y="2071"/>
                  </a:cubicBezTo>
                  <a:cubicBezTo>
                    <a:pt x="5092" y="2074"/>
                    <a:pt x="4866" y="2072"/>
                    <a:pt x="4640" y="2071"/>
                  </a:cubicBezTo>
                  <a:cubicBezTo>
                    <a:pt x="4527" y="2071"/>
                    <a:pt x="4415" y="2072"/>
                    <a:pt x="4303" y="2068"/>
                  </a:cubicBezTo>
                  <a:cubicBezTo>
                    <a:pt x="4081" y="2061"/>
                    <a:pt x="3859" y="2038"/>
                    <a:pt x="3635" y="2039"/>
                  </a:cubicBezTo>
                  <a:cubicBezTo>
                    <a:pt x="3326" y="2041"/>
                    <a:pt x="3018" y="2010"/>
                    <a:pt x="2708" y="1986"/>
                  </a:cubicBezTo>
                  <a:cubicBezTo>
                    <a:pt x="2593" y="1979"/>
                    <a:pt x="2481" y="1954"/>
                    <a:pt x="2365" y="1941"/>
                  </a:cubicBezTo>
                  <a:cubicBezTo>
                    <a:pt x="2098" y="1916"/>
                    <a:pt x="1846" y="1837"/>
                    <a:pt x="1605" y="1723"/>
                  </a:cubicBezTo>
                  <a:cubicBezTo>
                    <a:pt x="1419" y="1636"/>
                    <a:pt x="1227" y="1561"/>
                    <a:pt x="1039" y="1475"/>
                  </a:cubicBezTo>
                  <a:cubicBezTo>
                    <a:pt x="845" y="1387"/>
                    <a:pt x="672" y="1270"/>
                    <a:pt x="559" y="1081"/>
                  </a:cubicBezTo>
                  <a:cubicBezTo>
                    <a:pt x="538" y="1041"/>
                    <a:pt x="501" y="1013"/>
                    <a:pt x="454" y="962"/>
                  </a:cubicBezTo>
                  <a:close/>
                  <a:moveTo>
                    <a:pt x="10335" y="920"/>
                  </a:moveTo>
                  <a:cubicBezTo>
                    <a:pt x="10302" y="898"/>
                    <a:pt x="10276" y="881"/>
                    <a:pt x="10251" y="866"/>
                  </a:cubicBezTo>
                  <a:cubicBezTo>
                    <a:pt x="10123" y="789"/>
                    <a:pt x="10003" y="696"/>
                    <a:pt x="9853" y="662"/>
                  </a:cubicBezTo>
                  <a:cubicBezTo>
                    <a:pt x="9739" y="639"/>
                    <a:pt x="9628" y="604"/>
                    <a:pt x="9516" y="573"/>
                  </a:cubicBezTo>
                  <a:cubicBezTo>
                    <a:pt x="9289" y="512"/>
                    <a:pt x="9060" y="456"/>
                    <a:pt x="8824" y="430"/>
                  </a:cubicBezTo>
                  <a:cubicBezTo>
                    <a:pt x="8769" y="423"/>
                    <a:pt x="8716" y="416"/>
                    <a:pt x="8662" y="408"/>
                  </a:cubicBezTo>
                  <a:cubicBezTo>
                    <a:pt x="8500" y="384"/>
                    <a:pt x="8340" y="353"/>
                    <a:pt x="8180" y="336"/>
                  </a:cubicBezTo>
                  <a:cubicBezTo>
                    <a:pt x="8021" y="321"/>
                    <a:pt x="7861" y="324"/>
                    <a:pt x="7703" y="313"/>
                  </a:cubicBezTo>
                  <a:cubicBezTo>
                    <a:pt x="7596" y="307"/>
                    <a:pt x="7489" y="287"/>
                    <a:pt x="7382" y="283"/>
                  </a:cubicBezTo>
                  <a:cubicBezTo>
                    <a:pt x="7257" y="278"/>
                    <a:pt x="7133" y="289"/>
                    <a:pt x="7009" y="284"/>
                  </a:cubicBezTo>
                  <a:cubicBezTo>
                    <a:pt x="6873" y="279"/>
                    <a:pt x="6738" y="256"/>
                    <a:pt x="6602" y="251"/>
                  </a:cubicBezTo>
                  <a:cubicBezTo>
                    <a:pt x="6457" y="246"/>
                    <a:pt x="6311" y="257"/>
                    <a:pt x="6165" y="256"/>
                  </a:cubicBezTo>
                  <a:cubicBezTo>
                    <a:pt x="5937" y="252"/>
                    <a:pt x="5709" y="240"/>
                    <a:pt x="5481" y="237"/>
                  </a:cubicBezTo>
                  <a:cubicBezTo>
                    <a:pt x="5388" y="236"/>
                    <a:pt x="5294" y="256"/>
                    <a:pt x="5200" y="256"/>
                  </a:cubicBezTo>
                  <a:cubicBezTo>
                    <a:pt x="5077" y="256"/>
                    <a:pt x="4953" y="227"/>
                    <a:pt x="4832" y="242"/>
                  </a:cubicBezTo>
                  <a:cubicBezTo>
                    <a:pt x="4602" y="269"/>
                    <a:pt x="4377" y="236"/>
                    <a:pt x="4149" y="227"/>
                  </a:cubicBezTo>
                  <a:cubicBezTo>
                    <a:pt x="3940" y="218"/>
                    <a:pt x="3729" y="229"/>
                    <a:pt x="3520" y="247"/>
                  </a:cubicBezTo>
                  <a:cubicBezTo>
                    <a:pt x="3427" y="254"/>
                    <a:pt x="3336" y="274"/>
                    <a:pt x="3242" y="274"/>
                  </a:cubicBezTo>
                  <a:cubicBezTo>
                    <a:pt x="3102" y="275"/>
                    <a:pt x="2957" y="273"/>
                    <a:pt x="2822" y="302"/>
                  </a:cubicBezTo>
                  <a:cubicBezTo>
                    <a:pt x="2677" y="334"/>
                    <a:pt x="2534" y="309"/>
                    <a:pt x="2393" y="325"/>
                  </a:cubicBezTo>
                  <a:cubicBezTo>
                    <a:pt x="2290" y="336"/>
                    <a:pt x="2188" y="343"/>
                    <a:pt x="2086" y="353"/>
                  </a:cubicBezTo>
                  <a:cubicBezTo>
                    <a:pt x="2065" y="355"/>
                    <a:pt x="2044" y="369"/>
                    <a:pt x="2024" y="371"/>
                  </a:cubicBezTo>
                  <a:cubicBezTo>
                    <a:pt x="1872" y="381"/>
                    <a:pt x="1719" y="386"/>
                    <a:pt x="1569" y="399"/>
                  </a:cubicBezTo>
                  <a:cubicBezTo>
                    <a:pt x="1505" y="405"/>
                    <a:pt x="1442" y="422"/>
                    <a:pt x="1380" y="439"/>
                  </a:cubicBezTo>
                  <a:cubicBezTo>
                    <a:pt x="1218" y="480"/>
                    <a:pt x="1059" y="539"/>
                    <a:pt x="896" y="559"/>
                  </a:cubicBezTo>
                  <a:cubicBezTo>
                    <a:pt x="808" y="569"/>
                    <a:pt x="764" y="630"/>
                    <a:pt x="696" y="658"/>
                  </a:cubicBezTo>
                  <a:cubicBezTo>
                    <a:pt x="682" y="665"/>
                    <a:pt x="676" y="703"/>
                    <a:pt x="676" y="728"/>
                  </a:cubicBezTo>
                  <a:cubicBezTo>
                    <a:pt x="676" y="752"/>
                    <a:pt x="700" y="779"/>
                    <a:pt x="695" y="802"/>
                  </a:cubicBezTo>
                  <a:cubicBezTo>
                    <a:pt x="665" y="934"/>
                    <a:pt x="738" y="1011"/>
                    <a:pt x="833" y="1082"/>
                  </a:cubicBezTo>
                  <a:cubicBezTo>
                    <a:pt x="868" y="1107"/>
                    <a:pt x="904" y="1133"/>
                    <a:pt x="933" y="1164"/>
                  </a:cubicBezTo>
                  <a:cubicBezTo>
                    <a:pt x="1020" y="1254"/>
                    <a:pt x="1126" y="1302"/>
                    <a:pt x="1243" y="1342"/>
                  </a:cubicBezTo>
                  <a:cubicBezTo>
                    <a:pt x="1418" y="1402"/>
                    <a:pt x="1595" y="1448"/>
                    <a:pt x="1755" y="1562"/>
                  </a:cubicBezTo>
                  <a:cubicBezTo>
                    <a:pt x="1907" y="1668"/>
                    <a:pt x="2107" y="1699"/>
                    <a:pt x="2295" y="1714"/>
                  </a:cubicBezTo>
                  <a:cubicBezTo>
                    <a:pt x="2440" y="1725"/>
                    <a:pt x="2584" y="1724"/>
                    <a:pt x="2726" y="1763"/>
                  </a:cubicBezTo>
                  <a:cubicBezTo>
                    <a:pt x="2746" y="1768"/>
                    <a:pt x="2769" y="1777"/>
                    <a:pt x="2788" y="1772"/>
                  </a:cubicBezTo>
                  <a:cubicBezTo>
                    <a:pt x="2911" y="1724"/>
                    <a:pt x="3034" y="1779"/>
                    <a:pt x="3157" y="1774"/>
                  </a:cubicBezTo>
                  <a:cubicBezTo>
                    <a:pt x="3219" y="1772"/>
                    <a:pt x="3284" y="1777"/>
                    <a:pt x="3346" y="1783"/>
                  </a:cubicBezTo>
                  <a:cubicBezTo>
                    <a:pt x="3498" y="1797"/>
                    <a:pt x="3648" y="1824"/>
                    <a:pt x="3802" y="1798"/>
                  </a:cubicBezTo>
                  <a:cubicBezTo>
                    <a:pt x="3876" y="1786"/>
                    <a:pt x="3953" y="1783"/>
                    <a:pt x="4027" y="1789"/>
                  </a:cubicBezTo>
                  <a:cubicBezTo>
                    <a:pt x="4129" y="1798"/>
                    <a:pt x="4229" y="1824"/>
                    <a:pt x="4332" y="1833"/>
                  </a:cubicBezTo>
                  <a:cubicBezTo>
                    <a:pt x="4450" y="1843"/>
                    <a:pt x="4572" y="1859"/>
                    <a:pt x="4688" y="1843"/>
                  </a:cubicBezTo>
                  <a:cubicBezTo>
                    <a:pt x="4855" y="1822"/>
                    <a:pt x="5022" y="1827"/>
                    <a:pt x="5188" y="1823"/>
                  </a:cubicBezTo>
                  <a:cubicBezTo>
                    <a:pt x="5341" y="1820"/>
                    <a:pt x="5493" y="1842"/>
                    <a:pt x="5647" y="1828"/>
                  </a:cubicBezTo>
                  <a:cubicBezTo>
                    <a:pt x="5924" y="1802"/>
                    <a:pt x="6204" y="1818"/>
                    <a:pt x="6481" y="1809"/>
                  </a:cubicBezTo>
                  <a:cubicBezTo>
                    <a:pt x="6660" y="1804"/>
                    <a:pt x="6839" y="1842"/>
                    <a:pt x="7018" y="1809"/>
                  </a:cubicBezTo>
                  <a:cubicBezTo>
                    <a:pt x="7035" y="1807"/>
                    <a:pt x="7053" y="1808"/>
                    <a:pt x="7070" y="1811"/>
                  </a:cubicBezTo>
                  <a:cubicBezTo>
                    <a:pt x="7169" y="1820"/>
                    <a:pt x="7269" y="1838"/>
                    <a:pt x="7367" y="1839"/>
                  </a:cubicBezTo>
                  <a:cubicBezTo>
                    <a:pt x="7594" y="1840"/>
                    <a:pt x="7821" y="1834"/>
                    <a:pt x="8047" y="1829"/>
                  </a:cubicBezTo>
                  <a:cubicBezTo>
                    <a:pt x="8184" y="1827"/>
                    <a:pt x="8319" y="1826"/>
                    <a:pt x="8456" y="1818"/>
                  </a:cubicBezTo>
                  <a:cubicBezTo>
                    <a:pt x="8549" y="1812"/>
                    <a:pt x="8644" y="1786"/>
                    <a:pt x="8736" y="1792"/>
                  </a:cubicBezTo>
                  <a:cubicBezTo>
                    <a:pt x="8944" y="1807"/>
                    <a:pt x="9139" y="1735"/>
                    <a:pt x="9336" y="1694"/>
                  </a:cubicBezTo>
                  <a:cubicBezTo>
                    <a:pt x="9576" y="1644"/>
                    <a:pt x="9812" y="1556"/>
                    <a:pt x="10031" y="1433"/>
                  </a:cubicBezTo>
                  <a:cubicBezTo>
                    <a:pt x="10126" y="1379"/>
                    <a:pt x="10210" y="1321"/>
                    <a:pt x="10278" y="1235"/>
                  </a:cubicBezTo>
                  <a:cubicBezTo>
                    <a:pt x="10335" y="1168"/>
                    <a:pt x="10375" y="1106"/>
                    <a:pt x="10330" y="1016"/>
                  </a:cubicBezTo>
                  <a:cubicBezTo>
                    <a:pt x="10322" y="990"/>
                    <a:pt x="10334" y="954"/>
                    <a:pt x="10335" y="920"/>
                  </a:cubicBezTo>
                  <a:close/>
                  <a:moveTo>
                    <a:pt x="10369" y="3616"/>
                  </a:moveTo>
                  <a:cubicBezTo>
                    <a:pt x="10420" y="3606"/>
                    <a:pt x="10466" y="3581"/>
                    <a:pt x="10499" y="3592"/>
                  </a:cubicBezTo>
                  <a:cubicBezTo>
                    <a:pt x="10661" y="3645"/>
                    <a:pt x="10826" y="3653"/>
                    <a:pt x="10993" y="3654"/>
                  </a:cubicBezTo>
                  <a:cubicBezTo>
                    <a:pt x="11009" y="3654"/>
                    <a:pt x="11025" y="3665"/>
                    <a:pt x="11042" y="3668"/>
                  </a:cubicBezTo>
                  <a:cubicBezTo>
                    <a:pt x="11101" y="3674"/>
                    <a:pt x="11159" y="3683"/>
                    <a:pt x="11219" y="3684"/>
                  </a:cubicBezTo>
                  <a:cubicBezTo>
                    <a:pt x="11326" y="3685"/>
                    <a:pt x="11435" y="3677"/>
                    <a:pt x="11532" y="3730"/>
                  </a:cubicBezTo>
                  <a:cubicBezTo>
                    <a:pt x="11596" y="3765"/>
                    <a:pt x="11654" y="3808"/>
                    <a:pt x="11714" y="3849"/>
                  </a:cubicBezTo>
                  <a:cubicBezTo>
                    <a:pt x="11781" y="3895"/>
                    <a:pt x="11822" y="3952"/>
                    <a:pt x="11812" y="4042"/>
                  </a:cubicBezTo>
                  <a:cubicBezTo>
                    <a:pt x="11803" y="4122"/>
                    <a:pt x="11799" y="4207"/>
                    <a:pt x="11813" y="4286"/>
                  </a:cubicBezTo>
                  <a:cubicBezTo>
                    <a:pt x="11833" y="4390"/>
                    <a:pt x="11826" y="4488"/>
                    <a:pt x="11811" y="4591"/>
                  </a:cubicBezTo>
                  <a:cubicBezTo>
                    <a:pt x="11763" y="4897"/>
                    <a:pt x="11722" y="5203"/>
                    <a:pt x="11680" y="5510"/>
                  </a:cubicBezTo>
                  <a:cubicBezTo>
                    <a:pt x="11659" y="5664"/>
                    <a:pt x="11587" y="5798"/>
                    <a:pt x="11507" y="5923"/>
                  </a:cubicBezTo>
                  <a:cubicBezTo>
                    <a:pt x="11448" y="6018"/>
                    <a:pt x="11352" y="6097"/>
                    <a:pt x="11225" y="6109"/>
                  </a:cubicBezTo>
                  <a:cubicBezTo>
                    <a:pt x="11113" y="6119"/>
                    <a:pt x="11003" y="6121"/>
                    <a:pt x="10892" y="6136"/>
                  </a:cubicBezTo>
                  <a:cubicBezTo>
                    <a:pt x="10704" y="6165"/>
                    <a:pt x="10518" y="6171"/>
                    <a:pt x="10327" y="6145"/>
                  </a:cubicBezTo>
                  <a:cubicBezTo>
                    <a:pt x="10220" y="6129"/>
                    <a:pt x="10155" y="6202"/>
                    <a:pt x="10144" y="6313"/>
                  </a:cubicBezTo>
                  <a:cubicBezTo>
                    <a:pt x="10134" y="6416"/>
                    <a:pt x="10119" y="6518"/>
                    <a:pt x="10104" y="6620"/>
                  </a:cubicBezTo>
                  <a:cubicBezTo>
                    <a:pt x="10098" y="6666"/>
                    <a:pt x="10090" y="6711"/>
                    <a:pt x="10082" y="6766"/>
                  </a:cubicBezTo>
                  <a:cubicBezTo>
                    <a:pt x="10166" y="6776"/>
                    <a:pt x="10237" y="6784"/>
                    <a:pt x="10308" y="6794"/>
                  </a:cubicBezTo>
                  <a:cubicBezTo>
                    <a:pt x="10460" y="6816"/>
                    <a:pt x="10612" y="6858"/>
                    <a:pt x="10764" y="6857"/>
                  </a:cubicBezTo>
                  <a:cubicBezTo>
                    <a:pt x="11013" y="6856"/>
                    <a:pt x="11264" y="6835"/>
                    <a:pt x="11501" y="6760"/>
                  </a:cubicBezTo>
                  <a:cubicBezTo>
                    <a:pt x="11752" y="6680"/>
                    <a:pt x="11976" y="6559"/>
                    <a:pt x="12057" y="6278"/>
                  </a:cubicBezTo>
                  <a:cubicBezTo>
                    <a:pt x="12063" y="6257"/>
                    <a:pt x="12079" y="6240"/>
                    <a:pt x="12085" y="6219"/>
                  </a:cubicBezTo>
                  <a:cubicBezTo>
                    <a:pt x="12109" y="6142"/>
                    <a:pt x="12140" y="6065"/>
                    <a:pt x="12149" y="5986"/>
                  </a:cubicBezTo>
                  <a:cubicBezTo>
                    <a:pt x="12180" y="5733"/>
                    <a:pt x="12203" y="5480"/>
                    <a:pt x="12233" y="5228"/>
                  </a:cubicBezTo>
                  <a:cubicBezTo>
                    <a:pt x="12243" y="5138"/>
                    <a:pt x="12266" y="5050"/>
                    <a:pt x="12275" y="4960"/>
                  </a:cubicBezTo>
                  <a:cubicBezTo>
                    <a:pt x="12300" y="4723"/>
                    <a:pt x="12330" y="4487"/>
                    <a:pt x="12344" y="4249"/>
                  </a:cubicBezTo>
                  <a:cubicBezTo>
                    <a:pt x="12354" y="4062"/>
                    <a:pt x="12288" y="3883"/>
                    <a:pt x="12231" y="3709"/>
                  </a:cubicBezTo>
                  <a:cubicBezTo>
                    <a:pt x="12193" y="3598"/>
                    <a:pt x="12106" y="3505"/>
                    <a:pt x="12044" y="3400"/>
                  </a:cubicBezTo>
                  <a:cubicBezTo>
                    <a:pt x="11988" y="3307"/>
                    <a:pt x="11930" y="3218"/>
                    <a:pt x="11837" y="3159"/>
                  </a:cubicBezTo>
                  <a:cubicBezTo>
                    <a:pt x="11679" y="3060"/>
                    <a:pt x="11522" y="2974"/>
                    <a:pt x="11321" y="2994"/>
                  </a:cubicBezTo>
                  <a:cubicBezTo>
                    <a:pt x="11164" y="3010"/>
                    <a:pt x="11005" y="2993"/>
                    <a:pt x="10847" y="2983"/>
                  </a:cubicBezTo>
                  <a:cubicBezTo>
                    <a:pt x="10707" y="2974"/>
                    <a:pt x="10453" y="3088"/>
                    <a:pt x="10415" y="3214"/>
                  </a:cubicBezTo>
                  <a:cubicBezTo>
                    <a:pt x="10379" y="3337"/>
                    <a:pt x="10349" y="3470"/>
                    <a:pt x="10369" y="3616"/>
                  </a:cubicBezTo>
                  <a:close/>
                  <a:moveTo>
                    <a:pt x="10166" y="5931"/>
                  </a:moveTo>
                  <a:cubicBezTo>
                    <a:pt x="10481" y="5963"/>
                    <a:pt x="10779" y="5996"/>
                    <a:pt x="11072" y="5895"/>
                  </a:cubicBezTo>
                  <a:cubicBezTo>
                    <a:pt x="11084" y="5891"/>
                    <a:pt x="11098" y="5891"/>
                    <a:pt x="11111" y="5890"/>
                  </a:cubicBezTo>
                  <a:cubicBezTo>
                    <a:pt x="11274" y="5876"/>
                    <a:pt x="11404" y="5758"/>
                    <a:pt x="11436" y="5599"/>
                  </a:cubicBezTo>
                  <a:cubicBezTo>
                    <a:pt x="11467" y="5436"/>
                    <a:pt x="11495" y="5271"/>
                    <a:pt x="11533" y="5108"/>
                  </a:cubicBezTo>
                  <a:cubicBezTo>
                    <a:pt x="11607" y="4788"/>
                    <a:pt x="11574" y="4471"/>
                    <a:pt x="11517" y="4151"/>
                  </a:cubicBezTo>
                  <a:cubicBezTo>
                    <a:pt x="11497" y="4036"/>
                    <a:pt x="11420" y="3990"/>
                    <a:pt x="11318" y="3961"/>
                  </a:cubicBezTo>
                  <a:cubicBezTo>
                    <a:pt x="11232" y="3939"/>
                    <a:pt x="11150" y="3961"/>
                    <a:pt x="11066" y="3969"/>
                  </a:cubicBezTo>
                  <a:cubicBezTo>
                    <a:pt x="10937" y="3981"/>
                    <a:pt x="10804" y="3961"/>
                    <a:pt x="10673" y="3960"/>
                  </a:cubicBezTo>
                  <a:cubicBezTo>
                    <a:pt x="10636" y="3959"/>
                    <a:pt x="10592" y="3961"/>
                    <a:pt x="10562" y="3978"/>
                  </a:cubicBezTo>
                  <a:cubicBezTo>
                    <a:pt x="10510" y="4007"/>
                    <a:pt x="10469" y="4001"/>
                    <a:pt x="10416" y="3980"/>
                  </a:cubicBezTo>
                  <a:cubicBezTo>
                    <a:pt x="10347" y="3951"/>
                    <a:pt x="10324" y="3967"/>
                    <a:pt x="10311" y="4042"/>
                  </a:cubicBezTo>
                  <a:cubicBezTo>
                    <a:pt x="10299" y="4114"/>
                    <a:pt x="10290" y="4186"/>
                    <a:pt x="10279" y="4259"/>
                  </a:cubicBezTo>
                  <a:cubicBezTo>
                    <a:pt x="10243" y="4534"/>
                    <a:pt x="10269" y="4814"/>
                    <a:pt x="10203" y="5087"/>
                  </a:cubicBezTo>
                  <a:cubicBezTo>
                    <a:pt x="10195" y="5115"/>
                    <a:pt x="10203" y="5147"/>
                    <a:pt x="10198" y="5177"/>
                  </a:cubicBezTo>
                  <a:cubicBezTo>
                    <a:pt x="10162" y="5367"/>
                    <a:pt x="10243" y="5560"/>
                    <a:pt x="10187" y="5751"/>
                  </a:cubicBezTo>
                  <a:cubicBezTo>
                    <a:pt x="10170" y="5803"/>
                    <a:pt x="10174" y="5860"/>
                    <a:pt x="10166" y="59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1" name="Google Shape;4061;p54"/>
            <p:cNvSpPr/>
            <p:nvPr/>
          </p:nvSpPr>
          <p:spPr>
            <a:xfrm>
              <a:off x="5861044" y="3636985"/>
              <a:ext cx="551975" cy="397073"/>
            </a:xfrm>
            <a:custGeom>
              <a:avLst/>
              <a:gdLst/>
              <a:ahLst/>
              <a:cxnLst/>
              <a:rect l="l" t="t" r="r" b="b"/>
              <a:pathLst>
                <a:path w="9051" h="6511" extrusionOk="0">
                  <a:moveTo>
                    <a:pt x="8844" y="1219"/>
                  </a:moveTo>
                  <a:cubicBezTo>
                    <a:pt x="8864" y="1249"/>
                    <a:pt x="8881" y="1273"/>
                    <a:pt x="8903" y="1307"/>
                  </a:cubicBezTo>
                  <a:cubicBezTo>
                    <a:pt x="8811" y="1344"/>
                    <a:pt x="8820" y="1424"/>
                    <a:pt x="8820" y="1500"/>
                  </a:cubicBezTo>
                  <a:cubicBezTo>
                    <a:pt x="8823" y="1661"/>
                    <a:pt x="8796" y="1824"/>
                    <a:pt x="8845" y="1984"/>
                  </a:cubicBezTo>
                  <a:cubicBezTo>
                    <a:pt x="8811" y="2240"/>
                    <a:pt x="8892" y="2500"/>
                    <a:pt x="8804" y="2753"/>
                  </a:cubicBezTo>
                  <a:cubicBezTo>
                    <a:pt x="8789" y="2795"/>
                    <a:pt x="8805" y="2846"/>
                    <a:pt x="8804" y="2894"/>
                  </a:cubicBezTo>
                  <a:cubicBezTo>
                    <a:pt x="8798" y="3047"/>
                    <a:pt x="8790" y="3201"/>
                    <a:pt x="8784" y="3355"/>
                  </a:cubicBezTo>
                  <a:cubicBezTo>
                    <a:pt x="8778" y="3472"/>
                    <a:pt x="8786" y="3589"/>
                    <a:pt x="8769" y="3703"/>
                  </a:cubicBezTo>
                  <a:cubicBezTo>
                    <a:pt x="8743" y="3892"/>
                    <a:pt x="8758" y="4087"/>
                    <a:pt x="8689" y="4274"/>
                  </a:cubicBezTo>
                  <a:cubicBezTo>
                    <a:pt x="8662" y="4352"/>
                    <a:pt x="8672" y="4443"/>
                    <a:pt x="8664" y="4529"/>
                  </a:cubicBezTo>
                  <a:cubicBezTo>
                    <a:pt x="8652" y="4662"/>
                    <a:pt x="8636" y="4793"/>
                    <a:pt x="8623" y="4926"/>
                  </a:cubicBezTo>
                  <a:cubicBezTo>
                    <a:pt x="8618" y="4981"/>
                    <a:pt x="8620" y="5037"/>
                    <a:pt x="8607" y="5091"/>
                  </a:cubicBezTo>
                  <a:cubicBezTo>
                    <a:pt x="8590" y="5160"/>
                    <a:pt x="8565" y="5227"/>
                    <a:pt x="8539" y="5294"/>
                  </a:cubicBezTo>
                  <a:cubicBezTo>
                    <a:pt x="8526" y="5327"/>
                    <a:pt x="8499" y="5350"/>
                    <a:pt x="8485" y="5383"/>
                  </a:cubicBezTo>
                  <a:cubicBezTo>
                    <a:pt x="8459" y="5442"/>
                    <a:pt x="8444" y="5509"/>
                    <a:pt x="8412" y="5567"/>
                  </a:cubicBezTo>
                  <a:cubicBezTo>
                    <a:pt x="8381" y="5620"/>
                    <a:pt x="8334" y="5666"/>
                    <a:pt x="8293" y="5713"/>
                  </a:cubicBezTo>
                  <a:cubicBezTo>
                    <a:pt x="8243" y="5772"/>
                    <a:pt x="8196" y="5831"/>
                    <a:pt x="8141" y="5883"/>
                  </a:cubicBezTo>
                  <a:cubicBezTo>
                    <a:pt x="8011" y="6004"/>
                    <a:pt x="7905" y="6155"/>
                    <a:pt x="7726" y="6215"/>
                  </a:cubicBezTo>
                  <a:cubicBezTo>
                    <a:pt x="7704" y="6223"/>
                    <a:pt x="7690" y="6254"/>
                    <a:pt x="7668" y="6265"/>
                  </a:cubicBezTo>
                  <a:cubicBezTo>
                    <a:pt x="7627" y="6287"/>
                    <a:pt x="7582" y="6323"/>
                    <a:pt x="7540" y="6320"/>
                  </a:cubicBezTo>
                  <a:cubicBezTo>
                    <a:pt x="7425" y="6312"/>
                    <a:pt x="7321" y="6358"/>
                    <a:pt x="7210" y="6366"/>
                  </a:cubicBezTo>
                  <a:cubicBezTo>
                    <a:pt x="7130" y="6371"/>
                    <a:pt x="7049" y="6364"/>
                    <a:pt x="6967" y="6362"/>
                  </a:cubicBezTo>
                  <a:cubicBezTo>
                    <a:pt x="6860" y="6358"/>
                    <a:pt x="6753" y="6343"/>
                    <a:pt x="6646" y="6353"/>
                  </a:cubicBezTo>
                  <a:cubicBezTo>
                    <a:pt x="6437" y="6372"/>
                    <a:pt x="6231" y="6408"/>
                    <a:pt x="6022" y="6433"/>
                  </a:cubicBezTo>
                  <a:cubicBezTo>
                    <a:pt x="5960" y="6440"/>
                    <a:pt x="5893" y="6444"/>
                    <a:pt x="5834" y="6429"/>
                  </a:cubicBezTo>
                  <a:cubicBezTo>
                    <a:pt x="5770" y="6412"/>
                    <a:pt x="5716" y="6435"/>
                    <a:pt x="5658" y="6443"/>
                  </a:cubicBezTo>
                  <a:cubicBezTo>
                    <a:pt x="5590" y="6452"/>
                    <a:pt x="5521" y="6465"/>
                    <a:pt x="5453" y="6462"/>
                  </a:cubicBezTo>
                  <a:cubicBezTo>
                    <a:pt x="5353" y="6455"/>
                    <a:pt x="5259" y="6448"/>
                    <a:pt x="5160" y="6478"/>
                  </a:cubicBezTo>
                  <a:cubicBezTo>
                    <a:pt x="5116" y="6490"/>
                    <a:pt x="5060" y="6458"/>
                    <a:pt x="5010" y="6462"/>
                  </a:cubicBezTo>
                  <a:cubicBezTo>
                    <a:pt x="4857" y="6472"/>
                    <a:pt x="4703" y="6496"/>
                    <a:pt x="4549" y="6504"/>
                  </a:cubicBezTo>
                  <a:cubicBezTo>
                    <a:pt x="4411" y="6510"/>
                    <a:pt x="4273" y="6509"/>
                    <a:pt x="4136" y="6501"/>
                  </a:cubicBezTo>
                  <a:cubicBezTo>
                    <a:pt x="3936" y="6490"/>
                    <a:pt x="3735" y="6472"/>
                    <a:pt x="3536" y="6454"/>
                  </a:cubicBezTo>
                  <a:cubicBezTo>
                    <a:pt x="3471" y="6449"/>
                    <a:pt x="3409" y="6433"/>
                    <a:pt x="3343" y="6425"/>
                  </a:cubicBezTo>
                  <a:cubicBezTo>
                    <a:pt x="3238" y="6412"/>
                    <a:pt x="3130" y="6402"/>
                    <a:pt x="3024" y="6388"/>
                  </a:cubicBezTo>
                  <a:cubicBezTo>
                    <a:pt x="2883" y="6369"/>
                    <a:pt x="2744" y="6349"/>
                    <a:pt x="2603" y="6330"/>
                  </a:cubicBezTo>
                  <a:cubicBezTo>
                    <a:pt x="2353" y="6295"/>
                    <a:pt x="2102" y="6261"/>
                    <a:pt x="1851" y="6223"/>
                  </a:cubicBezTo>
                  <a:cubicBezTo>
                    <a:pt x="1788" y="6213"/>
                    <a:pt x="1725" y="6194"/>
                    <a:pt x="1668" y="6168"/>
                  </a:cubicBezTo>
                  <a:cubicBezTo>
                    <a:pt x="1455" y="6068"/>
                    <a:pt x="1248" y="5960"/>
                    <a:pt x="1035" y="5862"/>
                  </a:cubicBezTo>
                  <a:cubicBezTo>
                    <a:pt x="847" y="5775"/>
                    <a:pt x="713" y="5641"/>
                    <a:pt x="630" y="5453"/>
                  </a:cubicBezTo>
                  <a:cubicBezTo>
                    <a:pt x="563" y="5304"/>
                    <a:pt x="493" y="5158"/>
                    <a:pt x="424" y="5009"/>
                  </a:cubicBezTo>
                  <a:cubicBezTo>
                    <a:pt x="415" y="4990"/>
                    <a:pt x="410" y="4968"/>
                    <a:pt x="405" y="4948"/>
                  </a:cubicBezTo>
                  <a:cubicBezTo>
                    <a:pt x="371" y="4787"/>
                    <a:pt x="334" y="4629"/>
                    <a:pt x="306" y="4468"/>
                  </a:cubicBezTo>
                  <a:cubicBezTo>
                    <a:pt x="286" y="4351"/>
                    <a:pt x="273" y="4230"/>
                    <a:pt x="266" y="4110"/>
                  </a:cubicBezTo>
                  <a:cubicBezTo>
                    <a:pt x="248" y="3845"/>
                    <a:pt x="237" y="3579"/>
                    <a:pt x="223" y="3313"/>
                  </a:cubicBezTo>
                  <a:cubicBezTo>
                    <a:pt x="222" y="3297"/>
                    <a:pt x="215" y="3280"/>
                    <a:pt x="212" y="3263"/>
                  </a:cubicBezTo>
                  <a:cubicBezTo>
                    <a:pt x="196" y="3164"/>
                    <a:pt x="165" y="3067"/>
                    <a:pt x="187" y="2960"/>
                  </a:cubicBezTo>
                  <a:cubicBezTo>
                    <a:pt x="202" y="2884"/>
                    <a:pt x="174" y="2799"/>
                    <a:pt x="164" y="2718"/>
                  </a:cubicBezTo>
                  <a:cubicBezTo>
                    <a:pt x="143" y="2544"/>
                    <a:pt x="119" y="2371"/>
                    <a:pt x="98" y="2197"/>
                  </a:cubicBezTo>
                  <a:cubicBezTo>
                    <a:pt x="74" y="2021"/>
                    <a:pt x="52" y="1848"/>
                    <a:pt x="28" y="1674"/>
                  </a:cubicBezTo>
                  <a:cubicBezTo>
                    <a:pt x="0" y="1471"/>
                    <a:pt x="6" y="1270"/>
                    <a:pt x="37" y="1068"/>
                  </a:cubicBezTo>
                  <a:cubicBezTo>
                    <a:pt x="41" y="1043"/>
                    <a:pt x="47" y="1016"/>
                    <a:pt x="60" y="995"/>
                  </a:cubicBezTo>
                  <a:cubicBezTo>
                    <a:pt x="117" y="901"/>
                    <a:pt x="173" y="804"/>
                    <a:pt x="240" y="714"/>
                  </a:cubicBezTo>
                  <a:cubicBezTo>
                    <a:pt x="321" y="606"/>
                    <a:pt x="414" y="507"/>
                    <a:pt x="539" y="444"/>
                  </a:cubicBezTo>
                  <a:cubicBezTo>
                    <a:pt x="643" y="393"/>
                    <a:pt x="738" y="328"/>
                    <a:pt x="843" y="275"/>
                  </a:cubicBezTo>
                  <a:cubicBezTo>
                    <a:pt x="906" y="243"/>
                    <a:pt x="976" y="215"/>
                    <a:pt x="1044" y="201"/>
                  </a:cubicBezTo>
                  <a:cubicBezTo>
                    <a:pt x="1131" y="183"/>
                    <a:pt x="1222" y="186"/>
                    <a:pt x="1311" y="173"/>
                  </a:cubicBezTo>
                  <a:cubicBezTo>
                    <a:pt x="1498" y="145"/>
                    <a:pt x="1685" y="116"/>
                    <a:pt x="1871" y="80"/>
                  </a:cubicBezTo>
                  <a:cubicBezTo>
                    <a:pt x="1950" y="64"/>
                    <a:pt x="2026" y="35"/>
                    <a:pt x="2104" y="12"/>
                  </a:cubicBezTo>
                  <a:cubicBezTo>
                    <a:pt x="2121" y="7"/>
                    <a:pt x="2139" y="1"/>
                    <a:pt x="2154" y="3"/>
                  </a:cubicBezTo>
                  <a:cubicBezTo>
                    <a:pt x="2378" y="57"/>
                    <a:pt x="2603" y="14"/>
                    <a:pt x="2828" y="16"/>
                  </a:cubicBezTo>
                  <a:cubicBezTo>
                    <a:pt x="3136" y="17"/>
                    <a:pt x="3444" y="32"/>
                    <a:pt x="3752" y="40"/>
                  </a:cubicBezTo>
                  <a:cubicBezTo>
                    <a:pt x="3796" y="42"/>
                    <a:pt x="3838" y="44"/>
                    <a:pt x="3881" y="40"/>
                  </a:cubicBezTo>
                  <a:cubicBezTo>
                    <a:pt x="4113" y="17"/>
                    <a:pt x="4343" y="49"/>
                    <a:pt x="4573" y="63"/>
                  </a:cubicBezTo>
                  <a:cubicBezTo>
                    <a:pt x="4736" y="74"/>
                    <a:pt x="4900" y="63"/>
                    <a:pt x="5062" y="63"/>
                  </a:cubicBezTo>
                  <a:cubicBezTo>
                    <a:pt x="5123" y="63"/>
                    <a:pt x="5183" y="61"/>
                    <a:pt x="5241" y="63"/>
                  </a:cubicBezTo>
                  <a:cubicBezTo>
                    <a:pt x="5280" y="64"/>
                    <a:pt x="5320" y="74"/>
                    <a:pt x="5358" y="70"/>
                  </a:cubicBezTo>
                  <a:cubicBezTo>
                    <a:pt x="5593" y="44"/>
                    <a:pt x="5828" y="82"/>
                    <a:pt x="6062" y="95"/>
                  </a:cubicBezTo>
                  <a:cubicBezTo>
                    <a:pt x="6220" y="104"/>
                    <a:pt x="6380" y="94"/>
                    <a:pt x="6539" y="96"/>
                  </a:cubicBezTo>
                  <a:cubicBezTo>
                    <a:pt x="6672" y="99"/>
                    <a:pt x="6806" y="104"/>
                    <a:pt x="6939" y="115"/>
                  </a:cubicBezTo>
                  <a:cubicBezTo>
                    <a:pt x="6998" y="118"/>
                    <a:pt x="7055" y="143"/>
                    <a:pt x="7115" y="146"/>
                  </a:cubicBezTo>
                  <a:cubicBezTo>
                    <a:pt x="7213" y="151"/>
                    <a:pt x="7314" y="161"/>
                    <a:pt x="7408" y="142"/>
                  </a:cubicBezTo>
                  <a:cubicBezTo>
                    <a:pt x="7613" y="104"/>
                    <a:pt x="7809" y="150"/>
                    <a:pt x="8010" y="177"/>
                  </a:cubicBezTo>
                  <a:cubicBezTo>
                    <a:pt x="8057" y="183"/>
                    <a:pt x="8104" y="182"/>
                    <a:pt x="8150" y="191"/>
                  </a:cubicBezTo>
                  <a:cubicBezTo>
                    <a:pt x="8217" y="204"/>
                    <a:pt x="8282" y="219"/>
                    <a:pt x="8346" y="239"/>
                  </a:cubicBezTo>
                  <a:cubicBezTo>
                    <a:pt x="8471" y="281"/>
                    <a:pt x="8595" y="330"/>
                    <a:pt x="8720" y="371"/>
                  </a:cubicBezTo>
                  <a:cubicBezTo>
                    <a:pt x="8884" y="426"/>
                    <a:pt x="8976" y="536"/>
                    <a:pt x="9005" y="705"/>
                  </a:cubicBezTo>
                  <a:cubicBezTo>
                    <a:pt x="9010" y="740"/>
                    <a:pt x="9015" y="774"/>
                    <a:pt x="9026" y="806"/>
                  </a:cubicBezTo>
                  <a:cubicBezTo>
                    <a:pt x="9051" y="877"/>
                    <a:pt x="9029" y="930"/>
                    <a:pt x="8978" y="980"/>
                  </a:cubicBezTo>
                  <a:cubicBezTo>
                    <a:pt x="8954" y="1002"/>
                    <a:pt x="8922" y="1039"/>
                    <a:pt x="8927" y="1061"/>
                  </a:cubicBezTo>
                  <a:cubicBezTo>
                    <a:pt x="8946" y="1143"/>
                    <a:pt x="8903" y="1184"/>
                    <a:pt x="8844" y="1219"/>
                  </a:cubicBezTo>
                  <a:close/>
                  <a:moveTo>
                    <a:pt x="8140" y="5399"/>
                  </a:moveTo>
                  <a:cubicBezTo>
                    <a:pt x="8124" y="5391"/>
                    <a:pt x="8115" y="5385"/>
                    <a:pt x="8108" y="5385"/>
                  </a:cubicBezTo>
                  <a:cubicBezTo>
                    <a:pt x="7955" y="5397"/>
                    <a:pt x="7801" y="5415"/>
                    <a:pt x="7648" y="5423"/>
                  </a:cubicBezTo>
                  <a:cubicBezTo>
                    <a:pt x="7550" y="5430"/>
                    <a:pt x="7447" y="5414"/>
                    <a:pt x="7352" y="5432"/>
                  </a:cubicBezTo>
                  <a:cubicBezTo>
                    <a:pt x="7125" y="5477"/>
                    <a:pt x="6897" y="5461"/>
                    <a:pt x="6670" y="5451"/>
                  </a:cubicBezTo>
                  <a:cubicBezTo>
                    <a:pt x="6647" y="5450"/>
                    <a:pt x="6627" y="5437"/>
                    <a:pt x="6606" y="5430"/>
                  </a:cubicBezTo>
                  <a:cubicBezTo>
                    <a:pt x="6608" y="5420"/>
                    <a:pt x="6608" y="5411"/>
                    <a:pt x="6609" y="5400"/>
                  </a:cubicBezTo>
                  <a:cubicBezTo>
                    <a:pt x="6649" y="5399"/>
                    <a:pt x="6688" y="5393"/>
                    <a:pt x="6728" y="5396"/>
                  </a:cubicBezTo>
                  <a:cubicBezTo>
                    <a:pt x="6888" y="5414"/>
                    <a:pt x="7045" y="5405"/>
                    <a:pt x="7204" y="5378"/>
                  </a:cubicBezTo>
                  <a:cubicBezTo>
                    <a:pt x="7300" y="5360"/>
                    <a:pt x="7399" y="5358"/>
                    <a:pt x="7496" y="5347"/>
                  </a:cubicBezTo>
                  <a:cubicBezTo>
                    <a:pt x="7704" y="5319"/>
                    <a:pt x="7916" y="5339"/>
                    <a:pt x="8119" y="5255"/>
                  </a:cubicBezTo>
                  <a:cubicBezTo>
                    <a:pt x="8248" y="5201"/>
                    <a:pt x="8324" y="5124"/>
                    <a:pt x="8359" y="4995"/>
                  </a:cubicBezTo>
                  <a:cubicBezTo>
                    <a:pt x="8383" y="4903"/>
                    <a:pt x="8370" y="4890"/>
                    <a:pt x="8278" y="4905"/>
                  </a:cubicBezTo>
                  <a:cubicBezTo>
                    <a:pt x="7929" y="4961"/>
                    <a:pt x="7581" y="5017"/>
                    <a:pt x="7232" y="5069"/>
                  </a:cubicBezTo>
                  <a:cubicBezTo>
                    <a:pt x="7110" y="5087"/>
                    <a:pt x="6985" y="5094"/>
                    <a:pt x="6861" y="5109"/>
                  </a:cubicBezTo>
                  <a:cubicBezTo>
                    <a:pt x="6792" y="5117"/>
                    <a:pt x="6759" y="5088"/>
                    <a:pt x="6746" y="5010"/>
                  </a:cubicBezTo>
                  <a:cubicBezTo>
                    <a:pt x="6795" y="5017"/>
                    <a:pt x="6836" y="5031"/>
                    <a:pt x="6876" y="5027"/>
                  </a:cubicBezTo>
                  <a:cubicBezTo>
                    <a:pt x="7107" y="5002"/>
                    <a:pt x="7338" y="4982"/>
                    <a:pt x="7567" y="4946"/>
                  </a:cubicBezTo>
                  <a:cubicBezTo>
                    <a:pt x="7736" y="4919"/>
                    <a:pt x="7901" y="4866"/>
                    <a:pt x="8069" y="4832"/>
                  </a:cubicBezTo>
                  <a:cubicBezTo>
                    <a:pt x="8161" y="4815"/>
                    <a:pt x="8245" y="4792"/>
                    <a:pt x="8294" y="4705"/>
                  </a:cubicBezTo>
                  <a:cubicBezTo>
                    <a:pt x="8330" y="4725"/>
                    <a:pt x="8359" y="4741"/>
                    <a:pt x="8394" y="4762"/>
                  </a:cubicBezTo>
                  <a:cubicBezTo>
                    <a:pt x="8419" y="4673"/>
                    <a:pt x="8460" y="4596"/>
                    <a:pt x="8407" y="4506"/>
                  </a:cubicBezTo>
                  <a:cubicBezTo>
                    <a:pt x="8105" y="4601"/>
                    <a:pt x="7806" y="4680"/>
                    <a:pt x="7495" y="4692"/>
                  </a:cubicBezTo>
                  <a:cubicBezTo>
                    <a:pt x="7341" y="4697"/>
                    <a:pt x="7184" y="4690"/>
                    <a:pt x="7030" y="4684"/>
                  </a:cubicBezTo>
                  <a:cubicBezTo>
                    <a:pt x="6988" y="4683"/>
                    <a:pt x="6934" y="4687"/>
                    <a:pt x="6911" y="4619"/>
                  </a:cubicBezTo>
                  <a:cubicBezTo>
                    <a:pt x="6932" y="4612"/>
                    <a:pt x="6946" y="4603"/>
                    <a:pt x="6961" y="4603"/>
                  </a:cubicBezTo>
                  <a:cubicBezTo>
                    <a:pt x="7128" y="4602"/>
                    <a:pt x="7296" y="4607"/>
                    <a:pt x="7463" y="4602"/>
                  </a:cubicBezTo>
                  <a:cubicBezTo>
                    <a:pt x="7780" y="4591"/>
                    <a:pt x="8082" y="4519"/>
                    <a:pt x="8359" y="4356"/>
                  </a:cubicBezTo>
                  <a:cubicBezTo>
                    <a:pt x="8465" y="4293"/>
                    <a:pt x="8479" y="4274"/>
                    <a:pt x="8456" y="4131"/>
                  </a:cubicBezTo>
                  <a:cubicBezTo>
                    <a:pt x="8415" y="4134"/>
                    <a:pt x="8371" y="4132"/>
                    <a:pt x="8332" y="4142"/>
                  </a:cubicBezTo>
                  <a:cubicBezTo>
                    <a:pt x="8153" y="4185"/>
                    <a:pt x="7974" y="4229"/>
                    <a:pt x="7796" y="4277"/>
                  </a:cubicBezTo>
                  <a:cubicBezTo>
                    <a:pt x="7582" y="4336"/>
                    <a:pt x="7366" y="4363"/>
                    <a:pt x="7146" y="4370"/>
                  </a:cubicBezTo>
                  <a:cubicBezTo>
                    <a:pt x="7102" y="4371"/>
                    <a:pt x="7053" y="4379"/>
                    <a:pt x="7010" y="4328"/>
                  </a:cubicBezTo>
                  <a:cubicBezTo>
                    <a:pt x="7033" y="4316"/>
                    <a:pt x="7048" y="4299"/>
                    <a:pt x="7065" y="4296"/>
                  </a:cubicBezTo>
                  <a:cubicBezTo>
                    <a:pt x="7097" y="4293"/>
                    <a:pt x="7133" y="4301"/>
                    <a:pt x="7167" y="4297"/>
                  </a:cubicBezTo>
                  <a:cubicBezTo>
                    <a:pt x="7548" y="4250"/>
                    <a:pt x="7920" y="4168"/>
                    <a:pt x="8284" y="4049"/>
                  </a:cubicBezTo>
                  <a:cubicBezTo>
                    <a:pt x="8343" y="4029"/>
                    <a:pt x="8402" y="4016"/>
                    <a:pt x="8453" y="3987"/>
                  </a:cubicBezTo>
                  <a:cubicBezTo>
                    <a:pt x="8486" y="3968"/>
                    <a:pt x="8514" y="3925"/>
                    <a:pt x="8520" y="3887"/>
                  </a:cubicBezTo>
                  <a:cubicBezTo>
                    <a:pt x="8528" y="3828"/>
                    <a:pt x="8516" y="3763"/>
                    <a:pt x="8512" y="3690"/>
                  </a:cubicBezTo>
                  <a:cubicBezTo>
                    <a:pt x="8354" y="3720"/>
                    <a:pt x="8200" y="3739"/>
                    <a:pt x="8053" y="3780"/>
                  </a:cubicBezTo>
                  <a:cubicBezTo>
                    <a:pt x="7832" y="3840"/>
                    <a:pt x="7608" y="3880"/>
                    <a:pt x="7381" y="3889"/>
                  </a:cubicBezTo>
                  <a:cubicBezTo>
                    <a:pt x="7253" y="3894"/>
                    <a:pt x="7125" y="3874"/>
                    <a:pt x="6997" y="3859"/>
                  </a:cubicBezTo>
                  <a:cubicBezTo>
                    <a:pt x="6946" y="3854"/>
                    <a:pt x="6936" y="3823"/>
                    <a:pt x="6962" y="3784"/>
                  </a:cubicBezTo>
                  <a:cubicBezTo>
                    <a:pt x="7244" y="3841"/>
                    <a:pt x="7520" y="3812"/>
                    <a:pt x="7786" y="3752"/>
                  </a:cubicBezTo>
                  <a:cubicBezTo>
                    <a:pt x="8048" y="3692"/>
                    <a:pt x="8327" y="3657"/>
                    <a:pt x="8554" y="3480"/>
                  </a:cubicBezTo>
                  <a:cubicBezTo>
                    <a:pt x="8563" y="3436"/>
                    <a:pt x="8576" y="3385"/>
                    <a:pt x="8576" y="3333"/>
                  </a:cubicBezTo>
                  <a:cubicBezTo>
                    <a:pt x="8578" y="3283"/>
                    <a:pt x="8583" y="3216"/>
                    <a:pt x="8520" y="3205"/>
                  </a:cubicBezTo>
                  <a:cubicBezTo>
                    <a:pt x="8447" y="3190"/>
                    <a:pt x="8363" y="3181"/>
                    <a:pt x="8293" y="3201"/>
                  </a:cubicBezTo>
                  <a:cubicBezTo>
                    <a:pt x="7904" y="3318"/>
                    <a:pt x="7499" y="3347"/>
                    <a:pt x="7100" y="3404"/>
                  </a:cubicBezTo>
                  <a:cubicBezTo>
                    <a:pt x="7076" y="3408"/>
                    <a:pt x="7048" y="3394"/>
                    <a:pt x="7023" y="3389"/>
                  </a:cubicBezTo>
                  <a:cubicBezTo>
                    <a:pt x="7021" y="3379"/>
                    <a:pt x="7020" y="3369"/>
                    <a:pt x="7018" y="3359"/>
                  </a:cubicBezTo>
                  <a:cubicBezTo>
                    <a:pt x="7053" y="3343"/>
                    <a:pt x="7087" y="3317"/>
                    <a:pt x="7125" y="3312"/>
                  </a:cubicBezTo>
                  <a:cubicBezTo>
                    <a:pt x="7269" y="3294"/>
                    <a:pt x="7415" y="3280"/>
                    <a:pt x="7560" y="3267"/>
                  </a:cubicBezTo>
                  <a:cubicBezTo>
                    <a:pt x="7797" y="3247"/>
                    <a:pt x="8021" y="3171"/>
                    <a:pt x="8246" y="3099"/>
                  </a:cubicBezTo>
                  <a:cubicBezTo>
                    <a:pt x="8361" y="3062"/>
                    <a:pt x="8492" y="3056"/>
                    <a:pt x="8576" y="2964"/>
                  </a:cubicBezTo>
                  <a:lnTo>
                    <a:pt x="8576" y="2758"/>
                  </a:lnTo>
                  <a:cubicBezTo>
                    <a:pt x="8317" y="2823"/>
                    <a:pt x="8067" y="2889"/>
                    <a:pt x="7817" y="2947"/>
                  </a:cubicBezTo>
                  <a:cubicBezTo>
                    <a:pt x="7601" y="2997"/>
                    <a:pt x="7164" y="2941"/>
                    <a:pt x="7066" y="2855"/>
                  </a:cubicBezTo>
                  <a:cubicBezTo>
                    <a:pt x="7085" y="2843"/>
                    <a:pt x="7101" y="2823"/>
                    <a:pt x="7118" y="2824"/>
                  </a:cubicBezTo>
                  <a:cubicBezTo>
                    <a:pt x="7191" y="2829"/>
                    <a:pt x="7265" y="2832"/>
                    <a:pt x="7335" y="2850"/>
                  </a:cubicBezTo>
                  <a:cubicBezTo>
                    <a:pt x="7544" y="2905"/>
                    <a:pt x="7751" y="2875"/>
                    <a:pt x="7954" y="2824"/>
                  </a:cubicBezTo>
                  <a:cubicBezTo>
                    <a:pt x="8167" y="2770"/>
                    <a:pt x="8394" y="2737"/>
                    <a:pt x="8553" y="2558"/>
                  </a:cubicBezTo>
                  <a:cubicBezTo>
                    <a:pt x="8640" y="2545"/>
                    <a:pt x="8622" y="2470"/>
                    <a:pt x="8627" y="2417"/>
                  </a:cubicBezTo>
                  <a:cubicBezTo>
                    <a:pt x="8634" y="2363"/>
                    <a:pt x="8596" y="2340"/>
                    <a:pt x="8543" y="2351"/>
                  </a:cubicBezTo>
                  <a:cubicBezTo>
                    <a:pt x="8397" y="2382"/>
                    <a:pt x="8251" y="2419"/>
                    <a:pt x="8104" y="2445"/>
                  </a:cubicBezTo>
                  <a:cubicBezTo>
                    <a:pt x="7957" y="2473"/>
                    <a:pt x="7808" y="2491"/>
                    <a:pt x="7660" y="2514"/>
                  </a:cubicBezTo>
                  <a:cubicBezTo>
                    <a:pt x="7509" y="2535"/>
                    <a:pt x="7352" y="2511"/>
                    <a:pt x="7204" y="2577"/>
                  </a:cubicBezTo>
                  <a:cubicBezTo>
                    <a:pt x="7154" y="2601"/>
                    <a:pt x="7141" y="2577"/>
                    <a:pt x="7148" y="2488"/>
                  </a:cubicBezTo>
                  <a:cubicBezTo>
                    <a:pt x="7235" y="2474"/>
                    <a:pt x="7324" y="2449"/>
                    <a:pt x="7413" y="2447"/>
                  </a:cubicBezTo>
                  <a:cubicBezTo>
                    <a:pt x="7683" y="2440"/>
                    <a:pt x="7944" y="2402"/>
                    <a:pt x="8200" y="2322"/>
                  </a:cubicBezTo>
                  <a:cubicBezTo>
                    <a:pt x="8266" y="2301"/>
                    <a:pt x="8333" y="2286"/>
                    <a:pt x="8401" y="2277"/>
                  </a:cubicBezTo>
                  <a:cubicBezTo>
                    <a:pt x="8571" y="2251"/>
                    <a:pt x="8614" y="2184"/>
                    <a:pt x="8553" y="2015"/>
                  </a:cubicBezTo>
                  <a:cubicBezTo>
                    <a:pt x="8406" y="2036"/>
                    <a:pt x="8259" y="2060"/>
                    <a:pt x="8110" y="2081"/>
                  </a:cubicBezTo>
                  <a:cubicBezTo>
                    <a:pt x="8001" y="2097"/>
                    <a:pt x="7890" y="2121"/>
                    <a:pt x="7781" y="2125"/>
                  </a:cubicBezTo>
                  <a:cubicBezTo>
                    <a:pt x="7617" y="2130"/>
                    <a:pt x="7454" y="2121"/>
                    <a:pt x="7291" y="2117"/>
                  </a:cubicBezTo>
                  <a:cubicBezTo>
                    <a:pt x="7239" y="2116"/>
                    <a:pt x="7227" y="2085"/>
                    <a:pt x="7232" y="2029"/>
                  </a:cubicBezTo>
                  <a:cubicBezTo>
                    <a:pt x="7264" y="2024"/>
                    <a:pt x="7297" y="2014"/>
                    <a:pt x="7330" y="2016"/>
                  </a:cubicBezTo>
                  <a:cubicBezTo>
                    <a:pt x="7596" y="2040"/>
                    <a:pt x="7862" y="2061"/>
                    <a:pt x="8125" y="1989"/>
                  </a:cubicBezTo>
                  <a:cubicBezTo>
                    <a:pt x="8243" y="1957"/>
                    <a:pt x="8368" y="1939"/>
                    <a:pt x="8488" y="1913"/>
                  </a:cubicBezTo>
                  <a:cubicBezTo>
                    <a:pt x="8547" y="1901"/>
                    <a:pt x="8576" y="1862"/>
                    <a:pt x="8576" y="1803"/>
                  </a:cubicBezTo>
                  <a:cubicBezTo>
                    <a:pt x="8576" y="1765"/>
                    <a:pt x="8574" y="1727"/>
                    <a:pt x="8571" y="1671"/>
                  </a:cubicBezTo>
                  <a:cubicBezTo>
                    <a:pt x="8440" y="1688"/>
                    <a:pt x="8315" y="1697"/>
                    <a:pt x="8196" y="1723"/>
                  </a:cubicBezTo>
                  <a:cubicBezTo>
                    <a:pt x="8022" y="1762"/>
                    <a:pt x="7848" y="1767"/>
                    <a:pt x="7673" y="1764"/>
                  </a:cubicBezTo>
                  <a:cubicBezTo>
                    <a:pt x="7567" y="1763"/>
                    <a:pt x="7460" y="1769"/>
                    <a:pt x="7353" y="1778"/>
                  </a:cubicBezTo>
                  <a:cubicBezTo>
                    <a:pt x="7300" y="1782"/>
                    <a:pt x="7271" y="1769"/>
                    <a:pt x="7266" y="1710"/>
                  </a:cubicBezTo>
                  <a:cubicBezTo>
                    <a:pt x="7340" y="1656"/>
                    <a:pt x="7423" y="1663"/>
                    <a:pt x="7501" y="1663"/>
                  </a:cubicBezTo>
                  <a:cubicBezTo>
                    <a:pt x="7715" y="1663"/>
                    <a:pt x="7929" y="1693"/>
                    <a:pt x="8140" y="1624"/>
                  </a:cubicBezTo>
                  <a:cubicBezTo>
                    <a:pt x="8261" y="1583"/>
                    <a:pt x="8392" y="1574"/>
                    <a:pt x="8518" y="1550"/>
                  </a:cubicBezTo>
                  <a:cubicBezTo>
                    <a:pt x="8565" y="1542"/>
                    <a:pt x="8580" y="1512"/>
                    <a:pt x="8578" y="1457"/>
                  </a:cubicBezTo>
                  <a:cubicBezTo>
                    <a:pt x="8496" y="1442"/>
                    <a:pt x="8417" y="1455"/>
                    <a:pt x="8338" y="1472"/>
                  </a:cubicBezTo>
                  <a:cubicBezTo>
                    <a:pt x="8005" y="1553"/>
                    <a:pt x="7667" y="1582"/>
                    <a:pt x="7325" y="1554"/>
                  </a:cubicBezTo>
                  <a:cubicBezTo>
                    <a:pt x="7261" y="1549"/>
                    <a:pt x="7224" y="1527"/>
                    <a:pt x="7207" y="1477"/>
                  </a:cubicBezTo>
                  <a:cubicBezTo>
                    <a:pt x="7141" y="1486"/>
                    <a:pt x="7085" y="1503"/>
                    <a:pt x="7031" y="1497"/>
                  </a:cubicBezTo>
                  <a:cubicBezTo>
                    <a:pt x="6839" y="1476"/>
                    <a:pt x="6651" y="1465"/>
                    <a:pt x="6457" y="1489"/>
                  </a:cubicBezTo>
                  <a:cubicBezTo>
                    <a:pt x="6237" y="1516"/>
                    <a:pt x="6015" y="1511"/>
                    <a:pt x="5792" y="1514"/>
                  </a:cubicBezTo>
                  <a:cubicBezTo>
                    <a:pt x="5613" y="1517"/>
                    <a:pt x="5435" y="1514"/>
                    <a:pt x="5256" y="1509"/>
                  </a:cubicBezTo>
                  <a:cubicBezTo>
                    <a:pt x="5157" y="1507"/>
                    <a:pt x="5059" y="1491"/>
                    <a:pt x="4961" y="1487"/>
                  </a:cubicBezTo>
                  <a:cubicBezTo>
                    <a:pt x="4751" y="1479"/>
                    <a:pt x="4541" y="1479"/>
                    <a:pt x="4330" y="1472"/>
                  </a:cubicBezTo>
                  <a:cubicBezTo>
                    <a:pt x="4026" y="1465"/>
                    <a:pt x="3721" y="1455"/>
                    <a:pt x="3417" y="1445"/>
                  </a:cubicBezTo>
                  <a:cubicBezTo>
                    <a:pt x="3373" y="1443"/>
                    <a:pt x="3330" y="1435"/>
                    <a:pt x="3288" y="1440"/>
                  </a:cubicBezTo>
                  <a:cubicBezTo>
                    <a:pt x="3008" y="1468"/>
                    <a:pt x="2731" y="1432"/>
                    <a:pt x="2455" y="1390"/>
                  </a:cubicBezTo>
                  <a:cubicBezTo>
                    <a:pt x="2384" y="1379"/>
                    <a:pt x="2311" y="1380"/>
                    <a:pt x="2237" y="1373"/>
                  </a:cubicBezTo>
                  <a:cubicBezTo>
                    <a:pt x="2170" y="1365"/>
                    <a:pt x="2102" y="1355"/>
                    <a:pt x="2035" y="1344"/>
                  </a:cubicBezTo>
                  <a:cubicBezTo>
                    <a:pt x="1966" y="1334"/>
                    <a:pt x="1899" y="1323"/>
                    <a:pt x="1831" y="1316"/>
                  </a:cubicBezTo>
                  <a:cubicBezTo>
                    <a:pt x="1657" y="1293"/>
                    <a:pt x="1483" y="1276"/>
                    <a:pt x="1309" y="1254"/>
                  </a:cubicBezTo>
                  <a:cubicBezTo>
                    <a:pt x="1170" y="1236"/>
                    <a:pt x="1030" y="1214"/>
                    <a:pt x="890" y="1198"/>
                  </a:cubicBezTo>
                  <a:cubicBezTo>
                    <a:pt x="725" y="1178"/>
                    <a:pt x="553" y="1184"/>
                    <a:pt x="413" y="1070"/>
                  </a:cubicBezTo>
                  <a:cubicBezTo>
                    <a:pt x="383" y="1047"/>
                    <a:pt x="346" y="1050"/>
                    <a:pt x="322" y="1106"/>
                  </a:cubicBezTo>
                  <a:cubicBezTo>
                    <a:pt x="373" y="1155"/>
                    <a:pt x="418" y="1229"/>
                    <a:pt x="482" y="1256"/>
                  </a:cubicBezTo>
                  <a:cubicBezTo>
                    <a:pt x="691" y="1347"/>
                    <a:pt x="902" y="1441"/>
                    <a:pt x="1121" y="1498"/>
                  </a:cubicBezTo>
                  <a:cubicBezTo>
                    <a:pt x="1356" y="1560"/>
                    <a:pt x="1602" y="1586"/>
                    <a:pt x="1843" y="1623"/>
                  </a:cubicBezTo>
                  <a:cubicBezTo>
                    <a:pt x="1966" y="1640"/>
                    <a:pt x="2092" y="1645"/>
                    <a:pt x="2216" y="1660"/>
                  </a:cubicBezTo>
                  <a:cubicBezTo>
                    <a:pt x="2267" y="1666"/>
                    <a:pt x="2329" y="1665"/>
                    <a:pt x="2338" y="1754"/>
                  </a:cubicBezTo>
                  <a:cubicBezTo>
                    <a:pt x="1617" y="1732"/>
                    <a:pt x="919" y="1650"/>
                    <a:pt x="278" y="1296"/>
                  </a:cubicBezTo>
                  <a:cubicBezTo>
                    <a:pt x="272" y="1313"/>
                    <a:pt x="260" y="1328"/>
                    <a:pt x="264" y="1336"/>
                  </a:cubicBezTo>
                  <a:cubicBezTo>
                    <a:pt x="321" y="1457"/>
                    <a:pt x="383" y="1579"/>
                    <a:pt x="501" y="1648"/>
                  </a:cubicBezTo>
                  <a:cubicBezTo>
                    <a:pt x="759" y="1800"/>
                    <a:pt x="1039" y="1902"/>
                    <a:pt x="1339" y="1927"/>
                  </a:cubicBezTo>
                  <a:cubicBezTo>
                    <a:pt x="1596" y="1947"/>
                    <a:pt x="1853" y="1946"/>
                    <a:pt x="2106" y="2017"/>
                  </a:cubicBezTo>
                  <a:cubicBezTo>
                    <a:pt x="2134" y="2024"/>
                    <a:pt x="2160" y="2033"/>
                    <a:pt x="2188" y="2042"/>
                  </a:cubicBezTo>
                  <a:cubicBezTo>
                    <a:pt x="2186" y="2115"/>
                    <a:pt x="2154" y="2110"/>
                    <a:pt x="2102" y="2100"/>
                  </a:cubicBezTo>
                  <a:cubicBezTo>
                    <a:pt x="1946" y="2070"/>
                    <a:pt x="1789" y="2029"/>
                    <a:pt x="1631" y="2030"/>
                  </a:cubicBezTo>
                  <a:cubicBezTo>
                    <a:pt x="1299" y="2033"/>
                    <a:pt x="981" y="1965"/>
                    <a:pt x="670" y="1863"/>
                  </a:cubicBezTo>
                  <a:cubicBezTo>
                    <a:pt x="538" y="1819"/>
                    <a:pt x="419" y="1737"/>
                    <a:pt x="278" y="1666"/>
                  </a:cubicBezTo>
                  <a:cubicBezTo>
                    <a:pt x="290" y="1713"/>
                    <a:pt x="308" y="1757"/>
                    <a:pt x="307" y="1800"/>
                  </a:cubicBezTo>
                  <a:cubicBezTo>
                    <a:pt x="303" y="1958"/>
                    <a:pt x="414" y="1997"/>
                    <a:pt x="534" y="2034"/>
                  </a:cubicBezTo>
                  <a:cubicBezTo>
                    <a:pt x="689" y="2082"/>
                    <a:pt x="843" y="2139"/>
                    <a:pt x="996" y="2192"/>
                  </a:cubicBezTo>
                  <a:cubicBezTo>
                    <a:pt x="1024" y="2202"/>
                    <a:pt x="1052" y="2212"/>
                    <a:pt x="1081" y="2219"/>
                  </a:cubicBezTo>
                  <a:cubicBezTo>
                    <a:pt x="1299" y="2277"/>
                    <a:pt x="1520" y="2295"/>
                    <a:pt x="1745" y="2299"/>
                  </a:cubicBezTo>
                  <a:cubicBezTo>
                    <a:pt x="1887" y="2301"/>
                    <a:pt x="2031" y="2321"/>
                    <a:pt x="2173" y="2332"/>
                  </a:cubicBezTo>
                  <a:cubicBezTo>
                    <a:pt x="2168" y="2405"/>
                    <a:pt x="2168" y="2406"/>
                    <a:pt x="2118" y="2411"/>
                  </a:cubicBezTo>
                  <a:cubicBezTo>
                    <a:pt x="2081" y="2413"/>
                    <a:pt x="2042" y="2412"/>
                    <a:pt x="2004" y="2409"/>
                  </a:cubicBezTo>
                  <a:cubicBezTo>
                    <a:pt x="1902" y="2401"/>
                    <a:pt x="1797" y="2391"/>
                    <a:pt x="1695" y="2383"/>
                  </a:cubicBezTo>
                  <a:cubicBezTo>
                    <a:pt x="1469" y="2368"/>
                    <a:pt x="1240" y="2372"/>
                    <a:pt x="1020" y="2299"/>
                  </a:cubicBezTo>
                  <a:cubicBezTo>
                    <a:pt x="817" y="2233"/>
                    <a:pt x="612" y="2168"/>
                    <a:pt x="408" y="2107"/>
                  </a:cubicBezTo>
                  <a:cubicBezTo>
                    <a:pt x="387" y="2101"/>
                    <a:pt x="336" y="2123"/>
                    <a:pt x="336" y="2130"/>
                  </a:cubicBezTo>
                  <a:cubicBezTo>
                    <a:pt x="339" y="2188"/>
                    <a:pt x="333" y="2268"/>
                    <a:pt x="367" y="2296"/>
                  </a:cubicBezTo>
                  <a:cubicBezTo>
                    <a:pt x="462" y="2373"/>
                    <a:pt x="569" y="2444"/>
                    <a:pt x="685" y="2488"/>
                  </a:cubicBezTo>
                  <a:cubicBezTo>
                    <a:pt x="976" y="2601"/>
                    <a:pt x="1281" y="2648"/>
                    <a:pt x="1591" y="2683"/>
                  </a:cubicBezTo>
                  <a:cubicBezTo>
                    <a:pt x="1787" y="2704"/>
                    <a:pt x="1983" y="2733"/>
                    <a:pt x="2179" y="2759"/>
                  </a:cubicBezTo>
                  <a:cubicBezTo>
                    <a:pt x="2200" y="2762"/>
                    <a:pt x="2220" y="2777"/>
                    <a:pt x="2249" y="2790"/>
                  </a:cubicBezTo>
                  <a:cubicBezTo>
                    <a:pt x="2137" y="2842"/>
                    <a:pt x="1623" y="2804"/>
                    <a:pt x="1299" y="2742"/>
                  </a:cubicBezTo>
                  <a:cubicBezTo>
                    <a:pt x="986" y="2684"/>
                    <a:pt x="672" y="2634"/>
                    <a:pt x="382" y="2477"/>
                  </a:cubicBezTo>
                  <a:cubicBezTo>
                    <a:pt x="388" y="2554"/>
                    <a:pt x="395" y="2612"/>
                    <a:pt x="397" y="2671"/>
                  </a:cubicBezTo>
                  <a:cubicBezTo>
                    <a:pt x="400" y="2822"/>
                    <a:pt x="405" y="2845"/>
                    <a:pt x="548" y="2883"/>
                  </a:cubicBezTo>
                  <a:cubicBezTo>
                    <a:pt x="763" y="2943"/>
                    <a:pt x="981" y="3000"/>
                    <a:pt x="1201" y="3031"/>
                  </a:cubicBezTo>
                  <a:cubicBezTo>
                    <a:pt x="1489" y="3072"/>
                    <a:pt x="1782" y="3084"/>
                    <a:pt x="2072" y="3109"/>
                  </a:cubicBezTo>
                  <a:cubicBezTo>
                    <a:pt x="2129" y="3115"/>
                    <a:pt x="2184" y="3128"/>
                    <a:pt x="2239" y="3137"/>
                  </a:cubicBezTo>
                  <a:cubicBezTo>
                    <a:pt x="2239" y="3148"/>
                    <a:pt x="2237" y="3160"/>
                    <a:pt x="2237" y="3171"/>
                  </a:cubicBezTo>
                  <a:cubicBezTo>
                    <a:pt x="2173" y="3180"/>
                    <a:pt x="2107" y="3196"/>
                    <a:pt x="2042" y="3195"/>
                  </a:cubicBezTo>
                  <a:cubicBezTo>
                    <a:pt x="1904" y="3194"/>
                    <a:pt x="1767" y="3185"/>
                    <a:pt x="1628" y="3179"/>
                  </a:cubicBezTo>
                  <a:cubicBezTo>
                    <a:pt x="1565" y="3176"/>
                    <a:pt x="1498" y="3181"/>
                    <a:pt x="1436" y="3170"/>
                  </a:cubicBezTo>
                  <a:cubicBezTo>
                    <a:pt x="1181" y="3127"/>
                    <a:pt x="928" y="3077"/>
                    <a:pt x="675" y="3031"/>
                  </a:cubicBezTo>
                  <a:cubicBezTo>
                    <a:pt x="600" y="3016"/>
                    <a:pt x="525" y="3007"/>
                    <a:pt x="451" y="2996"/>
                  </a:cubicBezTo>
                  <a:cubicBezTo>
                    <a:pt x="449" y="3056"/>
                    <a:pt x="456" y="3109"/>
                    <a:pt x="440" y="3155"/>
                  </a:cubicBezTo>
                  <a:cubicBezTo>
                    <a:pt x="421" y="3219"/>
                    <a:pt x="445" y="3258"/>
                    <a:pt x="492" y="3286"/>
                  </a:cubicBezTo>
                  <a:cubicBezTo>
                    <a:pt x="536" y="3313"/>
                    <a:pt x="583" y="3337"/>
                    <a:pt x="630" y="3354"/>
                  </a:cubicBezTo>
                  <a:cubicBezTo>
                    <a:pt x="925" y="3464"/>
                    <a:pt x="1234" y="3473"/>
                    <a:pt x="1544" y="3482"/>
                  </a:cubicBezTo>
                  <a:cubicBezTo>
                    <a:pt x="1750" y="3488"/>
                    <a:pt x="1955" y="3496"/>
                    <a:pt x="2160" y="3505"/>
                  </a:cubicBezTo>
                  <a:cubicBezTo>
                    <a:pt x="2188" y="3506"/>
                    <a:pt x="2214" y="3523"/>
                    <a:pt x="2247" y="3536"/>
                  </a:cubicBezTo>
                  <a:cubicBezTo>
                    <a:pt x="2212" y="3588"/>
                    <a:pt x="2185" y="3608"/>
                    <a:pt x="2127" y="3601"/>
                  </a:cubicBezTo>
                  <a:cubicBezTo>
                    <a:pt x="1955" y="3582"/>
                    <a:pt x="1782" y="3572"/>
                    <a:pt x="1610" y="3565"/>
                  </a:cubicBezTo>
                  <a:cubicBezTo>
                    <a:pt x="1508" y="3562"/>
                    <a:pt x="1402" y="3583"/>
                    <a:pt x="1300" y="3572"/>
                  </a:cubicBezTo>
                  <a:cubicBezTo>
                    <a:pt x="1024" y="3539"/>
                    <a:pt x="748" y="3497"/>
                    <a:pt x="475" y="3459"/>
                  </a:cubicBezTo>
                  <a:cubicBezTo>
                    <a:pt x="464" y="3633"/>
                    <a:pt x="465" y="3629"/>
                    <a:pt x="629" y="3682"/>
                  </a:cubicBezTo>
                  <a:cubicBezTo>
                    <a:pt x="880" y="3766"/>
                    <a:pt x="1141" y="3783"/>
                    <a:pt x="1401" y="3812"/>
                  </a:cubicBezTo>
                  <a:cubicBezTo>
                    <a:pt x="1606" y="3835"/>
                    <a:pt x="1811" y="3851"/>
                    <a:pt x="2015" y="3877"/>
                  </a:cubicBezTo>
                  <a:cubicBezTo>
                    <a:pt x="2042" y="3881"/>
                    <a:pt x="2083" y="3912"/>
                    <a:pt x="2086" y="3932"/>
                  </a:cubicBezTo>
                  <a:cubicBezTo>
                    <a:pt x="2091" y="3979"/>
                    <a:pt x="2050" y="3978"/>
                    <a:pt x="2012" y="3974"/>
                  </a:cubicBezTo>
                  <a:cubicBezTo>
                    <a:pt x="1889" y="3959"/>
                    <a:pt x="1765" y="3943"/>
                    <a:pt x="1643" y="3930"/>
                  </a:cubicBezTo>
                  <a:cubicBezTo>
                    <a:pt x="1370" y="3899"/>
                    <a:pt x="1096" y="3861"/>
                    <a:pt x="823" y="3840"/>
                  </a:cubicBezTo>
                  <a:cubicBezTo>
                    <a:pt x="720" y="3831"/>
                    <a:pt x="614" y="3784"/>
                    <a:pt x="507" y="3826"/>
                  </a:cubicBezTo>
                  <a:cubicBezTo>
                    <a:pt x="507" y="3879"/>
                    <a:pt x="508" y="3925"/>
                    <a:pt x="507" y="3971"/>
                  </a:cubicBezTo>
                  <a:cubicBezTo>
                    <a:pt x="505" y="4105"/>
                    <a:pt x="549" y="4161"/>
                    <a:pt x="682" y="4187"/>
                  </a:cubicBezTo>
                  <a:cubicBezTo>
                    <a:pt x="725" y="4194"/>
                    <a:pt x="768" y="4199"/>
                    <a:pt x="808" y="4212"/>
                  </a:cubicBezTo>
                  <a:cubicBezTo>
                    <a:pt x="1068" y="4299"/>
                    <a:pt x="1334" y="4325"/>
                    <a:pt x="1607" y="4300"/>
                  </a:cubicBezTo>
                  <a:cubicBezTo>
                    <a:pt x="1745" y="4288"/>
                    <a:pt x="1884" y="4297"/>
                    <a:pt x="2032" y="4297"/>
                  </a:cubicBezTo>
                  <a:cubicBezTo>
                    <a:pt x="2020" y="4373"/>
                    <a:pt x="1961" y="4381"/>
                    <a:pt x="1909" y="4383"/>
                  </a:cubicBezTo>
                  <a:cubicBezTo>
                    <a:pt x="1750" y="4391"/>
                    <a:pt x="1591" y="4390"/>
                    <a:pt x="1432" y="4398"/>
                  </a:cubicBezTo>
                  <a:cubicBezTo>
                    <a:pt x="1167" y="4409"/>
                    <a:pt x="911" y="4346"/>
                    <a:pt x="653" y="4300"/>
                  </a:cubicBezTo>
                  <a:cubicBezTo>
                    <a:pt x="617" y="4294"/>
                    <a:pt x="582" y="4291"/>
                    <a:pt x="541" y="4288"/>
                  </a:cubicBezTo>
                  <a:cubicBezTo>
                    <a:pt x="551" y="4365"/>
                    <a:pt x="554" y="4427"/>
                    <a:pt x="567" y="4488"/>
                  </a:cubicBezTo>
                  <a:cubicBezTo>
                    <a:pt x="571" y="4504"/>
                    <a:pt x="594" y="4523"/>
                    <a:pt x="612" y="4529"/>
                  </a:cubicBezTo>
                  <a:cubicBezTo>
                    <a:pt x="705" y="4560"/>
                    <a:pt x="799" y="4590"/>
                    <a:pt x="894" y="4618"/>
                  </a:cubicBezTo>
                  <a:cubicBezTo>
                    <a:pt x="1078" y="4673"/>
                    <a:pt x="1269" y="4662"/>
                    <a:pt x="1459" y="4673"/>
                  </a:cubicBezTo>
                  <a:cubicBezTo>
                    <a:pt x="1608" y="4682"/>
                    <a:pt x="1758" y="4682"/>
                    <a:pt x="1908" y="4689"/>
                  </a:cubicBezTo>
                  <a:cubicBezTo>
                    <a:pt x="1949" y="4692"/>
                    <a:pt x="1989" y="4705"/>
                    <a:pt x="2038" y="4715"/>
                  </a:cubicBezTo>
                  <a:cubicBezTo>
                    <a:pt x="2020" y="4760"/>
                    <a:pt x="2009" y="4791"/>
                    <a:pt x="1999" y="4817"/>
                  </a:cubicBezTo>
                  <a:cubicBezTo>
                    <a:pt x="1534" y="4776"/>
                    <a:pt x="1076" y="4736"/>
                    <a:pt x="619" y="4697"/>
                  </a:cubicBezTo>
                  <a:cubicBezTo>
                    <a:pt x="629" y="4821"/>
                    <a:pt x="713" y="4869"/>
                    <a:pt x="818" y="4898"/>
                  </a:cubicBezTo>
                  <a:cubicBezTo>
                    <a:pt x="864" y="4910"/>
                    <a:pt x="907" y="4929"/>
                    <a:pt x="953" y="4940"/>
                  </a:cubicBezTo>
                  <a:cubicBezTo>
                    <a:pt x="1193" y="4999"/>
                    <a:pt x="1437" y="5022"/>
                    <a:pt x="1682" y="5031"/>
                  </a:cubicBezTo>
                  <a:cubicBezTo>
                    <a:pt x="1847" y="5037"/>
                    <a:pt x="2014" y="5032"/>
                    <a:pt x="2184" y="5032"/>
                  </a:cubicBezTo>
                  <a:cubicBezTo>
                    <a:pt x="2195" y="5091"/>
                    <a:pt x="2174" y="5123"/>
                    <a:pt x="2113" y="5125"/>
                  </a:cubicBezTo>
                  <a:cubicBezTo>
                    <a:pt x="2084" y="5127"/>
                    <a:pt x="2053" y="5122"/>
                    <a:pt x="2024" y="5125"/>
                  </a:cubicBezTo>
                  <a:cubicBezTo>
                    <a:pt x="1739" y="5163"/>
                    <a:pt x="1458" y="5123"/>
                    <a:pt x="1175" y="5093"/>
                  </a:cubicBezTo>
                  <a:cubicBezTo>
                    <a:pt x="1047" y="5081"/>
                    <a:pt x="921" y="5050"/>
                    <a:pt x="794" y="5028"/>
                  </a:cubicBezTo>
                  <a:cubicBezTo>
                    <a:pt x="781" y="5026"/>
                    <a:pt x="764" y="5033"/>
                    <a:pt x="738" y="5038"/>
                  </a:cubicBezTo>
                  <a:cubicBezTo>
                    <a:pt x="757" y="5084"/>
                    <a:pt x="771" y="5123"/>
                    <a:pt x="787" y="5164"/>
                  </a:cubicBezTo>
                  <a:cubicBezTo>
                    <a:pt x="889" y="5098"/>
                    <a:pt x="960" y="5167"/>
                    <a:pt x="1028" y="5210"/>
                  </a:cubicBezTo>
                  <a:cubicBezTo>
                    <a:pt x="1141" y="5280"/>
                    <a:pt x="1269" y="5323"/>
                    <a:pt x="1395" y="5321"/>
                  </a:cubicBezTo>
                  <a:cubicBezTo>
                    <a:pt x="1707" y="5316"/>
                    <a:pt x="2021" y="5380"/>
                    <a:pt x="2331" y="5298"/>
                  </a:cubicBezTo>
                  <a:cubicBezTo>
                    <a:pt x="2342" y="5295"/>
                    <a:pt x="2357" y="5311"/>
                    <a:pt x="2375" y="5321"/>
                  </a:cubicBezTo>
                  <a:cubicBezTo>
                    <a:pt x="2299" y="5390"/>
                    <a:pt x="2216" y="5406"/>
                    <a:pt x="2130" y="5411"/>
                  </a:cubicBezTo>
                  <a:cubicBezTo>
                    <a:pt x="1963" y="5417"/>
                    <a:pt x="1795" y="5425"/>
                    <a:pt x="1627" y="5426"/>
                  </a:cubicBezTo>
                  <a:cubicBezTo>
                    <a:pt x="1417" y="5429"/>
                    <a:pt x="1207" y="5417"/>
                    <a:pt x="1001" y="5365"/>
                  </a:cubicBezTo>
                  <a:cubicBezTo>
                    <a:pt x="962" y="5354"/>
                    <a:pt x="924" y="5347"/>
                    <a:pt x="881" y="5338"/>
                  </a:cubicBezTo>
                  <a:cubicBezTo>
                    <a:pt x="885" y="5359"/>
                    <a:pt x="884" y="5370"/>
                    <a:pt x="887" y="5376"/>
                  </a:cubicBezTo>
                  <a:cubicBezTo>
                    <a:pt x="1006" y="5548"/>
                    <a:pt x="1203" y="5604"/>
                    <a:pt x="1371" y="5703"/>
                  </a:cubicBezTo>
                  <a:cubicBezTo>
                    <a:pt x="1377" y="5707"/>
                    <a:pt x="1387" y="5707"/>
                    <a:pt x="1396" y="5708"/>
                  </a:cubicBezTo>
                  <a:cubicBezTo>
                    <a:pt x="1643" y="5739"/>
                    <a:pt x="1891" y="5770"/>
                    <a:pt x="2138" y="5799"/>
                  </a:cubicBezTo>
                  <a:cubicBezTo>
                    <a:pt x="2205" y="5808"/>
                    <a:pt x="2275" y="5811"/>
                    <a:pt x="2344" y="5813"/>
                  </a:cubicBezTo>
                  <a:cubicBezTo>
                    <a:pt x="2398" y="5814"/>
                    <a:pt x="2421" y="5835"/>
                    <a:pt x="2410" y="5906"/>
                  </a:cubicBezTo>
                  <a:cubicBezTo>
                    <a:pt x="2160" y="5911"/>
                    <a:pt x="1914" y="5887"/>
                    <a:pt x="1653" y="5856"/>
                  </a:cubicBezTo>
                  <a:cubicBezTo>
                    <a:pt x="1668" y="5887"/>
                    <a:pt x="1671" y="5907"/>
                    <a:pt x="1679" y="5908"/>
                  </a:cubicBezTo>
                  <a:cubicBezTo>
                    <a:pt x="1847" y="5949"/>
                    <a:pt x="2005" y="6035"/>
                    <a:pt x="2185" y="6034"/>
                  </a:cubicBezTo>
                  <a:cubicBezTo>
                    <a:pt x="2291" y="6033"/>
                    <a:pt x="2399" y="6048"/>
                    <a:pt x="2505" y="6061"/>
                  </a:cubicBezTo>
                  <a:cubicBezTo>
                    <a:pt x="2698" y="6089"/>
                    <a:pt x="2890" y="6127"/>
                    <a:pt x="3083" y="6147"/>
                  </a:cubicBezTo>
                  <a:cubicBezTo>
                    <a:pt x="3363" y="6178"/>
                    <a:pt x="3644" y="6197"/>
                    <a:pt x="3924" y="6222"/>
                  </a:cubicBezTo>
                  <a:cubicBezTo>
                    <a:pt x="4005" y="6229"/>
                    <a:pt x="4087" y="6237"/>
                    <a:pt x="4169" y="6240"/>
                  </a:cubicBezTo>
                  <a:cubicBezTo>
                    <a:pt x="4271" y="6244"/>
                    <a:pt x="4375" y="6250"/>
                    <a:pt x="4477" y="6245"/>
                  </a:cubicBezTo>
                  <a:cubicBezTo>
                    <a:pt x="4610" y="6240"/>
                    <a:pt x="4743" y="6227"/>
                    <a:pt x="4876" y="6218"/>
                  </a:cubicBezTo>
                  <a:cubicBezTo>
                    <a:pt x="4998" y="6209"/>
                    <a:pt x="5121" y="6199"/>
                    <a:pt x="5242" y="6190"/>
                  </a:cubicBezTo>
                  <a:cubicBezTo>
                    <a:pt x="5259" y="6189"/>
                    <a:pt x="5276" y="6181"/>
                    <a:pt x="5290" y="6184"/>
                  </a:cubicBezTo>
                  <a:cubicBezTo>
                    <a:pt x="5416" y="6220"/>
                    <a:pt x="5539" y="6219"/>
                    <a:pt x="5668" y="6189"/>
                  </a:cubicBezTo>
                  <a:cubicBezTo>
                    <a:pt x="5812" y="6157"/>
                    <a:pt x="5962" y="6147"/>
                    <a:pt x="6109" y="6121"/>
                  </a:cubicBezTo>
                  <a:cubicBezTo>
                    <a:pt x="6320" y="6082"/>
                    <a:pt x="6532" y="6051"/>
                    <a:pt x="6746" y="6093"/>
                  </a:cubicBezTo>
                  <a:cubicBezTo>
                    <a:pt x="6783" y="6101"/>
                    <a:pt x="6824" y="6100"/>
                    <a:pt x="6862" y="6097"/>
                  </a:cubicBezTo>
                  <a:cubicBezTo>
                    <a:pt x="6974" y="6090"/>
                    <a:pt x="7085" y="6071"/>
                    <a:pt x="7195" y="6073"/>
                  </a:cubicBezTo>
                  <a:cubicBezTo>
                    <a:pt x="7363" y="6077"/>
                    <a:pt x="7517" y="6029"/>
                    <a:pt x="7658" y="5947"/>
                  </a:cubicBezTo>
                  <a:cubicBezTo>
                    <a:pt x="7744" y="5897"/>
                    <a:pt x="7813" y="5817"/>
                    <a:pt x="7889" y="5751"/>
                  </a:cubicBezTo>
                  <a:cubicBezTo>
                    <a:pt x="7810" y="5739"/>
                    <a:pt x="7744" y="5758"/>
                    <a:pt x="7675" y="5759"/>
                  </a:cubicBezTo>
                  <a:cubicBezTo>
                    <a:pt x="7307" y="5768"/>
                    <a:pt x="6959" y="5902"/>
                    <a:pt x="6596" y="5939"/>
                  </a:cubicBezTo>
                  <a:cubicBezTo>
                    <a:pt x="6528" y="5946"/>
                    <a:pt x="6458" y="5971"/>
                    <a:pt x="6369" y="5916"/>
                  </a:cubicBezTo>
                  <a:cubicBezTo>
                    <a:pt x="6483" y="5889"/>
                    <a:pt x="6572" y="5866"/>
                    <a:pt x="6661" y="5848"/>
                  </a:cubicBezTo>
                  <a:cubicBezTo>
                    <a:pt x="6851" y="5809"/>
                    <a:pt x="7040" y="5770"/>
                    <a:pt x="7230" y="5734"/>
                  </a:cubicBezTo>
                  <a:cubicBezTo>
                    <a:pt x="7336" y="5713"/>
                    <a:pt x="7443" y="5705"/>
                    <a:pt x="7548" y="5683"/>
                  </a:cubicBezTo>
                  <a:cubicBezTo>
                    <a:pt x="7699" y="5652"/>
                    <a:pt x="7851" y="5621"/>
                    <a:pt x="7998" y="5579"/>
                  </a:cubicBezTo>
                  <a:cubicBezTo>
                    <a:pt x="8080" y="5558"/>
                    <a:pt x="8135" y="5492"/>
                    <a:pt x="8140" y="5399"/>
                  </a:cubicBezTo>
                  <a:close/>
                  <a:moveTo>
                    <a:pt x="2462" y="223"/>
                  </a:moveTo>
                  <a:cubicBezTo>
                    <a:pt x="2345" y="238"/>
                    <a:pt x="2188" y="250"/>
                    <a:pt x="2036" y="282"/>
                  </a:cubicBezTo>
                  <a:cubicBezTo>
                    <a:pt x="1708" y="350"/>
                    <a:pt x="1385" y="431"/>
                    <a:pt x="1058" y="500"/>
                  </a:cubicBezTo>
                  <a:cubicBezTo>
                    <a:pt x="871" y="541"/>
                    <a:pt x="713" y="615"/>
                    <a:pt x="620" y="795"/>
                  </a:cubicBezTo>
                  <a:cubicBezTo>
                    <a:pt x="585" y="862"/>
                    <a:pt x="590" y="910"/>
                    <a:pt x="664" y="929"/>
                  </a:cubicBezTo>
                  <a:cubicBezTo>
                    <a:pt x="733" y="948"/>
                    <a:pt x="807" y="960"/>
                    <a:pt x="876" y="980"/>
                  </a:cubicBezTo>
                  <a:cubicBezTo>
                    <a:pt x="1022" y="1022"/>
                    <a:pt x="1173" y="1012"/>
                    <a:pt x="1318" y="1067"/>
                  </a:cubicBezTo>
                  <a:cubicBezTo>
                    <a:pt x="1417" y="1106"/>
                    <a:pt x="1529" y="1127"/>
                    <a:pt x="1634" y="1119"/>
                  </a:cubicBezTo>
                  <a:cubicBezTo>
                    <a:pt x="1772" y="1109"/>
                    <a:pt x="1909" y="1135"/>
                    <a:pt x="2050" y="1117"/>
                  </a:cubicBezTo>
                  <a:cubicBezTo>
                    <a:pt x="2193" y="1099"/>
                    <a:pt x="2344" y="1149"/>
                    <a:pt x="2491" y="1173"/>
                  </a:cubicBezTo>
                  <a:cubicBezTo>
                    <a:pt x="2700" y="1205"/>
                    <a:pt x="2906" y="1242"/>
                    <a:pt x="3119" y="1239"/>
                  </a:cubicBezTo>
                  <a:cubicBezTo>
                    <a:pt x="3363" y="1235"/>
                    <a:pt x="3606" y="1237"/>
                    <a:pt x="3851" y="1237"/>
                  </a:cubicBezTo>
                  <a:cubicBezTo>
                    <a:pt x="3910" y="1237"/>
                    <a:pt x="3970" y="1232"/>
                    <a:pt x="4031" y="1236"/>
                  </a:cubicBezTo>
                  <a:cubicBezTo>
                    <a:pt x="4159" y="1245"/>
                    <a:pt x="4286" y="1262"/>
                    <a:pt x="4414" y="1267"/>
                  </a:cubicBezTo>
                  <a:cubicBezTo>
                    <a:pt x="4541" y="1272"/>
                    <a:pt x="4669" y="1264"/>
                    <a:pt x="4797" y="1263"/>
                  </a:cubicBezTo>
                  <a:cubicBezTo>
                    <a:pt x="4895" y="1262"/>
                    <a:pt x="4994" y="1259"/>
                    <a:pt x="5092" y="1265"/>
                  </a:cubicBezTo>
                  <a:cubicBezTo>
                    <a:pt x="5186" y="1270"/>
                    <a:pt x="5278" y="1290"/>
                    <a:pt x="5372" y="1293"/>
                  </a:cubicBezTo>
                  <a:cubicBezTo>
                    <a:pt x="5484" y="1298"/>
                    <a:pt x="5595" y="1295"/>
                    <a:pt x="5706" y="1291"/>
                  </a:cubicBezTo>
                  <a:cubicBezTo>
                    <a:pt x="5787" y="1288"/>
                    <a:pt x="5867" y="1275"/>
                    <a:pt x="5948" y="1273"/>
                  </a:cubicBezTo>
                  <a:cubicBezTo>
                    <a:pt x="6119" y="1268"/>
                    <a:pt x="6289" y="1270"/>
                    <a:pt x="6461" y="1266"/>
                  </a:cubicBezTo>
                  <a:cubicBezTo>
                    <a:pt x="6529" y="1264"/>
                    <a:pt x="6598" y="1251"/>
                    <a:pt x="6666" y="1253"/>
                  </a:cubicBezTo>
                  <a:cubicBezTo>
                    <a:pt x="6826" y="1257"/>
                    <a:pt x="6988" y="1272"/>
                    <a:pt x="7147" y="1235"/>
                  </a:cubicBezTo>
                  <a:cubicBezTo>
                    <a:pt x="7248" y="1211"/>
                    <a:pt x="7347" y="1195"/>
                    <a:pt x="7448" y="1179"/>
                  </a:cubicBezTo>
                  <a:cubicBezTo>
                    <a:pt x="7507" y="1169"/>
                    <a:pt x="7570" y="1176"/>
                    <a:pt x="7627" y="1162"/>
                  </a:cubicBezTo>
                  <a:cubicBezTo>
                    <a:pt x="7852" y="1109"/>
                    <a:pt x="8079" y="1060"/>
                    <a:pt x="8302" y="994"/>
                  </a:cubicBezTo>
                  <a:cubicBezTo>
                    <a:pt x="8441" y="954"/>
                    <a:pt x="8584" y="921"/>
                    <a:pt x="8709" y="841"/>
                  </a:cubicBezTo>
                  <a:cubicBezTo>
                    <a:pt x="8786" y="791"/>
                    <a:pt x="8818" y="704"/>
                    <a:pt x="8768" y="646"/>
                  </a:cubicBezTo>
                  <a:cubicBezTo>
                    <a:pt x="8742" y="613"/>
                    <a:pt x="8704" y="584"/>
                    <a:pt x="8665" y="570"/>
                  </a:cubicBezTo>
                  <a:cubicBezTo>
                    <a:pt x="8564" y="533"/>
                    <a:pt x="8458" y="507"/>
                    <a:pt x="8358" y="472"/>
                  </a:cubicBezTo>
                  <a:cubicBezTo>
                    <a:pt x="8217" y="421"/>
                    <a:pt x="8074" y="396"/>
                    <a:pt x="7926" y="376"/>
                  </a:cubicBezTo>
                  <a:cubicBezTo>
                    <a:pt x="7765" y="355"/>
                    <a:pt x="7609" y="331"/>
                    <a:pt x="7445" y="330"/>
                  </a:cubicBezTo>
                  <a:cubicBezTo>
                    <a:pt x="7197" y="326"/>
                    <a:pt x="6942" y="339"/>
                    <a:pt x="6695" y="272"/>
                  </a:cubicBezTo>
                  <a:cubicBezTo>
                    <a:pt x="6631" y="254"/>
                    <a:pt x="6558" y="247"/>
                    <a:pt x="6493" y="255"/>
                  </a:cubicBezTo>
                  <a:cubicBezTo>
                    <a:pt x="6304" y="282"/>
                    <a:pt x="6119" y="280"/>
                    <a:pt x="5929" y="270"/>
                  </a:cubicBezTo>
                  <a:cubicBezTo>
                    <a:pt x="5700" y="258"/>
                    <a:pt x="5468" y="278"/>
                    <a:pt x="5237" y="278"/>
                  </a:cubicBezTo>
                  <a:cubicBezTo>
                    <a:pt x="5070" y="278"/>
                    <a:pt x="4907" y="244"/>
                    <a:pt x="4737" y="258"/>
                  </a:cubicBezTo>
                  <a:cubicBezTo>
                    <a:pt x="4547" y="272"/>
                    <a:pt x="4353" y="237"/>
                    <a:pt x="4161" y="228"/>
                  </a:cubicBezTo>
                  <a:cubicBezTo>
                    <a:pt x="3968" y="219"/>
                    <a:pt x="3775" y="213"/>
                    <a:pt x="3581" y="213"/>
                  </a:cubicBezTo>
                  <a:cubicBezTo>
                    <a:pt x="3413" y="212"/>
                    <a:pt x="3245" y="223"/>
                    <a:pt x="3079" y="224"/>
                  </a:cubicBezTo>
                  <a:cubicBezTo>
                    <a:pt x="2886" y="224"/>
                    <a:pt x="2695" y="223"/>
                    <a:pt x="2462" y="223"/>
                  </a:cubicBezTo>
                  <a:close/>
                  <a:moveTo>
                    <a:pt x="7663" y="1420"/>
                  </a:moveTo>
                  <a:cubicBezTo>
                    <a:pt x="7664" y="1431"/>
                    <a:pt x="7667" y="1442"/>
                    <a:pt x="7668" y="1454"/>
                  </a:cubicBezTo>
                  <a:cubicBezTo>
                    <a:pt x="7684" y="1458"/>
                    <a:pt x="7698" y="1470"/>
                    <a:pt x="7713" y="1469"/>
                  </a:cubicBezTo>
                  <a:cubicBezTo>
                    <a:pt x="7998" y="1457"/>
                    <a:pt x="8271" y="1382"/>
                    <a:pt x="8544" y="1311"/>
                  </a:cubicBezTo>
                  <a:cubicBezTo>
                    <a:pt x="8596" y="1296"/>
                    <a:pt x="8626" y="1251"/>
                    <a:pt x="8591" y="1178"/>
                  </a:cubicBezTo>
                  <a:cubicBezTo>
                    <a:pt x="8435" y="1214"/>
                    <a:pt x="8278" y="1249"/>
                    <a:pt x="8125" y="1288"/>
                  </a:cubicBezTo>
                  <a:cubicBezTo>
                    <a:pt x="7970" y="1329"/>
                    <a:pt x="7817" y="1377"/>
                    <a:pt x="7663" y="1420"/>
                  </a:cubicBezTo>
                  <a:close/>
                  <a:moveTo>
                    <a:pt x="7577" y="1493"/>
                  </a:moveTo>
                  <a:cubicBezTo>
                    <a:pt x="7553" y="1413"/>
                    <a:pt x="7521" y="1407"/>
                    <a:pt x="7478" y="1430"/>
                  </a:cubicBezTo>
                  <a:cubicBezTo>
                    <a:pt x="7473" y="1433"/>
                    <a:pt x="7473" y="1445"/>
                    <a:pt x="7468" y="1460"/>
                  </a:cubicBezTo>
                  <a:cubicBezTo>
                    <a:pt x="7495" y="1469"/>
                    <a:pt x="7524" y="1477"/>
                    <a:pt x="7577" y="149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2" name="Google Shape;4062;p54"/>
            <p:cNvSpPr/>
            <p:nvPr/>
          </p:nvSpPr>
          <p:spPr>
            <a:xfrm>
              <a:off x="5893793" y="3554593"/>
              <a:ext cx="141607" cy="30432"/>
            </a:xfrm>
            <a:custGeom>
              <a:avLst/>
              <a:gdLst/>
              <a:ahLst/>
              <a:cxnLst/>
              <a:rect l="l" t="t" r="r" b="b"/>
              <a:pathLst>
                <a:path w="2322" h="499" extrusionOk="0">
                  <a:moveTo>
                    <a:pt x="2321" y="444"/>
                  </a:moveTo>
                  <a:cubicBezTo>
                    <a:pt x="2279" y="464"/>
                    <a:pt x="2240" y="499"/>
                    <a:pt x="2201" y="499"/>
                  </a:cubicBezTo>
                  <a:cubicBezTo>
                    <a:pt x="2021" y="496"/>
                    <a:pt x="1842" y="492"/>
                    <a:pt x="1664" y="470"/>
                  </a:cubicBezTo>
                  <a:cubicBezTo>
                    <a:pt x="1436" y="442"/>
                    <a:pt x="1206" y="410"/>
                    <a:pt x="983" y="352"/>
                  </a:cubicBezTo>
                  <a:cubicBezTo>
                    <a:pt x="735" y="287"/>
                    <a:pt x="471" y="284"/>
                    <a:pt x="235" y="170"/>
                  </a:cubicBezTo>
                  <a:cubicBezTo>
                    <a:pt x="210" y="158"/>
                    <a:pt x="178" y="165"/>
                    <a:pt x="148" y="165"/>
                  </a:cubicBezTo>
                  <a:cubicBezTo>
                    <a:pt x="78" y="162"/>
                    <a:pt x="21" y="145"/>
                    <a:pt x="1" y="61"/>
                  </a:cubicBezTo>
                  <a:cubicBezTo>
                    <a:pt x="35" y="40"/>
                    <a:pt x="70" y="19"/>
                    <a:pt x="99" y="0"/>
                  </a:cubicBezTo>
                  <a:cubicBezTo>
                    <a:pt x="368" y="66"/>
                    <a:pt x="616" y="182"/>
                    <a:pt x="891" y="194"/>
                  </a:cubicBezTo>
                  <a:cubicBezTo>
                    <a:pt x="969" y="197"/>
                    <a:pt x="1045" y="236"/>
                    <a:pt x="1124" y="251"/>
                  </a:cubicBezTo>
                  <a:cubicBezTo>
                    <a:pt x="1308" y="289"/>
                    <a:pt x="1496" y="316"/>
                    <a:pt x="1679" y="360"/>
                  </a:cubicBezTo>
                  <a:cubicBezTo>
                    <a:pt x="1864" y="403"/>
                    <a:pt x="2050" y="389"/>
                    <a:pt x="2236" y="392"/>
                  </a:cubicBezTo>
                  <a:cubicBezTo>
                    <a:pt x="2263" y="392"/>
                    <a:pt x="2289" y="400"/>
                    <a:pt x="2316" y="404"/>
                  </a:cubicBezTo>
                  <a:cubicBezTo>
                    <a:pt x="2317" y="417"/>
                    <a:pt x="2319" y="430"/>
                    <a:pt x="2321" y="4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3" name="Google Shape;4063;p54"/>
            <p:cNvSpPr/>
            <p:nvPr/>
          </p:nvSpPr>
          <p:spPr>
            <a:xfrm>
              <a:off x="6171461" y="3517758"/>
              <a:ext cx="112822" cy="14149"/>
            </a:xfrm>
            <a:custGeom>
              <a:avLst/>
              <a:gdLst/>
              <a:ahLst/>
              <a:cxnLst/>
              <a:rect l="l" t="t" r="r" b="b"/>
              <a:pathLst>
                <a:path w="1849" h="231" extrusionOk="0">
                  <a:moveTo>
                    <a:pt x="1" y="146"/>
                  </a:moveTo>
                  <a:cubicBezTo>
                    <a:pt x="1" y="67"/>
                    <a:pt x="46" y="51"/>
                    <a:pt x="103" y="59"/>
                  </a:cubicBezTo>
                  <a:cubicBezTo>
                    <a:pt x="164" y="66"/>
                    <a:pt x="221" y="81"/>
                    <a:pt x="279" y="96"/>
                  </a:cubicBezTo>
                  <a:cubicBezTo>
                    <a:pt x="390" y="122"/>
                    <a:pt x="500" y="132"/>
                    <a:pt x="610" y="93"/>
                  </a:cubicBezTo>
                  <a:cubicBezTo>
                    <a:pt x="718" y="55"/>
                    <a:pt x="830" y="100"/>
                    <a:pt x="939" y="91"/>
                  </a:cubicBezTo>
                  <a:cubicBezTo>
                    <a:pt x="997" y="86"/>
                    <a:pt x="1055" y="76"/>
                    <a:pt x="1112" y="66"/>
                  </a:cubicBezTo>
                  <a:cubicBezTo>
                    <a:pt x="1217" y="49"/>
                    <a:pt x="1321" y="19"/>
                    <a:pt x="1427" y="10"/>
                  </a:cubicBezTo>
                  <a:cubicBezTo>
                    <a:pt x="1542" y="1"/>
                    <a:pt x="1658" y="10"/>
                    <a:pt x="1775" y="13"/>
                  </a:cubicBezTo>
                  <a:cubicBezTo>
                    <a:pt x="1810" y="14"/>
                    <a:pt x="1850" y="16"/>
                    <a:pt x="1847" y="65"/>
                  </a:cubicBezTo>
                  <a:cubicBezTo>
                    <a:pt x="1843" y="110"/>
                    <a:pt x="1805" y="110"/>
                    <a:pt x="1769" y="111"/>
                  </a:cubicBezTo>
                  <a:cubicBezTo>
                    <a:pt x="1613" y="115"/>
                    <a:pt x="1459" y="116"/>
                    <a:pt x="1305" y="130"/>
                  </a:cubicBezTo>
                  <a:cubicBezTo>
                    <a:pt x="1199" y="138"/>
                    <a:pt x="1096" y="177"/>
                    <a:pt x="990" y="184"/>
                  </a:cubicBezTo>
                  <a:cubicBezTo>
                    <a:pt x="825" y="194"/>
                    <a:pt x="657" y="181"/>
                    <a:pt x="491" y="216"/>
                  </a:cubicBezTo>
                  <a:cubicBezTo>
                    <a:pt x="422" y="232"/>
                    <a:pt x="345" y="218"/>
                    <a:pt x="274" y="206"/>
                  </a:cubicBezTo>
                  <a:cubicBezTo>
                    <a:pt x="186" y="192"/>
                    <a:pt x="99" y="167"/>
                    <a:pt x="1" y="1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4" name="Google Shape;4064;p54"/>
            <p:cNvSpPr/>
            <p:nvPr/>
          </p:nvSpPr>
          <p:spPr>
            <a:xfrm>
              <a:off x="5957523" y="3519892"/>
              <a:ext cx="97332" cy="8721"/>
            </a:xfrm>
            <a:custGeom>
              <a:avLst/>
              <a:gdLst/>
              <a:ahLst/>
              <a:cxnLst/>
              <a:rect l="l" t="t" r="r" b="b"/>
              <a:pathLst>
                <a:path w="1596" h="143" extrusionOk="0">
                  <a:moveTo>
                    <a:pt x="1595" y="61"/>
                  </a:moveTo>
                  <a:cubicBezTo>
                    <a:pt x="1518" y="137"/>
                    <a:pt x="1426" y="143"/>
                    <a:pt x="1356" y="133"/>
                  </a:cubicBezTo>
                  <a:cubicBezTo>
                    <a:pt x="1144" y="108"/>
                    <a:pt x="936" y="141"/>
                    <a:pt x="727" y="141"/>
                  </a:cubicBezTo>
                  <a:cubicBezTo>
                    <a:pt x="582" y="141"/>
                    <a:pt x="435" y="133"/>
                    <a:pt x="290" y="132"/>
                  </a:cubicBezTo>
                  <a:cubicBezTo>
                    <a:pt x="196" y="131"/>
                    <a:pt x="103" y="132"/>
                    <a:pt x="0" y="132"/>
                  </a:cubicBezTo>
                  <a:cubicBezTo>
                    <a:pt x="27" y="91"/>
                    <a:pt x="52" y="55"/>
                    <a:pt x="83" y="9"/>
                  </a:cubicBezTo>
                  <a:cubicBezTo>
                    <a:pt x="210" y="9"/>
                    <a:pt x="343" y="6"/>
                    <a:pt x="476" y="10"/>
                  </a:cubicBezTo>
                  <a:cubicBezTo>
                    <a:pt x="522" y="11"/>
                    <a:pt x="567" y="32"/>
                    <a:pt x="613" y="31"/>
                  </a:cubicBezTo>
                  <a:cubicBezTo>
                    <a:pt x="843" y="24"/>
                    <a:pt x="1074" y="11"/>
                    <a:pt x="1305" y="3"/>
                  </a:cubicBezTo>
                  <a:cubicBezTo>
                    <a:pt x="1382" y="0"/>
                    <a:pt x="1459" y="10"/>
                    <a:pt x="1536" y="18"/>
                  </a:cubicBezTo>
                  <a:cubicBezTo>
                    <a:pt x="1550" y="20"/>
                    <a:pt x="1566" y="40"/>
                    <a:pt x="1595" y="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5" name="Google Shape;4065;p54"/>
            <p:cNvSpPr/>
            <p:nvPr/>
          </p:nvSpPr>
          <p:spPr>
            <a:xfrm>
              <a:off x="5880437" y="3521295"/>
              <a:ext cx="73487" cy="27199"/>
            </a:xfrm>
            <a:custGeom>
              <a:avLst/>
              <a:gdLst/>
              <a:ahLst/>
              <a:cxnLst/>
              <a:rect l="l" t="t" r="r" b="b"/>
              <a:pathLst>
                <a:path w="1205" h="446" extrusionOk="0">
                  <a:moveTo>
                    <a:pt x="1205" y="1"/>
                  </a:moveTo>
                  <a:cubicBezTo>
                    <a:pt x="1187" y="49"/>
                    <a:pt x="1172" y="84"/>
                    <a:pt x="1156" y="130"/>
                  </a:cubicBezTo>
                  <a:cubicBezTo>
                    <a:pt x="942" y="136"/>
                    <a:pt x="724" y="139"/>
                    <a:pt x="506" y="151"/>
                  </a:cubicBezTo>
                  <a:cubicBezTo>
                    <a:pt x="417" y="156"/>
                    <a:pt x="326" y="176"/>
                    <a:pt x="241" y="205"/>
                  </a:cubicBezTo>
                  <a:cubicBezTo>
                    <a:pt x="183" y="225"/>
                    <a:pt x="131" y="267"/>
                    <a:pt x="128" y="345"/>
                  </a:cubicBezTo>
                  <a:cubicBezTo>
                    <a:pt x="127" y="386"/>
                    <a:pt x="127" y="438"/>
                    <a:pt x="66" y="442"/>
                  </a:cubicBezTo>
                  <a:cubicBezTo>
                    <a:pt x="26" y="445"/>
                    <a:pt x="1" y="384"/>
                    <a:pt x="13" y="315"/>
                  </a:cubicBezTo>
                  <a:cubicBezTo>
                    <a:pt x="28" y="223"/>
                    <a:pt x="65" y="149"/>
                    <a:pt x="161" y="109"/>
                  </a:cubicBezTo>
                  <a:cubicBezTo>
                    <a:pt x="302" y="51"/>
                    <a:pt x="444" y="20"/>
                    <a:pt x="598" y="27"/>
                  </a:cubicBezTo>
                  <a:cubicBezTo>
                    <a:pt x="757" y="32"/>
                    <a:pt x="915" y="17"/>
                    <a:pt x="1074" y="11"/>
                  </a:cubicBezTo>
                  <a:cubicBezTo>
                    <a:pt x="1115" y="8"/>
                    <a:pt x="1157" y="4"/>
                    <a:pt x="1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6" name="Google Shape;4066;p54"/>
            <p:cNvSpPr/>
            <p:nvPr/>
          </p:nvSpPr>
          <p:spPr>
            <a:xfrm>
              <a:off x="6232996" y="3564168"/>
              <a:ext cx="89465" cy="16954"/>
            </a:xfrm>
            <a:custGeom>
              <a:avLst/>
              <a:gdLst/>
              <a:ahLst/>
              <a:cxnLst/>
              <a:rect l="l" t="t" r="r" b="b"/>
              <a:pathLst>
                <a:path w="1467" h="278" extrusionOk="0">
                  <a:moveTo>
                    <a:pt x="1" y="233"/>
                  </a:moveTo>
                  <a:cubicBezTo>
                    <a:pt x="36" y="206"/>
                    <a:pt x="57" y="178"/>
                    <a:pt x="85" y="173"/>
                  </a:cubicBezTo>
                  <a:cubicBezTo>
                    <a:pt x="131" y="165"/>
                    <a:pt x="178" y="174"/>
                    <a:pt x="225" y="171"/>
                  </a:cubicBezTo>
                  <a:cubicBezTo>
                    <a:pt x="336" y="165"/>
                    <a:pt x="448" y="163"/>
                    <a:pt x="557" y="145"/>
                  </a:cubicBezTo>
                  <a:cubicBezTo>
                    <a:pt x="789" y="111"/>
                    <a:pt x="1018" y="68"/>
                    <a:pt x="1248" y="30"/>
                  </a:cubicBezTo>
                  <a:cubicBezTo>
                    <a:pt x="1282" y="22"/>
                    <a:pt x="1314" y="15"/>
                    <a:pt x="1348" y="10"/>
                  </a:cubicBezTo>
                  <a:cubicBezTo>
                    <a:pt x="1396" y="2"/>
                    <a:pt x="1443" y="1"/>
                    <a:pt x="1467" y="70"/>
                  </a:cubicBezTo>
                  <a:cubicBezTo>
                    <a:pt x="1443" y="85"/>
                    <a:pt x="1422" y="108"/>
                    <a:pt x="1396" y="113"/>
                  </a:cubicBezTo>
                  <a:cubicBezTo>
                    <a:pt x="1279" y="138"/>
                    <a:pt x="1161" y="171"/>
                    <a:pt x="1042" y="174"/>
                  </a:cubicBezTo>
                  <a:cubicBezTo>
                    <a:pt x="864" y="179"/>
                    <a:pt x="698" y="235"/>
                    <a:pt x="527" y="259"/>
                  </a:cubicBezTo>
                  <a:cubicBezTo>
                    <a:pt x="374" y="277"/>
                    <a:pt x="219" y="267"/>
                    <a:pt x="65" y="267"/>
                  </a:cubicBezTo>
                  <a:cubicBezTo>
                    <a:pt x="51" y="266"/>
                    <a:pt x="36" y="252"/>
                    <a:pt x="1" y="2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7" name="Google Shape;4067;p54"/>
            <p:cNvSpPr/>
            <p:nvPr/>
          </p:nvSpPr>
          <p:spPr>
            <a:xfrm>
              <a:off x="6105841" y="3572401"/>
              <a:ext cx="53301" cy="11709"/>
            </a:xfrm>
            <a:custGeom>
              <a:avLst/>
              <a:gdLst/>
              <a:ahLst/>
              <a:cxnLst/>
              <a:rect l="l" t="t" r="r" b="b"/>
              <a:pathLst>
                <a:path w="874" h="192" extrusionOk="0">
                  <a:moveTo>
                    <a:pt x="873" y="141"/>
                  </a:moveTo>
                  <a:cubicBezTo>
                    <a:pt x="747" y="191"/>
                    <a:pt x="123" y="166"/>
                    <a:pt x="0" y="99"/>
                  </a:cubicBezTo>
                  <a:cubicBezTo>
                    <a:pt x="34" y="68"/>
                    <a:pt x="65" y="21"/>
                    <a:pt x="95" y="21"/>
                  </a:cubicBezTo>
                  <a:cubicBezTo>
                    <a:pt x="174" y="22"/>
                    <a:pt x="249" y="1"/>
                    <a:pt x="334" y="23"/>
                  </a:cubicBezTo>
                  <a:cubicBezTo>
                    <a:pt x="477" y="63"/>
                    <a:pt x="630" y="70"/>
                    <a:pt x="779" y="84"/>
                  </a:cubicBezTo>
                  <a:cubicBezTo>
                    <a:pt x="824" y="89"/>
                    <a:pt x="863" y="85"/>
                    <a:pt x="873" y="1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68" name="Google Shape;4068;p54"/>
            <p:cNvSpPr/>
            <p:nvPr/>
          </p:nvSpPr>
          <p:spPr>
            <a:xfrm>
              <a:off x="6098095" y="3519709"/>
              <a:ext cx="32627" cy="9087"/>
            </a:xfrm>
            <a:custGeom>
              <a:avLst/>
              <a:gdLst/>
              <a:ahLst/>
              <a:cxnLst/>
              <a:rect l="l" t="t" r="r" b="b"/>
              <a:pathLst>
                <a:path w="535" h="149" extrusionOk="0">
                  <a:moveTo>
                    <a:pt x="24" y="134"/>
                  </a:moveTo>
                  <a:cubicBezTo>
                    <a:pt x="1" y="61"/>
                    <a:pt x="16" y="30"/>
                    <a:pt x="62" y="18"/>
                  </a:cubicBezTo>
                  <a:cubicBezTo>
                    <a:pt x="91" y="10"/>
                    <a:pt x="122" y="0"/>
                    <a:pt x="150" y="3"/>
                  </a:cubicBezTo>
                  <a:cubicBezTo>
                    <a:pt x="256" y="19"/>
                    <a:pt x="361" y="38"/>
                    <a:pt x="466" y="61"/>
                  </a:cubicBezTo>
                  <a:cubicBezTo>
                    <a:pt x="492" y="68"/>
                    <a:pt x="513" y="93"/>
                    <a:pt x="535" y="124"/>
                  </a:cubicBezTo>
                  <a:cubicBezTo>
                    <a:pt x="364" y="149"/>
                    <a:pt x="194" y="118"/>
                    <a:pt x="24" y="1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069" name="Google Shape;4069;p54"/>
          <p:cNvGrpSpPr/>
          <p:nvPr/>
        </p:nvGrpSpPr>
        <p:grpSpPr>
          <a:xfrm>
            <a:off x="3828621" y="3201318"/>
            <a:ext cx="423400" cy="398217"/>
            <a:chOff x="3882789" y="1887913"/>
            <a:chExt cx="658272" cy="619120"/>
          </a:xfrm>
        </p:grpSpPr>
        <p:sp>
          <p:nvSpPr>
            <p:cNvPr id="4070" name="Google Shape;4070;p54"/>
            <p:cNvSpPr/>
            <p:nvPr/>
          </p:nvSpPr>
          <p:spPr>
            <a:xfrm>
              <a:off x="3939262" y="2195586"/>
              <a:ext cx="417625" cy="258210"/>
            </a:xfrm>
            <a:custGeom>
              <a:avLst/>
              <a:gdLst/>
              <a:ahLst/>
              <a:cxnLst/>
              <a:rect l="l" t="t" r="r" b="b"/>
              <a:pathLst>
                <a:path w="6848" h="4234" extrusionOk="0">
                  <a:moveTo>
                    <a:pt x="6848" y="0"/>
                  </a:moveTo>
                  <a:cubicBezTo>
                    <a:pt x="6821" y="72"/>
                    <a:pt x="6801" y="123"/>
                    <a:pt x="6781" y="177"/>
                  </a:cubicBezTo>
                  <a:lnTo>
                    <a:pt x="6689" y="177"/>
                  </a:lnTo>
                  <a:cubicBezTo>
                    <a:pt x="6668" y="203"/>
                    <a:pt x="6654" y="236"/>
                    <a:pt x="6632" y="249"/>
                  </a:cubicBezTo>
                  <a:cubicBezTo>
                    <a:pt x="6480" y="341"/>
                    <a:pt x="6321" y="416"/>
                    <a:pt x="6153" y="453"/>
                  </a:cubicBezTo>
                  <a:cubicBezTo>
                    <a:pt x="6043" y="477"/>
                    <a:pt x="5927" y="462"/>
                    <a:pt x="5813" y="463"/>
                  </a:cubicBezTo>
                  <a:cubicBezTo>
                    <a:pt x="5760" y="463"/>
                    <a:pt x="5708" y="461"/>
                    <a:pt x="5656" y="461"/>
                  </a:cubicBezTo>
                  <a:cubicBezTo>
                    <a:pt x="5634" y="461"/>
                    <a:pt x="5612" y="459"/>
                    <a:pt x="5591" y="466"/>
                  </a:cubicBezTo>
                  <a:cubicBezTo>
                    <a:pt x="5560" y="476"/>
                    <a:pt x="5533" y="497"/>
                    <a:pt x="5544" y="538"/>
                  </a:cubicBezTo>
                  <a:cubicBezTo>
                    <a:pt x="5554" y="579"/>
                    <a:pt x="5590" y="594"/>
                    <a:pt x="5617" y="578"/>
                  </a:cubicBezTo>
                  <a:cubicBezTo>
                    <a:pt x="5736" y="509"/>
                    <a:pt x="5865" y="545"/>
                    <a:pt x="5988" y="538"/>
                  </a:cubicBezTo>
                  <a:cubicBezTo>
                    <a:pt x="6151" y="530"/>
                    <a:pt x="6300" y="485"/>
                    <a:pt x="6450" y="425"/>
                  </a:cubicBezTo>
                  <a:cubicBezTo>
                    <a:pt x="6557" y="380"/>
                    <a:pt x="6664" y="334"/>
                    <a:pt x="6787" y="282"/>
                  </a:cubicBezTo>
                  <a:cubicBezTo>
                    <a:pt x="6777" y="384"/>
                    <a:pt x="6770" y="472"/>
                    <a:pt x="6760" y="570"/>
                  </a:cubicBezTo>
                  <a:cubicBezTo>
                    <a:pt x="6710" y="533"/>
                    <a:pt x="6673" y="549"/>
                    <a:pt x="6632" y="575"/>
                  </a:cubicBezTo>
                  <a:cubicBezTo>
                    <a:pt x="6509" y="657"/>
                    <a:pt x="6372" y="689"/>
                    <a:pt x="6233" y="708"/>
                  </a:cubicBezTo>
                  <a:cubicBezTo>
                    <a:pt x="6054" y="733"/>
                    <a:pt x="5872" y="747"/>
                    <a:pt x="5693" y="764"/>
                  </a:cubicBezTo>
                  <a:cubicBezTo>
                    <a:pt x="5658" y="768"/>
                    <a:pt x="5621" y="760"/>
                    <a:pt x="5584" y="757"/>
                  </a:cubicBezTo>
                  <a:cubicBezTo>
                    <a:pt x="5560" y="755"/>
                    <a:pt x="5538" y="757"/>
                    <a:pt x="5514" y="757"/>
                  </a:cubicBezTo>
                  <a:cubicBezTo>
                    <a:pt x="5517" y="856"/>
                    <a:pt x="5519" y="857"/>
                    <a:pt x="5579" y="850"/>
                  </a:cubicBezTo>
                  <a:cubicBezTo>
                    <a:pt x="5719" y="832"/>
                    <a:pt x="5859" y="816"/>
                    <a:pt x="5999" y="805"/>
                  </a:cubicBezTo>
                  <a:cubicBezTo>
                    <a:pt x="6174" y="791"/>
                    <a:pt x="6346" y="766"/>
                    <a:pt x="6516" y="714"/>
                  </a:cubicBezTo>
                  <a:cubicBezTo>
                    <a:pt x="6589" y="693"/>
                    <a:pt x="6664" y="689"/>
                    <a:pt x="6745" y="676"/>
                  </a:cubicBezTo>
                  <a:cubicBezTo>
                    <a:pt x="6738" y="737"/>
                    <a:pt x="6731" y="795"/>
                    <a:pt x="6723" y="863"/>
                  </a:cubicBezTo>
                  <a:cubicBezTo>
                    <a:pt x="6624" y="893"/>
                    <a:pt x="6529" y="923"/>
                    <a:pt x="6433" y="950"/>
                  </a:cubicBezTo>
                  <a:cubicBezTo>
                    <a:pt x="6368" y="968"/>
                    <a:pt x="6301" y="978"/>
                    <a:pt x="6236" y="995"/>
                  </a:cubicBezTo>
                  <a:cubicBezTo>
                    <a:pt x="6091" y="1031"/>
                    <a:pt x="5944" y="1037"/>
                    <a:pt x="5798" y="1031"/>
                  </a:cubicBezTo>
                  <a:cubicBezTo>
                    <a:pt x="5768" y="1030"/>
                    <a:pt x="5738" y="1010"/>
                    <a:pt x="5709" y="1005"/>
                  </a:cubicBezTo>
                  <a:cubicBezTo>
                    <a:pt x="5680" y="1000"/>
                    <a:pt x="5655" y="1010"/>
                    <a:pt x="5651" y="1051"/>
                  </a:cubicBezTo>
                  <a:cubicBezTo>
                    <a:pt x="5649" y="1092"/>
                    <a:pt x="5670" y="1122"/>
                    <a:pt x="5704" y="1119"/>
                  </a:cubicBezTo>
                  <a:cubicBezTo>
                    <a:pt x="5929" y="1102"/>
                    <a:pt x="6157" y="1107"/>
                    <a:pt x="6378" y="1039"/>
                  </a:cubicBezTo>
                  <a:cubicBezTo>
                    <a:pt x="6485" y="1005"/>
                    <a:pt x="6599" y="995"/>
                    <a:pt x="6720" y="973"/>
                  </a:cubicBezTo>
                  <a:cubicBezTo>
                    <a:pt x="6709" y="1035"/>
                    <a:pt x="6701" y="1082"/>
                    <a:pt x="6691" y="1138"/>
                  </a:cubicBezTo>
                  <a:cubicBezTo>
                    <a:pt x="6616" y="1172"/>
                    <a:pt x="6538" y="1215"/>
                    <a:pt x="6456" y="1240"/>
                  </a:cubicBezTo>
                  <a:cubicBezTo>
                    <a:pt x="6322" y="1283"/>
                    <a:pt x="6183" y="1311"/>
                    <a:pt x="6041" y="1315"/>
                  </a:cubicBezTo>
                  <a:cubicBezTo>
                    <a:pt x="5923" y="1317"/>
                    <a:pt x="5805" y="1332"/>
                    <a:pt x="5680" y="1343"/>
                  </a:cubicBezTo>
                  <a:cubicBezTo>
                    <a:pt x="5675" y="1369"/>
                    <a:pt x="5670" y="1398"/>
                    <a:pt x="5662" y="1434"/>
                  </a:cubicBezTo>
                  <a:cubicBezTo>
                    <a:pt x="5686" y="1436"/>
                    <a:pt x="5706" y="1446"/>
                    <a:pt x="5719" y="1440"/>
                  </a:cubicBezTo>
                  <a:cubicBezTo>
                    <a:pt x="5818" y="1393"/>
                    <a:pt x="5924" y="1402"/>
                    <a:pt x="6028" y="1385"/>
                  </a:cubicBezTo>
                  <a:cubicBezTo>
                    <a:pt x="6249" y="1352"/>
                    <a:pt x="6470" y="1323"/>
                    <a:pt x="6698" y="1292"/>
                  </a:cubicBezTo>
                  <a:cubicBezTo>
                    <a:pt x="6717" y="1351"/>
                    <a:pt x="6680" y="1408"/>
                    <a:pt x="6660" y="1479"/>
                  </a:cubicBezTo>
                  <a:cubicBezTo>
                    <a:pt x="6606" y="1451"/>
                    <a:pt x="6565" y="1482"/>
                    <a:pt x="6517" y="1504"/>
                  </a:cubicBezTo>
                  <a:cubicBezTo>
                    <a:pt x="6437" y="1541"/>
                    <a:pt x="6348" y="1563"/>
                    <a:pt x="6261" y="1579"/>
                  </a:cubicBezTo>
                  <a:cubicBezTo>
                    <a:pt x="6168" y="1596"/>
                    <a:pt x="6072" y="1600"/>
                    <a:pt x="5979" y="1608"/>
                  </a:cubicBezTo>
                  <a:cubicBezTo>
                    <a:pt x="5847" y="1618"/>
                    <a:pt x="5717" y="1628"/>
                    <a:pt x="5585" y="1638"/>
                  </a:cubicBezTo>
                  <a:cubicBezTo>
                    <a:pt x="5574" y="1639"/>
                    <a:pt x="5557" y="1638"/>
                    <a:pt x="5550" y="1647"/>
                  </a:cubicBezTo>
                  <a:cubicBezTo>
                    <a:pt x="5539" y="1661"/>
                    <a:pt x="5529" y="1680"/>
                    <a:pt x="5528" y="1697"/>
                  </a:cubicBezTo>
                  <a:cubicBezTo>
                    <a:pt x="5528" y="1707"/>
                    <a:pt x="5543" y="1726"/>
                    <a:pt x="5555" y="1731"/>
                  </a:cubicBezTo>
                  <a:cubicBezTo>
                    <a:pt x="5579" y="1737"/>
                    <a:pt x="5606" y="1743"/>
                    <a:pt x="5627" y="1736"/>
                  </a:cubicBezTo>
                  <a:cubicBezTo>
                    <a:pt x="5767" y="1685"/>
                    <a:pt x="5910" y="1681"/>
                    <a:pt x="6055" y="1677"/>
                  </a:cubicBezTo>
                  <a:cubicBezTo>
                    <a:pt x="6131" y="1675"/>
                    <a:pt x="6207" y="1659"/>
                    <a:pt x="6282" y="1647"/>
                  </a:cubicBezTo>
                  <a:cubicBezTo>
                    <a:pt x="6397" y="1629"/>
                    <a:pt x="6511" y="1610"/>
                    <a:pt x="6639" y="1589"/>
                  </a:cubicBezTo>
                  <a:cubicBezTo>
                    <a:pt x="6645" y="1630"/>
                    <a:pt x="6654" y="1676"/>
                    <a:pt x="6664" y="1736"/>
                  </a:cubicBezTo>
                  <a:cubicBezTo>
                    <a:pt x="6627" y="1728"/>
                    <a:pt x="6597" y="1723"/>
                    <a:pt x="6565" y="1718"/>
                  </a:cubicBezTo>
                  <a:cubicBezTo>
                    <a:pt x="6415" y="1884"/>
                    <a:pt x="6217" y="1895"/>
                    <a:pt x="6024" y="1922"/>
                  </a:cubicBezTo>
                  <a:cubicBezTo>
                    <a:pt x="5878" y="1941"/>
                    <a:pt x="5732" y="1956"/>
                    <a:pt x="5586" y="1969"/>
                  </a:cubicBezTo>
                  <a:cubicBezTo>
                    <a:pt x="5571" y="1971"/>
                    <a:pt x="5557" y="1967"/>
                    <a:pt x="5542" y="1964"/>
                  </a:cubicBezTo>
                  <a:cubicBezTo>
                    <a:pt x="5509" y="2050"/>
                    <a:pt x="5517" y="2066"/>
                    <a:pt x="5589" y="2056"/>
                  </a:cubicBezTo>
                  <a:cubicBezTo>
                    <a:pt x="5656" y="2046"/>
                    <a:pt x="5721" y="2029"/>
                    <a:pt x="5788" y="2019"/>
                  </a:cubicBezTo>
                  <a:cubicBezTo>
                    <a:pt x="5851" y="2010"/>
                    <a:pt x="5915" y="2000"/>
                    <a:pt x="5979" y="2000"/>
                  </a:cubicBezTo>
                  <a:cubicBezTo>
                    <a:pt x="6157" y="2000"/>
                    <a:pt x="6325" y="1947"/>
                    <a:pt x="6494" y="1895"/>
                  </a:cubicBezTo>
                  <a:cubicBezTo>
                    <a:pt x="6530" y="1884"/>
                    <a:pt x="6567" y="1870"/>
                    <a:pt x="6623" y="1850"/>
                  </a:cubicBezTo>
                  <a:cubicBezTo>
                    <a:pt x="6602" y="1935"/>
                    <a:pt x="6587" y="2003"/>
                    <a:pt x="6563" y="2066"/>
                  </a:cubicBezTo>
                  <a:cubicBezTo>
                    <a:pt x="6556" y="2087"/>
                    <a:pt x="6524" y="2095"/>
                    <a:pt x="6486" y="2120"/>
                  </a:cubicBezTo>
                  <a:cubicBezTo>
                    <a:pt x="6480" y="2167"/>
                    <a:pt x="6430" y="2198"/>
                    <a:pt x="6377" y="2224"/>
                  </a:cubicBezTo>
                  <a:cubicBezTo>
                    <a:pt x="6270" y="2275"/>
                    <a:pt x="6159" y="2291"/>
                    <a:pt x="6045" y="2303"/>
                  </a:cubicBezTo>
                  <a:cubicBezTo>
                    <a:pt x="5913" y="2316"/>
                    <a:pt x="5783" y="2332"/>
                    <a:pt x="5651" y="2347"/>
                  </a:cubicBezTo>
                  <a:cubicBezTo>
                    <a:pt x="5605" y="2353"/>
                    <a:pt x="5559" y="2355"/>
                    <a:pt x="5513" y="2361"/>
                  </a:cubicBezTo>
                  <a:cubicBezTo>
                    <a:pt x="5486" y="2365"/>
                    <a:pt x="5457" y="2376"/>
                    <a:pt x="5429" y="2385"/>
                  </a:cubicBezTo>
                  <a:cubicBezTo>
                    <a:pt x="5437" y="2445"/>
                    <a:pt x="5452" y="2463"/>
                    <a:pt x="5504" y="2454"/>
                  </a:cubicBezTo>
                  <a:cubicBezTo>
                    <a:pt x="5673" y="2424"/>
                    <a:pt x="5843" y="2398"/>
                    <a:pt x="6014" y="2380"/>
                  </a:cubicBezTo>
                  <a:cubicBezTo>
                    <a:pt x="6169" y="2363"/>
                    <a:pt x="6323" y="2340"/>
                    <a:pt x="6471" y="2278"/>
                  </a:cubicBezTo>
                  <a:cubicBezTo>
                    <a:pt x="6486" y="2271"/>
                    <a:pt x="6505" y="2273"/>
                    <a:pt x="6527" y="2269"/>
                  </a:cubicBezTo>
                  <a:cubicBezTo>
                    <a:pt x="6504" y="2332"/>
                    <a:pt x="6485" y="2388"/>
                    <a:pt x="6462" y="2443"/>
                  </a:cubicBezTo>
                  <a:cubicBezTo>
                    <a:pt x="6456" y="2457"/>
                    <a:pt x="6438" y="2475"/>
                    <a:pt x="6429" y="2473"/>
                  </a:cubicBezTo>
                  <a:cubicBezTo>
                    <a:pt x="6358" y="2458"/>
                    <a:pt x="6324" y="2531"/>
                    <a:pt x="6267" y="2546"/>
                  </a:cubicBezTo>
                  <a:cubicBezTo>
                    <a:pt x="6179" y="2572"/>
                    <a:pt x="6088" y="2590"/>
                    <a:pt x="5999" y="2608"/>
                  </a:cubicBezTo>
                  <a:cubicBezTo>
                    <a:pt x="5796" y="2652"/>
                    <a:pt x="5586" y="2668"/>
                    <a:pt x="5386" y="2734"/>
                  </a:cubicBezTo>
                  <a:cubicBezTo>
                    <a:pt x="5377" y="2736"/>
                    <a:pt x="5370" y="2741"/>
                    <a:pt x="5361" y="2746"/>
                  </a:cubicBezTo>
                  <a:cubicBezTo>
                    <a:pt x="5333" y="2757"/>
                    <a:pt x="5306" y="2772"/>
                    <a:pt x="5323" y="2811"/>
                  </a:cubicBezTo>
                  <a:cubicBezTo>
                    <a:pt x="5339" y="2848"/>
                    <a:pt x="5362" y="2828"/>
                    <a:pt x="5391" y="2820"/>
                  </a:cubicBezTo>
                  <a:cubicBezTo>
                    <a:pt x="5498" y="2784"/>
                    <a:pt x="5606" y="2749"/>
                    <a:pt x="5717" y="2728"/>
                  </a:cubicBezTo>
                  <a:cubicBezTo>
                    <a:pt x="5886" y="2695"/>
                    <a:pt x="6056" y="2677"/>
                    <a:pt x="6224" y="2649"/>
                  </a:cubicBezTo>
                  <a:cubicBezTo>
                    <a:pt x="6281" y="2641"/>
                    <a:pt x="6336" y="2623"/>
                    <a:pt x="6408" y="2606"/>
                  </a:cubicBezTo>
                  <a:cubicBezTo>
                    <a:pt x="6351" y="2715"/>
                    <a:pt x="6251" y="2770"/>
                    <a:pt x="6211" y="2878"/>
                  </a:cubicBezTo>
                  <a:cubicBezTo>
                    <a:pt x="6142" y="2805"/>
                    <a:pt x="6143" y="2807"/>
                    <a:pt x="6055" y="2856"/>
                  </a:cubicBezTo>
                  <a:cubicBezTo>
                    <a:pt x="5920" y="2931"/>
                    <a:pt x="5775" y="2974"/>
                    <a:pt x="5627" y="3004"/>
                  </a:cubicBezTo>
                  <a:cubicBezTo>
                    <a:pt x="5471" y="3035"/>
                    <a:pt x="5316" y="3069"/>
                    <a:pt x="5166" y="3100"/>
                  </a:cubicBezTo>
                  <a:cubicBezTo>
                    <a:pt x="5157" y="3119"/>
                    <a:pt x="5151" y="3128"/>
                    <a:pt x="5150" y="3137"/>
                  </a:cubicBezTo>
                  <a:cubicBezTo>
                    <a:pt x="5147" y="3161"/>
                    <a:pt x="5149" y="3185"/>
                    <a:pt x="5147" y="3211"/>
                  </a:cubicBezTo>
                  <a:cubicBezTo>
                    <a:pt x="5170" y="3204"/>
                    <a:pt x="5191" y="3197"/>
                    <a:pt x="5211" y="3190"/>
                  </a:cubicBezTo>
                  <a:cubicBezTo>
                    <a:pt x="5265" y="3169"/>
                    <a:pt x="5319" y="3139"/>
                    <a:pt x="5374" y="3127"/>
                  </a:cubicBezTo>
                  <a:cubicBezTo>
                    <a:pt x="5591" y="3074"/>
                    <a:pt x="5810" y="3028"/>
                    <a:pt x="6029" y="2977"/>
                  </a:cubicBezTo>
                  <a:cubicBezTo>
                    <a:pt x="6072" y="2967"/>
                    <a:pt x="6113" y="2949"/>
                    <a:pt x="6173" y="2929"/>
                  </a:cubicBezTo>
                  <a:cubicBezTo>
                    <a:pt x="6091" y="3022"/>
                    <a:pt x="6022" y="3100"/>
                    <a:pt x="5945" y="3187"/>
                  </a:cubicBezTo>
                  <a:cubicBezTo>
                    <a:pt x="5940" y="3150"/>
                    <a:pt x="5935" y="3122"/>
                    <a:pt x="5930" y="3089"/>
                  </a:cubicBezTo>
                  <a:cubicBezTo>
                    <a:pt x="5858" y="3083"/>
                    <a:pt x="5807" y="3127"/>
                    <a:pt x="5751" y="3159"/>
                  </a:cubicBezTo>
                  <a:cubicBezTo>
                    <a:pt x="5689" y="3194"/>
                    <a:pt x="5626" y="3226"/>
                    <a:pt x="5561" y="3258"/>
                  </a:cubicBezTo>
                  <a:cubicBezTo>
                    <a:pt x="5468" y="3304"/>
                    <a:pt x="5372" y="3348"/>
                    <a:pt x="5279" y="3395"/>
                  </a:cubicBezTo>
                  <a:cubicBezTo>
                    <a:pt x="5264" y="3403"/>
                    <a:pt x="5244" y="3430"/>
                    <a:pt x="5247" y="3444"/>
                  </a:cubicBezTo>
                  <a:cubicBezTo>
                    <a:pt x="5253" y="3481"/>
                    <a:pt x="5284" y="3473"/>
                    <a:pt x="5308" y="3465"/>
                  </a:cubicBezTo>
                  <a:cubicBezTo>
                    <a:pt x="5402" y="3424"/>
                    <a:pt x="5494" y="3380"/>
                    <a:pt x="5587" y="3339"/>
                  </a:cubicBezTo>
                  <a:cubicBezTo>
                    <a:pt x="5689" y="3296"/>
                    <a:pt x="5792" y="3253"/>
                    <a:pt x="5902" y="3222"/>
                  </a:cubicBezTo>
                  <a:cubicBezTo>
                    <a:pt x="5868" y="3258"/>
                    <a:pt x="5838" y="3301"/>
                    <a:pt x="5800" y="3329"/>
                  </a:cubicBezTo>
                  <a:cubicBezTo>
                    <a:pt x="5700" y="3401"/>
                    <a:pt x="5615" y="3496"/>
                    <a:pt x="5482" y="3508"/>
                  </a:cubicBezTo>
                  <a:cubicBezTo>
                    <a:pt x="5294" y="3526"/>
                    <a:pt x="5121" y="3605"/>
                    <a:pt x="4956" y="3701"/>
                  </a:cubicBezTo>
                  <a:cubicBezTo>
                    <a:pt x="4935" y="3712"/>
                    <a:pt x="4936" y="3712"/>
                    <a:pt x="4942" y="3775"/>
                  </a:cubicBezTo>
                  <a:cubicBezTo>
                    <a:pt x="5072" y="3727"/>
                    <a:pt x="5191" y="3647"/>
                    <a:pt x="5334" y="3630"/>
                  </a:cubicBezTo>
                  <a:cubicBezTo>
                    <a:pt x="5331" y="3646"/>
                    <a:pt x="5333" y="3665"/>
                    <a:pt x="5326" y="3669"/>
                  </a:cubicBezTo>
                  <a:cubicBezTo>
                    <a:pt x="5231" y="3722"/>
                    <a:pt x="5139" y="3790"/>
                    <a:pt x="5036" y="3816"/>
                  </a:cubicBezTo>
                  <a:cubicBezTo>
                    <a:pt x="4956" y="3836"/>
                    <a:pt x="4901" y="3903"/>
                    <a:pt x="4820" y="3917"/>
                  </a:cubicBezTo>
                  <a:cubicBezTo>
                    <a:pt x="4743" y="3931"/>
                    <a:pt x="4668" y="3968"/>
                    <a:pt x="4598" y="4009"/>
                  </a:cubicBezTo>
                  <a:cubicBezTo>
                    <a:pt x="4470" y="4085"/>
                    <a:pt x="4328" y="4090"/>
                    <a:pt x="4193" y="4126"/>
                  </a:cubicBezTo>
                  <a:cubicBezTo>
                    <a:pt x="4105" y="4148"/>
                    <a:pt x="4015" y="4169"/>
                    <a:pt x="3924" y="4184"/>
                  </a:cubicBezTo>
                  <a:cubicBezTo>
                    <a:pt x="3827" y="4203"/>
                    <a:pt x="3730" y="4233"/>
                    <a:pt x="3630" y="4218"/>
                  </a:cubicBezTo>
                  <a:cubicBezTo>
                    <a:pt x="3591" y="4213"/>
                    <a:pt x="3550" y="4228"/>
                    <a:pt x="3512" y="4225"/>
                  </a:cubicBezTo>
                  <a:cubicBezTo>
                    <a:pt x="3375" y="4218"/>
                    <a:pt x="3238" y="4205"/>
                    <a:pt x="3100" y="4194"/>
                  </a:cubicBezTo>
                  <a:cubicBezTo>
                    <a:pt x="3042" y="4191"/>
                    <a:pt x="2983" y="4193"/>
                    <a:pt x="2927" y="4186"/>
                  </a:cubicBezTo>
                  <a:cubicBezTo>
                    <a:pt x="2852" y="4176"/>
                    <a:pt x="2772" y="4171"/>
                    <a:pt x="2702" y="4142"/>
                  </a:cubicBezTo>
                  <a:cubicBezTo>
                    <a:pt x="2598" y="4101"/>
                    <a:pt x="2486" y="4114"/>
                    <a:pt x="2383" y="4068"/>
                  </a:cubicBezTo>
                  <a:cubicBezTo>
                    <a:pt x="2281" y="4025"/>
                    <a:pt x="2178" y="3988"/>
                    <a:pt x="2075" y="3945"/>
                  </a:cubicBezTo>
                  <a:cubicBezTo>
                    <a:pt x="1990" y="3909"/>
                    <a:pt x="1908" y="3866"/>
                    <a:pt x="1830" y="3830"/>
                  </a:cubicBezTo>
                  <a:cubicBezTo>
                    <a:pt x="1830" y="3809"/>
                    <a:pt x="1829" y="3802"/>
                    <a:pt x="1830" y="3796"/>
                  </a:cubicBezTo>
                  <a:cubicBezTo>
                    <a:pt x="1840" y="3767"/>
                    <a:pt x="1901" y="3758"/>
                    <a:pt x="1862" y="3709"/>
                  </a:cubicBezTo>
                  <a:cubicBezTo>
                    <a:pt x="1841" y="3684"/>
                    <a:pt x="1778" y="3690"/>
                    <a:pt x="1744" y="3718"/>
                  </a:cubicBezTo>
                  <a:cubicBezTo>
                    <a:pt x="1738" y="3725"/>
                    <a:pt x="1733" y="3733"/>
                    <a:pt x="1728" y="3741"/>
                  </a:cubicBezTo>
                  <a:cubicBezTo>
                    <a:pt x="1655" y="3720"/>
                    <a:pt x="1578" y="3712"/>
                    <a:pt x="1523" y="3639"/>
                  </a:cubicBezTo>
                  <a:cubicBezTo>
                    <a:pt x="1568" y="3597"/>
                    <a:pt x="1601" y="3661"/>
                    <a:pt x="1645" y="3639"/>
                  </a:cubicBezTo>
                  <a:cubicBezTo>
                    <a:pt x="1647" y="3624"/>
                    <a:pt x="1650" y="3607"/>
                    <a:pt x="1653" y="3589"/>
                  </a:cubicBezTo>
                  <a:cubicBezTo>
                    <a:pt x="1611" y="3571"/>
                    <a:pt x="1573" y="3552"/>
                    <a:pt x="1534" y="3537"/>
                  </a:cubicBezTo>
                  <a:cubicBezTo>
                    <a:pt x="1476" y="3516"/>
                    <a:pt x="1417" y="3475"/>
                    <a:pt x="1350" y="3520"/>
                  </a:cubicBezTo>
                  <a:cubicBezTo>
                    <a:pt x="1335" y="3530"/>
                    <a:pt x="1300" y="3521"/>
                    <a:pt x="1281" y="3508"/>
                  </a:cubicBezTo>
                  <a:cubicBezTo>
                    <a:pt x="1237" y="3480"/>
                    <a:pt x="1197" y="3444"/>
                    <a:pt x="1143" y="3400"/>
                  </a:cubicBezTo>
                  <a:cubicBezTo>
                    <a:pt x="1172" y="3392"/>
                    <a:pt x="1185" y="3384"/>
                    <a:pt x="1196" y="3385"/>
                  </a:cubicBezTo>
                  <a:cubicBezTo>
                    <a:pt x="1299" y="3400"/>
                    <a:pt x="1402" y="3419"/>
                    <a:pt x="1504" y="3434"/>
                  </a:cubicBezTo>
                  <a:cubicBezTo>
                    <a:pt x="1519" y="3436"/>
                    <a:pt x="1535" y="3424"/>
                    <a:pt x="1550" y="3418"/>
                  </a:cubicBezTo>
                  <a:cubicBezTo>
                    <a:pt x="1542" y="3397"/>
                    <a:pt x="1539" y="3367"/>
                    <a:pt x="1525" y="3358"/>
                  </a:cubicBezTo>
                  <a:cubicBezTo>
                    <a:pt x="1487" y="3339"/>
                    <a:pt x="1445" y="3324"/>
                    <a:pt x="1402" y="3317"/>
                  </a:cubicBezTo>
                  <a:cubicBezTo>
                    <a:pt x="1312" y="3303"/>
                    <a:pt x="1220" y="3290"/>
                    <a:pt x="1129" y="3287"/>
                  </a:cubicBezTo>
                  <a:cubicBezTo>
                    <a:pt x="1015" y="3282"/>
                    <a:pt x="946" y="3205"/>
                    <a:pt x="862" y="3108"/>
                  </a:cubicBezTo>
                  <a:cubicBezTo>
                    <a:pt x="946" y="3117"/>
                    <a:pt x="1010" y="3123"/>
                    <a:pt x="1077" y="3129"/>
                  </a:cubicBezTo>
                  <a:cubicBezTo>
                    <a:pt x="1181" y="3139"/>
                    <a:pt x="1287" y="3153"/>
                    <a:pt x="1391" y="3160"/>
                  </a:cubicBezTo>
                  <a:cubicBezTo>
                    <a:pt x="1408" y="3162"/>
                    <a:pt x="1435" y="3147"/>
                    <a:pt x="1441" y="3131"/>
                  </a:cubicBezTo>
                  <a:cubicBezTo>
                    <a:pt x="1451" y="3103"/>
                    <a:pt x="1439" y="3076"/>
                    <a:pt x="1407" y="3073"/>
                  </a:cubicBezTo>
                  <a:cubicBezTo>
                    <a:pt x="1369" y="3068"/>
                    <a:pt x="1329" y="3071"/>
                    <a:pt x="1292" y="3065"/>
                  </a:cubicBezTo>
                  <a:cubicBezTo>
                    <a:pt x="1182" y="3049"/>
                    <a:pt x="1074" y="3032"/>
                    <a:pt x="965" y="3012"/>
                  </a:cubicBezTo>
                  <a:cubicBezTo>
                    <a:pt x="875" y="2995"/>
                    <a:pt x="877" y="2993"/>
                    <a:pt x="785" y="3029"/>
                  </a:cubicBezTo>
                  <a:cubicBezTo>
                    <a:pt x="746" y="2980"/>
                    <a:pt x="706" y="2928"/>
                    <a:pt x="665" y="2875"/>
                  </a:cubicBezTo>
                  <a:cubicBezTo>
                    <a:pt x="669" y="2868"/>
                    <a:pt x="673" y="2861"/>
                    <a:pt x="675" y="2855"/>
                  </a:cubicBezTo>
                  <a:cubicBezTo>
                    <a:pt x="915" y="2913"/>
                    <a:pt x="1155" y="2846"/>
                    <a:pt x="1401" y="2852"/>
                  </a:cubicBezTo>
                  <a:cubicBezTo>
                    <a:pt x="1410" y="2822"/>
                    <a:pt x="1417" y="2792"/>
                    <a:pt x="1432" y="2746"/>
                  </a:cubicBezTo>
                  <a:cubicBezTo>
                    <a:pt x="1360" y="2751"/>
                    <a:pt x="1300" y="2751"/>
                    <a:pt x="1243" y="2763"/>
                  </a:cubicBezTo>
                  <a:cubicBezTo>
                    <a:pt x="1159" y="2778"/>
                    <a:pt x="1075" y="2781"/>
                    <a:pt x="990" y="2786"/>
                  </a:cubicBezTo>
                  <a:cubicBezTo>
                    <a:pt x="852" y="2795"/>
                    <a:pt x="727" y="2755"/>
                    <a:pt x="599" y="2715"/>
                  </a:cubicBezTo>
                  <a:cubicBezTo>
                    <a:pt x="547" y="2698"/>
                    <a:pt x="512" y="2669"/>
                    <a:pt x="486" y="2621"/>
                  </a:cubicBezTo>
                  <a:cubicBezTo>
                    <a:pt x="464" y="2579"/>
                    <a:pt x="439" y="2536"/>
                    <a:pt x="408" y="2482"/>
                  </a:cubicBezTo>
                  <a:cubicBezTo>
                    <a:pt x="469" y="2489"/>
                    <a:pt x="517" y="2497"/>
                    <a:pt x="566" y="2502"/>
                  </a:cubicBezTo>
                  <a:cubicBezTo>
                    <a:pt x="652" y="2510"/>
                    <a:pt x="736" y="2525"/>
                    <a:pt x="822" y="2528"/>
                  </a:cubicBezTo>
                  <a:cubicBezTo>
                    <a:pt x="981" y="2533"/>
                    <a:pt x="1140" y="2531"/>
                    <a:pt x="1299" y="2533"/>
                  </a:cubicBezTo>
                  <a:cubicBezTo>
                    <a:pt x="1340" y="2533"/>
                    <a:pt x="1380" y="2533"/>
                    <a:pt x="1399" y="2472"/>
                  </a:cubicBezTo>
                  <a:cubicBezTo>
                    <a:pt x="1389" y="2463"/>
                    <a:pt x="1377" y="2454"/>
                    <a:pt x="1364" y="2446"/>
                  </a:cubicBezTo>
                  <a:cubicBezTo>
                    <a:pt x="1351" y="2435"/>
                    <a:pt x="1339" y="2426"/>
                    <a:pt x="1325" y="2432"/>
                  </a:cubicBezTo>
                  <a:cubicBezTo>
                    <a:pt x="1202" y="2439"/>
                    <a:pt x="1078" y="2448"/>
                    <a:pt x="954" y="2451"/>
                  </a:cubicBezTo>
                  <a:cubicBezTo>
                    <a:pt x="817" y="2454"/>
                    <a:pt x="681" y="2425"/>
                    <a:pt x="547" y="2401"/>
                  </a:cubicBezTo>
                  <a:cubicBezTo>
                    <a:pt x="481" y="2389"/>
                    <a:pt x="420" y="2371"/>
                    <a:pt x="383" y="2302"/>
                  </a:cubicBezTo>
                  <a:cubicBezTo>
                    <a:pt x="357" y="2313"/>
                    <a:pt x="335" y="2323"/>
                    <a:pt x="302" y="2335"/>
                  </a:cubicBezTo>
                  <a:cubicBezTo>
                    <a:pt x="291" y="2294"/>
                    <a:pt x="282" y="2258"/>
                    <a:pt x="269" y="2213"/>
                  </a:cubicBezTo>
                  <a:cubicBezTo>
                    <a:pt x="350" y="2223"/>
                    <a:pt x="419" y="2233"/>
                    <a:pt x="488" y="2238"/>
                  </a:cubicBezTo>
                  <a:cubicBezTo>
                    <a:pt x="524" y="2241"/>
                    <a:pt x="561" y="2238"/>
                    <a:pt x="598" y="2239"/>
                  </a:cubicBezTo>
                  <a:cubicBezTo>
                    <a:pt x="680" y="2239"/>
                    <a:pt x="761" y="2241"/>
                    <a:pt x="842" y="2241"/>
                  </a:cubicBezTo>
                  <a:cubicBezTo>
                    <a:pt x="872" y="2241"/>
                    <a:pt x="901" y="2237"/>
                    <a:pt x="931" y="2236"/>
                  </a:cubicBezTo>
                  <a:cubicBezTo>
                    <a:pt x="998" y="2234"/>
                    <a:pt x="1067" y="2234"/>
                    <a:pt x="1133" y="2234"/>
                  </a:cubicBezTo>
                  <a:cubicBezTo>
                    <a:pt x="1166" y="2234"/>
                    <a:pt x="1201" y="2241"/>
                    <a:pt x="1233" y="2233"/>
                  </a:cubicBezTo>
                  <a:cubicBezTo>
                    <a:pt x="1272" y="2226"/>
                    <a:pt x="1303" y="2201"/>
                    <a:pt x="1289" y="2136"/>
                  </a:cubicBezTo>
                  <a:cubicBezTo>
                    <a:pt x="1263" y="2134"/>
                    <a:pt x="1235" y="2124"/>
                    <a:pt x="1207" y="2126"/>
                  </a:cubicBezTo>
                  <a:cubicBezTo>
                    <a:pt x="1067" y="2136"/>
                    <a:pt x="925" y="2152"/>
                    <a:pt x="785" y="2155"/>
                  </a:cubicBezTo>
                  <a:cubicBezTo>
                    <a:pt x="665" y="2157"/>
                    <a:pt x="546" y="2151"/>
                    <a:pt x="428" y="2136"/>
                  </a:cubicBezTo>
                  <a:cubicBezTo>
                    <a:pt x="373" y="2129"/>
                    <a:pt x="320" y="2093"/>
                    <a:pt x="266" y="2068"/>
                  </a:cubicBezTo>
                  <a:cubicBezTo>
                    <a:pt x="245" y="2058"/>
                    <a:pt x="223" y="2044"/>
                    <a:pt x="203" y="2029"/>
                  </a:cubicBezTo>
                  <a:cubicBezTo>
                    <a:pt x="188" y="2019"/>
                    <a:pt x="167" y="2009"/>
                    <a:pt x="159" y="1993"/>
                  </a:cubicBezTo>
                  <a:cubicBezTo>
                    <a:pt x="132" y="1937"/>
                    <a:pt x="111" y="1879"/>
                    <a:pt x="81" y="1811"/>
                  </a:cubicBezTo>
                  <a:cubicBezTo>
                    <a:pt x="103" y="1814"/>
                    <a:pt x="117" y="1814"/>
                    <a:pt x="131" y="1820"/>
                  </a:cubicBezTo>
                  <a:cubicBezTo>
                    <a:pt x="275" y="1868"/>
                    <a:pt x="418" y="1907"/>
                    <a:pt x="571" y="1894"/>
                  </a:cubicBezTo>
                  <a:cubicBezTo>
                    <a:pt x="680" y="1885"/>
                    <a:pt x="790" y="1899"/>
                    <a:pt x="899" y="1896"/>
                  </a:cubicBezTo>
                  <a:cubicBezTo>
                    <a:pt x="1002" y="1894"/>
                    <a:pt x="1105" y="1885"/>
                    <a:pt x="1210" y="1878"/>
                  </a:cubicBezTo>
                  <a:cubicBezTo>
                    <a:pt x="1238" y="1875"/>
                    <a:pt x="1267" y="1863"/>
                    <a:pt x="1259" y="1822"/>
                  </a:cubicBezTo>
                  <a:cubicBezTo>
                    <a:pt x="1253" y="1787"/>
                    <a:pt x="1227" y="1776"/>
                    <a:pt x="1195" y="1782"/>
                  </a:cubicBezTo>
                  <a:cubicBezTo>
                    <a:pt x="970" y="1827"/>
                    <a:pt x="744" y="1814"/>
                    <a:pt x="516" y="1812"/>
                  </a:cubicBezTo>
                  <a:cubicBezTo>
                    <a:pt x="419" y="1811"/>
                    <a:pt x="328" y="1788"/>
                    <a:pt x="239" y="1750"/>
                  </a:cubicBezTo>
                  <a:cubicBezTo>
                    <a:pt x="209" y="1737"/>
                    <a:pt x="171" y="1733"/>
                    <a:pt x="167" y="1681"/>
                  </a:cubicBezTo>
                  <a:cubicBezTo>
                    <a:pt x="166" y="1673"/>
                    <a:pt x="152" y="1663"/>
                    <a:pt x="141" y="1658"/>
                  </a:cubicBezTo>
                  <a:cubicBezTo>
                    <a:pt x="43" y="1609"/>
                    <a:pt x="28" y="1577"/>
                    <a:pt x="43" y="1431"/>
                  </a:cubicBezTo>
                  <a:cubicBezTo>
                    <a:pt x="430" y="1587"/>
                    <a:pt x="834" y="1584"/>
                    <a:pt x="1244" y="1603"/>
                  </a:cubicBezTo>
                  <a:cubicBezTo>
                    <a:pt x="1257" y="1583"/>
                    <a:pt x="1274" y="1557"/>
                    <a:pt x="1303" y="1516"/>
                  </a:cubicBezTo>
                  <a:cubicBezTo>
                    <a:pt x="1271" y="1506"/>
                    <a:pt x="1251" y="1496"/>
                    <a:pt x="1230" y="1496"/>
                  </a:cubicBezTo>
                  <a:cubicBezTo>
                    <a:pt x="1150" y="1499"/>
                    <a:pt x="1072" y="1507"/>
                    <a:pt x="991" y="1507"/>
                  </a:cubicBezTo>
                  <a:cubicBezTo>
                    <a:pt x="778" y="1507"/>
                    <a:pt x="566" y="1492"/>
                    <a:pt x="362" y="1434"/>
                  </a:cubicBezTo>
                  <a:cubicBezTo>
                    <a:pt x="249" y="1402"/>
                    <a:pt x="127" y="1373"/>
                    <a:pt x="40" y="1274"/>
                  </a:cubicBezTo>
                  <a:cubicBezTo>
                    <a:pt x="31" y="1210"/>
                    <a:pt x="23" y="1148"/>
                    <a:pt x="11" y="1073"/>
                  </a:cubicBezTo>
                  <a:cubicBezTo>
                    <a:pt x="46" y="1082"/>
                    <a:pt x="75" y="1082"/>
                    <a:pt x="97" y="1096"/>
                  </a:cubicBezTo>
                  <a:cubicBezTo>
                    <a:pt x="253" y="1193"/>
                    <a:pt x="425" y="1192"/>
                    <a:pt x="596" y="1205"/>
                  </a:cubicBezTo>
                  <a:cubicBezTo>
                    <a:pt x="761" y="1218"/>
                    <a:pt x="925" y="1223"/>
                    <a:pt x="1090" y="1231"/>
                  </a:cubicBezTo>
                  <a:cubicBezTo>
                    <a:pt x="1148" y="1235"/>
                    <a:pt x="1210" y="1254"/>
                    <a:pt x="1243" y="1159"/>
                  </a:cubicBezTo>
                  <a:cubicBezTo>
                    <a:pt x="1215" y="1149"/>
                    <a:pt x="1189" y="1133"/>
                    <a:pt x="1162" y="1133"/>
                  </a:cubicBezTo>
                  <a:cubicBezTo>
                    <a:pt x="1027" y="1132"/>
                    <a:pt x="893" y="1138"/>
                    <a:pt x="757" y="1134"/>
                  </a:cubicBezTo>
                  <a:cubicBezTo>
                    <a:pt x="649" y="1132"/>
                    <a:pt x="542" y="1128"/>
                    <a:pt x="437" y="1110"/>
                  </a:cubicBezTo>
                  <a:cubicBezTo>
                    <a:pt x="301" y="1086"/>
                    <a:pt x="168" y="1044"/>
                    <a:pt x="60" y="943"/>
                  </a:cubicBezTo>
                  <a:cubicBezTo>
                    <a:pt x="45" y="929"/>
                    <a:pt x="29" y="922"/>
                    <a:pt x="13" y="912"/>
                  </a:cubicBezTo>
                  <a:cubicBezTo>
                    <a:pt x="9" y="858"/>
                    <a:pt x="4" y="806"/>
                    <a:pt x="0" y="744"/>
                  </a:cubicBezTo>
                  <a:cubicBezTo>
                    <a:pt x="75" y="775"/>
                    <a:pt x="151" y="807"/>
                    <a:pt x="225" y="837"/>
                  </a:cubicBezTo>
                  <a:cubicBezTo>
                    <a:pt x="254" y="850"/>
                    <a:pt x="285" y="858"/>
                    <a:pt x="314" y="862"/>
                  </a:cubicBezTo>
                  <a:cubicBezTo>
                    <a:pt x="466" y="877"/>
                    <a:pt x="618" y="894"/>
                    <a:pt x="771" y="903"/>
                  </a:cubicBezTo>
                  <a:cubicBezTo>
                    <a:pt x="862" y="908"/>
                    <a:pt x="954" y="902"/>
                    <a:pt x="1044" y="903"/>
                  </a:cubicBezTo>
                  <a:cubicBezTo>
                    <a:pt x="1084" y="903"/>
                    <a:pt x="1123" y="911"/>
                    <a:pt x="1162" y="916"/>
                  </a:cubicBezTo>
                  <a:cubicBezTo>
                    <a:pt x="1212" y="921"/>
                    <a:pt x="1235" y="897"/>
                    <a:pt x="1233" y="840"/>
                  </a:cubicBezTo>
                  <a:cubicBezTo>
                    <a:pt x="1108" y="840"/>
                    <a:pt x="987" y="835"/>
                    <a:pt x="865" y="841"/>
                  </a:cubicBezTo>
                  <a:cubicBezTo>
                    <a:pt x="699" y="850"/>
                    <a:pt x="534" y="827"/>
                    <a:pt x="374" y="786"/>
                  </a:cubicBezTo>
                  <a:cubicBezTo>
                    <a:pt x="272" y="760"/>
                    <a:pt x="177" y="698"/>
                    <a:pt x="77" y="655"/>
                  </a:cubicBezTo>
                  <a:cubicBezTo>
                    <a:pt x="23" y="631"/>
                    <a:pt x="4" y="587"/>
                    <a:pt x="15" y="525"/>
                  </a:cubicBezTo>
                  <a:cubicBezTo>
                    <a:pt x="21" y="487"/>
                    <a:pt x="29" y="451"/>
                    <a:pt x="36" y="410"/>
                  </a:cubicBezTo>
                  <a:cubicBezTo>
                    <a:pt x="142" y="456"/>
                    <a:pt x="235" y="497"/>
                    <a:pt x="328" y="537"/>
                  </a:cubicBezTo>
                  <a:cubicBezTo>
                    <a:pt x="483" y="606"/>
                    <a:pt x="645" y="635"/>
                    <a:pt x="811" y="648"/>
                  </a:cubicBezTo>
                  <a:cubicBezTo>
                    <a:pt x="1002" y="665"/>
                    <a:pt x="1194" y="679"/>
                    <a:pt x="1397" y="696"/>
                  </a:cubicBezTo>
                  <a:cubicBezTo>
                    <a:pt x="1406" y="684"/>
                    <a:pt x="1425" y="662"/>
                    <a:pt x="1443" y="640"/>
                  </a:cubicBezTo>
                  <a:cubicBezTo>
                    <a:pt x="1436" y="630"/>
                    <a:pt x="1431" y="617"/>
                    <a:pt x="1425" y="615"/>
                  </a:cubicBezTo>
                  <a:cubicBezTo>
                    <a:pt x="1399" y="605"/>
                    <a:pt x="1373" y="594"/>
                    <a:pt x="1346" y="592"/>
                  </a:cubicBezTo>
                  <a:cubicBezTo>
                    <a:pt x="1236" y="584"/>
                    <a:pt x="1126" y="578"/>
                    <a:pt x="1017" y="571"/>
                  </a:cubicBezTo>
                  <a:cubicBezTo>
                    <a:pt x="987" y="570"/>
                    <a:pt x="956" y="565"/>
                    <a:pt x="925" y="568"/>
                  </a:cubicBezTo>
                  <a:cubicBezTo>
                    <a:pt x="675" y="585"/>
                    <a:pt x="451" y="479"/>
                    <a:pt x="228" y="377"/>
                  </a:cubicBezTo>
                  <a:cubicBezTo>
                    <a:pt x="164" y="349"/>
                    <a:pt x="115" y="289"/>
                    <a:pt x="54" y="239"/>
                  </a:cubicBezTo>
                  <a:cubicBezTo>
                    <a:pt x="69" y="208"/>
                    <a:pt x="84" y="187"/>
                    <a:pt x="90" y="162"/>
                  </a:cubicBezTo>
                  <a:cubicBezTo>
                    <a:pt x="97" y="138"/>
                    <a:pt x="96" y="111"/>
                    <a:pt x="98" y="73"/>
                  </a:cubicBezTo>
                  <a:cubicBezTo>
                    <a:pt x="189" y="111"/>
                    <a:pt x="275" y="151"/>
                    <a:pt x="363" y="182"/>
                  </a:cubicBezTo>
                  <a:cubicBezTo>
                    <a:pt x="491" y="231"/>
                    <a:pt x="616" y="300"/>
                    <a:pt x="760" y="283"/>
                  </a:cubicBezTo>
                  <a:cubicBezTo>
                    <a:pt x="822" y="275"/>
                    <a:pt x="888" y="285"/>
                    <a:pt x="951" y="297"/>
                  </a:cubicBezTo>
                  <a:cubicBezTo>
                    <a:pt x="1100" y="325"/>
                    <a:pt x="1251" y="315"/>
                    <a:pt x="1400" y="315"/>
                  </a:cubicBezTo>
                  <a:cubicBezTo>
                    <a:pt x="1415" y="315"/>
                    <a:pt x="1431" y="314"/>
                    <a:pt x="1446" y="319"/>
                  </a:cubicBezTo>
                  <a:cubicBezTo>
                    <a:pt x="1591" y="356"/>
                    <a:pt x="1730" y="313"/>
                    <a:pt x="1873" y="271"/>
                  </a:cubicBezTo>
                  <a:cubicBezTo>
                    <a:pt x="1897" y="307"/>
                    <a:pt x="1918" y="350"/>
                    <a:pt x="1949" y="380"/>
                  </a:cubicBezTo>
                  <a:cubicBezTo>
                    <a:pt x="2042" y="466"/>
                    <a:pt x="2154" y="507"/>
                    <a:pt x="2274" y="509"/>
                  </a:cubicBezTo>
                  <a:cubicBezTo>
                    <a:pt x="2352" y="512"/>
                    <a:pt x="2428" y="500"/>
                    <a:pt x="2499" y="549"/>
                  </a:cubicBezTo>
                  <a:cubicBezTo>
                    <a:pt x="2506" y="554"/>
                    <a:pt x="2516" y="561"/>
                    <a:pt x="2525" y="560"/>
                  </a:cubicBezTo>
                  <a:cubicBezTo>
                    <a:pt x="2635" y="534"/>
                    <a:pt x="2746" y="615"/>
                    <a:pt x="2857" y="563"/>
                  </a:cubicBezTo>
                  <a:cubicBezTo>
                    <a:pt x="2875" y="555"/>
                    <a:pt x="2899" y="564"/>
                    <a:pt x="2921" y="566"/>
                  </a:cubicBezTo>
                  <a:cubicBezTo>
                    <a:pt x="3003" y="575"/>
                    <a:pt x="3083" y="559"/>
                    <a:pt x="3165" y="546"/>
                  </a:cubicBezTo>
                  <a:cubicBezTo>
                    <a:pt x="3238" y="534"/>
                    <a:pt x="3313" y="534"/>
                    <a:pt x="3391" y="554"/>
                  </a:cubicBezTo>
                  <a:cubicBezTo>
                    <a:pt x="3507" y="584"/>
                    <a:pt x="3633" y="579"/>
                    <a:pt x="3744" y="533"/>
                  </a:cubicBezTo>
                  <a:cubicBezTo>
                    <a:pt x="3903" y="468"/>
                    <a:pt x="4071" y="447"/>
                    <a:pt x="4231" y="395"/>
                  </a:cubicBezTo>
                  <a:cubicBezTo>
                    <a:pt x="4390" y="344"/>
                    <a:pt x="4550" y="299"/>
                    <a:pt x="4710" y="252"/>
                  </a:cubicBezTo>
                  <a:cubicBezTo>
                    <a:pt x="4725" y="248"/>
                    <a:pt x="4740" y="241"/>
                    <a:pt x="4755" y="241"/>
                  </a:cubicBezTo>
                  <a:cubicBezTo>
                    <a:pt x="4811" y="242"/>
                    <a:pt x="4855" y="221"/>
                    <a:pt x="4878" y="177"/>
                  </a:cubicBezTo>
                  <a:cubicBezTo>
                    <a:pt x="4942" y="206"/>
                    <a:pt x="5001" y="232"/>
                    <a:pt x="5059" y="256"/>
                  </a:cubicBezTo>
                  <a:cubicBezTo>
                    <a:pt x="5088" y="268"/>
                    <a:pt x="5120" y="272"/>
                    <a:pt x="5144" y="292"/>
                  </a:cubicBezTo>
                  <a:cubicBezTo>
                    <a:pt x="5197" y="336"/>
                    <a:pt x="5258" y="334"/>
                    <a:pt x="5318" y="329"/>
                  </a:cubicBezTo>
                  <a:cubicBezTo>
                    <a:pt x="5428" y="320"/>
                    <a:pt x="5540" y="292"/>
                    <a:pt x="5651" y="299"/>
                  </a:cubicBezTo>
                  <a:cubicBezTo>
                    <a:pt x="5861" y="313"/>
                    <a:pt x="6058" y="246"/>
                    <a:pt x="6252" y="181"/>
                  </a:cubicBezTo>
                  <a:cubicBezTo>
                    <a:pt x="6389" y="136"/>
                    <a:pt x="6531" y="113"/>
                    <a:pt x="6664" y="55"/>
                  </a:cubicBezTo>
                  <a:cubicBezTo>
                    <a:pt x="6721" y="28"/>
                    <a:pt x="6775" y="21"/>
                    <a:pt x="6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1" name="Google Shape;4071;p54"/>
            <p:cNvSpPr/>
            <p:nvPr/>
          </p:nvSpPr>
          <p:spPr>
            <a:xfrm>
              <a:off x="3941945" y="1977623"/>
              <a:ext cx="374326" cy="170636"/>
            </a:xfrm>
            <a:custGeom>
              <a:avLst/>
              <a:gdLst/>
              <a:ahLst/>
              <a:cxnLst/>
              <a:rect l="l" t="t" r="r" b="b"/>
              <a:pathLst>
                <a:path w="6138" h="2798" extrusionOk="0">
                  <a:moveTo>
                    <a:pt x="4943" y="402"/>
                  </a:moveTo>
                  <a:cubicBezTo>
                    <a:pt x="4994" y="344"/>
                    <a:pt x="5044" y="287"/>
                    <a:pt x="5099" y="223"/>
                  </a:cubicBezTo>
                  <a:cubicBezTo>
                    <a:pt x="5173" y="247"/>
                    <a:pt x="5247" y="272"/>
                    <a:pt x="5321" y="298"/>
                  </a:cubicBezTo>
                  <a:cubicBezTo>
                    <a:pt x="5324" y="262"/>
                    <a:pt x="5324" y="262"/>
                    <a:pt x="5206" y="155"/>
                  </a:cubicBezTo>
                  <a:cubicBezTo>
                    <a:pt x="5237" y="153"/>
                    <a:pt x="5260" y="149"/>
                    <a:pt x="5283" y="149"/>
                  </a:cubicBezTo>
                  <a:cubicBezTo>
                    <a:pt x="5345" y="148"/>
                    <a:pt x="5402" y="133"/>
                    <a:pt x="5459" y="101"/>
                  </a:cubicBezTo>
                  <a:cubicBezTo>
                    <a:pt x="5621" y="8"/>
                    <a:pt x="5761" y="0"/>
                    <a:pt x="5953" y="70"/>
                  </a:cubicBezTo>
                  <a:cubicBezTo>
                    <a:pt x="5940" y="102"/>
                    <a:pt x="5931" y="134"/>
                    <a:pt x="5914" y="163"/>
                  </a:cubicBezTo>
                  <a:cubicBezTo>
                    <a:pt x="5878" y="225"/>
                    <a:pt x="5839" y="287"/>
                    <a:pt x="5796" y="344"/>
                  </a:cubicBezTo>
                  <a:cubicBezTo>
                    <a:pt x="5744" y="416"/>
                    <a:pt x="5685" y="482"/>
                    <a:pt x="5629" y="552"/>
                  </a:cubicBezTo>
                  <a:cubicBezTo>
                    <a:pt x="5608" y="576"/>
                    <a:pt x="5586" y="599"/>
                    <a:pt x="5565" y="624"/>
                  </a:cubicBezTo>
                  <a:cubicBezTo>
                    <a:pt x="5509" y="695"/>
                    <a:pt x="5453" y="767"/>
                    <a:pt x="5397" y="835"/>
                  </a:cubicBezTo>
                  <a:cubicBezTo>
                    <a:pt x="5383" y="851"/>
                    <a:pt x="5370" y="864"/>
                    <a:pt x="5353" y="871"/>
                  </a:cubicBezTo>
                  <a:cubicBezTo>
                    <a:pt x="5237" y="927"/>
                    <a:pt x="5138" y="1011"/>
                    <a:pt x="5041" y="1100"/>
                  </a:cubicBezTo>
                  <a:cubicBezTo>
                    <a:pt x="4938" y="1194"/>
                    <a:pt x="4815" y="1246"/>
                    <a:pt x="4693" y="1300"/>
                  </a:cubicBezTo>
                  <a:cubicBezTo>
                    <a:pt x="4594" y="1344"/>
                    <a:pt x="4502" y="1403"/>
                    <a:pt x="4410" y="1463"/>
                  </a:cubicBezTo>
                  <a:cubicBezTo>
                    <a:pt x="4303" y="1534"/>
                    <a:pt x="4201" y="1615"/>
                    <a:pt x="4094" y="1688"/>
                  </a:cubicBezTo>
                  <a:cubicBezTo>
                    <a:pt x="4058" y="1712"/>
                    <a:pt x="4015" y="1720"/>
                    <a:pt x="3976" y="1740"/>
                  </a:cubicBezTo>
                  <a:cubicBezTo>
                    <a:pt x="3927" y="1765"/>
                    <a:pt x="3883" y="1850"/>
                    <a:pt x="3892" y="1903"/>
                  </a:cubicBezTo>
                  <a:cubicBezTo>
                    <a:pt x="3897" y="1943"/>
                    <a:pt x="3920" y="1968"/>
                    <a:pt x="3954" y="1965"/>
                  </a:cubicBezTo>
                  <a:cubicBezTo>
                    <a:pt x="3990" y="1963"/>
                    <a:pt x="4026" y="1951"/>
                    <a:pt x="4057" y="1935"/>
                  </a:cubicBezTo>
                  <a:cubicBezTo>
                    <a:pt x="4122" y="1904"/>
                    <a:pt x="4184" y="1869"/>
                    <a:pt x="4246" y="1833"/>
                  </a:cubicBezTo>
                  <a:cubicBezTo>
                    <a:pt x="4280" y="1812"/>
                    <a:pt x="4313" y="1787"/>
                    <a:pt x="4344" y="1759"/>
                  </a:cubicBezTo>
                  <a:cubicBezTo>
                    <a:pt x="4403" y="1705"/>
                    <a:pt x="4470" y="1664"/>
                    <a:pt x="4529" y="1615"/>
                  </a:cubicBezTo>
                  <a:cubicBezTo>
                    <a:pt x="4621" y="1538"/>
                    <a:pt x="4722" y="1484"/>
                    <a:pt x="4825" y="1439"/>
                  </a:cubicBezTo>
                  <a:cubicBezTo>
                    <a:pt x="4948" y="1386"/>
                    <a:pt x="5053" y="1300"/>
                    <a:pt x="5163" y="1226"/>
                  </a:cubicBezTo>
                  <a:cubicBezTo>
                    <a:pt x="5259" y="1162"/>
                    <a:pt x="5361" y="1106"/>
                    <a:pt x="5439" y="1011"/>
                  </a:cubicBezTo>
                  <a:cubicBezTo>
                    <a:pt x="5493" y="943"/>
                    <a:pt x="5564" y="895"/>
                    <a:pt x="5626" y="833"/>
                  </a:cubicBezTo>
                  <a:cubicBezTo>
                    <a:pt x="5684" y="774"/>
                    <a:pt x="5736" y="710"/>
                    <a:pt x="5808" y="666"/>
                  </a:cubicBezTo>
                  <a:cubicBezTo>
                    <a:pt x="5842" y="646"/>
                    <a:pt x="5864" y="594"/>
                    <a:pt x="5878" y="551"/>
                  </a:cubicBezTo>
                  <a:cubicBezTo>
                    <a:pt x="5895" y="490"/>
                    <a:pt x="5931" y="451"/>
                    <a:pt x="5975" y="421"/>
                  </a:cubicBezTo>
                  <a:cubicBezTo>
                    <a:pt x="6028" y="387"/>
                    <a:pt x="6067" y="343"/>
                    <a:pt x="6074" y="271"/>
                  </a:cubicBezTo>
                  <a:cubicBezTo>
                    <a:pt x="6076" y="259"/>
                    <a:pt x="6091" y="247"/>
                    <a:pt x="6105" y="228"/>
                  </a:cubicBezTo>
                  <a:cubicBezTo>
                    <a:pt x="6137" y="285"/>
                    <a:pt x="6130" y="334"/>
                    <a:pt x="6114" y="380"/>
                  </a:cubicBezTo>
                  <a:cubicBezTo>
                    <a:pt x="6083" y="471"/>
                    <a:pt x="6051" y="563"/>
                    <a:pt x="6013" y="651"/>
                  </a:cubicBezTo>
                  <a:cubicBezTo>
                    <a:pt x="5917" y="873"/>
                    <a:pt x="5812" y="1091"/>
                    <a:pt x="5660" y="1273"/>
                  </a:cubicBezTo>
                  <a:cubicBezTo>
                    <a:pt x="5535" y="1423"/>
                    <a:pt x="5391" y="1546"/>
                    <a:pt x="5239" y="1663"/>
                  </a:cubicBezTo>
                  <a:cubicBezTo>
                    <a:pt x="5219" y="1678"/>
                    <a:pt x="5188" y="1679"/>
                    <a:pt x="5161" y="1683"/>
                  </a:cubicBezTo>
                  <a:cubicBezTo>
                    <a:pt x="5080" y="1698"/>
                    <a:pt x="5078" y="1700"/>
                    <a:pt x="5086" y="1796"/>
                  </a:cubicBezTo>
                  <a:cubicBezTo>
                    <a:pt x="4930" y="1939"/>
                    <a:pt x="4773" y="2084"/>
                    <a:pt x="4589" y="2193"/>
                  </a:cubicBezTo>
                  <a:cubicBezTo>
                    <a:pt x="4491" y="2251"/>
                    <a:pt x="4403" y="2333"/>
                    <a:pt x="4312" y="2406"/>
                  </a:cubicBezTo>
                  <a:cubicBezTo>
                    <a:pt x="4193" y="2501"/>
                    <a:pt x="4079" y="2604"/>
                    <a:pt x="3955" y="2689"/>
                  </a:cubicBezTo>
                  <a:cubicBezTo>
                    <a:pt x="3892" y="2732"/>
                    <a:pt x="3823" y="2784"/>
                    <a:pt x="3740" y="2788"/>
                  </a:cubicBezTo>
                  <a:cubicBezTo>
                    <a:pt x="3728" y="2788"/>
                    <a:pt x="3714" y="2798"/>
                    <a:pt x="3704" y="2793"/>
                  </a:cubicBezTo>
                  <a:cubicBezTo>
                    <a:pt x="3577" y="2722"/>
                    <a:pt x="3447" y="2788"/>
                    <a:pt x="3319" y="2777"/>
                  </a:cubicBezTo>
                  <a:cubicBezTo>
                    <a:pt x="3081" y="2757"/>
                    <a:pt x="2844" y="2749"/>
                    <a:pt x="2607" y="2737"/>
                  </a:cubicBezTo>
                  <a:cubicBezTo>
                    <a:pt x="2575" y="2736"/>
                    <a:pt x="2542" y="2737"/>
                    <a:pt x="2506" y="2737"/>
                  </a:cubicBezTo>
                  <a:cubicBezTo>
                    <a:pt x="2554" y="2604"/>
                    <a:pt x="2554" y="2604"/>
                    <a:pt x="2430" y="2512"/>
                  </a:cubicBezTo>
                  <a:cubicBezTo>
                    <a:pt x="2382" y="2547"/>
                    <a:pt x="2324" y="2579"/>
                    <a:pt x="2278" y="2626"/>
                  </a:cubicBezTo>
                  <a:cubicBezTo>
                    <a:pt x="2196" y="2710"/>
                    <a:pt x="2107" y="2735"/>
                    <a:pt x="2000" y="2717"/>
                  </a:cubicBezTo>
                  <a:cubicBezTo>
                    <a:pt x="1825" y="2686"/>
                    <a:pt x="1648" y="2664"/>
                    <a:pt x="1472" y="2636"/>
                  </a:cubicBezTo>
                  <a:cubicBezTo>
                    <a:pt x="1388" y="2624"/>
                    <a:pt x="1309" y="2592"/>
                    <a:pt x="1221" y="2588"/>
                  </a:cubicBezTo>
                  <a:cubicBezTo>
                    <a:pt x="1066" y="2582"/>
                    <a:pt x="911" y="2557"/>
                    <a:pt x="763" y="2503"/>
                  </a:cubicBezTo>
                  <a:cubicBezTo>
                    <a:pt x="715" y="2487"/>
                    <a:pt x="665" y="2471"/>
                    <a:pt x="618" y="2451"/>
                  </a:cubicBezTo>
                  <a:cubicBezTo>
                    <a:pt x="467" y="2388"/>
                    <a:pt x="306" y="2359"/>
                    <a:pt x="162" y="2273"/>
                  </a:cubicBezTo>
                  <a:cubicBezTo>
                    <a:pt x="118" y="2247"/>
                    <a:pt x="66" y="2240"/>
                    <a:pt x="0" y="2217"/>
                  </a:cubicBezTo>
                  <a:cubicBezTo>
                    <a:pt x="124" y="2058"/>
                    <a:pt x="264" y="1959"/>
                    <a:pt x="425" y="1855"/>
                  </a:cubicBezTo>
                  <a:cubicBezTo>
                    <a:pt x="419" y="1907"/>
                    <a:pt x="415" y="1938"/>
                    <a:pt x="411" y="1970"/>
                  </a:cubicBezTo>
                  <a:cubicBezTo>
                    <a:pt x="508" y="2025"/>
                    <a:pt x="605" y="2082"/>
                    <a:pt x="704" y="2133"/>
                  </a:cubicBezTo>
                  <a:cubicBezTo>
                    <a:pt x="745" y="2153"/>
                    <a:pt x="793" y="2184"/>
                    <a:pt x="840" y="2134"/>
                  </a:cubicBezTo>
                  <a:cubicBezTo>
                    <a:pt x="742" y="2061"/>
                    <a:pt x="646" y="1988"/>
                    <a:pt x="549" y="1915"/>
                  </a:cubicBezTo>
                  <a:cubicBezTo>
                    <a:pt x="552" y="1907"/>
                    <a:pt x="554" y="1898"/>
                    <a:pt x="557" y="1889"/>
                  </a:cubicBezTo>
                  <a:cubicBezTo>
                    <a:pt x="666" y="1897"/>
                    <a:pt x="777" y="1961"/>
                    <a:pt x="896" y="1881"/>
                  </a:cubicBezTo>
                  <a:cubicBezTo>
                    <a:pt x="890" y="1915"/>
                    <a:pt x="885" y="1934"/>
                    <a:pt x="878" y="1970"/>
                  </a:cubicBezTo>
                  <a:cubicBezTo>
                    <a:pt x="906" y="1986"/>
                    <a:pt x="938" y="2011"/>
                    <a:pt x="973" y="2026"/>
                  </a:cubicBezTo>
                  <a:cubicBezTo>
                    <a:pt x="1039" y="2055"/>
                    <a:pt x="1108" y="2073"/>
                    <a:pt x="1172" y="2106"/>
                  </a:cubicBezTo>
                  <a:cubicBezTo>
                    <a:pt x="1212" y="2124"/>
                    <a:pt x="1234" y="2119"/>
                    <a:pt x="1262" y="2073"/>
                  </a:cubicBezTo>
                  <a:cubicBezTo>
                    <a:pt x="1178" y="2021"/>
                    <a:pt x="1098" y="1971"/>
                    <a:pt x="997" y="1908"/>
                  </a:cubicBezTo>
                  <a:cubicBezTo>
                    <a:pt x="1114" y="1888"/>
                    <a:pt x="1211" y="1873"/>
                    <a:pt x="1310" y="1856"/>
                  </a:cubicBezTo>
                  <a:cubicBezTo>
                    <a:pt x="1318" y="1886"/>
                    <a:pt x="1324" y="1912"/>
                    <a:pt x="1329" y="1929"/>
                  </a:cubicBezTo>
                  <a:cubicBezTo>
                    <a:pt x="1406" y="1970"/>
                    <a:pt x="1478" y="2009"/>
                    <a:pt x="1549" y="2047"/>
                  </a:cubicBezTo>
                  <a:cubicBezTo>
                    <a:pt x="1577" y="2062"/>
                    <a:pt x="1606" y="2081"/>
                    <a:pt x="1631" y="2021"/>
                  </a:cubicBezTo>
                  <a:cubicBezTo>
                    <a:pt x="1571" y="1970"/>
                    <a:pt x="1509" y="1917"/>
                    <a:pt x="1429" y="1848"/>
                  </a:cubicBezTo>
                  <a:cubicBezTo>
                    <a:pt x="1498" y="1846"/>
                    <a:pt x="1549" y="1843"/>
                    <a:pt x="1602" y="1841"/>
                  </a:cubicBezTo>
                  <a:cubicBezTo>
                    <a:pt x="1611" y="1841"/>
                    <a:pt x="1622" y="1847"/>
                    <a:pt x="1628" y="1843"/>
                  </a:cubicBezTo>
                  <a:cubicBezTo>
                    <a:pt x="1763" y="1769"/>
                    <a:pt x="1873" y="1867"/>
                    <a:pt x="1991" y="1905"/>
                  </a:cubicBezTo>
                  <a:cubicBezTo>
                    <a:pt x="2030" y="1919"/>
                    <a:pt x="2068" y="1929"/>
                    <a:pt x="2108" y="1935"/>
                  </a:cubicBezTo>
                  <a:cubicBezTo>
                    <a:pt x="2130" y="1938"/>
                    <a:pt x="2152" y="1929"/>
                    <a:pt x="2174" y="1925"/>
                  </a:cubicBezTo>
                  <a:cubicBezTo>
                    <a:pt x="2174" y="1919"/>
                    <a:pt x="2175" y="1911"/>
                    <a:pt x="2175" y="1904"/>
                  </a:cubicBezTo>
                  <a:cubicBezTo>
                    <a:pt x="2106" y="1870"/>
                    <a:pt x="2035" y="1834"/>
                    <a:pt x="1961" y="1797"/>
                  </a:cubicBezTo>
                  <a:cubicBezTo>
                    <a:pt x="1970" y="1787"/>
                    <a:pt x="1974" y="1777"/>
                    <a:pt x="1980" y="1775"/>
                  </a:cubicBezTo>
                  <a:cubicBezTo>
                    <a:pt x="2060" y="1754"/>
                    <a:pt x="2140" y="1736"/>
                    <a:pt x="2221" y="1715"/>
                  </a:cubicBezTo>
                  <a:cubicBezTo>
                    <a:pt x="2249" y="1708"/>
                    <a:pt x="2268" y="1719"/>
                    <a:pt x="2295" y="1732"/>
                  </a:cubicBezTo>
                  <a:cubicBezTo>
                    <a:pt x="2396" y="1781"/>
                    <a:pt x="2500" y="1819"/>
                    <a:pt x="2604" y="1857"/>
                  </a:cubicBezTo>
                  <a:cubicBezTo>
                    <a:pt x="2634" y="1869"/>
                    <a:pt x="2650" y="1848"/>
                    <a:pt x="2649" y="1805"/>
                  </a:cubicBezTo>
                  <a:cubicBezTo>
                    <a:pt x="2578" y="1764"/>
                    <a:pt x="2502" y="1721"/>
                    <a:pt x="2423" y="1675"/>
                  </a:cubicBezTo>
                  <a:cubicBezTo>
                    <a:pt x="2431" y="1665"/>
                    <a:pt x="2440" y="1653"/>
                    <a:pt x="2449" y="1650"/>
                  </a:cubicBezTo>
                  <a:cubicBezTo>
                    <a:pt x="2527" y="1632"/>
                    <a:pt x="2604" y="1613"/>
                    <a:pt x="2682" y="1599"/>
                  </a:cubicBezTo>
                  <a:cubicBezTo>
                    <a:pt x="2715" y="1593"/>
                    <a:pt x="2751" y="1593"/>
                    <a:pt x="2781" y="1603"/>
                  </a:cubicBezTo>
                  <a:cubicBezTo>
                    <a:pt x="2863" y="1627"/>
                    <a:pt x="2942" y="1660"/>
                    <a:pt x="3024" y="1684"/>
                  </a:cubicBezTo>
                  <a:cubicBezTo>
                    <a:pt x="3039" y="1690"/>
                    <a:pt x="3060" y="1674"/>
                    <a:pt x="3078" y="1669"/>
                  </a:cubicBezTo>
                  <a:cubicBezTo>
                    <a:pt x="3068" y="1652"/>
                    <a:pt x="3060" y="1624"/>
                    <a:pt x="3045" y="1617"/>
                  </a:cubicBezTo>
                  <a:cubicBezTo>
                    <a:pt x="2999" y="1593"/>
                    <a:pt x="2951" y="1577"/>
                    <a:pt x="2884" y="1550"/>
                  </a:cubicBezTo>
                  <a:cubicBezTo>
                    <a:pt x="2922" y="1530"/>
                    <a:pt x="2940" y="1520"/>
                    <a:pt x="2957" y="1512"/>
                  </a:cubicBezTo>
                  <a:cubicBezTo>
                    <a:pt x="3012" y="1489"/>
                    <a:pt x="3066" y="1469"/>
                    <a:pt x="3119" y="1445"/>
                  </a:cubicBezTo>
                  <a:cubicBezTo>
                    <a:pt x="3148" y="1433"/>
                    <a:pt x="3172" y="1425"/>
                    <a:pt x="3204" y="1445"/>
                  </a:cubicBezTo>
                  <a:cubicBezTo>
                    <a:pt x="3269" y="1488"/>
                    <a:pt x="3340" y="1521"/>
                    <a:pt x="3409" y="1556"/>
                  </a:cubicBezTo>
                  <a:cubicBezTo>
                    <a:pt x="3426" y="1565"/>
                    <a:pt x="3446" y="1562"/>
                    <a:pt x="3475" y="1567"/>
                  </a:cubicBezTo>
                  <a:cubicBezTo>
                    <a:pt x="3457" y="1458"/>
                    <a:pt x="3324" y="1474"/>
                    <a:pt x="3329" y="1353"/>
                  </a:cubicBezTo>
                  <a:cubicBezTo>
                    <a:pt x="3407" y="1314"/>
                    <a:pt x="3489" y="1269"/>
                    <a:pt x="3575" y="1228"/>
                  </a:cubicBezTo>
                  <a:cubicBezTo>
                    <a:pt x="3590" y="1222"/>
                    <a:pt x="3613" y="1224"/>
                    <a:pt x="3627" y="1233"/>
                  </a:cubicBezTo>
                  <a:cubicBezTo>
                    <a:pt x="3698" y="1284"/>
                    <a:pt x="3780" y="1294"/>
                    <a:pt x="3866" y="1307"/>
                  </a:cubicBezTo>
                  <a:cubicBezTo>
                    <a:pt x="3884" y="1271"/>
                    <a:pt x="3871" y="1254"/>
                    <a:pt x="3841" y="1238"/>
                  </a:cubicBezTo>
                  <a:cubicBezTo>
                    <a:pt x="3797" y="1215"/>
                    <a:pt x="3756" y="1189"/>
                    <a:pt x="3714" y="1166"/>
                  </a:cubicBezTo>
                  <a:cubicBezTo>
                    <a:pt x="3759" y="1053"/>
                    <a:pt x="3864" y="1051"/>
                    <a:pt x="3922" y="983"/>
                  </a:cubicBezTo>
                  <a:cubicBezTo>
                    <a:pt x="4027" y="977"/>
                    <a:pt x="4103" y="1082"/>
                    <a:pt x="4214" y="1066"/>
                  </a:cubicBezTo>
                  <a:cubicBezTo>
                    <a:pt x="4215" y="973"/>
                    <a:pt x="4139" y="974"/>
                    <a:pt x="4087" y="926"/>
                  </a:cubicBezTo>
                  <a:cubicBezTo>
                    <a:pt x="4148" y="896"/>
                    <a:pt x="4200" y="871"/>
                    <a:pt x="4250" y="844"/>
                  </a:cubicBezTo>
                  <a:cubicBezTo>
                    <a:pt x="4301" y="818"/>
                    <a:pt x="4350" y="808"/>
                    <a:pt x="4408" y="830"/>
                  </a:cubicBezTo>
                  <a:cubicBezTo>
                    <a:pt x="4441" y="844"/>
                    <a:pt x="4482" y="833"/>
                    <a:pt x="4521" y="833"/>
                  </a:cubicBezTo>
                  <a:cubicBezTo>
                    <a:pt x="4523" y="825"/>
                    <a:pt x="4526" y="819"/>
                    <a:pt x="4528" y="811"/>
                  </a:cubicBezTo>
                  <a:cubicBezTo>
                    <a:pt x="4503" y="789"/>
                    <a:pt x="4481" y="769"/>
                    <a:pt x="4445" y="737"/>
                  </a:cubicBezTo>
                  <a:cubicBezTo>
                    <a:pt x="4493" y="712"/>
                    <a:pt x="4537" y="695"/>
                    <a:pt x="4578" y="670"/>
                  </a:cubicBezTo>
                  <a:cubicBezTo>
                    <a:pt x="4628" y="641"/>
                    <a:pt x="4665" y="676"/>
                    <a:pt x="4707" y="693"/>
                  </a:cubicBezTo>
                  <a:cubicBezTo>
                    <a:pt x="4741" y="706"/>
                    <a:pt x="4778" y="710"/>
                    <a:pt x="4813" y="718"/>
                  </a:cubicBezTo>
                  <a:cubicBezTo>
                    <a:pt x="4814" y="665"/>
                    <a:pt x="4814" y="665"/>
                    <a:pt x="4733" y="601"/>
                  </a:cubicBezTo>
                  <a:cubicBezTo>
                    <a:pt x="4780" y="547"/>
                    <a:pt x="4821" y="501"/>
                    <a:pt x="4905" y="519"/>
                  </a:cubicBezTo>
                  <a:cubicBezTo>
                    <a:pt x="4969" y="534"/>
                    <a:pt x="5040" y="517"/>
                    <a:pt x="5117" y="514"/>
                  </a:cubicBezTo>
                  <a:cubicBezTo>
                    <a:pt x="5085" y="418"/>
                    <a:pt x="4995" y="469"/>
                    <a:pt x="4943" y="402"/>
                  </a:cubicBezTo>
                  <a:close/>
                  <a:moveTo>
                    <a:pt x="2892" y="2383"/>
                  </a:moveTo>
                  <a:cubicBezTo>
                    <a:pt x="2932" y="2466"/>
                    <a:pt x="3013" y="2498"/>
                    <a:pt x="3085" y="2454"/>
                  </a:cubicBezTo>
                  <a:cubicBezTo>
                    <a:pt x="3168" y="2403"/>
                    <a:pt x="3248" y="2347"/>
                    <a:pt x="3349" y="2350"/>
                  </a:cubicBezTo>
                  <a:cubicBezTo>
                    <a:pt x="3373" y="2350"/>
                    <a:pt x="3398" y="2332"/>
                    <a:pt x="3422" y="2316"/>
                  </a:cubicBezTo>
                  <a:cubicBezTo>
                    <a:pt x="3478" y="2276"/>
                    <a:pt x="3528" y="2218"/>
                    <a:pt x="3588" y="2196"/>
                  </a:cubicBezTo>
                  <a:cubicBezTo>
                    <a:pt x="3651" y="2174"/>
                    <a:pt x="3677" y="2117"/>
                    <a:pt x="3716" y="2072"/>
                  </a:cubicBezTo>
                  <a:cubicBezTo>
                    <a:pt x="3725" y="2062"/>
                    <a:pt x="3728" y="2029"/>
                    <a:pt x="3720" y="2019"/>
                  </a:cubicBezTo>
                  <a:cubicBezTo>
                    <a:pt x="3708" y="2004"/>
                    <a:pt x="3684" y="1991"/>
                    <a:pt x="3666" y="1994"/>
                  </a:cubicBezTo>
                  <a:cubicBezTo>
                    <a:pt x="3639" y="1997"/>
                    <a:pt x="3615" y="2019"/>
                    <a:pt x="3590" y="2022"/>
                  </a:cubicBezTo>
                  <a:cubicBezTo>
                    <a:pt x="3554" y="2029"/>
                    <a:pt x="3514" y="2019"/>
                    <a:pt x="3479" y="2030"/>
                  </a:cubicBezTo>
                  <a:cubicBezTo>
                    <a:pt x="3447" y="2041"/>
                    <a:pt x="3422" y="2075"/>
                    <a:pt x="3391" y="2089"/>
                  </a:cubicBezTo>
                  <a:cubicBezTo>
                    <a:pt x="3276" y="2142"/>
                    <a:pt x="3158" y="2189"/>
                    <a:pt x="3044" y="2242"/>
                  </a:cubicBezTo>
                  <a:cubicBezTo>
                    <a:pt x="2982" y="2273"/>
                    <a:pt x="2905" y="2287"/>
                    <a:pt x="2892" y="23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2" name="Google Shape;4072;p54"/>
            <p:cNvSpPr/>
            <p:nvPr/>
          </p:nvSpPr>
          <p:spPr>
            <a:xfrm>
              <a:off x="3947556" y="1949508"/>
              <a:ext cx="301449" cy="134899"/>
            </a:xfrm>
            <a:custGeom>
              <a:avLst/>
              <a:gdLst/>
              <a:ahLst/>
              <a:cxnLst/>
              <a:rect l="l" t="t" r="r" b="b"/>
              <a:pathLst>
                <a:path w="4943" h="2212" extrusionOk="0">
                  <a:moveTo>
                    <a:pt x="4942" y="82"/>
                  </a:moveTo>
                  <a:cubicBezTo>
                    <a:pt x="4890" y="148"/>
                    <a:pt x="4843" y="210"/>
                    <a:pt x="4793" y="267"/>
                  </a:cubicBezTo>
                  <a:cubicBezTo>
                    <a:pt x="4775" y="287"/>
                    <a:pt x="4746" y="297"/>
                    <a:pt x="4727" y="317"/>
                  </a:cubicBezTo>
                  <a:cubicBezTo>
                    <a:pt x="4639" y="414"/>
                    <a:pt x="4532" y="473"/>
                    <a:pt x="4420" y="527"/>
                  </a:cubicBezTo>
                  <a:cubicBezTo>
                    <a:pt x="4369" y="549"/>
                    <a:pt x="4326" y="588"/>
                    <a:pt x="4280" y="621"/>
                  </a:cubicBezTo>
                  <a:cubicBezTo>
                    <a:pt x="4270" y="629"/>
                    <a:pt x="4263" y="640"/>
                    <a:pt x="4256" y="651"/>
                  </a:cubicBezTo>
                  <a:cubicBezTo>
                    <a:pt x="4240" y="675"/>
                    <a:pt x="4221" y="699"/>
                    <a:pt x="4240" y="733"/>
                  </a:cubicBezTo>
                  <a:cubicBezTo>
                    <a:pt x="4258" y="769"/>
                    <a:pt x="4289" y="778"/>
                    <a:pt x="4318" y="765"/>
                  </a:cubicBezTo>
                  <a:cubicBezTo>
                    <a:pt x="4470" y="699"/>
                    <a:pt x="4620" y="632"/>
                    <a:pt x="4767" y="559"/>
                  </a:cubicBezTo>
                  <a:cubicBezTo>
                    <a:pt x="4803" y="541"/>
                    <a:pt x="4829" y="493"/>
                    <a:pt x="4860" y="461"/>
                  </a:cubicBezTo>
                  <a:cubicBezTo>
                    <a:pt x="4881" y="440"/>
                    <a:pt x="4905" y="420"/>
                    <a:pt x="4937" y="389"/>
                  </a:cubicBezTo>
                  <a:cubicBezTo>
                    <a:pt x="4941" y="467"/>
                    <a:pt x="4920" y="515"/>
                    <a:pt x="4882" y="557"/>
                  </a:cubicBezTo>
                  <a:cubicBezTo>
                    <a:pt x="4821" y="627"/>
                    <a:pt x="4758" y="697"/>
                    <a:pt x="4698" y="769"/>
                  </a:cubicBezTo>
                  <a:cubicBezTo>
                    <a:pt x="4635" y="848"/>
                    <a:pt x="4554" y="890"/>
                    <a:pt x="4472" y="934"/>
                  </a:cubicBezTo>
                  <a:cubicBezTo>
                    <a:pt x="4401" y="973"/>
                    <a:pt x="4335" y="1020"/>
                    <a:pt x="4266" y="1064"/>
                  </a:cubicBezTo>
                  <a:lnTo>
                    <a:pt x="4155" y="1133"/>
                  </a:lnTo>
                  <a:cubicBezTo>
                    <a:pt x="4043" y="1204"/>
                    <a:pt x="3918" y="1241"/>
                    <a:pt x="3800" y="1292"/>
                  </a:cubicBezTo>
                  <a:cubicBezTo>
                    <a:pt x="3703" y="1333"/>
                    <a:pt x="3613" y="1396"/>
                    <a:pt x="3523" y="1450"/>
                  </a:cubicBezTo>
                  <a:cubicBezTo>
                    <a:pt x="3413" y="1515"/>
                    <a:pt x="3306" y="1593"/>
                    <a:pt x="3192" y="1644"/>
                  </a:cubicBezTo>
                  <a:cubicBezTo>
                    <a:pt x="3131" y="1671"/>
                    <a:pt x="3081" y="1717"/>
                    <a:pt x="3017" y="1737"/>
                  </a:cubicBezTo>
                  <a:cubicBezTo>
                    <a:pt x="2905" y="1772"/>
                    <a:pt x="2803" y="1837"/>
                    <a:pt x="2692" y="1875"/>
                  </a:cubicBezTo>
                  <a:cubicBezTo>
                    <a:pt x="2589" y="1911"/>
                    <a:pt x="2481" y="1927"/>
                    <a:pt x="2374" y="1956"/>
                  </a:cubicBezTo>
                  <a:cubicBezTo>
                    <a:pt x="2275" y="1985"/>
                    <a:pt x="2171" y="1982"/>
                    <a:pt x="2072" y="2025"/>
                  </a:cubicBezTo>
                  <a:cubicBezTo>
                    <a:pt x="1969" y="2069"/>
                    <a:pt x="1858" y="2088"/>
                    <a:pt x="1744" y="2092"/>
                  </a:cubicBezTo>
                  <a:cubicBezTo>
                    <a:pt x="1639" y="2096"/>
                    <a:pt x="1534" y="2129"/>
                    <a:pt x="1429" y="2135"/>
                  </a:cubicBezTo>
                  <a:cubicBezTo>
                    <a:pt x="1264" y="2145"/>
                    <a:pt x="1101" y="2175"/>
                    <a:pt x="940" y="2202"/>
                  </a:cubicBezTo>
                  <a:cubicBezTo>
                    <a:pt x="879" y="2212"/>
                    <a:pt x="818" y="2208"/>
                    <a:pt x="757" y="2208"/>
                  </a:cubicBezTo>
                  <a:cubicBezTo>
                    <a:pt x="674" y="2208"/>
                    <a:pt x="592" y="2206"/>
                    <a:pt x="508" y="2206"/>
                  </a:cubicBezTo>
                  <a:cubicBezTo>
                    <a:pt x="457" y="2206"/>
                    <a:pt x="406" y="2197"/>
                    <a:pt x="378" y="2146"/>
                  </a:cubicBezTo>
                  <a:cubicBezTo>
                    <a:pt x="337" y="2073"/>
                    <a:pt x="264" y="2062"/>
                    <a:pt x="205" y="2021"/>
                  </a:cubicBezTo>
                  <a:cubicBezTo>
                    <a:pt x="86" y="1940"/>
                    <a:pt x="0" y="1862"/>
                    <a:pt x="50" y="1722"/>
                  </a:cubicBezTo>
                  <a:cubicBezTo>
                    <a:pt x="53" y="1711"/>
                    <a:pt x="53" y="1695"/>
                    <a:pt x="51" y="1683"/>
                  </a:cubicBezTo>
                  <a:cubicBezTo>
                    <a:pt x="25" y="1497"/>
                    <a:pt x="87" y="1336"/>
                    <a:pt x="185" y="1200"/>
                  </a:cubicBezTo>
                  <a:cubicBezTo>
                    <a:pt x="250" y="1110"/>
                    <a:pt x="328" y="1023"/>
                    <a:pt x="445" y="985"/>
                  </a:cubicBezTo>
                  <a:cubicBezTo>
                    <a:pt x="533" y="958"/>
                    <a:pt x="615" y="901"/>
                    <a:pt x="707" y="878"/>
                  </a:cubicBezTo>
                  <a:cubicBezTo>
                    <a:pt x="723" y="875"/>
                    <a:pt x="737" y="866"/>
                    <a:pt x="752" y="866"/>
                  </a:cubicBezTo>
                  <a:cubicBezTo>
                    <a:pt x="883" y="870"/>
                    <a:pt x="1006" y="824"/>
                    <a:pt x="1132" y="799"/>
                  </a:cubicBezTo>
                  <a:cubicBezTo>
                    <a:pt x="1185" y="789"/>
                    <a:pt x="1239" y="777"/>
                    <a:pt x="1295" y="799"/>
                  </a:cubicBezTo>
                  <a:cubicBezTo>
                    <a:pt x="1323" y="810"/>
                    <a:pt x="1360" y="791"/>
                    <a:pt x="1392" y="794"/>
                  </a:cubicBezTo>
                  <a:cubicBezTo>
                    <a:pt x="1464" y="799"/>
                    <a:pt x="1535" y="809"/>
                    <a:pt x="1608" y="815"/>
                  </a:cubicBezTo>
                  <a:cubicBezTo>
                    <a:pt x="1631" y="817"/>
                    <a:pt x="1657" y="813"/>
                    <a:pt x="1680" y="807"/>
                  </a:cubicBezTo>
                  <a:cubicBezTo>
                    <a:pt x="1770" y="784"/>
                    <a:pt x="1858" y="790"/>
                    <a:pt x="1950" y="807"/>
                  </a:cubicBezTo>
                  <a:cubicBezTo>
                    <a:pt x="2061" y="828"/>
                    <a:pt x="2175" y="811"/>
                    <a:pt x="2286" y="780"/>
                  </a:cubicBezTo>
                  <a:cubicBezTo>
                    <a:pt x="2329" y="767"/>
                    <a:pt x="2377" y="757"/>
                    <a:pt x="2421" y="762"/>
                  </a:cubicBezTo>
                  <a:cubicBezTo>
                    <a:pt x="2524" y="771"/>
                    <a:pt x="2620" y="744"/>
                    <a:pt x="2718" y="720"/>
                  </a:cubicBezTo>
                  <a:cubicBezTo>
                    <a:pt x="2840" y="690"/>
                    <a:pt x="2967" y="682"/>
                    <a:pt x="3090" y="665"/>
                  </a:cubicBezTo>
                  <a:cubicBezTo>
                    <a:pt x="3114" y="661"/>
                    <a:pt x="3138" y="656"/>
                    <a:pt x="3161" y="650"/>
                  </a:cubicBezTo>
                  <a:cubicBezTo>
                    <a:pt x="3202" y="638"/>
                    <a:pt x="3242" y="625"/>
                    <a:pt x="3283" y="613"/>
                  </a:cubicBezTo>
                  <a:cubicBezTo>
                    <a:pt x="3298" y="609"/>
                    <a:pt x="3315" y="610"/>
                    <a:pt x="3327" y="603"/>
                  </a:cubicBezTo>
                  <a:cubicBezTo>
                    <a:pt x="3482" y="512"/>
                    <a:pt x="3657" y="483"/>
                    <a:pt x="3807" y="378"/>
                  </a:cubicBezTo>
                  <a:cubicBezTo>
                    <a:pt x="3847" y="351"/>
                    <a:pt x="3902" y="354"/>
                    <a:pt x="3948" y="337"/>
                  </a:cubicBezTo>
                  <a:cubicBezTo>
                    <a:pt x="3982" y="326"/>
                    <a:pt x="4020" y="313"/>
                    <a:pt x="4046" y="287"/>
                  </a:cubicBezTo>
                  <a:cubicBezTo>
                    <a:pt x="4102" y="234"/>
                    <a:pt x="4180" y="217"/>
                    <a:pt x="4227" y="148"/>
                  </a:cubicBezTo>
                  <a:cubicBezTo>
                    <a:pt x="4235" y="138"/>
                    <a:pt x="4257" y="140"/>
                    <a:pt x="4271" y="134"/>
                  </a:cubicBezTo>
                  <a:cubicBezTo>
                    <a:pt x="4312" y="114"/>
                    <a:pt x="4354" y="97"/>
                    <a:pt x="4391" y="71"/>
                  </a:cubicBezTo>
                  <a:cubicBezTo>
                    <a:pt x="4446" y="33"/>
                    <a:pt x="4502" y="1"/>
                    <a:pt x="4570" y="4"/>
                  </a:cubicBezTo>
                  <a:cubicBezTo>
                    <a:pt x="4649" y="6"/>
                    <a:pt x="4727" y="6"/>
                    <a:pt x="4805" y="5"/>
                  </a:cubicBezTo>
                  <a:cubicBezTo>
                    <a:pt x="4865" y="4"/>
                    <a:pt x="4908" y="31"/>
                    <a:pt x="4942" y="82"/>
                  </a:cubicBezTo>
                  <a:close/>
                  <a:moveTo>
                    <a:pt x="1356" y="1605"/>
                  </a:moveTo>
                  <a:cubicBezTo>
                    <a:pt x="1408" y="1562"/>
                    <a:pt x="1454" y="1523"/>
                    <a:pt x="1520" y="1521"/>
                  </a:cubicBezTo>
                  <a:cubicBezTo>
                    <a:pt x="1566" y="1520"/>
                    <a:pt x="1612" y="1521"/>
                    <a:pt x="1657" y="1510"/>
                  </a:cubicBezTo>
                  <a:cubicBezTo>
                    <a:pt x="1770" y="1480"/>
                    <a:pt x="1883" y="1463"/>
                    <a:pt x="1999" y="1457"/>
                  </a:cubicBezTo>
                  <a:cubicBezTo>
                    <a:pt x="2037" y="1454"/>
                    <a:pt x="2075" y="1442"/>
                    <a:pt x="2113" y="1434"/>
                  </a:cubicBezTo>
                  <a:cubicBezTo>
                    <a:pt x="2176" y="1424"/>
                    <a:pt x="2240" y="1413"/>
                    <a:pt x="2304" y="1409"/>
                  </a:cubicBezTo>
                  <a:cubicBezTo>
                    <a:pt x="2435" y="1402"/>
                    <a:pt x="2567" y="1399"/>
                    <a:pt x="2686" y="1330"/>
                  </a:cubicBezTo>
                  <a:cubicBezTo>
                    <a:pt x="2704" y="1320"/>
                    <a:pt x="2727" y="1316"/>
                    <a:pt x="2748" y="1312"/>
                  </a:cubicBezTo>
                  <a:cubicBezTo>
                    <a:pt x="2814" y="1300"/>
                    <a:pt x="2881" y="1295"/>
                    <a:pt x="2946" y="1280"/>
                  </a:cubicBezTo>
                  <a:cubicBezTo>
                    <a:pt x="2984" y="1273"/>
                    <a:pt x="3025" y="1259"/>
                    <a:pt x="3057" y="1235"/>
                  </a:cubicBezTo>
                  <a:cubicBezTo>
                    <a:pt x="3079" y="1218"/>
                    <a:pt x="3098" y="1178"/>
                    <a:pt x="3095" y="1151"/>
                  </a:cubicBezTo>
                  <a:cubicBezTo>
                    <a:pt x="3090" y="1126"/>
                    <a:pt x="3055" y="1089"/>
                    <a:pt x="3034" y="1090"/>
                  </a:cubicBezTo>
                  <a:cubicBezTo>
                    <a:pt x="2960" y="1094"/>
                    <a:pt x="2875" y="1090"/>
                    <a:pt x="2813" y="1126"/>
                  </a:cubicBezTo>
                  <a:cubicBezTo>
                    <a:pt x="2708" y="1192"/>
                    <a:pt x="2593" y="1172"/>
                    <a:pt x="2486" y="1204"/>
                  </a:cubicBezTo>
                  <a:cubicBezTo>
                    <a:pt x="2448" y="1216"/>
                    <a:pt x="2407" y="1212"/>
                    <a:pt x="2370" y="1225"/>
                  </a:cubicBezTo>
                  <a:cubicBezTo>
                    <a:pt x="2242" y="1269"/>
                    <a:pt x="2112" y="1295"/>
                    <a:pt x="1977" y="1306"/>
                  </a:cubicBezTo>
                  <a:cubicBezTo>
                    <a:pt x="1839" y="1319"/>
                    <a:pt x="1703" y="1351"/>
                    <a:pt x="1565" y="1375"/>
                  </a:cubicBezTo>
                  <a:cubicBezTo>
                    <a:pt x="1540" y="1378"/>
                    <a:pt x="1516" y="1382"/>
                    <a:pt x="1491" y="1377"/>
                  </a:cubicBezTo>
                  <a:cubicBezTo>
                    <a:pt x="1384" y="1358"/>
                    <a:pt x="1281" y="1372"/>
                    <a:pt x="1182" y="1406"/>
                  </a:cubicBezTo>
                  <a:cubicBezTo>
                    <a:pt x="1179" y="1419"/>
                    <a:pt x="1177" y="1427"/>
                    <a:pt x="1178" y="1433"/>
                  </a:cubicBezTo>
                  <a:cubicBezTo>
                    <a:pt x="1183" y="1546"/>
                    <a:pt x="1187" y="1550"/>
                    <a:pt x="1292" y="1572"/>
                  </a:cubicBezTo>
                  <a:cubicBezTo>
                    <a:pt x="1314" y="1578"/>
                    <a:pt x="1332" y="1592"/>
                    <a:pt x="1356" y="1605"/>
                  </a:cubicBezTo>
                  <a:close/>
                  <a:moveTo>
                    <a:pt x="4004" y="822"/>
                  </a:moveTo>
                  <a:cubicBezTo>
                    <a:pt x="3933" y="809"/>
                    <a:pt x="3866" y="794"/>
                    <a:pt x="3796" y="810"/>
                  </a:cubicBezTo>
                  <a:cubicBezTo>
                    <a:pt x="3765" y="818"/>
                    <a:pt x="3731" y="829"/>
                    <a:pt x="3699" y="825"/>
                  </a:cubicBezTo>
                  <a:cubicBezTo>
                    <a:pt x="3605" y="812"/>
                    <a:pt x="3526" y="850"/>
                    <a:pt x="3458" y="917"/>
                  </a:cubicBezTo>
                  <a:cubicBezTo>
                    <a:pt x="3419" y="952"/>
                    <a:pt x="3423" y="1010"/>
                    <a:pt x="3469" y="1033"/>
                  </a:cubicBezTo>
                  <a:cubicBezTo>
                    <a:pt x="3494" y="1045"/>
                    <a:pt x="3528" y="1043"/>
                    <a:pt x="3556" y="1035"/>
                  </a:cubicBezTo>
                  <a:cubicBezTo>
                    <a:pt x="3603" y="1023"/>
                    <a:pt x="3648" y="997"/>
                    <a:pt x="3694" y="982"/>
                  </a:cubicBezTo>
                  <a:cubicBezTo>
                    <a:pt x="3774" y="957"/>
                    <a:pt x="3853" y="937"/>
                    <a:pt x="3933" y="915"/>
                  </a:cubicBezTo>
                  <a:cubicBezTo>
                    <a:pt x="3970" y="901"/>
                    <a:pt x="3997" y="877"/>
                    <a:pt x="4004" y="8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3" name="Google Shape;4073;p54"/>
            <p:cNvSpPr/>
            <p:nvPr/>
          </p:nvSpPr>
          <p:spPr>
            <a:xfrm>
              <a:off x="4190645" y="2028119"/>
              <a:ext cx="190822" cy="126117"/>
            </a:xfrm>
            <a:custGeom>
              <a:avLst/>
              <a:gdLst/>
              <a:ahLst/>
              <a:cxnLst/>
              <a:rect l="l" t="t" r="r" b="b"/>
              <a:pathLst>
                <a:path w="3129" h="2068" extrusionOk="0">
                  <a:moveTo>
                    <a:pt x="624" y="1767"/>
                  </a:moveTo>
                  <a:cubicBezTo>
                    <a:pt x="649" y="1651"/>
                    <a:pt x="522" y="1672"/>
                    <a:pt x="531" y="1570"/>
                  </a:cubicBezTo>
                  <a:cubicBezTo>
                    <a:pt x="542" y="1556"/>
                    <a:pt x="567" y="1527"/>
                    <a:pt x="592" y="1496"/>
                  </a:cubicBezTo>
                  <a:cubicBezTo>
                    <a:pt x="666" y="1541"/>
                    <a:pt x="734" y="1581"/>
                    <a:pt x="806" y="1624"/>
                  </a:cubicBezTo>
                  <a:cubicBezTo>
                    <a:pt x="838" y="1603"/>
                    <a:pt x="847" y="1578"/>
                    <a:pt x="819" y="1544"/>
                  </a:cubicBezTo>
                  <a:cubicBezTo>
                    <a:pt x="789" y="1503"/>
                    <a:pt x="757" y="1463"/>
                    <a:pt x="719" y="1413"/>
                  </a:cubicBezTo>
                  <a:cubicBezTo>
                    <a:pt x="778" y="1366"/>
                    <a:pt x="834" y="1322"/>
                    <a:pt x="890" y="1279"/>
                  </a:cubicBezTo>
                  <a:cubicBezTo>
                    <a:pt x="960" y="1306"/>
                    <a:pt x="1027" y="1332"/>
                    <a:pt x="1103" y="1363"/>
                  </a:cubicBezTo>
                  <a:cubicBezTo>
                    <a:pt x="1100" y="1268"/>
                    <a:pt x="1009" y="1261"/>
                    <a:pt x="987" y="1188"/>
                  </a:cubicBezTo>
                  <a:cubicBezTo>
                    <a:pt x="1027" y="1151"/>
                    <a:pt x="1057" y="1102"/>
                    <a:pt x="1109" y="1066"/>
                  </a:cubicBezTo>
                  <a:cubicBezTo>
                    <a:pt x="1165" y="1029"/>
                    <a:pt x="1197" y="1046"/>
                    <a:pt x="1242" y="1070"/>
                  </a:cubicBezTo>
                  <a:cubicBezTo>
                    <a:pt x="1266" y="1084"/>
                    <a:pt x="1294" y="1089"/>
                    <a:pt x="1320" y="1097"/>
                  </a:cubicBezTo>
                  <a:cubicBezTo>
                    <a:pt x="1344" y="1017"/>
                    <a:pt x="1267" y="1019"/>
                    <a:pt x="1259" y="974"/>
                  </a:cubicBezTo>
                  <a:cubicBezTo>
                    <a:pt x="1302" y="937"/>
                    <a:pt x="1344" y="903"/>
                    <a:pt x="1385" y="866"/>
                  </a:cubicBezTo>
                  <a:cubicBezTo>
                    <a:pt x="1421" y="833"/>
                    <a:pt x="1459" y="840"/>
                    <a:pt x="1499" y="853"/>
                  </a:cubicBezTo>
                  <a:cubicBezTo>
                    <a:pt x="1529" y="864"/>
                    <a:pt x="1559" y="874"/>
                    <a:pt x="1580" y="825"/>
                  </a:cubicBezTo>
                  <a:cubicBezTo>
                    <a:pt x="1554" y="804"/>
                    <a:pt x="1528" y="783"/>
                    <a:pt x="1495" y="756"/>
                  </a:cubicBezTo>
                  <a:cubicBezTo>
                    <a:pt x="1541" y="711"/>
                    <a:pt x="1580" y="656"/>
                    <a:pt x="1631" y="628"/>
                  </a:cubicBezTo>
                  <a:cubicBezTo>
                    <a:pt x="1662" y="610"/>
                    <a:pt x="1713" y="631"/>
                    <a:pt x="1760" y="635"/>
                  </a:cubicBezTo>
                  <a:cubicBezTo>
                    <a:pt x="1780" y="615"/>
                    <a:pt x="1778" y="592"/>
                    <a:pt x="1759" y="563"/>
                  </a:cubicBezTo>
                  <a:cubicBezTo>
                    <a:pt x="1748" y="547"/>
                    <a:pt x="1743" y="514"/>
                    <a:pt x="1750" y="501"/>
                  </a:cubicBezTo>
                  <a:cubicBezTo>
                    <a:pt x="1793" y="431"/>
                    <a:pt x="1842" y="365"/>
                    <a:pt x="1888" y="297"/>
                  </a:cubicBezTo>
                  <a:cubicBezTo>
                    <a:pt x="1913" y="260"/>
                    <a:pt x="1944" y="251"/>
                    <a:pt x="1985" y="260"/>
                  </a:cubicBezTo>
                  <a:cubicBezTo>
                    <a:pt x="2047" y="273"/>
                    <a:pt x="2111" y="282"/>
                    <a:pt x="2175" y="294"/>
                  </a:cubicBezTo>
                  <a:cubicBezTo>
                    <a:pt x="2163" y="222"/>
                    <a:pt x="2163" y="222"/>
                    <a:pt x="1995" y="156"/>
                  </a:cubicBezTo>
                  <a:cubicBezTo>
                    <a:pt x="1986" y="118"/>
                    <a:pt x="2010" y="112"/>
                    <a:pt x="2036" y="104"/>
                  </a:cubicBezTo>
                  <a:cubicBezTo>
                    <a:pt x="2077" y="93"/>
                    <a:pt x="2117" y="77"/>
                    <a:pt x="2156" y="67"/>
                  </a:cubicBezTo>
                  <a:cubicBezTo>
                    <a:pt x="2282" y="36"/>
                    <a:pt x="2408" y="0"/>
                    <a:pt x="2538" y="50"/>
                  </a:cubicBezTo>
                  <a:cubicBezTo>
                    <a:pt x="2595" y="72"/>
                    <a:pt x="2655" y="79"/>
                    <a:pt x="2715" y="94"/>
                  </a:cubicBezTo>
                  <a:cubicBezTo>
                    <a:pt x="2685" y="179"/>
                    <a:pt x="2619" y="210"/>
                    <a:pt x="2557" y="242"/>
                  </a:cubicBezTo>
                  <a:cubicBezTo>
                    <a:pt x="2382" y="330"/>
                    <a:pt x="2246" y="478"/>
                    <a:pt x="2103" y="614"/>
                  </a:cubicBezTo>
                  <a:cubicBezTo>
                    <a:pt x="2020" y="695"/>
                    <a:pt x="1932" y="770"/>
                    <a:pt x="1845" y="848"/>
                  </a:cubicBezTo>
                  <a:cubicBezTo>
                    <a:pt x="1769" y="916"/>
                    <a:pt x="1668" y="953"/>
                    <a:pt x="1615" y="1058"/>
                  </a:cubicBezTo>
                  <a:cubicBezTo>
                    <a:pt x="1594" y="1101"/>
                    <a:pt x="1546" y="1132"/>
                    <a:pt x="1507" y="1161"/>
                  </a:cubicBezTo>
                  <a:cubicBezTo>
                    <a:pt x="1418" y="1227"/>
                    <a:pt x="1328" y="1286"/>
                    <a:pt x="1238" y="1348"/>
                  </a:cubicBezTo>
                  <a:cubicBezTo>
                    <a:pt x="1228" y="1356"/>
                    <a:pt x="1212" y="1360"/>
                    <a:pt x="1207" y="1370"/>
                  </a:cubicBezTo>
                  <a:cubicBezTo>
                    <a:pt x="1195" y="1396"/>
                    <a:pt x="1175" y="1427"/>
                    <a:pt x="1182" y="1450"/>
                  </a:cubicBezTo>
                  <a:cubicBezTo>
                    <a:pt x="1187" y="1467"/>
                    <a:pt x="1228" y="1488"/>
                    <a:pt x="1248" y="1481"/>
                  </a:cubicBezTo>
                  <a:cubicBezTo>
                    <a:pt x="1316" y="1463"/>
                    <a:pt x="1385" y="1444"/>
                    <a:pt x="1446" y="1407"/>
                  </a:cubicBezTo>
                  <a:cubicBezTo>
                    <a:pt x="1541" y="1348"/>
                    <a:pt x="1629" y="1275"/>
                    <a:pt x="1722" y="1207"/>
                  </a:cubicBezTo>
                  <a:cubicBezTo>
                    <a:pt x="1734" y="1198"/>
                    <a:pt x="1745" y="1186"/>
                    <a:pt x="1754" y="1172"/>
                  </a:cubicBezTo>
                  <a:cubicBezTo>
                    <a:pt x="1831" y="1025"/>
                    <a:pt x="1972" y="962"/>
                    <a:pt x="2085" y="862"/>
                  </a:cubicBezTo>
                  <a:cubicBezTo>
                    <a:pt x="2146" y="807"/>
                    <a:pt x="2217" y="761"/>
                    <a:pt x="2265" y="693"/>
                  </a:cubicBezTo>
                  <a:cubicBezTo>
                    <a:pt x="2334" y="596"/>
                    <a:pt x="2423" y="529"/>
                    <a:pt x="2516" y="475"/>
                  </a:cubicBezTo>
                  <a:cubicBezTo>
                    <a:pt x="2632" y="405"/>
                    <a:pt x="2755" y="353"/>
                    <a:pt x="2885" y="288"/>
                  </a:cubicBezTo>
                  <a:cubicBezTo>
                    <a:pt x="2889" y="266"/>
                    <a:pt x="2896" y="231"/>
                    <a:pt x="2906" y="183"/>
                  </a:cubicBezTo>
                  <a:cubicBezTo>
                    <a:pt x="2982" y="280"/>
                    <a:pt x="3047" y="365"/>
                    <a:pt x="3086" y="482"/>
                  </a:cubicBezTo>
                  <a:cubicBezTo>
                    <a:pt x="3129" y="608"/>
                    <a:pt x="3089" y="715"/>
                    <a:pt x="3074" y="830"/>
                  </a:cubicBezTo>
                  <a:cubicBezTo>
                    <a:pt x="3073" y="843"/>
                    <a:pt x="3065" y="855"/>
                    <a:pt x="3058" y="866"/>
                  </a:cubicBezTo>
                  <a:cubicBezTo>
                    <a:pt x="2917" y="1065"/>
                    <a:pt x="2767" y="1256"/>
                    <a:pt x="2579" y="1407"/>
                  </a:cubicBezTo>
                  <a:cubicBezTo>
                    <a:pt x="2531" y="1447"/>
                    <a:pt x="2492" y="1503"/>
                    <a:pt x="2450" y="1551"/>
                  </a:cubicBezTo>
                  <a:cubicBezTo>
                    <a:pt x="2390" y="1619"/>
                    <a:pt x="2334" y="1692"/>
                    <a:pt x="2270" y="1755"/>
                  </a:cubicBezTo>
                  <a:cubicBezTo>
                    <a:pt x="2219" y="1806"/>
                    <a:pt x="2160" y="1848"/>
                    <a:pt x="2102" y="1893"/>
                  </a:cubicBezTo>
                  <a:cubicBezTo>
                    <a:pt x="2060" y="1926"/>
                    <a:pt x="2014" y="1955"/>
                    <a:pt x="1973" y="1991"/>
                  </a:cubicBezTo>
                  <a:cubicBezTo>
                    <a:pt x="1959" y="2004"/>
                    <a:pt x="1955" y="2032"/>
                    <a:pt x="1945" y="2059"/>
                  </a:cubicBezTo>
                  <a:cubicBezTo>
                    <a:pt x="1747" y="2059"/>
                    <a:pt x="1550" y="2062"/>
                    <a:pt x="1354" y="2058"/>
                  </a:cubicBezTo>
                  <a:cubicBezTo>
                    <a:pt x="1294" y="2057"/>
                    <a:pt x="1234" y="2035"/>
                    <a:pt x="1174" y="2033"/>
                  </a:cubicBezTo>
                  <a:cubicBezTo>
                    <a:pt x="1083" y="2032"/>
                    <a:pt x="991" y="2017"/>
                    <a:pt x="901" y="2057"/>
                  </a:cubicBezTo>
                  <a:cubicBezTo>
                    <a:pt x="876" y="2068"/>
                    <a:pt x="842" y="2058"/>
                    <a:pt x="799" y="2058"/>
                  </a:cubicBezTo>
                  <a:cubicBezTo>
                    <a:pt x="814" y="2033"/>
                    <a:pt x="823" y="2013"/>
                    <a:pt x="836" y="2000"/>
                  </a:cubicBezTo>
                  <a:cubicBezTo>
                    <a:pt x="847" y="1990"/>
                    <a:pt x="864" y="1989"/>
                    <a:pt x="877" y="1979"/>
                  </a:cubicBezTo>
                  <a:cubicBezTo>
                    <a:pt x="964" y="1909"/>
                    <a:pt x="962" y="1836"/>
                    <a:pt x="865" y="1765"/>
                  </a:cubicBezTo>
                  <a:cubicBezTo>
                    <a:pt x="749" y="1815"/>
                    <a:pt x="645" y="1890"/>
                    <a:pt x="560" y="1994"/>
                  </a:cubicBezTo>
                  <a:cubicBezTo>
                    <a:pt x="523" y="2038"/>
                    <a:pt x="489" y="2061"/>
                    <a:pt x="435" y="2051"/>
                  </a:cubicBezTo>
                  <a:cubicBezTo>
                    <a:pt x="364" y="2036"/>
                    <a:pt x="291" y="2028"/>
                    <a:pt x="220" y="2020"/>
                  </a:cubicBezTo>
                  <a:cubicBezTo>
                    <a:pt x="154" y="2012"/>
                    <a:pt x="88" y="2006"/>
                    <a:pt x="1" y="1995"/>
                  </a:cubicBezTo>
                  <a:cubicBezTo>
                    <a:pt x="51" y="1954"/>
                    <a:pt x="86" y="1926"/>
                    <a:pt x="127" y="1892"/>
                  </a:cubicBezTo>
                  <a:cubicBezTo>
                    <a:pt x="147" y="1936"/>
                    <a:pt x="164" y="1990"/>
                    <a:pt x="222" y="1948"/>
                  </a:cubicBezTo>
                  <a:cubicBezTo>
                    <a:pt x="263" y="1919"/>
                    <a:pt x="266" y="1904"/>
                    <a:pt x="233" y="1802"/>
                  </a:cubicBezTo>
                  <a:cubicBezTo>
                    <a:pt x="295" y="1782"/>
                    <a:pt x="321" y="1864"/>
                    <a:pt x="377" y="1866"/>
                  </a:cubicBezTo>
                  <a:cubicBezTo>
                    <a:pt x="449" y="1812"/>
                    <a:pt x="367" y="1754"/>
                    <a:pt x="377" y="1682"/>
                  </a:cubicBezTo>
                  <a:cubicBezTo>
                    <a:pt x="460" y="1713"/>
                    <a:pt x="540" y="1738"/>
                    <a:pt x="624" y="17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4" name="Google Shape;4074;p54"/>
            <p:cNvSpPr/>
            <p:nvPr/>
          </p:nvSpPr>
          <p:spPr>
            <a:xfrm>
              <a:off x="3916819" y="2122403"/>
              <a:ext cx="234731" cy="82696"/>
            </a:xfrm>
            <a:custGeom>
              <a:avLst/>
              <a:gdLst/>
              <a:ahLst/>
              <a:cxnLst/>
              <a:rect l="l" t="t" r="r" b="b"/>
              <a:pathLst>
                <a:path w="3849" h="1356" extrusionOk="0">
                  <a:moveTo>
                    <a:pt x="3848" y="574"/>
                  </a:moveTo>
                  <a:lnTo>
                    <a:pt x="3587" y="709"/>
                  </a:lnTo>
                  <a:cubicBezTo>
                    <a:pt x="3560" y="722"/>
                    <a:pt x="3533" y="738"/>
                    <a:pt x="3506" y="753"/>
                  </a:cubicBezTo>
                  <a:cubicBezTo>
                    <a:pt x="3391" y="814"/>
                    <a:pt x="3273" y="870"/>
                    <a:pt x="3161" y="935"/>
                  </a:cubicBezTo>
                  <a:cubicBezTo>
                    <a:pt x="3051" y="999"/>
                    <a:pt x="2928" y="1027"/>
                    <a:pt x="2823" y="1111"/>
                  </a:cubicBezTo>
                  <a:cubicBezTo>
                    <a:pt x="2741" y="1178"/>
                    <a:pt x="2643" y="1224"/>
                    <a:pt x="2546" y="1259"/>
                  </a:cubicBezTo>
                  <a:cubicBezTo>
                    <a:pt x="2460" y="1289"/>
                    <a:pt x="2365" y="1285"/>
                    <a:pt x="2276" y="1309"/>
                  </a:cubicBezTo>
                  <a:cubicBezTo>
                    <a:pt x="2093" y="1356"/>
                    <a:pt x="1907" y="1351"/>
                    <a:pt x="1722" y="1353"/>
                  </a:cubicBezTo>
                  <a:cubicBezTo>
                    <a:pt x="1665" y="1355"/>
                    <a:pt x="1605" y="1342"/>
                    <a:pt x="1548" y="1336"/>
                  </a:cubicBezTo>
                  <a:cubicBezTo>
                    <a:pt x="1421" y="1324"/>
                    <a:pt x="1293" y="1301"/>
                    <a:pt x="1167" y="1302"/>
                  </a:cubicBezTo>
                  <a:cubicBezTo>
                    <a:pt x="1025" y="1304"/>
                    <a:pt x="897" y="1265"/>
                    <a:pt x="770" y="1202"/>
                  </a:cubicBezTo>
                  <a:cubicBezTo>
                    <a:pt x="737" y="1186"/>
                    <a:pt x="702" y="1181"/>
                    <a:pt x="667" y="1167"/>
                  </a:cubicBezTo>
                  <a:cubicBezTo>
                    <a:pt x="498" y="1096"/>
                    <a:pt x="342" y="1002"/>
                    <a:pt x="189" y="895"/>
                  </a:cubicBezTo>
                  <a:cubicBezTo>
                    <a:pt x="76" y="816"/>
                    <a:pt x="0" y="593"/>
                    <a:pt x="54" y="478"/>
                  </a:cubicBezTo>
                  <a:cubicBezTo>
                    <a:pt x="106" y="368"/>
                    <a:pt x="169" y="263"/>
                    <a:pt x="229" y="158"/>
                  </a:cubicBezTo>
                  <a:cubicBezTo>
                    <a:pt x="258" y="107"/>
                    <a:pt x="289" y="56"/>
                    <a:pt x="321" y="0"/>
                  </a:cubicBezTo>
                  <a:cubicBezTo>
                    <a:pt x="430" y="43"/>
                    <a:pt x="532" y="84"/>
                    <a:pt x="633" y="127"/>
                  </a:cubicBezTo>
                  <a:cubicBezTo>
                    <a:pt x="724" y="165"/>
                    <a:pt x="816" y="209"/>
                    <a:pt x="908" y="245"/>
                  </a:cubicBezTo>
                  <a:cubicBezTo>
                    <a:pt x="959" y="263"/>
                    <a:pt x="1011" y="275"/>
                    <a:pt x="1064" y="287"/>
                  </a:cubicBezTo>
                  <a:cubicBezTo>
                    <a:pt x="1266" y="329"/>
                    <a:pt x="1466" y="370"/>
                    <a:pt x="1668" y="408"/>
                  </a:cubicBezTo>
                  <a:cubicBezTo>
                    <a:pt x="1753" y="424"/>
                    <a:pt x="1839" y="421"/>
                    <a:pt x="1923" y="435"/>
                  </a:cubicBezTo>
                  <a:cubicBezTo>
                    <a:pt x="2021" y="451"/>
                    <a:pt x="2120" y="478"/>
                    <a:pt x="2222" y="501"/>
                  </a:cubicBezTo>
                  <a:cubicBezTo>
                    <a:pt x="2207" y="531"/>
                    <a:pt x="2177" y="533"/>
                    <a:pt x="2149" y="531"/>
                  </a:cubicBezTo>
                  <a:cubicBezTo>
                    <a:pt x="2035" y="524"/>
                    <a:pt x="1923" y="521"/>
                    <a:pt x="1809" y="511"/>
                  </a:cubicBezTo>
                  <a:cubicBezTo>
                    <a:pt x="1663" y="497"/>
                    <a:pt x="1517" y="477"/>
                    <a:pt x="1370" y="465"/>
                  </a:cubicBezTo>
                  <a:cubicBezTo>
                    <a:pt x="1334" y="462"/>
                    <a:pt x="1297" y="472"/>
                    <a:pt x="1263" y="485"/>
                  </a:cubicBezTo>
                  <a:cubicBezTo>
                    <a:pt x="1182" y="516"/>
                    <a:pt x="1104" y="552"/>
                    <a:pt x="1023" y="583"/>
                  </a:cubicBezTo>
                  <a:cubicBezTo>
                    <a:pt x="1005" y="590"/>
                    <a:pt x="981" y="588"/>
                    <a:pt x="960" y="593"/>
                  </a:cubicBezTo>
                  <a:cubicBezTo>
                    <a:pt x="910" y="600"/>
                    <a:pt x="875" y="625"/>
                    <a:pt x="856" y="679"/>
                  </a:cubicBezTo>
                  <a:cubicBezTo>
                    <a:pt x="836" y="736"/>
                    <a:pt x="842" y="761"/>
                    <a:pt x="892" y="782"/>
                  </a:cubicBezTo>
                  <a:cubicBezTo>
                    <a:pt x="951" y="805"/>
                    <a:pt x="1007" y="792"/>
                    <a:pt x="1062" y="769"/>
                  </a:cubicBezTo>
                  <a:cubicBezTo>
                    <a:pt x="1102" y="752"/>
                    <a:pt x="1143" y="737"/>
                    <a:pt x="1182" y="720"/>
                  </a:cubicBezTo>
                  <a:cubicBezTo>
                    <a:pt x="1197" y="713"/>
                    <a:pt x="1217" y="705"/>
                    <a:pt x="1226" y="691"/>
                  </a:cubicBezTo>
                  <a:cubicBezTo>
                    <a:pt x="1255" y="645"/>
                    <a:pt x="1302" y="644"/>
                    <a:pt x="1340" y="642"/>
                  </a:cubicBezTo>
                  <a:cubicBezTo>
                    <a:pt x="1468" y="637"/>
                    <a:pt x="1596" y="640"/>
                    <a:pt x="1723" y="641"/>
                  </a:cubicBezTo>
                  <a:cubicBezTo>
                    <a:pt x="1750" y="641"/>
                    <a:pt x="1779" y="641"/>
                    <a:pt x="1805" y="650"/>
                  </a:cubicBezTo>
                  <a:cubicBezTo>
                    <a:pt x="1949" y="703"/>
                    <a:pt x="2097" y="688"/>
                    <a:pt x="2240" y="657"/>
                  </a:cubicBezTo>
                  <a:cubicBezTo>
                    <a:pt x="2341" y="636"/>
                    <a:pt x="2443" y="603"/>
                    <a:pt x="2534" y="552"/>
                  </a:cubicBezTo>
                  <a:cubicBezTo>
                    <a:pt x="2594" y="517"/>
                    <a:pt x="2648" y="523"/>
                    <a:pt x="2706" y="528"/>
                  </a:cubicBezTo>
                  <a:cubicBezTo>
                    <a:pt x="2729" y="529"/>
                    <a:pt x="2749" y="534"/>
                    <a:pt x="2771" y="534"/>
                  </a:cubicBezTo>
                  <a:cubicBezTo>
                    <a:pt x="2908" y="537"/>
                    <a:pt x="3044" y="537"/>
                    <a:pt x="3181" y="542"/>
                  </a:cubicBezTo>
                  <a:cubicBezTo>
                    <a:pt x="3294" y="546"/>
                    <a:pt x="3406" y="559"/>
                    <a:pt x="3519" y="563"/>
                  </a:cubicBezTo>
                  <a:cubicBezTo>
                    <a:pt x="3614" y="565"/>
                    <a:pt x="3708" y="562"/>
                    <a:pt x="3803" y="560"/>
                  </a:cubicBezTo>
                  <a:lnTo>
                    <a:pt x="3846" y="560"/>
                  </a:lnTo>
                  <a:cubicBezTo>
                    <a:pt x="3845" y="563"/>
                    <a:pt x="3846" y="568"/>
                    <a:pt x="3848" y="5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5" name="Google Shape;4075;p54"/>
            <p:cNvSpPr/>
            <p:nvPr/>
          </p:nvSpPr>
          <p:spPr>
            <a:xfrm>
              <a:off x="4082700" y="2156006"/>
              <a:ext cx="206861" cy="62510"/>
            </a:xfrm>
            <a:custGeom>
              <a:avLst/>
              <a:gdLst/>
              <a:ahLst/>
              <a:cxnLst/>
              <a:rect l="l" t="t" r="r" b="b"/>
              <a:pathLst>
                <a:path w="3391" h="1025" extrusionOk="0">
                  <a:moveTo>
                    <a:pt x="5" y="903"/>
                  </a:moveTo>
                  <a:cubicBezTo>
                    <a:pt x="67" y="907"/>
                    <a:pt x="131" y="910"/>
                    <a:pt x="194" y="915"/>
                  </a:cubicBezTo>
                  <a:cubicBezTo>
                    <a:pt x="243" y="918"/>
                    <a:pt x="290" y="927"/>
                    <a:pt x="338" y="929"/>
                  </a:cubicBezTo>
                  <a:cubicBezTo>
                    <a:pt x="381" y="932"/>
                    <a:pt x="384" y="897"/>
                    <a:pt x="389" y="865"/>
                  </a:cubicBezTo>
                  <a:cubicBezTo>
                    <a:pt x="280" y="839"/>
                    <a:pt x="175" y="813"/>
                    <a:pt x="57" y="783"/>
                  </a:cubicBezTo>
                  <a:cubicBezTo>
                    <a:pt x="113" y="734"/>
                    <a:pt x="153" y="692"/>
                    <a:pt x="199" y="662"/>
                  </a:cubicBezTo>
                  <a:cubicBezTo>
                    <a:pt x="220" y="649"/>
                    <a:pt x="267" y="645"/>
                    <a:pt x="275" y="657"/>
                  </a:cubicBezTo>
                  <a:cubicBezTo>
                    <a:pt x="317" y="726"/>
                    <a:pt x="386" y="711"/>
                    <a:pt x="441" y="726"/>
                  </a:cubicBezTo>
                  <a:cubicBezTo>
                    <a:pt x="512" y="747"/>
                    <a:pt x="591" y="731"/>
                    <a:pt x="666" y="731"/>
                  </a:cubicBezTo>
                  <a:cubicBezTo>
                    <a:pt x="678" y="682"/>
                    <a:pt x="656" y="672"/>
                    <a:pt x="624" y="671"/>
                  </a:cubicBezTo>
                  <a:cubicBezTo>
                    <a:pt x="547" y="667"/>
                    <a:pt x="479" y="636"/>
                    <a:pt x="408" y="593"/>
                  </a:cubicBezTo>
                  <a:cubicBezTo>
                    <a:pt x="523" y="514"/>
                    <a:pt x="644" y="542"/>
                    <a:pt x="760" y="534"/>
                  </a:cubicBezTo>
                  <a:cubicBezTo>
                    <a:pt x="838" y="529"/>
                    <a:pt x="838" y="532"/>
                    <a:pt x="899" y="489"/>
                  </a:cubicBezTo>
                  <a:cubicBezTo>
                    <a:pt x="863" y="422"/>
                    <a:pt x="783" y="485"/>
                    <a:pt x="745" y="426"/>
                  </a:cubicBezTo>
                  <a:cubicBezTo>
                    <a:pt x="791" y="397"/>
                    <a:pt x="834" y="366"/>
                    <a:pt x="879" y="340"/>
                  </a:cubicBezTo>
                  <a:cubicBezTo>
                    <a:pt x="896" y="330"/>
                    <a:pt x="924" y="325"/>
                    <a:pt x="940" y="333"/>
                  </a:cubicBezTo>
                  <a:cubicBezTo>
                    <a:pt x="1013" y="370"/>
                    <a:pt x="1085" y="338"/>
                    <a:pt x="1157" y="333"/>
                  </a:cubicBezTo>
                  <a:cubicBezTo>
                    <a:pt x="1205" y="330"/>
                    <a:pt x="1203" y="324"/>
                    <a:pt x="1202" y="254"/>
                  </a:cubicBezTo>
                  <a:lnTo>
                    <a:pt x="1103" y="254"/>
                  </a:lnTo>
                  <a:cubicBezTo>
                    <a:pt x="1101" y="250"/>
                    <a:pt x="1100" y="244"/>
                    <a:pt x="1099" y="238"/>
                  </a:cubicBezTo>
                  <a:cubicBezTo>
                    <a:pt x="1150" y="207"/>
                    <a:pt x="1201" y="177"/>
                    <a:pt x="1250" y="146"/>
                  </a:cubicBezTo>
                  <a:cubicBezTo>
                    <a:pt x="1268" y="165"/>
                    <a:pt x="1283" y="191"/>
                    <a:pt x="1304" y="201"/>
                  </a:cubicBezTo>
                  <a:cubicBezTo>
                    <a:pt x="1320" y="209"/>
                    <a:pt x="1344" y="196"/>
                    <a:pt x="1365" y="192"/>
                  </a:cubicBezTo>
                  <a:cubicBezTo>
                    <a:pt x="1380" y="190"/>
                    <a:pt x="1395" y="187"/>
                    <a:pt x="1409" y="182"/>
                  </a:cubicBezTo>
                  <a:cubicBezTo>
                    <a:pt x="1487" y="155"/>
                    <a:pt x="1492" y="135"/>
                    <a:pt x="1444" y="57"/>
                  </a:cubicBezTo>
                  <a:cubicBezTo>
                    <a:pt x="1474" y="1"/>
                    <a:pt x="1518" y="37"/>
                    <a:pt x="1552" y="39"/>
                  </a:cubicBezTo>
                  <a:cubicBezTo>
                    <a:pt x="1591" y="43"/>
                    <a:pt x="1627" y="54"/>
                    <a:pt x="1667" y="45"/>
                  </a:cubicBezTo>
                  <a:cubicBezTo>
                    <a:pt x="1705" y="37"/>
                    <a:pt x="1749" y="58"/>
                    <a:pt x="1791" y="65"/>
                  </a:cubicBezTo>
                  <a:cubicBezTo>
                    <a:pt x="1861" y="78"/>
                    <a:pt x="1928" y="95"/>
                    <a:pt x="1997" y="100"/>
                  </a:cubicBezTo>
                  <a:cubicBezTo>
                    <a:pt x="2061" y="105"/>
                    <a:pt x="2119" y="110"/>
                    <a:pt x="2145" y="190"/>
                  </a:cubicBezTo>
                  <a:cubicBezTo>
                    <a:pt x="2148" y="197"/>
                    <a:pt x="2160" y="202"/>
                    <a:pt x="2171" y="211"/>
                  </a:cubicBezTo>
                  <a:cubicBezTo>
                    <a:pt x="2189" y="202"/>
                    <a:pt x="2209" y="195"/>
                    <a:pt x="2226" y="183"/>
                  </a:cubicBezTo>
                  <a:cubicBezTo>
                    <a:pt x="2302" y="137"/>
                    <a:pt x="2379" y="124"/>
                    <a:pt x="2466" y="141"/>
                  </a:cubicBezTo>
                  <a:cubicBezTo>
                    <a:pt x="2542" y="156"/>
                    <a:pt x="2617" y="151"/>
                    <a:pt x="2696" y="126"/>
                  </a:cubicBezTo>
                  <a:cubicBezTo>
                    <a:pt x="2792" y="98"/>
                    <a:pt x="2896" y="94"/>
                    <a:pt x="2997" y="99"/>
                  </a:cubicBezTo>
                  <a:cubicBezTo>
                    <a:pt x="3127" y="105"/>
                    <a:pt x="3256" y="131"/>
                    <a:pt x="3392" y="149"/>
                  </a:cubicBezTo>
                  <a:cubicBezTo>
                    <a:pt x="3383" y="161"/>
                    <a:pt x="3380" y="176"/>
                    <a:pt x="3371" y="182"/>
                  </a:cubicBezTo>
                  <a:cubicBezTo>
                    <a:pt x="3294" y="243"/>
                    <a:pt x="3219" y="309"/>
                    <a:pt x="3137" y="361"/>
                  </a:cubicBezTo>
                  <a:cubicBezTo>
                    <a:pt x="3074" y="401"/>
                    <a:pt x="3005" y="428"/>
                    <a:pt x="2936" y="454"/>
                  </a:cubicBezTo>
                  <a:cubicBezTo>
                    <a:pt x="2876" y="476"/>
                    <a:pt x="2813" y="487"/>
                    <a:pt x="2753" y="507"/>
                  </a:cubicBezTo>
                  <a:cubicBezTo>
                    <a:pt x="2725" y="515"/>
                    <a:pt x="2702" y="541"/>
                    <a:pt x="2674" y="553"/>
                  </a:cubicBezTo>
                  <a:cubicBezTo>
                    <a:pt x="2618" y="577"/>
                    <a:pt x="2562" y="601"/>
                    <a:pt x="2502" y="617"/>
                  </a:cubicBezTo>
                  <a:cubicBezTo>
                    <a:pt x="2440" y="635"/>
                    <a:pt x="2379" y="653"/>
                    <a:pt x="2331" y="707"/>
                  </a:cubicBezTo>
                  <a:cubicBezTo>
                    <a:pt x="2321" y="718"/>
                    <a:pt x="2304" y="722"/>
                    <a:pt x="2289" y="725"/>
                  </a:cubicBezTo>
                  <a:cubicBezTo>
                    <a:pt x="2193" y="755"/>
                    <a:pt x="2097" y="785"/>
                    <a:pt x="2001" y="814"/>
                  </a:cubicBezTo>
                  <a:cubicBezTo>
                    <a:pt x="1907" y="842"/>
                    <a:pt x="1813" y="881"/>
                    <a:pt x="1718" y="892"/>
                  </a:cubicBezTo>
                  <a:cubicBezTo>
                    <a:pt x="1602" y="904"/>
                    <a:pt x="1500" y="948"/>
                    <a:pt x="1392" y="990"/>
                  </a:cubicBezTo>
                  <a:cubicBezTo>
                    <a:pt x="1334" y="1014"/>
                    <a:pt x="1266" y="1019"/>
                    <a:pt x="1203" y="1014"/>
                  </a:cubicBezTo>
                  <a:cubicBezTo>
                    <a:pt x="1057" y="1003"/>
                    <a:pt x="910" y="1004"/>
                    <a:pt x="763" y="1016"/>
                  </a:cubicBezTo>
                  <a:cubicBezTo>
                    <a:pt x="648" y="1025"/>
                    <a:pt x="532" y="1010"/>
                    <a:pt x="417" y="1000"/>
                  </a:cubicBezTo>
                  <a:cubicBezTo>
                    <a:pt x="315" y="992"/>
                    <a:pt x="213" y="978"/>
                    <a:pt x="112" y="963"/>
                  </a:cubicBezTo>
                  <a:cubicBezTo>
                    <a:pt x="75" y="958"/>
                    <a:pt x="38" y="946"/>
                    <a:pt x="1" y="937"/>
                  </a:cubicBezTo>
                  <a:cubicBezTo>
                    <a:pt x="3" y="928"/>
                    <a:pt x="4" y="916"/>
                    <a:pt x="5" y="903"/>
                  </a:cubicBezTo>
                  <a:close/>
                  <a:moveTo>
                    <a:pt x="1145" y="698"/>
                  </a:moveTo>
                  <a:cubicBezTo>
                    <a:pt x="1180" y="801"/>
                    <a:pt x="1243" y="829"/>
                    <a:pt x="1331" y="782"/>
                  </a:cubicBezTo>
                  <a:cubicBezTo>
                    <a:pt x="1466" y="712"/>
                    <a:pt x="1599" y="636"/>
                    <a:pt x="1745" y="601"/>
                  </a:cubicBezTo>
                  <a:cubicBezTo>
                    <a:pt x="1784" y="593"/>
                    <a:pt x="1819" y="567"/>
                    <a:pt x="1855" y="546"/>
                  </a:cubicBezTo>
                  <a:cubicBezTo>
                    <a:pt x="1904" y="518"/>
                    <a:pt x="1893" y="426"/>
                    <a:pt x="1848" y="402"/>
                  </a:cubicBezTo>
                  <a:cubicBezTo>
                    <a:pt x="1826" y="389"/>
                    <a:pt x="1793" y="387"/>
                    <a:pt x="1769" y="397"/>
                  </a:cubicBezTo>
                  <a:cubicBezTo>
                    <a:pt x="1652" y="438"/>
                    <a:pt x="1538" y="481"/>
                    <a:pt x="1423" y="529"/>
                  </a:cubicBezTo>
                  <a:cubicBezTo>
                    <a:pt x="1360" y="554"/>
                    <a:pt x="1303" y="596"/>
                    <a:pt x="1241" y="617"/>
                  </a:cubicBezTo>
                  <a:cubicBezTo>
                    <a:pt x="1195" y="632"/>
                    <a:pt x="1166" y="660"/>
                    <a:pt x="1145" y="6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6" name="Google Shape;4076;p54"/>
            <p:cNvSpPr/>
            <p:nvPr/>
          </p:nvSpPr>
          <p:spPr>
            <a:xfrm>
              <a:off x="4256388" y="2155762"/>
              <a:ext cx="115140" cy="47385"/>
            </a:xfrm>
            <a:custGeom>
              <a:avLst/>
              <a:gdLst/>
              <a:ahLst/>
              <a:cxnLst/>
              <a:rect l="l" t="t" r="r" b="b"/>
              <a:pathLst>
                <a:path w="1888" h="777" extrusionOk="0">
                  <a:moveTo>
                    <a:pt x="629" y="358"/>
                  </a:moveTo>
                  <a:cubicBezTo>
                    <a:pt x="683" y="260"/>
                    <a:pt x="761" y="266"/>
                    <a:pt x="840" y="276"/>
                  </a:cubicBezTo>
                  <a:cubicBezTo>
                    <a:pt x="900" y="283"/>
                    <a:pt x="959" y="286"/>
                    <a:pt x="1024" y="291"/>
                  </a:cubicBezTo>
                  <a:cubicBezTo>
                    <a:pt x="1004" y="190"/>
                    <a:pt x="930" y="204"/>
                    <a:pt x="876" y="184"/>
                  </a:cubicBezTo>
                  <a:cubicBezTo>
                    <a:pt x="873" y="137"/>
                    <a:pt x="903" y="128"/>
                    <a:pt x="928" y="138"/>
                  </a:cubicBezTo>
                  <a:cubicBezTo>
                    <a:pt x="1030" y="170"/>
                    <a:pt x="1125" y="118"/>
                    <a:pt x="1223" y="116"/>
                  </a:cubicBezTo>
                  <a:cubicBezTo>
                    <a:pt x="1269" y="114"/>
                    <a:pt x="1315" y="119"/>
                    <a:pt x="1359" y="124"/>
                  </a:cubicBezTo>
                  <a:cubicBezTo>
                    <a:pt x="1413" y="131"/>
                    <a:pt x="1460" y="124"/>
                    <a:pt x="1510" y="99"/>
                  </a:cubicBezTo>
                  <a:cubicBezTo>
                    <a:pt x="1553" y="76"/>
                    <a:pt x="1603" y="67"/>
                    <a:pt x="1651" y="55"/>
                  </a:cubicBezTo>
                  <a:cubicBezTo>
                    <a:pt x="1726" y="35"/>
                    <a:pt x="1803" y="20"/>
                    <a:pt x="1888" y="1"/>
                  </a:cubicBezTo>
                  <a:cubicBezTo>
                    <a:pt x="1848" y="104"/>
                    <a:pt x="1848" y="219"/>
                    <a:pt x="1762" y="291"/>
                  </a:cubicBezTo>
                  <a:cubicBezTo>
                    <a:pt x="1729" y="416"/>
                    <a:pt x="1633" y="462"/>
                    <a:pt x="1537" y="482"/>
                  </a:cubicBezTo>
                  <a:cubicBezTo>
                    <a:pt x="1465" y="498"/>
                    <a:pt x="1393" y="508"/>
                    <a:pt x="1322" y="533"/>
                  </a:cubicBezTo>
                  <a:cubicBezTo>
                    <a:pt x="1235" y="562"/>
                    <a:pt x="1149" y="597"/>
                    <a:pt x="1061" y="624"/>
                  </a:cubicBezTo>
                  <a:cubicBezTo>
                    <a:pt x="947" y="658"/>
                    <a:pt x="830" y="686"/>
                    <a:pt x="714" y="717"/>
                  </a:cubicBezTo>
                  <a:cubicBezTo>
                    <a:pt x="673" y="728"/>
                    <a:pt x="636" y="748"/>
                    <a:pt x="595" y="756"/>
                  </a:cubicBezTo>
                  <a:cubicBezTo>
                    <a:pt x="553" y="762"/>
                    <a:pt x="509" y="761"/>
                    <a:pt x="467" y="756"/>
                  </a:cubicBezTo>
                  <a:cubicBezTo>
                    <a:pt x="395" y="746"/>
                    <a:pt x="323" y="718"/>
                    <a:pt x="252" y="768"/>
                  </a:cubicBezTo>
                  <a:cubicBezTo>
                    <a:pt x="242" y="776"/>
                    <a:pt x="221" y="769"/>
                    <a:pt x="207" y="764"/>
                  </a:cubicBezTo>
                  <a:cubicBezTo>
                    <a:pt x="139" y="743"/>
                    <a:pt x="73" y="723"/>
                    <a:pt x="0" y="700"/>
                  </a:cubicBezTo>
                  <a:cubicBezTo>
                    <a:pt x="53" y="656"/>
                    <a:pt x="170" y="628"/>
                    <a:pt x="222" y="636"/>
                  </a:cubicBezTo>
                  <a:cubicBezTo>
                    <a:pt x="307" y="650"/>
                    <a:pt x="391" y="664"/>
                    <a:pt x="476" y="674"/>
                  </a:cubicBezTo>
                  <a:cubicBezTo>
                    <a:pt x="509" y="677"/>
                    <a:pt x="544" y="674"/>
                    <a:pt x="575" y="664"/>
                  </a:cubicBezTo>
                  <a:cubicBezTo>
                    <a:pt x="594" y="658"/>
                    <a:pt x="606" y="634"/>
                    <a:pt x="619" y="607"/>
                  </a:cubicBezTo>
                  <a:cubicBezTo>
                    <a:pt x="527" y="593"/>
                    <a:pt x="432" y="612"/>
                    <a:pt x="355" y="531"/>
                  </a:cubicBezTo>
                  <a:cubicBezTo>
                    <a:pt x="394" y="505"/>
                    <a:pt x="425" y="477"/>
                    <a:pt x="461" y="460"/>
                  </a:cubicBezTo>
                  <a:cubicBezTo>
                    <a:pt x="481" y="450"/>
                    <a:pt x="508" y="450"/>
                    <a:pt x="529" y="455"/>
                  </a:cubicBezTo>
                  <a:cubicBezTo>
                    <a:pt x="627" y="477"/>
                    <a:pt x="727" y="505"/>
                    <a:pt x="829" y="491"/>
                  </a:cubicBezTo>
                  <a:cubicBezTo>
                    <a:pt x="853" y="487"/>
                    <a:pt x="891" y="506"/>
                    <a:pt x="891" y="457"/>
                  </a:cubicBezTo>
                  <a:cubicBezTo>
                    <a:pt x="890" y="414"/>
                    <a:pt x="851" y="425"/>
                    <a:pt x="827" y="420"/>
                  </a:cubicBezTo>
                  <a:cubicBezTo>
                    <a:pt x="776" y="409"/>
                    <a:pt x="725" y="400"/>
                    <a:pt x="673" y="385"/>
                  </a:cubicBezTo>
                  <a:cubicBezTo>
                    <a:pt x="660" y="382"/>
                    <a:pt x="646" y="368"/>
                    <a:pt x="629" y="3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7" name="Google Shape;4077;p54"/>
            <p:cNvSpPr/>
            <p:nvPr/>
          </p:nvSpPr>
          <p:spPr>
            <a:xfrm>
              <a:off x="4328168" y="2117158"/>
              <a:ext cx="44641" cy="37018"/>
            </a:xfrm>
            <a:custGeom>
              <a:avLst/>
              <a:gdLst/>
              <a:ahLst/>
              <a:cxnLst/>
              <a:rect l="l" t="t" r="r" b="b"/>
              <a:pathLst>
                <a:path w="732" h="607" extrusionOk="0">
                  <a:moveTo>
                    <a:pt x="418" y="154"/>
                  </a:moveTo>
                  <a:cubicBezTo>
                    <a:pt x="452" y="85"/>
                    <a:pt x="452" y="85"/>
                    <a:pt x="573" y="0"/>
                  </a:cubicBezTo>
                  <a:cubicBezTo>
                    <a:pt x="597" y="21"/>
                    <a:pt x="628" y="38"/>
                    <a:pt x="650" y="64"/>
                  </a:cubicBezTo>
                  <a:cubicBezTo>
                    <a:pt x="675" y="95"/>
                    <a:pt x="702" y="131"/>
                    <a:pt x="715" y="169"/>
                  </a:cubicBezTo>
                  <a:cubicBezTo>
                    <a:pt x="731" y="220"/>
                    <a:pt x="696" y="245"/>
                    <a:pt x="659" y="270"/>
                  </a:cubicBezTo>
                  <a:cubicBezTo>
                    <a:pt x="635" y="287"/>
                    <a:pt x="626" y="328"/>
                    <a:pt x="605" y="351"/>
                  </a:cubicBezTo>
                  <a:cubicBezTo>
                    <a:pt x="560" y="399"/>
                    <a:pt x="518" y="468"/>
                    <a:pt x="464" y="485"/>
                  </a:cubicBezTo>
                  <a:cubicBezTo>
                    <a:pt x="317" y="532"/>
                    <a:pt x="171" y="607"/>
                    <a:pt x="1" y="583"/>
                  </a:cubicBezTo>
                  <a:cubicBezTo>
                    <a:pt x="60" y="521"/>
                    <a:pt x="97" y="444"/>
                    <a:pt x="184" y="425"/>
                  </a:cubicBezTo>
                  <a:cubicBezTo>
                    <a:pt x="211" y="420"/>
                    <a:pt x="234" y="391"/>
                    <a:pt x="260" y="371"/>
                  </a:cubicBezTo>
                  <a:cubicBezTo>
                    <a:pt x="251" y="346"/>
                    <a:pt x="244" y="330"/>
                    <a:pt x="237" y="312"/>
                  </a:cubicBezTo>
                  <a:cubicBezTo>
                    <a:pt x="267" y="269"/>
                    <a:pt x="298" y="246"/>
                    <a:pt x="348" y="269"/>
                  </a:cubicBezTo>
                  <a:cubicBezTo>
                    <a:pt x="368" y="278"/>
                    <a:pt x="398" y="274"/>
                    <a:pt x="419" y="266"/>
                  </a:cubicBezTo>
                  <a:cubicBezTo>
                    <a:pt x="475" y="245"/>
                    <a:pt x="528" y="220"/>
                    <a:pt x="579" y="191"/>
                  </a:cubicBezTo>
                  <a:cubicBezTo>
                    <a:pt x="593" y="183"/>
                    <a:pt x="597" y="154"/>
                    <a:pt x="605" y="135"/>
                  </a:cubicBezTo>
                  <a:cubicBezTo>
                    <a:pt x="588" y="126"/>
                    <a:pt x="569" y="108"/>
                    <a:pt x="553" y="112"/>
                  </a:cubicBezTo>
                  <a:cubicBezTo>
                    <a:pt x="508" y="121"/>
                    <a:pt x="466" y="137"/>
                    <a:pt x="418" y="1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8" name="Google Shape;4078;p54"/>
            <p:cNvSpPr/>
            <p:nvPr/>
          </p:nvSpPr>
          <p:spPr>
            <a:xfrm>
              <a:off x="4074223" y="2207905"/>
              <a:ext cx="3964" cy="3720"/>
            </a:xfrm>
            <a:custGeom>
              <a:avLst/>
              <a:gdLst/>
              <a:ahLst/>
              <a:cxnLst/>
              <a:rect l="l" t="t" r="r" b="b"/>
              <a:pathLst>
                <a:path w="65" h="61" extrusionOk="0">
                  <a:moveTo>
                    <a:pt x="46" y="60"/>
                  </a:moveTo>
                  <a:cubicBezTo>
                    <a:pt x="30" y="50"/>
                    <a:pt x="16" y="40"/>
                    <a:pt x="1" y="30"/>
                  </a:cubicBezTo>
                  <a:cubicBezTo>
                    <a:pt x="7" y="20"/>
                    <a:pt x="17" y="1"/>
                    <a:pt x="20" y="3"/>
                  </a:cubicBezTo>
                  <a:cubicBezTo>
                    <a:pt x="35" y="10"/>
                    <a:pt x="50" y="21"/>
                    <a:pt x="65" y="32"/>
                  </a:cubicBezTo>
                  <a:cubicBezTo>
                    <a:pt x="58" y="41"/>
                    <a:pt x="52" y="51"/>
                    <a:pt x="46" y="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79" name="Google Shape;4079;p54"/>
            <p:cNvSpPr/>
            <p:nvPr/>
          </p:nvSpPr>
          <p:spPr>
            <a:xfrm>
              <a:off x="3882789" y="1887913"/>
              <a:ext cx="658272" cy="619120"/>
            </a:xfrm>
            <a:custGeom>
              <a:avLst/>
              <a:gdLst/>
              <a:ahLst/>
              <a:cxnLst/>
              <a:rect l="l" t="t" r="r" b="b"/>
              <a:pathLst>
                <a:path w="10794" h="10152" extrusionOk="0">
                  <a:moveTo>
                    <a:pt x="381" y="3491"/>
                  </a:moveTo>
                  <a:cubicBezTo>
                    <a:pt x="537" y="3328"/>
                    <a:pt x="726" y="3280"/>
                    <a:pt x="925" y="3262"/>
                  </a:cubicBezTo>
                  <a:cubicBezTo>
                    <a:pt x="950" y="3260"/>
                    <a:pt x="980" y="3251"/>
                    <a:pt x="997" y="3262"/>
                  </a:cubicBezTo>
                  <a:cubicBezTo>
                    <a:pt x="1069" y="3307"/>
                    <a:pt x="1118" y="3251"/>
                    <a:pt x="1181" y="3227"/>
                  </a:cubicBezTo>
                  <a:cubicBezTo>
                    <a:pt x="1118" y="3163"/>
                    <a:pt x="1057" y="3104"/>
                    <a:pt x="1002" y="3043"/>
                  </a:cubicBezTo>
                  <a:cubicBezTo>
                    <a:pt x="980" y="3017"/>
                    <a:pt x="955" y="2986"/>
                    <a:pt x="949" y="2951"/>
                  </a:cubicBezTo>
                  <a:cubicBezTo>
                    <a:pt x="930" y="2857"/>
                    <a:pt x="883" y="2766"/>
                    <a:pt x="917" y="2663"/>
                  </a:cubicBezTo>
                  <a:cubicBezTo>
                    <a:pt x="920" y="2652"/>
                    <a:pt x="922" y="2634"/>
                    <a:pt x="915" y="2623"/>
                  </a:cubicBezTo>
                  <a:cubicBezTo>
                    <a:pt x="877" y="2551"/>
                    <a:pt x="914" y="2484"/>
                    <a:pt x="934" y="2418"/>
                  </a:cubicBezTo>
                  <a:cubicBezTo>
                    <a:pt x="948" y="2367"/>
                    <a:pt x="971" y="2320"/>
                    <a:pt x="985" y="2268"/>
                  </a:cubicBezTo>
                  <a:cubicBezTo>
                    <a:pt x="1007" y="2171"/>
                    <a:pt x="1099" y="2146"/>
                    <a:pt x="1143" y="2069"/>
                  </a:cubicBezTo>
                  <a:cubicBezTo>
                    <a:pt x="1170" y="2022"/>
                    <a:pt x="1205" y="1979"/>
                    <a:pt x="1240" y="1941"/>
                  </a:cubicBezTo>
                  <a:cubicBezTo>
                    <a:pt x="1322" y="1854"/>
                    <a:pt x="1434" y="1828"/>
                    <a:pt x="1531" y="1774"/>
                  </a:cubicBezTo>
                  <a:cubicBezTo>
                    <a:pt x="1549" y="1764"/>
                    <a:pt x="1569" y="1754"/>
                    <a:pt x="1589" y="1748"/>
                  </a:cubicBezTo>
                  <a:cubicBezTo>
                    <a:pt x="1655" y="1725"/>
                    <a:pt x="1716" y="1694"/>
                    <a:pt x="1793" y="1711"/>
                  </a:cubicBezTo>
                  <a:cubicBezTo>
                    <a:pt x="1850" y="1723"/>
                    <a:pt x="1919" y="1713"/>
                    <a:pt x="1974" y="1689"/>
                  </a:cubicBezTo>
                  <a:cubicBezTo>
                    <a:pt x="2113" y="1628"/>
                    <a:pt x="2259" y="1615"/>
                    <a:pt x="2405" y="1614"/>
                  </a:cubicBezTo>
                  <a:cubicBezTo>
                    <a:pt x="2410" y="1614"/>
                    <a:pt x="2417" y="1609"/>
                    <a:pt x="2423" y="1607"/>
                  </a:cubicBezTo>
                  <a:cubicBezTo>
                    <a:pt x="2492" y="1373"/>
                    <a:pt x="2604" y="1176"/>
                    <a:pt x="2791" y="1027"/>
                  </a:cubicBezTo>
                  <a:cubicBezTo>
                    <a:pt x="2893" y="945"/>
                    <a:pt x="3005" y="903"/>
                    <a:pt x="3119" y="861"/>
                  </a:cubicBezTo>
                  <a:cubicBezTo>
                    <a:pt x="3174" y="841"/>
                    <a:pt x="3241" y="857"/>
                    <a:pt x="3300" y="850"/>
                  </a:cubicBezTo>
                  <a:cubicBezTo>
                    <a:pt x="3397" y="838"/>
                    <a:pt x="3494" y="820"/>
                    <a:pt x="3591" y="805"/>
                  </a:cubicBezTo>
                  <a:cubicBezTo>
                    <a:pt x="3620" y="801"/>
                    <a:pt x="3651" y="802"/>
                    <a:pt x="3679" y="796"/>
                  </a:cubicBezTo>
                  <a:cubicBezTo>
                    <a:pt x="3747" y="782"/>
                    <a:pt x="3816" y="768"/>
                    <a:pt x="3882" y="748"/>
                  </a:cubicBezTo>
                  <a:cubicBezTo>
                    <a:pt x="3942" y="728"/>
                    <a:pt x="3996" y="700"/>
                    <a:pt x="4052" y="674"/>
                  </a:cubicBezTo>
                  <a:cubicBezTo>
                    <a:pt x="4136" y="636"/>
                    <a:pt x="4188" y="551"/>
                    <a:pt x="4260" y="494"/>
                  </a:cubicBezTo>
                  <a:cubicBezTo>
                    <a:pt x="4356" y="416"/>
                    <a:pt x="4395" y="310"/>
                    <a:pt x="4408" y="181"/>
                  </a:cubicBezTo>
                  <a:cubicBezTo>
                    <a:pt x="4420" y="50"/>
                    <a:pt x="4520" y="1"/>
                    <a:pt x="4614" y="69"/>
                  </a:cubicBezTo>
                  <a:cubicBezTo>
                    <a:pt x="4628" y="79"/>
                    <a:pt x="4643" y="95"/>
                    <a:pt x="4648" y="114"/>
                  </a:cubicBezTo>
                  <a:cubicBezTo>
                    <a:pt x="4721" y="323"/>
                    <a:pt x="4876" y="431"/>
                    <a:pt x="5054" y="507"/>
                  </a:cubicBezTo>
                  <a:cubicBezTo>
                    <a:pt x="5119" y="535"/>
                    <a:pt x="5193" y="549"/>
                    <a:pt x="5246" y="594"/>
                  </a:cubicBezTo>
                  <a:cubicBezTo>
                    <a:pt x="5295" y="636"/>
                    <a:pt x="5324" y="710"/>
                    <a:pt x="5360" y="773"/>
                  </a:cubicBezTo>
                  <a:cubicBezTo>
                    <a:pt x="5379" y="806"/>
                    <a:pt x="5393" y="843"/>
                    <a:pt x="5411" y="882"/>
                  </a:cubicBezTo>
                  <a:cubicBezTo>
                    <a:pt x="5483" y="864"/>
                    <a:pt x="5548" y="846"/>
                    <a:pt x="5613" y="832"/>
                  </a:cubicBezTo>
                  <a:cubicBezTo>
                    <a:pt x="5627" y="828"/>
                    <a:pt x="5646" y="826"/>
                    <a:pt x="5658" y="833"/>
                  </a:cubicBezTo>
                  <a:cubicBezTo>
                    <a:pt x="5719" y="869"/>
                    <a:pt x="5784" y="856"/>
                    <a:pt x="5847" y="855"/>
                  </a:cubicBezTo>
                  <a:cubicBezTo>
                    <a:pt x="6009" y="851"/>
                    <a:pt x="6134" y="924"/>
                    <a:pt x="6245" y="1052"/>
                  </a:cubicBezTo>
                  <a:cubicBezTo>
                    <a:pt x="6317" y="1137"/>
                    <a:pt x="6313" y="1263"/>
                    <a:pt x="6259" y="1352"/>
                  </a:cubicBezTo>
                  <a:cubicBezTo>
                    <a:pt x="6250" y="1364"/>
                    <a:pt x="6245" y="1379"/>
                    <a:pt x="6239" y="1395"/>
                  </a:cubicBezTo>
                  <a:cubicBezTo>
                    <a:pt x="6237" y="1398"/>
                    <a:pt x="6240" y="1401"/>
                    <a:pt x="6244" y="1419"/>
                  </a:cubicBezTo>
                  <a:cubicBezTo>
                    <a:pt x="6290" y="1409"/>
                    <a:pt x="6342" y="1410"/>
                    <a:pt x="6382" y="1385"/>
                  </a:cubicBezTo>
                  <a:cubicBezTo>
                    <a:pt x="6520" y="1301"/>
                    <a:pt x="6663" y="1316"/>
                    <a:pt x="6808" y="1343"/>
                  </a:cubicBezTo>
                  <a:cubicBezTo>
                    <a:pt x="6832" y="1349"/>
                    <a:pt x="6856" y="1347"/>
                    <a:pt x="6880" y="1352"/>
                  </a:cubicBezTo>
                  <a:cubicBezTo>
                    <a:pt x="6992" y="1365"/>
                    <a:pt x="7098" y="1396"/>
                    <a:pt x="7177" y="1492"/>
                  </a:cubicBezTo>
                  <a:cubicBezTo>
                    <a:pt x="7202" y="1521"/>
                    <a:pt x="7228" y="1557"/>
                    <a:pt x="7233" y="1593"/>
                  </a:cubicBezTo>
                  <a:cubicBezTo>
                    <a:pt x="7248" y="1686"/>
                    <a:pt x="7265" y="1781"/>
                    <a:pt x="7237" y="1875"/>
                  </a:cubicBezTo>
                  <a:cubicBezTo>
                    <a:pt x="7211" y="1968"/>
                    <a:pt x="7183" y="2060"/>
                    <a:pt x="7152" y="2161"/>
                  </a:cubicBezTo>
                  <a:cubicBezTo>
                    <a:pt x="7226" y="2178"/>
                    <a:pt x="7300" y="2165"/>
                    <a:pt x="7376" y="2166"/>
                  </a:cubicBezTo>
                  <a:cubicBezTo>
                    <a:pt x="7487" y="2166"/>
                    <a:pt x="7597" y="2146"/>
                    <a:pt x="7705" y="2211"/>
                  </a:cubicBezTo>
                  <a:cubicBezTo>
                    <a:pt x="7823" y="2281"/>
                    <a:pt x="7953" y="2329"/>
                    <a:pt x="8075" y="2387"/>
                  </a:cubicBezTo>
                  <a:cubicBezTo>
                    <a:pt x="8094" y="2396"/>
                    <a:pt x="8113" y="2411"/>
                    <a:pt x="8128" y="2427"/>
                  </a:cubicBezTo>
                  <a:cubicBezTo>
                    <a:pt x="8163" y="2473"/>
                    <a:pt x="8191" y="2525"/>
                    <a:pt x="8230" y="2569"/>
                  </a:cubicBezTo>
                  <a:cubicBezTo>
                    <a:pt x="8347" y="2704"/>
                    <a:pt x="8343" y="2868"/>
                    <a:pt x="8328" y="3037"/>
                  </a:cubicBezTo>
                  <a:cubicBezTo>
                    <a:pt x="8319" y="3148"/>
                    <a:pt x="8282" y="3239"/>
                    <a:pt x="8226" y="3332"/>
                  </a:cubicBezTo>
                  <a:cubicBezTo>
                    <a:pt x="8174" y="3420"/>
                    <a:pt x="8106" y="3482"/>
                    <a:pt x="8026" y="3560"/>
                  </a:cubicBezTo>
                  <a:cubicBezTo>
                    <a:pt x="8050" y="3578"/>
                    <a:pt x="8075" y="3589"/>
                    <a:pt x="8087" y="3610"/>
                  </a:cubicBezTo>
                  <a:cubicBezTo>
                    <a:pt x="8114" y="3660"/>
                    <a:pt x="8149" y="3666"/>
                    <a:pt x="8196" y="3649"/>
                  </a:cubicBezTo>
                  <a:cubicBezTo>
                    <a:pt x="8246" y="3630"/>
                    <a:pt x="8297" y="3630"/>
                    <a:pt x="8347" y="3666"/>
                  </a:cubicBezTo>
                  <a:cubicBezTo>
                    <a:pt x="8363" y="3679"/>
                    <a:pt x="8385" y="3679"/>
                    <a:pt x="8406" y="3682"/>
                  </a:cubicBezTo>
                  <a:cubicBezTo>
                    <a:pt x="8433" y="3688"/>
                    <a:pt x="8462" y="3700"/>
                    <a:pt x="8488" y="3693"/>
                  </a:cubicBezTo>
                  <a:cubicBezTo>
                    <a:pt x="8563" y="3676"/>
                    <a:pt x="8554" y="3794"/>
                    <a:pt x="8626" y="3789"/>
                  </a:cubicBezTo>
                  <a:cubicBezTo>
                    <a:pt x="8692" y="3784"/>
                    <a:pt x="8716" y="3849"/>
                    <a:pt x="8735" y="3906"/>
                  </a:cubicBezTo>
                  <a:cubicBezTo>
                    <a:pt x="8744" y="3933"/>
                    <a:pt x="8744" y="3964"/>
                    <a:pt x="8746" y="3992"/>
                  </a:cubicBezTo>
                  <a:cubicBezTo>
                    <a:pt x="8747" y="4012"/>
                    <a:pt x="8746" y="4030"/>
                    <a:pt x="8746" y="4050"/>
                  </a:cubicBezTo>
                  <a:cubicBezTo>
                    <a:pt x="8741" y="4120"/>
                    <a:pt x="8744" y="4192"/>
                    <a:pt x="8733" y="4261"/>
                  </a:cubicBezTo>
                  <a:cubicBezTo>
                    <a:pt x="8725" y="4324"/>
                    <a:pt x="8732" y="4385"/>
                    <a:pt x="8730" y="4447"/>
                  </a:cubicBezTo>
                  <a:cubicBezTo>
                    <a:pt x="8723" y="4571"/>
                    <a:pt x="8701" y="4694"/>
                    <a:pt x="8686" y="4818"/>
                  </a:cubicBezTo>
                  <a:cubicBezTo>
                    <a:pt x="8682" y="4852"/>
                    <a:pt x="8686" y="4887"/>
                    <a:pt x="8686" y="4936"/>
                  </a:cubicBezTo>
                  <a:cubicBezTo>
                    <a:pt x="8756" y="4902"/>
                    <a:pt x="8819" y="4876"/>
                    <a:pt x="8879" y="4841"/>
                  </a:cubicBezTo>
                  <a:cubicBezTo>
                    <a:pt x="8993" y="4770"/>
                    <a:pt x="9114" y="4735"/>
                    <a:pt x="9244" y="4743"/>
                  </a:cubicBezTo>
                  <a:cubicBezTo>
                    <a:pt x="9381" y="4752"/>
                    <a:pt x="9518" y="4752"/>
                    <a:pt x="9652" y="4769"/>
                  </a:cubicBezTo>
                  <a:cubicBezTo>
                    <a:pt x="9726" y="4777"/>
                    <a:pt x="9801" y="4802"/>
                    <a:pt x="9869" y="4836"/>
                  </a:cubicBezTo>
                  <a:cubicBezTo>
                    <a:pt x="9985" y="4892"/>
                    <a:pt x="10093" y="4960"/>
                    <a:pt x="10206" y="5023"/>
                  </a:cubicBezTo>
                  <a:cubicBezTo>
                    <a:pt x="10266" y="5058"/>
                    <a:pt x="10303" y="5124"/>
                    <a:pt x="10354" y="5166"/>
                  </a:cubicBezTo>
                  <a:cubicBezTo>
                    <a:pt x="10457" y="5253"/>
                    <a:pt x="10503" y="5388"/>
                    <a:pt x="10593" y="5485"/>
                  </a:cubicBezTo>
                  <a:cubicBezTo>
                    <a:pt x="10665" y="5563"/>
                    <a:pt x="10703" y="5671"/>
                    <a:pt x="10721" y="5784"/>
                  </a:cubicBezTo>
                  <a:cubicBezTo>
                    <a:pt x="10747" y="5943"/>
                    <a:pt x="10778" y="6101"/>
                    <a:pt x="10768" y="6264"/>
                  </a:cubicBezTo>
                  <a:cubicBezTo>
                    <a:pt x="10767" y="6289"/>
                    <a:pt x="10777" y="6317"/>
                    <a:pt x="10782" y="6343"/>
                  </a:cubicBezTo>
                  <a:cubicBezTo>
                    <a:pt x="10784" y="6360"/>
                    <a:pt x="10794" y="6376"/>
                    <a:pt x="10792" y="6392"/>
                  </a:cubicBezTo>
                  <a:cubicBezTo>
                    <a:pt x="10768" y="6541"/>
                    <a:pt x="10751" y="6693"/>
                    <a:pt x="10718" y="6841"/>
                  </a:cubicBezTo>
                  <a:cubicBezTo>
                    <a:pt x="10672" y="7059"/>
                    <a:pt x="10539" y="7214"/>
                    <a:pt x="10395" y="7360"/>
                  </a:cubicBezTo>
                  <a:cubicBezTo>
                    <a:pt x="10257" y="7499"/>
                    <a:pt x="10109" y="7625"/>
                    <a:pt x="9955" y="7737"/>
                  </a:cubicBezTo>
                  <a:cubicBezTo>
                    <a:pt x="9857" y="7809"/>
                    <a:pt x="9735" y="7835"/>
                    <a:pt x="9616" y="7857"/>
                  </a:cubicBezTo>
                  <a:cubicBezTo>
                    <a:pt x="9496" y="7881"/>
                    <a:pt x="9378" y="7915"/>
                    <a:pt x="9258" y="7934"/>
                  </a:cubicBezTo>
                  <a:cubicBezTo>
                    <a:pt x="9188" y="7946"/>
                    <a:pt x="9115" y="7937"/>
                    <a:pt x="9042" y="7934"/>
                  </a:cubicBezTo>
                  <a:cubicBezTo>
                    <a:pt x="8920" y="7931"/>
                    <a:pt x="8800" y="7893"/>
                    <a:pt x="8681" y="7865"/>
                  </a:cubicBezTo>
                  <a:cubicBezTo>
                    <a:pt x="8632" y="7854"/>
                    <a:pt x="8583" y="7830"/>
                    <a:pt x="8534" y="7809"/>
                  </a:cubicBezTo>
                  <a:cubicBezTo>
                    <a:pt x="8492" y="7789"/>
                    <a:pt x="8451" y="7768"/>
                    <a:pt x="8411" y="7743"/>
                  </a:cubicBezTo>
                  <a:cubicBezTo>
                    <a:pt x="8343" y="7701"/>
                    <a:pt x="8266" y="7670"/>
                    <a:pt x="8232" y="7574"/>
                  </a:cubicBezTo>
                  <a:cubicBezTo>
                    <a:pt x="8227" y="7590"/>
                    <a:pt x="8219" y="7608"/>
                    <a:pt x="8220" y="7625"/>
                  </a:cubicBezTo>
                  <a:cubicBezTo>
                    <a:pt x="8221" y="7686"/>
                    <a:pt x="8215" y="7741"/>
                    <a:pt x="8190" y="7800"/>
                  </a:cubicBezTo>
                  <a:cubicBezTo>
                    <a:pt x="8134" y="7934"/>
                    <a:pt x="8087" y="8074"/>
                    <a:pt x="8034" y="8210"/>
                  </a:cubicBezTo>
                  <a:cubicBezTo>
                    <a:pt x="8020" y="8248"/>
                    <a:pt x="8002" y="8284"/>
                    <a:pt x="7981" y="8315"/>
                  </a:cubicBezTo>
                  <a:cubicBezTo>
                    <a:pt x="7944" y="8373"/>
                    <a:pt x="7903" y="8427"/>
                    <a:pt x="7866" y="8483"/>
                  </a:cubicBezTo>
                  <a:cubicBezTo>
                    <a:pt x="7852" y="8502"/>
                    <a:pt x="7837" y="8525"/>
                    <a:pt x="7837" y="8546"/>
                  </a:cubicBezTo>
                  <a:cubicBezTo>
                    <a:pt x="7835" y="8644"/>
                    <a:pt x="7760" y="8688"/>
                    <a:pt x="7717" y="8755"/>
                  </a:cubicBezTo>
                  <a:cubicBezTo>
                    <a:pt x="7713" y="8760"/>
                    <a:pt x="7708" y="8766"/>
                    <a:pt x="7703" y="8768"/>
                  </a:cubicBezTo>
                  <a:cubicBezTo>
                    <a:pt x="7602" y="8801"/>
                    <a:pt x="7560" y="8905"/>
                    <a:pt x="7494" y="8983"/>
                  </a:cubicBezTo>
                  <a:cubicBezTo>
                    <a:pt x="7456" y="9028"/>
                    <a:pt x="7416" y="9073"/>
                    <a:pt x="7361" y="9102"/>
                  </a:cubicBezTo>
                  <a:cubicBezTo>
                    <a:pt x="7305" y="9131"/>
                    <a:pt x="7257" y="9181"/>
                    <a:pt x="7207" y="9225"/>
                  </a:cubicBezTo>
                  <a:cubicBezTo>
                    <a:pt x="7142" y="9281"/>
                    <a:pt x="7084" y="9345"/>
                    <a:pt x="7017" y="9399"/>
                  </a:cubicBezTo>
                  <a:cubicBezTo>
                    <a:pt x="6917" y="9479"/>
                    <a:pt x="6812" y="9553"/>
                    <a:pt x="6711" y="9634"/>
                  </a:cubicBezTo>
                  <a:cubicBezTo>
                    <a:pt x="6681" y="9658"/>
                    <a:pt x="6651" y="9672"/>
                    <a:pt x="6613" y="9678"/>
                  </a:cubicBezTo>
                  <a:cubicBezTo>
                    <a:pt x="6537" y="9692"/>
                    <a:pt x="6461" y="9713"/>
                    <a:pt x="6393" y="9759"/>
                  </a:cubicBezTo>
                  <a:cubicBezTo>
                    <a:pt x="6337" y="9798"/>
                    <a:pt x="6275" y="9822"/>
                    <a:pt x="6205" y="9832"/>
                  </a:cubicBezTo>
                  <a:cubicBezTo>
                    <a:pt x="6145" y="9841"/>
                    <a:pt x="6088" y="9888"/>
                    <a:pt x="6031" y="9919"/>
                  </a:cubicBezTo>
                  <a:cubicBezTo>
                    <a:pt x="5896" y="9992"/>
                    <a:pt x="5754" y="10044"/>
                    <a:pt x="5601" y="10050"/>
                  </a:cubicBezTo>
                  <a:cubicBezTo>
                    <a:pt x="5575" y="10051"/>
                    <a:pt x="5548" y="10060"/>
                    <a:pt x="5520" y="10065"/>
                  </a:cubicBezTo>
                  <a:cubicBezTo>
                    <a:pt x="5461" y="10074"/>
                    <a:pt x="5400" y="10095"/>
                    <a:pt x="5339" y="10090"/>
                  </a:cubicBezTo>
                  <a:cubicBezTo>
                    <a:pt x="5251" y="10080"/>
                    <a:pt x="5170" y="10106"/>
                    <a:pt x="5085" y="10121"/>
                  </a:cubicBezTo>
                  <a:cubicBezTo>
                    <a:pt x="5052" y="10127"/>
                    <a:pt x="5018" y="10134"/>
                    <a:pt x="4985" y="10134"/>
                  </a:cubicBezTo>
                  <a:cubicBezTo>
                    <a:pt x="4879" y="10134"/>
                    <a:pt x="4773" y="10131"/>
                    <a:pt x="4666" y="10132"/>
                  </a:cubicBezTo>
                  <a:cubicBezTo>
                    <a:pt x="4563" y="10134"/>
                    <a:pt x="4460" y="10143"/>
                    <a:pt x="4357" y="10147"/>
                  </a:cubicBezTo>
                  <a:cubicBezTo>
                    <a:pt x="4250" y="10149"/>
                    <a:pt x="4143" y="10151"/>
                    <a:pt x="4036" y="10149"/>
                  </a:cubicBezTo>
                  <a:cubicBezTo>
                    <a:pt x="3996" y="10149"/>
                    <a:pt x="3958" y="10137"/>
                    <a:pt x="3918" y="10133"/>
                  </a:cubicBezTo>
                  <a:cubicBezTo>
                    <a:pt x="3887" y="10129"/>
                    <a:pt x="3855" y="10118"/>
                    <a:pt x="3827" y="10129"/>
                  </a:cubicBezTo>
                  <a:cubicBezTo>
                    <a:pt x="3769" y="10150"/>
                    <a:pt x="3713" y="10138"/>
                    <a:pt x="3655" y="10129"/>
                  </a:cubicBezTo>
                  <a:cubicBezTo>
                    <a:pt x="3508" y="10107"/>
                    <a:pt x="3361" y="10086"/>
                    <a:pt x="3213" y="10057"/>
                  </a:cubicBezTo>
                  <a:cubicBezTo>
                    <a:pt x="3126" y="10041"/>
                    <a:pt x="3042" y="10015"/>
                    <a:pt x="2956" y="9991"/>
                  </a:cubicBezTo>
                  <a:cubicBezTo>
                    <a:pt x="2914" y="9980"/>
                    <a:pt x="2873" y="9961"/>
                    <a:pt x="2832" y="9958"/>
                  </a:cubicBezTo>
                  <a:cubicBezTo>
                    <a:pt x="2691" y="9947"/>
                    <a:pt x="2579" y="9835"/>
                    <a:pt x="2436" y="9838"/>
                  </a:cubicBezTo>
                  <a:cubicBezTo>
                    <a:pt x="2422" y="9838"/>
                    <a:pt x="2405" y="9832"/>
                    <a:pt x="2393" y="9823"/>
                  </a:cubicBezTo>
                  <a:cubicBezTo>
                    <a:pt x="2291" y="9750"/>
                    <a:pt x="2179" y="9718"/>
                    <a:pt x="2064" y="9682"/>
                  </a:cubicBezTo>
                  <a:cubicBezTo>
                    <a:pt x="1979" y="9656"/>
                    <a:pt x="1902" y="9597"/>
                    <a:pt x="1824" y="9550"/>
                  </a:cubicBezTo>
                  <a:cubicBezTo>
                    <a:pt x="1730" y="9494"/>
                    <a:pt x="1637" y="9434"/>
                    <a:pt x="1545" y="9375"/>
                  </a:cubicBezTo>
                  <a:cubicBezTo>
                    <a:pt x="1523" y="9360"/>
                    <a:pt x="1501" y="9340"/>
                    <a:pt x="1479" y="9321"/>
                  </a:cubicBezTo>
                  <a:cubicBezTo>
                    <a:pt x="1381" y="9239"/>
                    <a:pt x="1277" y="9166"/>
                    <a:pt x="1181" y="9079"/>
                  </a:cubicBezTo>
                  <a:cubicBezTo>
                    <a:pt x="1144" y="9045"/>
                    <a:pt x="1111" y="9009"/>
                    <a:pt x="1077" y="8972"/>
                  </a:cubicBezTo>
                  <a:cubicBezTo>
                    <a:pt x="992" y="8880"/>
                    <a:pt x="903" y="8793"/>
                    <a:pt x="822" y="8697"/>
                  </a:cubicBezTo>
                  <a:cubicBezTo>
                    <a:pt x="736" y="8597"/>
                    <a:pt x="652" y="8494"/>
                    <a:pt x="578" y="8380"/>
                  </a:cubicBezTo>
                  <a:cubicBezTo>
                    <a:pt x="525" y="8296"/>
                    <a:pt x="504" y="8184"/>
                    <a:pt x="448" y="8104"/>
                  </a:cubicBezTo>
                  <a:cubicBezTo>
                    <a:pt x="389" y="8022"/>
                    <a:pt x="355" y="7930"/>
                    <a:pt x="311" y="7842"/>
                  </a:cubicBezTo>
                  <a:cubicBezTo>
                    <a:pt x="264" y="7748"/>
                    <a:pt x="254" y="7643"/>
                    <a:pt x="231" y="7543"/>
                  </a:cubicBezTo>
                  <a:cubicBezTo>
                    <a:pt x="197" y="7384"/>
                    <a:pt x="184" y="7222"/>
                    <a:pt x="164" y="7062"/>
                  </a:cubicBezTo>
                  <a:cubicBezTo>
                    <a:pt x="144" y="6884"/>
                    <a:pt x="128" y="6702"/>
                    <a:pt x="123" y="6521"/>
                  </a:cubicBezTo>
                  <a:cubicBezTo>
                    <a:pt x="120" y="6366"/>
                    <a:pt x="156" y="6211"/>
                    <a:pt x="122" y="6057"/>
                  </a:cubicBezTo>
                  <a:cubicBezTo>
                    <a:pt x="112" y="6010"/>
                    <a:pt x="117" y="5958"/>
                    <a:pt x="120" y="5909"/>
                  </a:cubicBezTo>
                  <a:cubicBezTo>
                    <a:pt x="122" y="5856"/>
                    <a:pt x="132" y="5803"/>
                    <a:pt x="132" y="5749"/>
                  </a:cubicBezTo>
                  <a:cubicBezTo>
                    <a:pt x="131" y="5697"/>
                    <a:pt x="139" y="5647"/>
                    <a:pt x="125" y="5591"/>
                  </a:cubicBezTo>
                  <a:cubicBezTo>
                    <a:pt x="105" y="5512"/>
                    <a:pt x="110" y="5422"/>
                    <a:pt x="107" y="5338"/>
                  </a:cubicBezTo>
                  <a:cubicBezTo>
                    <a:pt x="105" y="5249"/>
                    <a:pt x="105" y="5161"/>
                    <a:pt x="103" y="5073"/>
                  </a:cubicBezTo>
                  <a:cubicBezTo>
                    <a:pt x="103" y="4992"/>
                    <a:pt x="105" y="4911"/>
                    <a:pt x="103" y="4831"/>
                  </a:cubicBezTo>
                  <a:cubicBezTo>
                    <a:pt x="100" y="4684"/>
                    <a:pt x="86" y="4536"/>
                    <a:pt x="91" y="4389"/>
                  </a:cubicBezTo>
                  <a:cubicBezTo>
                    <a:pt x="97" y="4243"/>
                    <a:pt x="77" y="4100"/>
                    <a:pt x="71" y="3954"/>
                  </a:cubicBezTo>
                  <a:cubicBezTo>
                    <a:pt x="70" y="3931"/>
                    <a:pt x="70" y="3905"/>
                    <a:pt x="76" y="3883"/>
                  </a:cubicBezTo>
                  <a:cubicBezTo>
                    <a:pt x="87" y="3845"/>
                    <a:pt x="74" y="3818"/>
                    <a:pt x="52" y="3791"/>
                  </a:cubicBezTo>
                  <a:cubicBezTo>
                    <a:pt x="3" y="3729"/>
                    <a:pt x="0" y="3640"/>
                    <a:pt x="55" y="3588"/>
                  </a:cubicBezTo>
                  <a:cubicBezTo>
                    <a:pt x="100" y="3544"/>
                    <a:pt x="148" y="3499"/>
                    <a:pt x="215" y="3504"/>
                  </a:cubicBezTo>
                  <a:cubicBezTo>
                    <a:pt x="234" y="3506"/>
                    <a:pt x="255" y="3503"/>
                    <a:pt x="268" y="3493"/>
                  </a:cubicBezTo>
                  <a:cubicBezTo>
                    <a:pt x="309" y="3455"/>
                    <a:pt x="345" y="3465"/>
                    <a:pt x="381" y="3491"/>
                  </a:cubicBezTo>
                  <a:close/>
                  <a:moveTo>
                    <a:pt x="3710" y="1558"/>
                  </a:moveTo>
                  <a:cubicBezTo>
                    <a:pt x="3841" y="1557"/>
                    <a:pt x="3890" y="1549"/>
                    <a:pt x="3930" y="1518"/>
                  </a:cubicBezTo>
                  <a:cubicBezTo>
                    <a:pt x="3862" y="1497"/>
                    <a:pt x="3798" y="1476"/>
                    <a:pt x="3724" y="1452"/>
                  </a:cubicBezTo>
                  <a:cubicBezTo>
                    <a:pt x="3734" y="1420"/>
                    <a:pt x="3735" y="1383"/>
                    <a:pt x="3753" y="1363"/>
                  </a:cubicBezTo>
                  <a:cubicBezTo>
                    <a:pt x="3780" y="1332"/>
                    <a:pt x="3816" y="1349"/>
                    <a:pt x="3846" y="1369"/>
                  </a:cubicBezTo>
                  <a:cubicBezTo>
                    <a:pt x="3916" y="1416"/>
                    <a:pt x="3999" y="1444"/>
                    <a:pt x="4040" y="1537"/>
                  </a:cubicBezTo>
                  <a:cubicBezTo>
                    <a:pt x="4105" y="1515"/>
                    <a:pt x="4164" y="1495"/>
                    <a:pt x="4245" y="1466"/>
                  </a:cubicBezTo>
                  <a:cubicBezTo>
                    <a:pt x="4194" y="1439"/>
                    <a:pt x="4167" y="1423"/>
                    <a:pt x="4128" y="1401"/>
                  </a:cubicBezTo>
                  <a:cubicBezTo>
                    <a:pt x="4133" y="1373"/>
                    <a:pt x="4131" y="1321"/>
                    <a:pt x="4144" y="1316"/>
                  </a:cubicBezTo>
                  <a:cubicBezTo>
                    <a:pt x="4172" y="1306"/>
                    <a:pt x="4208" y="1317"/>
                    <a:pt x="4238" y="1327"/>
                  </a:cubicBezTo>
                  <a:cubicBezTo>
                    <a:pt x="4256" y="1333"/>
                    <a:pt x="4269" y="1358"/>
                    <a:pt x="4285" y="1372"/>
                  </a:cubicBezTo>
                  <a:cubicBezTo>
                    <a:pt x="4305" y="1388"/>
                    <a:pt x="4328" y="1416"/>
                    <a:pt x="4347" y="1412"/>
                  </a:cubicBezTo>
                  <a:cubicBezTo>
                    <a:pt x="4412" y="1399"/>
                    <a:pt x="4485" y="1399"/>
                    <a:pt x="4532" y="1344"/>
                  </a:cubicBezTo>
                  <a:cubicBezTo>
                    <a:pt x="4512" y="1296"/>
                    <a:pt x="4494" y="1256"/>
                    <a:pt x="4470" y="1201"/>
                  </a:cubicBezTo>
                  <a:lnTo>
                    <a:pt x="4603" y="1201"/>
                  </a:lnTo>
                  <a:cubicBezTo>
                    <a:pt x="4622" y="1240"/>
                    <a:pt x="4637" y="1272"/>
                    <a:pt x="4653" y="1304"/>
                  </a:cubicBezTo>
                  <a:cubicBezTo>
                    <a:pt x="4699" y="1287"/>
                    <a:pt x="4737" y="1274"/>
                    <a:pt x="4781" y="1258"/>
                  </a:cubicBezTo>
                  <a:cubicBezTo>
                    <a:pt x="4755" y="1235"/>
                    <a:pt x="4736" y="1214"/>
                    <a:pt x="4710" y="1189"/>
                  </a:cubicBezTo>
                  <a:cubicBezTo>
                    <a:pt x="4733" y="1158"/>
                    <a:pt x="4755" y="1133"/>
                    <a:pt x="4783" y="1097"/>
                  </a:cubicBezTo>
                  <a:cubicBezTo>
                    <a:pt x="4819" y="1140"/>
                    <a:pt x="4848" y="1175"/>
                    <a:pt x="4881" y="1214"/>
                  </a:cubicBezTo>
                  <a:cubicBezTo>
                    <a:pt x="4910" y="1194"/>
                    <a:pt x="4937" y="1168"/>
                    <a:pt x="4968" y="1152"/>
                  </a:cubicBezTo>
                  <a:cubicBezTo>
                    <a:pt x="5052" y="1104"/>
                    <a:pt x="5137" y="1062"/>
                    <a:pt x="5221" y="1016"/>
                  </a:cubicBezTo>
                  <a:cubicBezTo>
                    <a:pt x="5265" y="991"/>
                    <a:pt x="5275" y="949"/>
                    <a:pt x="5237" y="923"/>
                  </a:cubicBezTo>
                  <a:cubicBezTo>
                    <a:pt x="5185" y="886"/>
                    <a:pt x="5171" y="829"/>
                    <a:pt x="5155" y="769"/>
                  </a:cubicBezTo>
                  <a:cubicBezTo>
                    <a:pt x="5130" y="777"/>
                    <a:pt x="5106" y="793"/>
                    <a:pt x="5090" y="787"/>
                  </a:cubicBezTo>
                  <a:cubicBezTo>
                    <a:pt x="4980" y="751"/>
                    <a:pt x="4905" y="832"/>
                    <a:pt x="4835" y="893"/>
                  </a:cubicBezTo>
                  <a:cubicBezTo>
                    <a:pt x="4705" y="1007"/>
                    <a:pt x="4572" y="1112"/>
                    <a:pt x="4426" y="1196"/>
                  </a:cubicBezTo>
                  <a:cubicBezTo>
                    <a:pt x="4396" y="1214"/>
                    <a:pt x="4357" y="1220"/>
                    <a:pt x="4321" y="1223"/>
                  </a:cubicBezTo>
                  <a:cubicBezTo>
                    <a:pt x="4227" y="1233"/>
                    <a:pt x="4132" y="1236"/>
                    <a:pt x="4039" y="1247"/>
                  </a:cubicBezTo>
                  <a:cubicBezTo>
                    <a:pt x="3942" y="1258"/>
                    <a:pt x="3846" y="1281"/>
                    <a:pt x="3749" y="1286"/>
                  </a:cubicBezTo>
                  <a:cubicBezTo>
                    <a:pt x="3698" y="1289"/>
                    <a:pt x="3631" y="1301"/>
                    <a:pt x="3602" y="1233"/>
                  </a:cubicBezTo>
                  <a:cubicBezTo>
                    <a:pt x="3581" y="1180"/>
                    <a:pt x="3627" y="1141"/>
                    <a:pt x="3650" y="1112"/>
                  </a:cubicBezTo>
                  <a:cubicBezTo>
                    <a:pt x="3706" y="1100"/>
                    <a:pt x="3753" y="1092"/>
                    <a:pt x="3801" y="1082"/>
                  </a:cubicBezTo>
                  <a:cubicBezTo>
                    <a:pt x="3819" y="1078"/>
                    <a:pt x="3836" y="1076"/>
                    <a:pt x="3856" y="1076"/>
                  </a:cubicBezTo>
                  <a:cubicBezTo>
                    <a:pt x="3965" y="1076"/>
                    <a:pt x="4076" y="1079"/>
                    <a:pt x="4184" y="1076"/>
                  </a:cubicBezTo>
                  <a:cubicBezTo>
                    <a:pt x="4326" y="1072"/>
                    <a:pt x="4453" y="1023"/>
                    <a:pt x="4556" y="908"/>
                  </a:cubicBezTo>
                  <a:cubicBezTo>
                    <a:pt x="4593" y="864"/>
                    <a:pt x="4640" y="831"/>
                    <a:pt x="4681" y="791"/>
                  </a:cubicBezTo>
                  <a:cubicBezTo>
                    <a:pt x="4743" y="732"/>
                    <a:pt x="4803" y="672"/>
                    <a:pt x="4864" y="612"/>
                  </a:cubicBezTo>
                  <a:cubicBezTo>
                    <a:pt x="4757" y="530"/>
                    <a:pt x="4659" y="454"/>
                    <a:pt x="4553" y="372"/>
                  </a:cubicBezTo>
                  <a:cubicBezTo>
                    <a:pt x="4533" y="403"/>
                    <a:pt x="4515" y="440"/>
                    <a:pt x="4490" y="475"/>
                  </a:cubicBezTo>
                  <a:cubicBezTo>
                    <a:pt x="4434" y="555"/>
                    <a:pt x="4393" y="648"/>
                    <a:pt x="4306" y="696"/>
                  </a:cubicBezTo>
                  <a:cubicBezTo>
                    <a:pt x="4235" y="735"/>
                    <a:pt x="4167" y="781"/>
                    <a:pt x="4097" y="821"/>
                  </a:cubicBezTo>
                  <a:cubicBezTo>
                    <a:pt x="4062" y="841"/>
                    <a:pt x="4026" y="861"/>
                    <a:pt x="3989" y="874"/>
                  </a:cubicBezTo>
                  <a:cubicBezTo>
                    <a:pt x="3822" y="930"/>
                    <a:pt x="3648" y="940"/>
                    <a:pt x="3478" y="979"/>
                  </a:cubicBezTo>
                  <a:cubicBezTo>
                    <a:pt x="3437" y="987"/>
                    <a:pt x="3396" y="1008"/>
                    <a:pt x="3355" y="1010"/>
                  </a:cubicBezTo>
                  <a:cubicBezTo>
                    <a:pt x="3229" y="1013"/>
                    <a:pt x="3113" y="1061"/>
                    <a:pt x="2993" y="1099"/>
                  </a:cubicBezTo>
                  <a:cubicBezTo>
                    <a:pt x="2952" y="1112"/>
                    <a:pt x="2901" y="1124"/>
                    <a:pt x="2879" y="1156"/>
                  </a:cubicBezTo>
                  <a:cubicBezTo>
                    <a:pt x="2813" y="1248"/>
                    <a:pt x="2761" y="1351"/>
                    <a:pt x="2704" y="1450"/>
                  </a:cubicBezTo>
                  <a:cubicBezTo>
                    <a:pt x="2647" y="1472"/>
                    <a:pt x="2676" y="1529"/>
                    <a:pt x="2659" y="1569"/>
                  </a:cubicBezTo>
                  <a:cubicBezTo>
                    <a:pt x="2691" y="1589"/>
                    <a:pt x="2719" y="1611"/>
                    <a:pt x="2775" y="1575"/>
                  </a:cubicBezTo>
                  <a:cubicBezTo>
                    <a:pt x="2678" y="1565"/>
                    <a:pt x="2724" y="1491"/>
                    <a:pt x="2701" y="1447"/>
                  </a:cubicBezTo>
                  <a:cubicBezTo>
                    <a:pt x="2750" y="1472"/>
                    <a:pt x="2806" y="1489"/>
                    <a:pt x="2847" y="1528"/>
                  </a:cubicBezTo>
                  <a:cubicBezTo>
                    <a:pt x="2960" y="1631"/>
                    <a:pt x="3087" y="1640"/>
                    <a:pt x="3243" y="1611"/>
                  </a:cubicBezTo>
                  <a:cubicBezTo>
                    <a:pt x="3212" y="1591"/>
                    <a:pt x="3198" y="1581"/>
                    <a:pt x="3185" y="1574"/>
                  </a:cubicBezTo>
                  <a:cubicBezTo>
                    <a:pt x="3128" y="1547"/>
                    <a:pt x="3070" y="1523"/>
                    <a:pt x="3016" y="1494"/>
                  </a:cubicBezTo>
                  <a:cubicBezTo>
                    <a:pt x="3001" y="1487"/>
                    <a:pt x="2987" y="1455"/>
                    <a:pt x="2991" y="1438"/>
                  </a:cubicBezTo>
                  <a:cubicBezTo>
                    <a:pt x="2995" y="1422"/>
                    <a:pt x="3021" y="1405"/>
                    <a:pt x="3037" y="1404"/>
                  </a:cubicBezTo>
                  <a:cubicBezTo>
                    <a:pt x="3060" y="1402"/>
                    <a:pt x="3085" y="1410"/>
                    <a:pt x="3106" y="1422"/>
                  </a:cubicBezTo>
                  <a:cubicBezTo>
                    <a:pt x="3187" y="1473"/>
                    <a:pt x="3264" y="1530"/>
                    <a:pt x="3345" y="1580"/>
                  </a:cubicBezTo>
                  <a:cubicBezTo>
                    <a:pt x="3365" y="1593"/>
                    <a:pt x="3396" y="1605"/>
                    <a:pt x="3412" y="1596"/>
                  </a:cubicBezTo>
                  <a:cubicBezTo>
                    <a:pt x="3454" y="1573"/>
                    <a:pt x="3495" y="1586"/>
                    <a:pt x="3538" y="1583"/>
                  </a:cubicBezTo>
                  <a:cubicBezTo>
                    <a:pt x="3597" y="1578"/>
                    <a:pt x="3657" y="1567"/>
                    <a:pt x="3717" y="1558"/>
                  </a:cubicBezTo>
                  <a:close/>
                  <a:moveTo>
                    <a:pt x="7774" y="5045"/>
                  </a:moveTo>
                  <a:cubicBezTo>
                    <a:pt x="7701" y="5064"/>
                    <a:pt x="7647" y="5073"/>
                    <a:pt x="7597" y="5093"/>
                  </a:cubicBezTo>
                  <a:cubicBezTo>
                    <a:pt x="7464" y="5151"/>
                    <a:pt x="7322" y="5175"/>
                    <a:pt x="7185" y="5220"/>
                  </a:cubicBezTo>
                  <a:cubicBezTo>
                    <a:pt x="6992" y="5283"/>
                    <a:pt x="6795" y="5350"/>
                    <a:pt x="6584" y="5338"/>
                  </a:cubicBezTo>
                  <a:cubicBezTo>
                    <a:pt x="6474" y="5330"/>
                    <a:pt x="6362" y="5358"/>
                    <a:pt x="6250" y="5368"/>
                  </a:cubicBezTo>
                  <a:cubicBezTo>
                    <a:pt x="6190" y="5373"/>
                    <a:pt x="6130" y="5375"/>
                    <a:pt x="6076" y="5330"/>
                  </a:cubicBezTo>
                  <a:cubicBezTo>
                    <a:pt x="6053" y="5311"/>
                    <a:pt x="6020" y="5306"/>
                    <a:pt x="5991" y="5294"/>
                  </a:cubicBezTo>
                  <a:cubicBezTo>
                    <a:pt x="5934" y="5270"/>
                    <a:pt x="5877" y="5245"/>
                    <a:pt x="5810" y="5216"/>
                  </a:cubicBezTo>
                  <a:cubicBezTo>
                    <a:pt x="5789" y="5260"/>
                    <a:pt x="5744" y="5281"/>
                    <a:pt x="5687" y="5279"/>
                  </a:cubicBezTo>
                  <a:cubicBezTo>
                    <a:pt x="5672" y="5279"/>
                    <a:pt x="5658" y="5287"/>
                    <a:pt x="5642" y="5290"/>
                  </a:cubicBezTo>
                  <a:cubicBezTo>
                    <a:pt x="5483" y="5338"/>
                    <a:pt x="5323" y="5382"/>
                    <a:pt x="5164" y="5433"/>
                  </a:cubicBezTo>
                  <a:cubicBezTo>
                    <a:pt x="5003" y="5486"/>
                    <a:pt x="4835" y="5507"/>
                    <a:pt x="4676" y="5571"/>
                  </a:cubicBezTo>
                  <a:cubicBezTo>
                    <a:pt x="4566" y="5618"/>
                    <a:pt x="4440" y="5621"/>
                    <a:pt x="4323" y="5593"/>
                  </a:cubicBezTo>
                  <a:cubicBezTo>
                    <a:pt x="4246" y="5571"/>
                    <a:pt x="4170" y="5573"/>
                    <a:pt x="4097" y="5585"/>
                  </a:cubicBezTo>
                  <a:cubicBezTo>
                    <a:pt x="4015" y="5597"/>
                    <a:pt x="3937" y="5612"/>
                    <a:pt x="3853" y="5605"/>
                  </a:cubicBezTo>
                  <a:cubicBezTo>
                    <a:pt x="3831" y="5603"/>
                    <a:pt x="3807" y="5594"/>
                    <a:pt x="3789" y="5601"/>
                  </a:cubicBezTo>
                  <a:cubicBezTo>
                    <a:pt x="3678" y="5654"/>
                    <a:pt x="3568" y="5573"/>
                    <a:pt x="3457" y="5599"/>
                  </a:cubicBezTo>
                  <a:cubicBezTo>
                    <a:pt x="3449" y="5600"/>
                    <a:pt x="3438" y="5594"/>
                    <a:pt x="3431" y="5588"/>
                  </a:cubicBezTo>
                  <a:cubicBezTo>
                    <a:pt x="3361" y="5538"/>
                    <a:pt x="3284" y="5550"/>
                    <a:pt x="3206" y="5548"/>
                  </a:cubicBezTo>
                  <a:cubicBezTo>
                    <a:pt x="3087" y="5545"/>
                    <a:pt x="2975" y="5503"/>
                    <a:pt x="2881" y="5418"/>
                  </a:cubicBezTo>
                  <a:cubicBezTo>
                    <a:pt x="2849" y="5390"/>
                    <a:pt x="2829" y="5345"/>
                    <a:pt x="2806" y="5309"/>
                  </a:cubicBezTo>
                  <a:cubicBezTo>
                    <a:pt x="2663" y="5351"/>
                    <a:pt x="2525" y="5395"/>
                    <a:pt x="2378" y="5356"/>
                  </a:cubicBezTo>
                  <a:cubicBezTo>
                    <a:pt x="2364" y="5353"/>
                    <a:pt x="2348" y="5354"/>
                    <a:pt x="2332" y="5354"/>
                  </a:cubicBezTo>
                  <a:cubicBezTo>
                    <a:pt x="2183" y="5354"/>
                    <a:pt x="2031" y="5362"/>
                    <a:pt x="1883" y="5335"/>
                  </a:cubicBezTo>
                  <a:cubicBezTo>
                    <a:pt x="1821" y="5324"/>
                    <a:pt x="1754" y="5313"/>
                    <a:pt x="1692" y="5321"/>
                  </a:cubicBezTo>
                  <a:cubicBezTo>
                    <a:pt x="1547" y="5339"/>
                    <a:pt x="1425" y="5268"/>
                    <a:pt x="1295" y="5221"/>
                  </a:cubicBezTo>
                  <a:cubicBezTo>
                    <a:pt x="1207" y="5190"/>
                    <a:pt x="1120" y="5149"/>
                    <a:pt x="1031" y="5111"/>
                  </a:cubicBezTo>
                  <a:cubicBezTo>
                    <a:pt x="1028" y="5149"/>
                    <a:pt x="1031" y="5176"/>
                    <a:pt x="1023" y="5201"/>
                  </a:cubicBezTo>
                  <a:cubicBezTo>
                    <a:pt x="1016" y="5225"/>
                    <a:pt x="1001" y="5247"/>
                    <a:pt x="986" y="5278"/>
                  </a:cubicBezTo>
                  <a:cubicBezTo>
                    <a:pt x="1047" y="5328"/>
                    <a:pt x="1097" y="5387"/>
                    <a:pt x="1160" y="5416"/>
                  </a:cubicBezTo>
                  <a:cubicBezTo>
                    <a:pt x="1384" y="5517"/>
                    <a:pt x="1607" y="5622"/>
                    <a:pt x="1857" y="5606"/>
                  </a:cubicBezTo>
                  <a:cubicBezTo>
                    <a:pt x="1888" y="5604"/>
                    <a:pt x="1919" y="5609"/>
                    <a:pt x="1950" y="5610"/>
                  </a:cubicBezTo>
                  <a:cubicBezTo>
                    <a:pt x="2060" y="5616"/>
                    <a:pt x="2170" y="5621"/>
                    <a:pt x="2279" y="5631"/>
                  </a:cubicBezTo>
                  <a:cubicBezTo>
                    <a:pt x="2306" y="5633"/>
                    <a:pt x="2331" y="5645"/>
                    <a:pt x="2357" y="5653"/>
                  </a:cubicBezTo>
                  <a:cubicBezTo>
                    <a:pt x="2365" y="5656"/>
                    <a:pt x="2368" y="5667"/>
                    <a:pt x="2376" y="5678"/>
                  </a:cubicBezTo>
                  <a:cubicBezTo>
                    <a:pt x="2357" y="5701"/>
                    <a:pt x="2339" y="5723"/>
                    <a:pt x="2330" y="5734"/>
                  </a:cubicBezTo>
                  <a:cubicBezTo>
                    <a:pt x="2127" y="5718"/>
                    <a:pt x="1934" y="5703"/>
                    <a:pt x="1743" y="5687"/>
                  </a:cubicBezTo>
                  <a:cubicBezTo>
                    <a:pt x="1578" y="5673"/>
                    <a:pt x="1415" y="5645"/>
                    <a:pt x="1261" y="5575"/>
                  </a:cubicBezTo>
                  <a:cubicBezTo>
                    <a:pt x="1167" y="5534"/>
                    <a:pt x="1074" y="5493"/>
                    <a:pt x="969" y="5447"/>
                  </a:cubicBezTo>
                  <a:cubicBezTo>
                    <a:pt x="961" y="5488"/>
                    <a:pt x="954" y="5527"/>
                    <a:pt x="947" y="5564"/>
                  </a:cubicBezTo>
                  <a:cubicBezTo>
                    <a:pt x="937" y="5625"/>
                    <a:pt x="955" y="5668"/>
                    <a:pt x="1010" y="5693"/>
                  </a:cubicBezTo>
                  <a:cubicBezTo>
                    <a:pt x="1108" y="5737"/>
                    <a:pt x="1205" y="5798"/>
                    <a:pt x="1307" y="5825"/>
                  </a:cubicBezTo>
                  <a:cubicBezTo>
                    <a:pt x="1467" y="5866"/>
                    <a:pt x="1631" y="5887"/>
                    <a:pt x="1798" y="5880"/>
                  </a:cubicBezTo>
                  <a:cubicBezTo>
                    <a:pt x="1919" y="5874"/>
                    <a:pt x="2041" y="5878"/>
                    <a:pt x="2166" y="5878"/>
                  </a:cubicBezTo>
                  <a:cubicBezTo>
                    <a:pt x="2167" y="5934"/>
                    <a:pt x="2146" y="5960"/>
                    <a:pt x="2095" y="5954"/>
                  </a:cubicBezTo>
                  <a:cubicBezTo>
                    <a:pt x="2055" y="5950"/>
                    <a:pt x="2016" y="5943"/>
                    <a:pt x="1977" y="5942"/>
                  </a:cubicBezTo>
                  <a:cubicBezTo>
                    <a:pt x="1886" y="5940"/>
                    <a:pt x="1794" y="5948"/>
                    <a:pt x="1703" y="5942"/>
                  </a:cubicBezTo>
                  <a:cubicBezTo>
                    <a:pt x="1551" y="5932"/>
                    <a:pt x="1399" y="5916"/>
                    <a:pt x="1247" y="5901"/>
                  </a:cubicBezTo>
                  <a:cubicBezTo>
                    <a:pt x="1217" y="5898"/>
                    <a:pt x="1186" y="5887"/>
                    <a:pt x="1159" y="5876"/>
                  </a:cubicBezTo>
                  <a:cubicBezTo>
                    <a:pt x="1083" y="5846"/>
                    <a:pt x="1007" y="5814"/>
                    <a:pt x="934" y="5783"/>
                  </a:cubicBezTo>
                  <a:cubicBezTo>
                    <a:pt x="937" y="5844"/>
                    <a:pt x="941" y="5897"/>
                    <a:pt x="945" y="5951"/>
                  </a:cubicBezTo>
                  <a:cubicBezTo>
                    <a:pt x="960" y="5961"/>
                    <a:pt x="978" y="5968"/>
                    <a:pt x="992" y="5980"/>
                  </a:cubicBezTo>
                  <a:cubicBezTo>
                    <a:pt x="1102" y="6082"/>
                    <a:pt x="1233" y="6124"/>
                    <a:pt x="1369" y="6148"/>
                  </a:cubicBezTo>
                  <a:cubicBezTo>
                    <a:pt x="1474" y="6168"/>
                    <a:pt x="1583" y="6170"/>
                    <a:pt x="1689" y="6173"/>
                  </a:cubicBezTo>
                  <a:cubicBezTo>
                    <a:pt x="1824" y="6175"/>
                    <a:pt x="1959" y="6170"/>
                    <a:pt x="2095" y="6172"/>
                  </a:cubicBezTo>
                  <a:cubicBezTo>
                    <a:pt x="2121" y="6172"/>
                    <a:pt x="2148" y="6188"/>
                    <a:pt x="2175" y="6197"/>
                  </a:cubicBezTo>
                  <a:cubicBezTo>
                    <a:pt x="2141" y="6292"/>
                    <a:pt x="2081" y="6272"/>
                    <a:pt x="2023" y="6270"/>
                  </a:cubicBezTo>
                  <a:cubicBezTo>
                    <a:pt x="1857" y="6260"/>
                    <a:pt x="1693" y="6256"/>
                    <a:pt x="1528" y="6243"/>
                  </a:cubicBezTo>
                  <a:cubicBezTo>
                    <a:pt x="1358" y="6230"/>
                    <a:pt x="1185" y="6231"/>
                    <a:pt x="1029" y="6134"/>
                  </a:cubicBezTo>
                  <a:cubicBezTo>
                    <a:pt x="1007" y="6121"/>
                    <a:pt x="980" y="6121"/>
                    <a:pt x="944" y="6111"/>
                  </a:cubicBezTo>
                  <a:cubicBezTo>
                    <a:pt x="955" y="6187"/>
                    <a:pt x="964" y="6250"/>
                    <a:pt x="972" y="6312"/>
                  </a:cubicBezTo>
                  <a:cubicBezTo>
                    <a:pt x="1060" y="6413"/>
                    <a:pt x="1181" y="6440"/>
                    <a:pt x="1294" y="6472"/>
                  </a:cubicBezTo>
                  <a:cubicBezTo>
                    <a:pt x="1498" y="6531"/>
                    <a:pt x="1711" y="6546"/>
                    <a:pt x="1923" y="6546"/>
                  </a:cubicBezTo>
                  <a:cubicBezTo>
                    <a:pt x="2003" y="6546"/>
                    <a:pt x="2082" y="6537"/>
                    <a:pt x="2162" y="6535"/>
                  </a:cubicBezTo>
                  <a:cubicBezTo>
                    <a:pt x="2183" y="6535"/>
                    <a:pt x="2203" y="6545"/>
                    <a:pt x="2235" y="6553"/>
                  </a:cubicBezTo>
                  <a:cubicBezTo>
                    <a:pt x="2207" y="6594"/>
                    <a:pt x="2189" y="6620"/>
                    <a:pt x="2177" y="6640"/>
                  </a:cubicBezTo>
                  <a:cubicBezTo>
                    <a:pt x="1767" y="6623"/>
                    <a:pt x="1361" y="6625"/>
                    <a:pt x="975" y="6470"/>
                  </a:cubicBezTo>
                  <a:cubicBezTo>
                    <a:pt x="960" y="6615"/>
                    <a:pt x="975" y="6646"/>
                    <a:pt x="1073" y="6696"/>
                  </a:cubicBezTo>
                  <a:cubicBezTo>
                    <a:pt x="1083" y="6701"/>
                    <a:pt x="1098" y="6711"/>
                    <a:pt x="1099" y="6720"/>
                  </a:cubicBezTo>
                  <a:cubicBezTo>
                    <a:pt x="1103" y="6771"/>
                    <a:pt x="1140" y="6776"/>
                    <a:pt x="1171" y="6788"/>
                  </a:cubicBezTo>
                  <a:cubicBezTo>
                    <a:pt x="1261" y="6827"/>
                    <a:pt x="1353" y="6849"/>
                    <a:pt x="1449" y="6850"/>
                  </a:cubicBezTo>
                  <a:cubicBezTo>
                    <a:pt x="1675" y="6853"/>
                    <a:pt x="1902" y="6865"/>
                    <a:pt x="2128" y="6820"/>
                  </a:cubicBezTo>
                  <a:cubicBezTo>
                    <a:pt x="2160" y="6813"/>
                    <a:pt x="2186" y="6825"/>
                    <a:pt x="2192" y="6859"/>
                  </a:cubicBezTo>
                  <a:cubicBezTo>
                    <a:pt x="2199" y="6900"/>
                    <a:pt x="2172" y="6914"/>
                    <a:pt x="2142" y="6916"/>
                  </a:cubicBezTo>
                  <a:cubicBezTo>
                    <a:pt x="2039" y="6924"/>
                    <a:pt x="1935" y="6932"/>
                    <a:pt x="1831" y="6935"/>
                  </a:cubicBezTo>
                  <a:cubicBezTo>
                    <a:pt x="1722" y="6937"/>
                    <a:pt x="1613" y="6924"/>
                    <a:pt x="1503" y="6932"/>
                  </a:cubicBezTo>
                  <a:cubicBezTo>
                    <a:pt x="1350" y="6945"/>
                    <a:pt x="1207" y="6905"/>
                    <a:pt x="1063" y="6858"/>
                  </a:cubicBezTo>
                  <a:cubicBezTo>
                    <a:pt x="1051" y="6854"/>
                    <a:pt x="1037" y="6853"/>
                    <a:pt x="1014" y="6849"/>
                  </a:cubicBezTo>
                  <a:cubicBezTo>
                    <a:pt x="1042" y="6917"/>
                    <a:pt x="1066" y="6976"/>
                    <a:pt x="1092" y="7032"/>
                  </a:cubicBezTo>
                  <a:cubicBezTo>
                    <a:pt x="1099" y="7049"/>
                    <a:pt x="1120" y="7058"/>
                    <a:pt x="1135" y="7068"/>
                  </a:cubicBezTo>
                  <a:cubicBezTo>
                    <a:pt x="1156" y="7082"/>
                    <a:pt x="1176" y="7096"/>
                    <a:pt x="1200" y="7106"/>
                  </a:cubicBezTo>
                  <a:cubicBezTo>
                    <a:pt x="1253" y="7131"/>
                    <a:pt x="1306" y="7166"/>
                    <a:pt x="1360" y="7175"/>
                  </a:cubicBezTo>
                  <a:cubicBezTo>
                    <a:pt x="1478" y="7190"/>
                    <a:pt x="1599" y="7196"/>
                    <a:pt x="1717" y="7193"/>
                  </a:cubicBezTo>
                  <a:cubicBezTo>
                    <a:pt x="1858" y="7191"/>
                    <a:pt x="1999" y="7175"/>
                    <a:pt x="2140" y="7165"/>
                  </a:cubicBezTo>
                  <a:cubicBezTo>
                    <a:pt x="2167" y="7164"/>
                    <a:pt x="2197" y="7171"/>
                    <a:pt x="2222" y="7175"/>
                  </a:cubicBezTo>
                  <a:cubicBezTo>
                    <a:pt x="2235" y="7240"/>
                    <a:pt x="2204" y="7264"/>
                    <a:pt x="2166" y="7272"/>
                  </a:cubicBezTo>
                  <a:cubicBezTo>
                    <a:pt x="2135" y="7278"/>
                    <a:pt x="2100" y="7272"/>
                    <a:pt x="2065" y="7273"/>
                  </a:cubicBezTo>
                  <a:cubicBezTo>
                    <a:pt x="1999" y="7273"/>
                    <a:pt x="1931" y="7273"/>
                    <a:pt x="1865" y="7274"/>
                  </a:cubicBezTo>
                  <a:cubicBezTo>
                    <a:pt x="1835" y="7274"/>
                    <a:pt x="1805" y="7279"/>
                    <a:pt x="1775" y="7279"/>
                  </a:cubicBezTo>
                  <a:cubicBezTo>
                    <a:pt x="1693" y="7279"/>
                    <a:pt x="1611" y="7279"/>
                    <a:pt x="1531" y="7278"/>
                  </a:cubicBezTo>
                  <a:cubicBezTo>
                    <a:pt x="1493" y="7278"/>
                    <a:pt x="1457" y="7281"/>
                    <a:pt x="1421" y="7277"/>
                  </a:cubicBezTo>
                  <a:cubicBezTo>
                    <a:pt x="1352" y="7270"/>
                    <a:pt x="1282" y="7262"/>
                    <a:pt x="1202" y="7252"/>
                  </a:cubicBezTo>
                  <a:cubicBezTo>
                    <a:pt x="1214" y="7297"/>
                    <a:pt x="1224" y="7333"/>
                    <a:pt x="1235" y="7374"/>
                  </a:cubicBezTo>
                  <a:cubicBezTo>
                    <a:pt x="1267" y="7361"/>
                    <a:pt x="1289" y="7351"/>
                    <a:pt x="1316" y="7340"/>
                  </a:cubicBezTo>
                  <a:cubicBezTo>
                    <a:pt x="1353" y="7410"/>
                    <a:pt x="1414" y="7427"/>
                    <a:pt x="1480" y="7439"/>
                  </a:cubicBezTo>
                  <a:cubicBezTo>
                    <a:pt x="1614" y="7463"/>
                    <a:pt x="1749" y="7493"/>
                    <a:pt x="1886" y="7489"/>
                  </a:cubicBezTo>
                  <a:cubicBezTo>
                    <a:pt x="2010" y="7487"/>
                    <a:pt x="2135" y="7477"/>
                    <a:pt x="2259" y="7471"/>
                  </a:cubicBezTo>
                  <a:cubicBezTo>
                    <a:pt x="2273" y="7466"/>
                    <a:pt x="2284" y="7474"/>
                    <a:pt x="2296" y="7484"/>
                  </a:cubicBezTo>
                  <a:cubicBezTo>
                    <a:pt x="2309" y="7493"/>
                    <a:pt x="2320" y="7503"/>
                    <a:pt x="2331" y="7511"/>
                  </a:cubicBezTo>
                  <a:cubicBezTo>
                    <a:pt x="2312" y="7571"/>
                    <a:pt x="2273" y="7571"/>
                    <a:pt x="2232" y="7571"/>
                  </a:cubicBezTo>
                  <a:cubicBezTo>
                    <a:pt x="2073" y="7570"/>
                    <a:pt x="1913" y="7571"/>
                    <a:pt x="1754" y="7565"/>
                  </a:cubicBezTo>
                  <a:cubicBezTo>
                    <a:pt x="1669" y="7563"/>
                    <a:pt x="1584" y="7549"/>
                    <a:pt x="1498" y="7540"/>
                  </a:cubicBezTo>
                  <a:cubicBezTo>
                    <a:pt x="1450" y="7535"/>
                    <a:pt x="1401" y="7528"/>
                    <a:pt x="1340" y="7519"/>
                  </a:cubicBezTo>
                  <a:cubicBezTo>
                    <a:pt x="1372" y="7575"/>
                    <a:pt x="1398" y="7616"/>
                    <a:pt x="1420" y="7659"/>
                  </a:cubicBezTo>
                  <a:cubicBezTo>
                    <a:pt x="1445" y="7708"/>
                    <a:pt x="1481" y="7737"/>
                    <a:pt x="1532" y="7754"/>
                  </a:cubicBezTo>
                  <a:cubicBezTo>
                    <a:pt x="1660" y="7795"/>
                    <a:pt x="1784" y="7835"/>
                    <a:pt x="1922" y="7825"/>
                  </a:cubicBezTo>
                  <a:cubicBezTo>
                    <a:pt x="2007" y="7820"/>
                    <a:pt x="2091" y="7817"/>
                    <a:pt x="2176" y="7801"/>
                  </a:cubicBezTo>
                  <a:cubicBezTo>
                    <a:pt x="2234" y="7789"/>
                    <a:pt x="2293" y="7791"/>
                    <a:pt x="2365" y="7784"/>
                  </a:cubicBezTo>
                  <a:cubicBezTo>
                    <a:pt x="2352" y="7830"/>
                    <a:pt x="2342" y="7861"/>
                    <a:pt x="2334" y="7891"/>
                  </a:cubicBezTo>
                  <a:cubicBezTo>
                    <a:pt x="2087" y="7886"/>
                    <a:pt x="1848" y="7953"/>
                    <a:pt x="1608" y="7893"/>
                  </a:cubicBezTo>
                  <a:cubicBezTo>
                    <a:pt x="1605" y="7899"/>
                    <a:pt x="1601" y="7907"/>
                    <a:pt x="1599" y="7913"/>
                  </a:cubicBezTo>
                  <a:cubicBezTo>
                    <a:pt x="1639" y="7967"/>
                    <a:pt x="1679" y="8018"/>
                    <a:pt x="1717" y="8067"/>
                  </a:cubicBezTo>
                  <a:cubicBezTo>
                    <a:pt x="1808" y="8031"/>
                    <a:pt x="1808" y="8034"/>
                    <a:pt x="1897" y="8050"/>
                  </a:cubicBezTo>
                  <a:cubicBezTo>
                    <a:pt x="2007" y="8071"/>
                    <a:pt x="2115" y="8086"/>
                    <a:pt x="2224" y="8103"/>
                  </a:cubicBezTo>
                  <a:cubicBezTo>
                    <a:pt x="2263" y="8108"/>
                    <a:pt x="2302" y="8107"/>
                    <a:pt x="2340" y="8112"/>
                  </a:cubicBezTo>
                  <a:cubicBezTo>
                    <a:pt x="2371" y="8116"/>
                    <a:pt x="2385" y="8142"/>
                    <a:pt x="2373" y="8169"/>
                  </a:cubicBezTo>
                  <a:cubicBezTo>
                    <a:pt x="2367" y="8184"/>
                    <a:pt x="2340" y="8200"/>
                    <a:pt x="2324" y="8199"/>
                  </a:cubicBezTo>
                  <a:cubicBezTo>
                    <a:pt x="2219" y="8191"/>
                    <a:pt x="2114" y="8178"/>
                    <a:pt x="2009" y="8168"/>
                  </a:cubicBezTo>
                  <a:cubicBezTo>
                    <a:pt x="1943" y="8162"/>
                    <a:pt x="1879" y="8156"/>
                    <a:pt x="1794" y="8147"/>
                  </a:cubicBezTo>
                  <a:cubicBezTo>
                    <a:pt x="1879" y="8244"/>
                    <a:pt x="1949" y="8322"/>
                    <a:pt x="2061" y="8326"/>
                  </a:cubicBezTo>
                  <a:cubicBezTo>
                    <a:pt x="2153" y="8330"/>
                    <a:pt x="2244" y="8342"/>
                    <a:pt x="2335" y="8356"/>
                  </a:cubicBezTo>
                  <a:cubicBezTo>
                    <a:pt x="2377" y="8362"/>
                    <a:pt x="2419" y="8378"/>
                    <a:pt x="2458" y="8397"/>
                  </a:cubicBezTo>
                  <a:cubicBezTo>
                    <a:pt x="2472" y="8403"/>
                    <a:pt x="2475" y="8435"/>
                    <a:pt x="2484" y="8456"/>
                  </a:cubicBezTo>
                  <a:cubicBezTo>
                    <a:pt x="2468" y="8461"/>
                    <a:pt x="2452" y="8474"/>
                    <a:pt x="2438" y="8473"/>
                  </a:cubicBezTo>
                  <a:cubicBezTo>
                    <a:pt x="2335" y="8458"/>
                    <a:pt x="2232" y="8439"/>
                    <a:pt x="2130" y="8424"/>
                  </a:cubicBezTo>
                  <a:cubicBezTo>
                    <a:pt x="2117" y="8423"/>
                    <a:pt x="2104" y="8430"/>
                    <a:pt x="2075" y="8439"/>
                  </a:cubicBezTo>
                  <a:cubicBezTo>
                    <a:pt x="2131" y="8483"/>
                    <a:pt x="2171" y="8519"/>
                    <a:pt x="2214" y="8547"/>
                  </a:cubicBezTo>
                  <a:cubicBezTo>
                    <a:pt x="2233" y="8560"/>
                    <a:pt x="2268" y="8568"/>
                    <a:pt x="2283" y="8558"/>
                  </a:cubicBezTo>
                  <a:cubicBezTo>
                    <a:pt x="2351" y="8513"/>
                    <a:pt x="2407" y="8554"/>
                    <a:pt x="2467" y="8576"/>
                  </a:cubicBezTo>
                  <a:cubicBezTo>
                    <a:pt x="2506" y="8590"/>
                    <a:pt x="2544" y="8609"/>
                    <a:pt x="2586" y="8627"/>
                  </a:cubicBezTo>
                  <a:cubicBezTo>
                    <a:pt x="2583" y="8645"/>
                    <a:pt x="2580" y="8663"/>
                    <a:pt x="2577" y="8677"/>
                  </a:cubicBezTo>
                  <a:cubicBezTo>
                    <a:pt x="2534" y="8700"/>
                    <a:pt x="2500" y="8635"/>
                    <a:pt x="2455" y="8677"/>
                  </a:cubicBezTo>
                  <a:cubicBezTo>
                    <a:pt x="2510" y="8751"/>
                    <a:pt x="2587" y="8757"/>
                    <a:pt x="2660" y="8779"/>
                  </a:cubicBezTo>
                  <a:cubicBezTo>
                    <a:pt x="2665" y="8772"/>
                    <a:pt x="2669" y="8762"/>
                    <a:pt x="2677" y="8756"/>
                  </a:cubicBezTo>
                  <a:cubicBezTo>
                    <a:pt x="2710" y="8728"/>
                    <a:pt x="2774" y="8721"/>
                    <a:pt x="2795" y="8747"/>
                  </a:cubicBezTo>
                  <a:cubicBezTo>
                    <a:pt x="2834" y="8797"/>
                    <a:pt x="2772" y="8804"/>
                    <a:pt x="2762" y="8834"/>
                  </a:cubicBezTo>
                  <a:cubicBezTo>
                    <a:pt x="2760" y="8839"/>
                    <a:pt x="2762" y="8847"/>
                    <a:pt x="2762" y="8869"/>
                  </a:cubicBezTo>
                  <a:cubicBezTo>
                    <a:pt x="2841" y="8906"/>
                    <a:pt x="2924" y="8947"/>
                    <a:pt x="3008" y="8983"/>
                  </a:cubicBezTo>
                  <a:cubicBezTo>
                    <a:pt x="3110" y="9027"/>
                    <a:pt x="3214" y="9063"/>
                    <a:pt x="3317" y="9106"/>
                  </a:cubicBezTo>
                  <a:cubicBezTo>
                    <a:pt x="3419" y="9150"/>
                    <a:pt x="3531" y="9139"/>
                    <a:pt x="3635" y="9181"/>
                  </a:cubicBezTo>
                  <a:cubicBezTo>
                    <a:pt x="3705" y="9209"/>
                    <a:pt x="3784" y="9214"/>
                    <a:pt x="3860" y="9224"/>
                  </a:cubicBezTo>
                  <a:cubicBezTo>
                    <a:pt x="3917" y="9232"/>
                    <a:pt x="3974" y="9229"/>
                    <a:pt x="4033" y="9233"/>
                  </a:cubicBezTo>
                  <a:cubicBezTo>
                    <a:pt x="4169" y="9243"/>
                    <a:pt x="4306" y="9255"/>
                    <a:pt x="4444" y="9264"/>
                  </a:cubicBezTo>
                  <a:cubicBezTo>
                    <a:pt x="4484" y="9267"/>
                    <a:pt x="4524" y="9250"/>
                    <a:pt x="4562" y="9257"/>
                  </a:cubicBezTo>
                  <a:cubicBezTo>
                    <a:pt x="4664" y="9270"/>
                    <a:pt x="4760" y="9239"/>
                    <a:pt x="4857" y="9223"/>
                  </a:cubicBezTo>
                  <a:cubicBezTo>
                    <a:pt x="4946" y="9207"/>
                    <a:pt x="5037" y="9187"/>
                    <a:pt x="5126" y="9165"/>
                  </a:cubicBezTo>
                  <a:cubicBezTo>
                    <a:pt x="5262" y="9129"/>
                    <a:pt x="5402" y="9122"/>
                    <a:pt x="5530" y="9048"/>
                  </a:cubicBezTo>
                  <a:cubicBezTo>
                    <a:pt x="5599" y="9007"/>
                    <a:pt x="5676" y="8970"/>
                    <a:pt x="5753" y="8956"/>
                  </a:cubicBezTo>
                  <a:cubicBezTo>
                    <a:pt x="5835" y="8942"/>
                    <a:pt x="5888" y="8875"/>
                    <a:pt x="5969" y="8855"/>
                  </a:cubicBezTo>
                  <a:cubicBezTo>
                    <a:pt x="6070" y="8829"/>
                    <a:pt x="6163" y="8760"/>
                    <a:pt x="6259" y="8707"/>
                  </a:cubicBezTo>
                  <a:cubicBezTo>
                    <a:pt x="6264" y="8705"/>
                    <a:pt x="6263" y="8686"/>
                    <a:pt x="6266" y="8668"/>
                  </a:cubicBezTo>
                  <a:cubicBezTo>
                    <a:pt x="6123" y="8686"/>
                    <a:pt x="6004" y="8766"/>
                    <a:pt x="5876" y="8814"/>
                  </a:cubicBezTo>
                  <a:cubicBezTo>
                    <a:pt x="5869" y="8751"/>
                    <a:pt x="5867" y="8751"/>
                    <a:pt x="5888" y="8740"/>
                  </a:cubicBezTo>
                  <a:cubicBezTo>
                    <a:pt x="6055" y="8644"/>
                    <a:pt x="6228" y="8566"/>
                    <a:pt x="6414" y="8547"/>
                  </a:cubicBezTo>
                  <a:cubicBezTo>
                    <a:pt x="6547" y="8533"/>
                    <a:pt x="6633" y="8440"/>
                    <a:pt x="6732" y="8368"/>
                  </a:cubicBezTo>
                  <a:cubicBezTo>
                    <a:pt x="6771" y="8339"/>
                    <a:pt x="6800" y="8297"/>
                    <a:pt x="6834" y="8261"/>
                  </a:cubicBezTo>
                  <a:cubicBezTo>
                    <a:pt x="6725" y="8293"/>
                    <a:pt x="6622" y="8334"/>
                    <a:pt x="6520" y="8378"/>
                  </a:cubicBezTo>
                  <a:cubicBezTo>
                    <a:pt x="6427" y="8419"/>
                    <a:pt x="6333" y="8462"/>
                    <a:pt x="6240" y="8503"/>
                  </a:cubicBezTo>
                  <a:cubicBezTo>
                    <a:pt x="6218" y="8512"/>
                    <a:pt x="6188" y="8520"/>
                    <a:pt x="6179" y="8482"/>
                  </a:cubicBezTo>
                  <a:cubicBezTo>
                    <a:pt x="6177" y="8469"/>
                    <a:pt x="6197" y="8441"/>
                    <a:pt x="6212" y="8434"/>
                  </a:cubicBezTo>
                  <a:cubicBezTo>
                    <a:pt x="6305" y="8387"/>
                    <a:pt x="6401" y="8343"/>
                    <a:pt x="6495" y="8297"/>
                  </a:cubicBezTo>
                  <a:cubicBezTo>
                    <a:pt x="6558" y="8265"/>
                    <a:pt x="6621" y="8234"/>
                    <a:pt x="6684" y="8198"/>
                  </a:cubicBezTo>
                  <a:cubicBezTo>
                    <a:pt x="6740" y="8165"/>
                    <a:pt x="6791" y="8122"/>
                    <a:pt x="6863" y="8128"/>
                  </a:cubicBezTo>
                  <a:cubicBezTo>
                    <a:pt x="6868" y="8160"/>
                    <a:pt x="6872" y="8189"/>
                    <a:pt x="6878" y="8225"/>
                  </a:cubicBezTo>
                  <a:cubicBezTo>
                    <a:pt x="6954" y="8139"/>
                    <a:pt x="7023" y="8061"/>
                    <a:pt x="7105" y="7968"/>
                  </a:cubicBezTo>
                  <a:cubicBezTo>
                    <a:pt x="7046" y="7988"/>
                    <a:pt x="7005" y="8005"/>
                    <a:pt x="6961" y="8016"/>
                  </a:cubicBezTo>
                  <a:cubicBezTo>
                    <a:pt x="6742" y="8067"/>
                    <a:pt x="6524" y="8113"/>
                    <a:pt x="6306" y="8165"/>
                  </a:cubicBezTo>
                  <a:cubicBezTo>
                    <a:pt x="6250" y="8178"/>
                    <a:pt x="6198" y="8208"/>
                    <a:pt x="6144" y="8228"/>
                  </a:cubicBezTo>
                  <a:cubicBezTo>
                    <a:pt x="6123" y="8236"/>
                    <a:pt x="6102" y="8242"/>
                    <a:pt x="6080" y="8250"/>
                  </a:cubicBezTo>
                  <a:cubicBezTo>
                    <a:pt x="6081" y="8225"/>
                    <a:pt x="6080" y="8200"/>
                    <a:pt x="6082" y="8175"/>
                  </a:cubicBezTo>
                  <a:cubicBezTo>
                    <a:pt x="6084" y="8167"/>
                    <a:pt x="6090" y="8158"/>
                    <a:pt x="6100" y="8138"/>
                  </a:cubicBezTo>
                  <a:cubicBezTo>
                    <a:pt x="6249" y="8107"/>
                    <a:pt x="6405" y="8073"/>
                    <a:pt x="6560" y="8042"/>
                  </a:cubicBezTo>
                  <a:cubicBezTo>
                    <a:pt x="6708" y="8014"/>
                    <a:pt x="6852" y="7970"/>
                    <a:pt x="6987" y="7894"/>
                  </a:cubicBezTo>
                  <a:cubicBezTo>
                    <a:pt x="7074" y="7846"/>
                    <a:pt x="7074" y="7843"/>
                    <a:pt x="7144" y="7916"/>
                  </a:cubicBezTo>
                  <a:cubicBezTo>
                    <a:pt x="7182" y="7809"/>
                    <a:pt x="7282" y="7754"/>
                    <a:pt x="7340" y="7645"/>
                  </a:cubicBezTo>
                  <a:cubicBezTo>
                    <a:pt x="7268" y="7663"/>
                    <a:pt x="7213" y="7679"/>
                    <a:pt x="7157" y="7688"/>
                  </a:cubicBezTo>
                  <a:cubicBezTo>
                    <a:pt x="6988" y="7715"/>
                    <a:pt x="6817" y="7734"/>
                    <a:pt x="6649" y="7766"/>
                  </a:cubicBezTo>
                  <a:cubicBezTo>
                    <a:pt x="6540" y="7786"/>
                    <a:pt x="6430" y="7822"/>
                    <a:pt x="6323" y="7858"/>
                  </a:cubicBezTo>
                  <a:cubicBezTo>
                    <a:pt x="6295" y="7868"/>
                    <a:pt x="6271" y="7887"/>
                    <a:pt x="6255" y="7850"/>
                  </a:cubicBezTo>
                  <a:cubicBezTo>
                    <a:pt x="6239" y="7811"/>
                    <a:pt x="6265" y="7796"/>
                    <a:pt x="6294" y="7784"/>
                  </a:cubicBezTo>
                  <a:cubicBezTo>
                    <a:pt x="6302" y="7780"/>
                    <a:pt x="6310" y="7775"/>
                    <a:pt x="6320" y="7773"/>
                  </a:cubicBezTo>
                  <a:cubicBezTo>
                    <a:pt x="6519" y="7707"/>
                    <a:pt x="6729" y="7691"/>
                    <a:pt x="6931" y="7647"/>
                  </a:cubicBezTo>
                  <a:cubicBezTo>
                    <a:pt x="7021" y="7628"/>
                    <a:pt x="7113" y="7610"/>
                    <a:pt x="7201" y="7585"/>
                  </a:cubicBezTo>
                  <a:cubicBezTo>
                    <a:pt x="7256" y="7570"/>
                    <a:pt x="7292" y="7495"/>
                    <a:pt x="7361" y="7512"/>
                  </a:cubicBezTo>
                  <a:cubicBezTo>
                    <a:pt x="7370" y="7514"/>
                    <a:pt x="7390" y="7494"/>
                    <a:pt x="7395" y="7482"/>
                  </a:cubicBezTo>
                  <a:cubicBezTo>
                    <a:pt x="7416" y="7427"/>
                    <a:pt x="7436" y="7372"/>
                    <a:pt x="7460" y="7308"/>
                  </a:cubicBezTo>
                  <a:cubicBezTo>
                    <a:pt x="7437" y="7311"/>
                    <a:pt x="7420" y="7310"/>
                    <a:pt x="7404" y="7316"/>
                  </a:cubicBezTo>
                  <a:cubicBezTo>
                    <a:pt x="7257" y="7379"/>
                    <a:pt x="7102" y="7402"/>
                    <a:pt x="6946" y="7418"/>
                  </a:cubicBezTo>
                  <a:cubicBezTo>
                    <a:pt x="6776" y="7436"/>
                    <a:pt x="6606" y="7462"/>
                    <a:pt x="6437" y="7493"/>
                  </a:cubicBezTo>
                  <a:cubicBezTo>
                    <a:pt x="6386" y="7502"/>
                    <a:pt x="6371" y="7484"/>
                    <a:pt x="6362" y="7423"/>
                  </a:cubicBezTo>
                  <a:cubicBezTo>
                    <a:pt x="6391" y="7415"/>
                    <a:pt x="6418" y="7403"/>
                    <a:pt x="6445" y="7400"/>
                  </a:cubicBezTo>
                  <a:cubicBezTo>
                    <a:pt x="6491" y="7392"/>
                    <a:pt x="6538" y="7391"/>
                    <a:pt x="6584" y="7386"/>
                  </a:cubicBezTo>
                  <a:cubicBezTo>
                    <a:pt x="6716" y="7372"/>
                    <a:pt x="6847" y="7355"/>
                    <a:pt x="6977" y="7341"/>
                  </a:cubicBezTo>
                  <a:cubicBezTo>
                    <a:pt x="7092" y="7330"/>
                    <a:pt x="7203" y="7314"/>
                    <a:pt x="7309" y="7263"/>
                  </a:cubicBezTo>
                  <a:cubicBezTo>
                    <a:pt x="7363" y="7237"/>
                    <a:pt x="7412" y="7206"/>
                    <a:pt x="7420" y="7159"/>
                  </a:cubicBezTo>
                  <a:cubicBezTo>
                    <a:pt x="7456" y="7135"/>
                    <a:pt x="7489" y="7125"/>
                    <a:pt x="7496" y="7105"/>
                  </a:cubicBezTo>
                  <a:cubicBezTo>
                    <a:pt x="7519" y="7042"/>
                    <a:pt x="7533" y="6973"/>
                    <a:pt x="7556" y="6889"/>
                  </a:cubicBezTo>
                  <a:cubicBezTo>
                    <a:pt x="7501" y="6909"/>
                    <a:pt x="7464" y="6921"/>
                    <a:pt x="7426" y="6934"/>
                  </a:cubicBezTo>
                  <a:cubicBezTo>
                    <a:pt x="7258" y="6987"/>
                    <a:pt x="7089" y="7038"/>
                    <a:pt x="6911" y="7038"/>
                  </a:cubicBezTo>
                  <a:cubicBezTo>
                    <a:pt x="6848" y="7038"/>
                    <a:pt x="6783" y="7049"/>
                    <a:pt x="6720" y="7058"/>
                  </a:cubicBezTo>
                  <a:cubicBezTo>
                    <a:pt x="6653" y="7068"/>
                    <a:pt x="6588" y="7085"/>
                    <a:pt x="6521" y="7095"/>
                  </a:cubicBezTo>
                  <a:cubicBezTo>
                    <a:pt x="6450" y="7105"/>
                    <a:pt x="6442" y="7090"/>
                    <a:pt x="6474" y="7003"/>
                  </a:cubicBezTo>
                  <a:cubicBezTo>
                    <a:pt x="6488" y="7004"/>
                    <a:pt x="6504" y="7009"/>
                    <a:pt x="6519" y="7008"/>
                  </a:cubicBezTo>
                  <a:cubicBezTo>
                    <a:pt x="6664" y="6992"/>
                    <a:pt x="6811" y="6980"/>
                    <a:pt x="6956" y="6961"/>
                  </a:cubicBezTo>
                  <a:cubicBezTo>
                    <a:pt x="7149" y="6935"/>
                    <a:pt x="7348" y="6922"/>
                    <a:pt x="7497" y="6757"/>
                  </a:cubicBezTo>
                  <a:cubicBezTo>
                    <a:pt x="7529" y="6762"/>
                    <a:pt x="7558" y="6767"/>
                    <a:pt x="7597" y="6773"/>
                  </a:cubicBezTo>
                  <a:cubicBezTo>
                    <a:pt x="7586" y="6716"/>
                    <a:pt x="7579" y="6669"/>
                    <a:pt x="7571" y="6628"/>
                  </a:cubicBezTo>
                  <a:cubicBezTo>
                    <a:pt x="7445" y="6649"/>
                    <a:pt x="7329" y="6668"/>
                    <a:pt x="7215" y="6685"/>
                  </a:cubicBezTo>
                  <a:cubicBezTo>
                    <a:pt x="7139" y="6697"/>
                    <a:pt x="7062" y="6715"/>
                    <a:pt x="6987" y="6716"/>
                  </a:cubicBezTo>
                  <a:cubicBezTo>
                    <a:pt x="6842" y="6720"/>
                    <a:pt x="6699" y="6725"/>
                    <a:pt x="6560" y="6773"/>
                  </a:cubicBezTo>
                  <a:cubicBezTo>
                    <a:pt x="6538" y="6782"/>
                    <a:pt x="6511" y="6776"/>
                    <a:pt x="6488" y="6768"/>
                  </a:cubicBezTo>
                  <a:cubicBezTo>
                    <a:pt x="6476" y="6765"/>
                    <a:pt x="6460" y="6747"/>
                    <a:pt x="6460" y="6736"/>
                  </a:cubicBezTo>
                  <a:cubicBezTo>
                    <a:pt x="6461" y="6717"/>
                    <a:pt x="6471" y="6699"/>
                    <a:pt x="6483" y="6685"/>
                  </a:cubicBezTo>
                  <a:cubicBezTo>
                    <a:pt x="6489" y="6678"/>
                    <a:pt x="6506" y="6678"/>
                    <a:pt x="6517" y="6676"/>
                  </a:cubicBezTo>
                  <a:cubicBezTo>
                    <a:pt x="6649" y="6666"/>
                    <a:pt x="6780" y="6658"/>
                    <a:pt x="6911" y="6646"/>
                  </a:cubicBezTo>
                  <a:cubicBezTo>
                    <a:pt x="7006" y="6638"/>
                    <a:pt x="7102" y="6634"/>
                    <a:pt x="7194" y="6618"/>
                  </a:cubicBezTo>
                  <a:cubicBezTo>
                    <a:pt x="7281" y="6603"/>
                    <a:pt x="7368" y="6579"/>
                    <a:pt x="7450" y="6542"/>
                  </a:cubicBezTo>
                  <a:cubicBezTo>
                    <a:pt x="7497" y="6521"/>
                    <a:pt x="7537" y="6490"/>
                    <a:pt x="7593" y="6517"/>
                  </a:cubicBezTo>
                  <a:cubicBezTo>
                    <a:pt x="7611" y="6446"/>
                    <a:pt x="7650" y="6389"/>
                    <a:pt x="7630" y="6330"/>
                  </a:cubicBezTo>
                  <a:cubicBezTo>
                    <a:pt x="7402" y="6362"/>
                    <a:pt x="7181" y="6390"/>
                    <a:pt x="6960" y="6424"/>
                  </a:cubicBezTo>
                  <a:cubicBezTo>
                    <a:pt x="6858" y="6439"/>
                    <a:pt x="6751" y="6430"/>
                    <a:pt x="6652" y="6479"/>
                  </a:cubicBezTo>
                  <a:cubicBezTo>
                    <a:pt x="6638" y="6485"/>
                    <a:pt x="6618" y="6476"/>
                    <a:pt x="6594" y="6472"/>
                  </a:cubicBezTo>
                  <a:cubicBezTo>
                    <a:pt x="6601" y="6436"/>
                    <a:pt x="6607" y="6408"/>
                    <a:pt x="6612" y="6382"/>
                  </a:cubicBezTo>
                  <a:cubicBezTo>
                    <a:pt x="6737" y="6371"/>
                    <a:pt x="6855" y="6356"/>
                    <a:pt x="6974" y="6353"/>
                  </a:cubicBezTo>
                  <a:cubicBezTo>
                    <a:pt x="7116" y="6349"/>
                    <a:pt x="7253" y="6322"/>
                    <a:pt x="7389" y="6279"/>
                  </a:cubicBezTo>
                  <a:cubicBezTo>
                    <a:pt x="7471" y="6254"/>
                    <a:pt x="7548" y="6210"/>
                    <a:pt x="7624" y="6177"/>
                  </a:cubicBezTo>
                  <a:cubicBezTo>
                    <a:pt x="7632" y="6121"/>
                    <a:pt x="7642" y="6072"/>
                    <a:pt x="7652" y="6011"/>
                  </a:cubicBezTo>
                  <a:cubicBezTo>
                    <a:pt x="7532" y="6034"/>
                    <a:pt x="7417" y="6044"/>
                    <a:pt x="7310" y="6077"/>
                  </a:cubicBezTo>
                  <a:cubicBezTo>
                    <a:pt x="7089" y="6146"/>
                    <a:pt x="6863" y="6141"/>
                    <a:pt x="6637" y="6158"/>
                  </a:cubicBezTo>
                  <a:cubicBezTo>
                    <a:pt x="6602" y="6160"/>
                    <a:pt x="6582" y="6131"/>
                    <a:pt x="6584" y="6090"/>
                  </a:cubicBezTo>
                  <a:cubicBezTo>
                    <a:pt x="6587" y="6049"/>
                    <a:pt x="6612" y="6039"/>
                    <a:pt x="6642" y="6044"/>
                  </a:cubicBezTo>
                  <a:cubicBezTo>
                    <a:pt x="6671" y="6049"/>
                    <a:pt x="6700" y="6067"/>
                    <a:pt x="6730" y="6070"/>
                  </a:cubicBezTo>
                  <a:cubicBezTo>
                    <a:pt x="6877" y="6076"/>
                    <a:pt x="7024" y="6070"/>
                    <a:pt x="7169" y="6034"/>
                  </a:cubicBezTo>
                  <a:cubicBezTo>
                    <a:pt x="7233" y="6018"/>
                    <a:pt x="7300" y="6006"/>
                    <a:pt x="7365" y="5989"/>
                  </a:cubicBezTo>
                  <a:cubicBezTo>
                    <a:pt x="7462" y="5962"/>
                    <a:pt x="7558" y="5931"/>
                    <a:pt x="7656" y="5902"/>
                  </a:cubicBezTo>
                  <a:cubicBezTo>
                    <a:pt x="7663" y="5834"/>
                    <a:pt x="7670" y="5775"/>
                    <a:pt x="7677" y="5713"/>
                  </a:cubicBezTo>
                  <a:cubicBezTo>
                    <a:pt x="7597" y="5727"/>
                    <a:pt x="7520" y="5732"/>
                    <a:pt x="7448" y="5753"/>
                  </a:cubicBezTo>
                  <a:cubicBezTo>
                    <a:pt x="7278" y="5803"/>
                    <a:pt x="7107" y="5829"/>
                    <a:pt x="6931" y="5842"/>
                  </a:cubicBezTo>
                  <a:cubicBezTo>
                    <a:pt x="6791" y="5853"/>
                    <a:pt x="6650" y="5871"/>
                    <a:pt x="6511" y="5887"/>
                  </a:cubicBezTo>
                  <a:cubicBezTo>
                    <a:pt x="6453" y="5894"/>
                    <a:pt x="6450" y="5894"/>
                    <a:pt x="6447" y="5795"/>
                  </a:cubicBezTo>
                  <a:cubicBezTo>
                    <a:pt x="6470" y="5795"/>
                    <a:pt x="6494" y="5794"/>
                    <a:pt x="6516" y="5795"/>
                  </a:cubicBezTo>
                  <a:cubicBezTo>
                    <a:pt x="6553" y="5796"/>
                    <a:pt x="6591" y="5805"/>
                    <a:pt x="6627" y="5801"/>
                  </a:cubicBezTo>
                  <a:cubicBezTo>
                    <a:pt x="6807" y="5785"/>
                    <a:pt x="6986" y="5771"/>
                    <a:pt x="7165" y="5747"/>
                  </a:cubicBezTo>
                  <a:cubicBezTo>
                    <a:pt x="7304" y="5728"/>
                    <a:pt x="7442" y="5697"/>
                    <a:pt x="7564" y="5614"/>
                  </a:cubicBezTo>
                  <a:cubicBezTo>
                    <a:pt x="7605" y="5586"/>
                    <a:pt x="7643" y="5571"/>
                    <a:pt x="7692" y="5609"/>
                  </a:cubicBezTo>
                  <a:cubicBezTo>
                    <a:pt x="7701" y="5510"/>
                    <a:pt x="7709" y="5422"/>
                    <a:pt x="7719" y="5320"/>
                  </a:cubicBezTo>
                  <a:cubicBezTo>
                    <a:pt x="7597" y="5372"/>
                    <a:pt x="7489" y="5420"/>
                    <a:pt x="7382" y="5463"/>
                  </a:cubicBezTo>
                  <a:cubicBezTo>
                    <a:pt x="7233" y="5524"/>
                    <a:pt x="7083" y="5569"/>
                    <a:pt x="6920" y="5576"/>
                  </a:cubicBezTo>
                  <a:cubicBezTo>
                    <a:pt x="6797" y="5581"/>
                    <a:pt x="6668" y="5548"/>
                    <a:pt x="6550" y="5616"/>
                  </a:cubicBezTo>
                  <a:cubicBezTo>
                    <a:pt x="6521" y="5633"/>
                    <a:pt x="6486" y="5617"/>
                    <a:pt x="6476" y="5576"/>
                  </a:cubicBezTo>
                  <a:cubicBezTo>
                    <a:pt x="6465" y="5533"/>
                    <a:pt x="6494" y="5514"/>
                    <a:pt x="6524" y="5504"/>
                  </a:cubicBezTo>
                  <a:cubicBezTo>
                    <a:pt x="6545" y="5498"/>
                    <a:pt x="6566" y="5499"/>
                    <a:pt x="6588" y="5499"/>
                  </a:cubicBezTo>
                  <a:cubicBezTo>
                    <a:pt x="6640" y="5499"/>
                    <a:pt x="6693" y="5502"/>
                    <a:pt x="6745" y="5502"/>
                  </a:cubicBezTo>
                  <a:cubicBezTo>
                    <a:pt x="6859" y="5500"/>
                    <a:pt x="6975" y="5515"/>
                    <a:pt x="7085" y="5491"/>
                  </a:cubicBezTo>
                  <a:cubicBezTo>
                    <a:pt x="7253" y="5454"/>
                    <a:pt x="7412" y="5380"/>
                    <a:pt x="7564" y="5288"/>
                  </a:cubicBezTo>
                  <a:cubicBezTo>
                    <a:pt x="7586" y="5273"/>
                    <a:pt x="7601" y="5242"/>
                    <a:pt x="7621" y="5216"/>
                  </a:cubicBezTo>
                  <a:lnTo>
                    <a:pt x="7713" y="5216"/>
                  </a:lnTo>
                  <a:cubicBezTo>
                    <a:pt x="7727" y="5168"/>
                    <a:pt x="7747" y="5117"/>
                    <a:pt x="7774" y="5045"/>
                  </a:cubicBezTo>
                  <a:close/>
                  <a:moveTo>
                    <a:pt x="1600" y="9130"/>
                  </a:moveTo>
                  <a:cubicBezTo>
                    <a:pt x="1616" y="9154"/>
                    <a:pt x="1626" y="9184"/>
                    <a:pt x="1646" y="9195"/>
                  </a:cubicBezTo>
                  <a:cubicBezTo>
                    <a:pt x="1804" y="9292"/>
                    <a:pt x="1961" y="9394"/>
                    <a:pt x="2125" y="9477"/>
                  </a:cubicBezTo>
                  <a:cubicBezTo>
                    <a:pt x="2265" y="9547"/>
                    <a:pt x="2416" y="9594"/>
                    <a:pt x="2562" y="9652"/>
                  </a:cubicBezTo>
                  <a:cubicBezTo>
                    <a:pt x="2646" y="9683"/>
                    <a:pt x="2729" y="9718"/>
                    <a:pt x="2813" y="9744"/>
                  </a:cubicBezTo>
                  <a:cubicBezTo>
                    <a:pt x="2956" y="9788"/>
                    <a:pt x="3102" y="9826"/>
                    <a:pt x="3246" y="9862"/>
                  </a:cubicBezTo>
                  <a:cubicBezTo>
                    <a:pt x="3302" y="9877"/>
                    <a:pt x="3360" y="9881"/>
                    <a:pt x="3417" y="9887"/>
                  </a:cubicBezTo>
                  <a:cubicBezTo>
                    <a:pt x="3437" y="9890"/>
                    <a:pt x="3461" y="9881"/>
                    <a:pt x="3481" y="9886"/>
                  </a:cubicBezTo>
                  <a:cubicBezTo>
                    <a:pt x="3713" y="9947"/>
                    <a:pt x="3949" y="9943"/>
                    <a:pt x="4184" y="9942"/>
                  </a:cubicBezTo>
                  <a:cubicBezTo>
                    <a:pt x="4291" y="9942"/>
                    <a:pt x="4397" y="9940"/>
                    <a:pt x="4503" y="9940"/>
                  </a:cubicBezTo>
                  <a:lnTo>
                    <a:pt x="4778" y="9940"/>
                  </a:lnTo>
                  <a:cubicBezTo>
                    <a:pt x="4836" y="9939"/>
                    <a:pt x="4894" y="9935"/>
                    <a:pt x="4952" y="9934"/>
                  </a:cubicBezTo>
                  <a:cubicBezTo>
                    <a:pt x="5073" y="9932"/>
                    <a:pt x="5195" y="9942"/>
                    <a:pt x="5315" y="9909"/>
                  </a:cubicBezTo>
                  <a:cubicBezTo>
                    <a:pt x="5412" y="9882"/>
                    <a:pt x="5513" y="9856"/>
                    <a:pt x="5614" y="9852"/>
                  </a:cubicBezTo>
                  <a:cubicBezTo>
                    <a:pt x="5734" y="9847"/>
                    <a:pt x="5846" y="9811"/>
                    <a:pt x="5954" y="9756"/>
                  </a:cubicBezTo>
                  <a:cubicBezTo>
                    <a:pt x="6143" y="9662"/>
                    <a:pt x="6331" y="9562"/>
                    <a:pt x="6530" y="9499"/>
                  </a:cubicBezTo>
                  <a:cubicBezTo>
                    <a:pt x="6599" y="9478"/>
                    <a:pt x="6673" y="9447"/>
                    <a:pt x="6729" y="9397"/>
                  </a:cubicBezTo>
                  <a:cubicBezTo>
                    <a:pt x="6828" y="9309"/>
                    <a:pt x="6928" y="9219"/>
                    <a:pt x="7036" y="9141"/>
                  </a:cubicBezTo>
                  <a:cubicBezTo>
                    <a:pt x="7095" y="9098"/>
                    <a:pt x="7144" y="9034"/>
                    <a:pt x="7206" y="8994"/>
                  </a:cubicBezTo>
                  <a:cubicBezTo>
                    <a:pt x="7297" y="8936"/>
                    <a:pt x="7363" y="8850"/>
                    <a:pt x="7437" y="8773"/>
                  </a:cubicBezTo>
                  <a:cubicBezTo>
                    <a:pt x="7461" y="8748"/>
                    <a:pt x="7484" y="8723"/>
                    <a:pt x="7508" y="8696"/>
                  </a:cubicBezTo>
                  <a:cubicBezTo>
                    <a:pt x="7576" y="8618"/>
                    <a:pt x="7660" y="8552"/>
                    <a:pt x="7673" y="8430"/>
                  </a:cubicBezTo>
                  <a:cubicBezTo>
                    <a:pt x="7675" y="8421"/>
                    <a:pt x="7683" y="8414"/>
                    <a:pt x="7689" y="8405"/>
                  </a:cubicBezTo>
                  <a:cubicBezTo>
                    <a:pt x="7732" y="8344"/>
                    <a:pt x="7780" y="8287"/>
                    <a:pt x="7814" y="8221"/>
                  </a:cubicBezTo>
                  <a:cubicBezTo>
                    <a:pt x="7856" y="8142"/>
                    <a:pt x="7927" y="8082"/>
                    <a:pt x="7942" y="7984"/>
                  </a:cubicBezTo>
                  <a:cubicBezTo>
                    <a:pt x="7947" y="7952"/>
                    <a:pt x="7960" y="7919"/>
                    <a:pt x="7969" y="7889"/>
                  </a:cubicBezTo>
                  <a:cubicBezTo>
                    <a:pt x="7998" y="7800"/>
                    <a:pt x="8042" y="7712"/>
                    <a:pt x="8050" y="7621"/>
                  </a:cubicBezTo>
                  <a:cubicBezTo>
                    <a:pt x="8061" y="7469"/>
                    <a:pt x="8096" y="7329"/>
                    <a:pt x="8136" y="7187"/>
                  </a:cubicBezTo>
                  <a:cubicBezTo>
                    <a:pt x="8142" y="7165"/>
                    <a:pt x="8146" y="7141"/>
                    <a:pt x="8148" y="7118"/>
                  </a:cubicBezTo>
                  <a:cubicBezTo>
                    <a:pt x="8164" y="6967"/>
                    <a:pt x="8175" y="6813"/>
                    <a:pt x="8198" y="6664"/>
                  </a:cubicBezTo>
                  <a:cubicBezTo>
                    <a:pt x="8225" y="6480"/>
                    <a:pt x="8264" y="6300"/>
                    <a:pt x="8294" y="6117"/>
                  </a:cubicBezTo>
                  <a:cubicBezTo>
                    <a:pt x="8307" y="6044"/>
                    <a:pt x="8318" y="5969"/>
                    <a:pt x="8317" y="5897"/>
                  </a:cubicBezTo>
                  <a:cubicBezTo>
                    <a:pt x="8315" y="5722"/>
                    <a:pt x="8377" y="5560"/>
                    <a:pt x="8405" y="5393"/>
                  </a:cubicBezTo>
                  <a:cubicBezTo>
                    <a:pt x="8422" y="5296"/>
                    <a:pt x="8444" y="5200"/>
                    <a:pt x="8475" y="5105"/>
                  </a:cubicBezTo>
                  <a:cubicBezTo>
                    <a:pt x="8500" y="5033"/>
                    <a:pt x="8506" y="4953"/>
                    <a:pt x="8514" y="4876"/>
                  </a:cubicBezTo>
                  <a:cubicBezTo>
                    <a:pt x="8530" y="4735"/>
                    <a:pt x="8551" y="4593"/>
                    <a:pt x="8494" y="4455"/>
                  </a:cubicBezTo>
                  <a:cubicBezTo>
                    <a:pt x="8486" y="4437"/>
                    <a:pt x="8480" y="4402"/>
                    <a:pt x="8489" y="4388"/>
                  </a:cubicBezTo>
                  <a:cubicBezTo>
                    <a:pt x="8530" y="4330"/>
                    <a:pt x="8502" y="4263"/>
                    <a:pt x="8519" y="4198"/>
                  </a:cubicBezTo>
                  <a:cubicBezTo>
                    <a:pt x="8496" y="4207"/>
                    <a:pt x="8480" y="4222"/>
                    <a:pt x="8463" y="4234"/>
                  </a:cubicBezTo>
                  <a:cubicBezTo>
                    <a:pt x="8444" y="4249"/>
                    <a:pt x="8427" y="4268"/>
                    <a:pt x="8405" y="4278"/>
                  </a:cubicBezTo>
                  <a:cubicBezTo>
                    <a:pt x="8358" y="4300"/>
                    <a:pt x="8311" y="4322"/>
                    <a:pt x="8261" y="4337"/>
                  </a:cubicBezTo>
                  <a:cubicBezTo>
                    <a:pt x="8223" y="4350"/>
                    <a:pt x="8205" y="4381"/>
                    <a:pt x="8210" y="4413"/>
                  </a:cubicBezTo>
                  <a:cubicBezTo>
                    <a:pt x="8224" y="4484"/>
                    <a:pt x="8193" y="4539"/>
                    <a:pt x="8172" y="4597"/>
                  </a:cubicBezTo>
                  <a:cubicBezTo>
                    <a:pt x="8113" y="4761"/>
                    <a:pt x="8015" y="4892"/>
                    <a:pt x="7880" y="5001"/>
                  </a:cubicBezTo>
                  <a:cubicBezTo>
                    <a:pt x="7917" y="5038"/>
                    <a:pt x="7953" y="5074"/>
                    <a:pt x="7994" y="5113"/>
                  </a:cubicBezTo>
                  <a:cubicBezTo>
                    <a:pt x="7982" y="5135"/>
                    <a:pt x="7960" y="5160"/>
                    <a:pt x="7959" y="5189"/>
                  </a:cubicBezTo>
                  <a:cubicBezTo>
                    <a:pt x="7952" y="5293"/>
                    <a:pt x="7938" y="5395"/>
                    <a:pt x="7896" y="5490"/>
                  </a:cubicBezTo>
                  <a:cubicBezTo>
                    <a:pt x="7893" y="5497"/>
                    <a:pt x="7895" y="5504"/>
                    <a:pt x="7893" y="5511"/>
                  </a:cubicBezTo>
                  <a:cubicBezTo>
                    <a:pt x="7871" y="5739"/>
                    <a:pt x="7846" y="5969"/>
                    <a:pt x="7825" y="6198"/>
                  </a:cubicBezTo>
                  <a:cubicBezTo>
                    <a:pt x="7811" y="6337"/>
                    <a:pt x="7811" y="6476"/>
                    <a:pt x="7764" y="6608"/>
                  </a:cubicBezTo>
                  <a:cubicBezTo>
                    <a:pt x="7758" y="6626"/>
                    <a:pt x="7758" y="6648"/>
                    <a:pt x="7758" y="6668"/>
                  </a:cubicBezTo>
                  <a:cubicBezTo>
                    <a:pt x="7762" y="6776"/>
                    <a:pt x="7735" y="6877"/>
                    <a:pt x="7703" y="6976"/>
                  </a:cubicBezTo>
                  <a:cubicBezTo>
                    <a:pt x="7687" y="7027"/>
                    <a:pt x="7680" y="7081"/>
                    <a:pt x="7667" y="7134"/>
                  </a:cubicBezTo>
                  <a:cubicBezTo>
                    <a:pt x="7645" y="7232"/>
                    <a:pt x="7625" y="7332"/>
                    <a:pt x="7596" y="7427"/>
                  </a:cubicBezTo>
                  <a:cubicBezTo>
                    <a:pt x="7569" y="7517"/>
                    <a:pt x="7529" y="7601"/>
                    <a:pt x="7498" y="7690"/>
                  </a:cubicBezTo>
                  <a:cubicBezTo>
                    <a:pt x="7474" y="7760"/>
                    <a:pt x="7441" y="7823"/>
                    <a:pt x="7389" y="7875"/>
                  </a:cubicBezTo>
                  <a:cubicBezTo>
                    <a:pt x="7364" y="7900"/>
                    <a:pt x="7349" y="7933"/>
                    <a:pt x="7328" y="7962"/>
                  </a:cubicBezTo>
                  <a:cubicBezTo>
                    <a:pt x="7267" y="8049"/>
                    <a:pt x="7218" y="8152"/>
                    <a:pt x="7143" y="8218"/>
                  </a:cubicBezTo>
                  <a:cubicBezTo>
                    <a:pt x="7051" y="8299"/>
                    <a:pt x="6983" y="8406"/>
                    <a:pt x="6870" y="8466"/>
                  </a:cubicBezTo>
                  <a:cubicBezTo>
                    <a:pt x="6777" y="8516"/>
                    <a:pt x="6706" y="8616"/>
                    <a:pt x="6624" y="8691"/>
                  </a:cubicBezTo>
                  <a:cubicBezTo>
                    <a:pt x="6578" y="8735"/>
                    <a:pt x="6527" y="8770"/>
                    <a:pt x="6470" y="8796"/>
                  </a:cubicBezTo>
                  <a:cubicBezTo>
                    <a:pt x="6369" y="8842"/>
                    <a:pt x="6263" y="8874"/>
                    <a:pt x="6168" y="8941"/>
                  </a:cubicBezTo>
                  <a:cubicBezTo>
                    <a:pt x="6083" y="9000"/>
                    <a:pt x="5991" y="9049"/>
                    <a:pt x="5901" y="9097"/>
                  </a:cubicBezTo>
                  <a:cubicBezTo>
                    <a:pt x="5866" y="9115"/>
                    <a:pt x="5814" y="9104"/>
                    <a:pt x="5789" y="9130"/>
                  </a:cubicBezTo>
                  <a:cubicBezTo>
                    <a:pt x="5718" y="9201"/>
                    <a:pt x="5625" y="9203"/>
                    <a:pt x="5547" y="9245"/>
                  </a:cubicBezTo>
                  <a:cubicBezTo>
                    <a:pt x="5508" y="9266"/>
                    <a:pt x="5468" y="9284"/>
                    <a:pt x="5427" y="9294"/>
                  </a:cubicBezTo>
                  <a:cubicBezTo>
                    <a:pt x="5324" y="9318"/>
                    <a:pt x="5217" y="9330"/>
                    <a:pt x="5114" y="9361"/>
                  </a:cubicBezTo>
                  <a:cubicBezTo>
                    <a:pt x="5000" y="9396"/>
                    <a:pt x="4885" y="9427"/>
                    <a:pt x="4766" y="9433"/>
                  </a:cubicBezTo>
                  <a:cubicBezTo>
                    <a:pt x="4700" y="9437"/>
                    <a:pt x="4633" y="9451"/>
                    <a:pt x="4566" y="9453"/>
                  </a:cubicBezTo>
                  <a:cubicBezTo>
                    <a:pt x="4438" y="9457"/>
                    <a:pt x="4311" y="9452"/>
                    <a:pt x="4183" y="9456"/>
                  </a:cubicBezTo>
                  <a:cubicBezTo>
                    <a:pt x="4115" y="9457"/>
                    <a:pt x="4046" y="9468"/>
                    <a:pt x="3982" y="9428"/>
                  </a:cubicBezTo>
                  <a:cubicBezTo>
                    <a:pt x="3963" y="9417"/>
                    <a:pt x="3941" y="9417"/>
                    <a:pt x="3918" y="9416"/>
                  </a:cubicBezTo>
                  <a:cubicBezTo>
                    <a:pt x="3864" y="9414"/>
                    <a:pt x="3809" y="9421"/>
                    <a:pt x="3754" y="9411"/>
                  </a:cubicBezTo>
                  <a:cubicBezTo>
                    <a:pt x="3627" y="9389"/>
                    <a:pt x="3502" y="9343"/>
                    <a:pt x="3369" y="9349"/>
                  </a:cubicBezTo>
                  <a:cubicBezTo>
                    <a:pt x="3324" y="9351"/>
                    <a:pt x="3277" y="9319"/>
                    <a:pt x="3231" y="9303"/>
                  </a:cubicBezTo>
                  <a:cubicBezTo>
                    <a:pt x="3219" y="9299"/>
                    <a:pt x="3207" y="9297"/>
                    <a:pt x="3196" y="9292"/>
                  </a:cubicBezTo>
                  <a:cubicBezTo>
                    <a:pt x="3073" y="9241"/>
                    <a:pt x="2949" y="9194"/>
                    <a:pt x="2827" y="9138"/>
                  </a:cubicBezTo>
                  <a:cubicBezTo>
                    <a:pt x="2740" y="9097"/>
                    <a:pt x="2672" y="9010"/>
                    <a:pt x="2567" y="9012"/>
                  </a:cubicBezTo>
                  <a:cubicBezTo>
                    <a:pt x="2503" y="8935"/>
                    <a:pt x="2404" y="8929"/>
                    <a:pt x="2331" y="8868"/>
                  </a:cubicBezTo>
                  <a:cubicBezTo>
                    <a:pt x="2261" y="8809"/>
                    <a:pt x="2178" y="8770"/>
                    <a:pt x="2105" y="8714"/>
                  </a:cubicBezTo>
                  <a:cubicBezTo>
                    <a:pt x="2032" y="8659"/>
                    <a:pt x="1962" y="8601"/>
                    <a:pt x="1895" y="8537"/>
                  </a:cubicBezTo>
                  <a:cubicBezTo>
                    <a:pt x="1803" y="8450"/>
                    <a:pt x="1716" y="8356"/>
                    <a:pt x="1628" y="8265"/>
                  </a:cubicBezTo>
                  <a:cubicBezTo>
                    <a:pt x="1601" y="8239"/>
                    <a:pt x="1575" y="8210"/>
                    <a:pt x="1552" y="8179"/>
                  </a:cubicBezTo>
                  <a:cubicBezTo>
                    <a:pt x="1507" y="8125"/>
                    <a:pt x="1467" y="8064"/>
                    <a:pt x="1420" y="8011"/>
                  </a:cubicBezTo>
                  <a:cubicBezTo>
                    <a:pt x="1327" y="7910"/>
                    <a:pt x="1262" y="7788"/>
                    <a:pt x="1190" y="7672"/>
                  </a:cubicBezTo>
                  <a:cubicBezTo>
                    <a:pt x="1173" y="7642"/>
                    <a:pt x="1140" y="7622"/>
                    <a:pt x="1127" y="7591"/>
                  </a:cubicBezTo>
                  <a:cubicBezTo>
                    <a:pt x="1072" y="7471"/>
                    <a:pt x="1022" y="7347"/>
                    <a:pt x="969" y="7226"/>
                  </a:cubicBezTo>
                  <a:cubicBezTo>
                    <a:pt x="936" y="7150"/>
                    <a:pt x="893" y="7077"/>
                    <a:pt x="868" y="6998"/>
                  </a:cubicBezTo>
                  <a:cubicBezTo>
                    <a:pt x="840" y="6905"/>
                    <a:pt x="827" y="6807"/>
                    <a:pt x="808" y="6711"/>
                  </a:cubicBezTo>
                  <a:cubicBezTo>
                    <a:pt x="801" y="6672"/>
                    <a:pt x="790" y="6632"/>
                    <a:pt x="787" y="6592"/>
                  </a:cubicBezTo>
                  <a:cubicBezTo>
                    <a:pt x="780" y="6464"/>
                    <a:pt x="776" y="6337"/>
                    <a:pt x="770" y="6209"/>
                  </a:cubicBezTo>
                  <a:cubicBezTo>
                    <a:pt x="765" y="6104"/>
                    <a:pt x="749" y="5999"/>
                    <a:pt x="751" y="5895"/>
                  </a:cubicBezTo>
                  <a:cubicBezTo>
                    <a:pt x="755" y="5773"/>
                    <a:pt x="777" y="5651"/>
                    <a:pt x="785" y="5529"/>
                  </a:cubicBezTo>
                  <a:cubicBezTo>
                    <a:pt x="789" y="5473"/>
                    <a:pt x="776" y="5415"/>
                    <a:pt x="775" y="5357"/>
                  </a:cubicBezTo>
                  <a:cubicBezTo>
                    <a:pt x="775" y="5277"/>
                    <a:pt x="715" y="5192"/>
                    <a:pt x="786" y="5114"/>
                  </a:cubicBezTo>
                  <a:cubicBezTo>
                    <a:pt x="794" y="5107"/>
                    <a:pt x="784" y="5079"/>
                    <a:pt x="781" y="5062"/>
                  </a:cubicBezTo>
                  <a:cubicBezTo>
                    <a:pt x="815" y="5058"/>
                    <a:pt x="840" y="5053"/>
                    <a:pt x="881" y="5050"/>
                  </a:cubicBezTo>
                  <a:cubicBezTo>
                    <a:pt x="785" y="4979"/>
                    <a:pt x="704" y="4912"/>
                    <a:pt x="617" y="4857"/>
                  </a:cubicBezTo>
                  <a:cubicBezTo>
                    <a:pt x="487" y="4774"/>
                    <a:pt x="423" y="4651"/>
                    <a:pt x="412" y="4488"/>
                  </a:cubicBezTo>
                  <a:cubicBezTo>
                    <a:pt x="409" y="4452"/>
                    <a:pt x="397" y="4417"/>
                    <a:pt x="387" y="4373"/>
                  </a:cubicBezTo>
                  <a:cubicBezTo>
                    <a:pt x="429" y="4283"/>
                    <a:pt x="472" y="4179"/>
                    <a:pt x="523" y="4081"/>
                  </a:cubicBezTo>
                  <a:cubicBezTo>
                    <a:pt x="575" y="3983"/>
                    <a:pt x="636" y="3889"/>
                    <a:pt x="687" y="3800"/>
                  </a:cubicBezTo>
                  <a:cubicBezTo>
                    <a:pt x="595" y="3764"/>
                    <a:pt x="511" y="3734"/>
                    <a:pt x="431" y="3701"/>
                  </a:cubicBezTo>
                  <a:cubicBezTo>
                    <a:pt x="400" y="3688"/>
                    <a:pt x="322" y="3696"/>
                    <a:pt x="313" y="3723"/>
                  </a:cubicBezTo>
                  <a:cubicBezTo>
                    <a:pt x="290" y="3798"/>
                    <a:pt x="259" y="3874"/>
                    <a:pt x="257" y="3948"/>
                  </a:cubicBezTo>
                  <a:cubicBezTo>
                    <a:pt x="253" y="4109"/>
                    <a:pt x="264" y="4269"/>
                    <a:pt x="273" y="4429"/>
                  </a:cubicBezTo>
                  <a:cubicBezTo>
                    <a:pt x="275" y="4486"/>
                    <a:pt x="285" y="4542"/>
                    <a:pt x="284" y="4598"/>
                  </a:cubicBezTo>
                  <a:cubicBezTo>
                    <a:pt x="283" y="4685"/>
                    <a:pt x="262" y="4774"/>
                    <a:pt x="271" y="4859"/>
                  </a:cubicBezTo>
                  <a:cubicBezTo>
                    <a:pt x="285" y="4990"/>
                    <a:pt x="280" y="5120"/>
                    <a:pt x="280" y="5251"/>
                  </a:cubicBezTo>
                  <a:cubicBezTo>
                    <a:pt x="280" y="5342"/>
                    <a:pt x="264" y="5435"/>
                    <a:pt x="311" y="5519"/>
                  </a:cubicBezTo>
                  <a:cubicBezTo>
                    <a:pt x="317" y="5527"/>
                    <a:pt x="310" y="5545"/>
                    <a:pt x="306" y="5557"/>
                  </a:cubicBezTo>
                  <a:cubicBezTo>
                    <a:pt x="265" y="5703"/>
                    <a:pt x="299" y="5851"/>
                    <a:pt x="301" y="5998"/>
                  </a:cubicBezTo>
                  <a:cubicBezTo>
                    <a:pt x="303" y="6079"/>
                    <a:pt x="300" y="6159"/>
                    <a:pt x="299" y="6240"/>
                  </a:cubicBezTo>
                  <a:cubicBezTo>
                    <a:pt x="298" y="6284"/>
                    <a:pt x="285" y="6330"/>
                    <a:pt x="293" y="6372"/>
                  </a:cubicBezTo>
                  <a:cubicBezTo>
                    <a:pt x="331" y="6580"/>
                    <a:pt x="301" y="6793"/>
                    <a:pt x="356" y="7000"/>
                  </a:cubicBezTo>
                  <a:cubicBezTo>
                    <a:pt x="383" y="7102"/>
                    <a:pt x="380" y="7214"/>
                    <a:pt x="392" y="7322"/>
                  </a:cubicBezTo>
                  <a:cubicBezTo>
                    <a:pt x="402" y="7412"/>
                    <a:pt x="418" y="7502"/>
                    <a:pt x="432" y="7591"/>
                  </a:cubicBezTo>
                  <a:cubicBezTo>
                    <a:pt x="434" y="7610"/>
                    <a:pt x="441" y="7631"/>
                    <a:pt x="449" y="7649"/>
                  </a:cubicBezTo>
                  <a:cubicBezTo>
                    <a:pt x="482" y="7727"/>
                    <a:pt x="515" y="7805"/>
                    <a:pt x="550" y="7883"/>
                  </a:cubicBezTo>
                  <a:cubicBezTo>
                    <a:pt x="569" y="7926"/>
                    <a:pt x="591" y="7964"/>
                    <a:pt x="610" y="8005"/>
                  </a:cubicBezTo>
                  <a:cubicBezTo>
                    <a:pt x="656" y="8102"/>
                    <a:pt x="699" y="8199"/>
                    <a:pt x="749" y="8292"/>
                  </a:cubicBezTo>
                  <a:cubicBezTo>
                    <a:pt x="769" y="8328"/>
                    <a:pt x="810" y="8350"/>
                    <a:pt x="827" y="8387"/>
                  </a:cubicBezTo>
                  <a:cubicBezTo>
                    <a:pt x="869" y="8473"/>
                    <a:pt x="934" y="8535"/>
                    <a:pt x="994" y="8604"/>
                  </a:cubicBezTo>
                  <a:cubicBezTo>
                    <a:pt x="1120" y="8751"/>
                    <a:pt x="1248" y="8895"/>
                    <a:pt x="1398" y="9013"/>
                  </a:cubicBezTo>
                  <a:cubicBezTo>
                    <a:pt x="1420" y="9032"/>
                    <a:pt x="1444" y="9051"/>
                    <a:pt x="1457" y="9075"/>
                  </a:cubicBezTo>
                  <a:cubicBezTo>
                    <a:pt x="1496" y="9133"/>
                    <a:pt x="1542" y="9148"/>
                    <a:pt x="1600" y="9130"/>
                  </a:cubicBezTo>
                  <a:close/>
                  <a:moveTo>
                    <a:pt x="5913" y="1873"/>
                  </a:moveTo>
                  <a:cubicBezTo>
                    <a:pt x="5965" y="1941"/>
                    <a:pt x="6055" y="1889"/>
                    <a:pt x="6086" y="1991"/>
                  </a:cubicBezTo>
                  <a:cubicBezTo>
                    <a:pt x="6009" y="1994"/>
                    <a:pt x="5938" y="2012"/>
                    <a:pt x="5872" y="1996"/>
                  </a:cubicBezTo>
                  <a:cubicBezTo>
                    <a:pt x="5790" y="1977"/>
                    <a:pt x="5749" y="2022"/>
                    <a:pt x="5702" y="2077"/>
                  </a:cubicBezTo>
                  <a:cubicBezTo>
                    <a:pt x="5783" y="2143"/>
                    <a:pt x="5783" y="2143"/>
                    <a:pt x="5782" y="2194"/>
                  </a:cubicBezTo>
                  <a:cubicBezTo>
                    <a:pt x="5747" y="2187"/>
                    <a:pt x="5709" y="2182"/>
                    <a:pt x="5676" y="2170"/>
                  </a:cubicBezTo>
                  <a:cubicBezTo>
                    <a:pt x="5634" y="2153"/>
                    <a:pt x="5596" y="2117"/>
                    <a:pt x="5547" y="2147"/>
                  </a:cubicBezTo>
                  <a:cubicBezTo>
                    <a:pt x="5506" y="2171"/>
                    <a:pt x="5462" y="2189"/>
                    <a:pt x="5414" y="2213"/>
                  </a:cubicBezTo>
                  <a:cubicBezTo>
                    <a:pt x="5448" y="2245"/>
                    <a:pt x="5472" y="2265"/>
                    <a:pt x="5497" y="2288"/>
                  </a:cubicBezTo>
                  <a:cubicBezTo>
                    <a:pt x="5494" y="2295"/>
                    <a:pt x="5492" y="2301"/>
                    <a:pt x="5489" y="2309"/>
                  </a:cubicBezTo>
                  <a:cubicBezTo>
                    <a:pt x="5452" y="2309"/>
                    <a:pt x="5410" y="2321"/>
                    <a:pt x="5376" y="2306"/>
                  </a:cubicBezTo>
                  <a:cubicBezTo>
                    <a:pt x="5319" y="2284"/>
                    <a:pt x="5269" y="2293"/>
                    <a:pt x="5218" y="2321"/>
                  </a:cubicBezTo>
                  <a:cubicBezTo>
                    <a:pt x="5169" y="2347"/>
                    <a:pt x="5117" y="2372"/>
                    <a:pt x="5056" y="2402"/>
                  </a:cubicBezTo>
                  <a:cubicBezTo>
                    <a:pt x="5108" y="2449"/>
                    <a:pt x="5184" y="2449"/>
                    <a:pt x="5182" y="2544"/>
                  </a:cubicBezTo>
                  <a:cubicBezTo>
                    <a:pt x="5072" y="2559"/>
                    <a:pt x="4995" y="2454"/>
                    <a:pt x="4890" y="2459"/>
                  </a:cubicBezTo>
                  <a:cubicBezTo>
                    <a:pt x="4833" y="2527"/>
                    <a:pt x="4726" y="2529"/>
                    <a:pt x="4682" y="2642"/>
                  </a:cubicBezTo>
                  <a:cubicBezTo>
                    <a:pt x="4725" y="2665"/>
                    <a:pt x="4766" y="2693"/>
                    <a:pt x="4810" y="2714"/>
                  </a:cubicBezTo>
                  <a:cubicBezTo>
                    <a:pt x="4839" y="2730"/>
                    <a:pt x="4853" y="2748"/>
                    <a:pt x="4834" y="2783"/>
                  </a:cubicBezTo>
                  <a:cubicBezTo>
                    <a:pt x="4750" y="2770"/>
                    <a:pt x="4668" y="2761"/>
                    <a:pt x="4596" y="2709"/>
                  </a:cubicBezTo>
                  <a:cubicBezTo>
                    <a:pt x="4582" y="2700"/>
                    <a:pt x="4558" y="2698"/>
                    <a:pt x="4544" y="2704"/>
                  </a:cubicBezTo>
                  <a:cubicBezTo>
                    <a:pt x="4459" y="2745"/>
                    <a:pt x="4376" y="2789"/>
                    <a:pt x="4297" y="2830"/>
                  </a:cubicBezTo>
                  <a:cubicBezTo>
                    <a:pt x="4292" y="2950"/>
                    <a:pt x="4425" y="2934"/>
                    <a:pt x="4444" y="3043"/>
                  </a:cubicBezTo>
                  <a:cubicBezTo>
                    <a:pt x="4416" y="3038"/>
                    <a:pt x="4394" y="3041"/>
                    <a:pt x="4378" y="3032"/>
                  </a:cubicBezTo>
                  <a:cubicBezTo>
                    <a:pt x="4309" y="2997"/>
                    <a:pt x="4239" y="2963"/>
                    <a:pt x="4173" y="2921"/>
                  </a:cubicBezTo>
                  <a:cubicBezTo>
                    <a:pt x="4141" y="2901"/>
                    <a:pt x="4117" y="2910"/>
                    <a:pt x="4087" y="2921"/>
                  </a:cubicBezTo>
                  <a:cubicBezTo>
                    <a:pt x="4034" y="2945"/>
                    <a:pt x="3980" y="2965"/>
                    <a:pt x="3926" y="2988"/>
                  </a:cubicBezTo>
                  <a:cubicBezTo>
                    <a:pt x="3908" y="2996"/>
                    <a:pt x="3891" y="3006"/>
                    <a:pt x="3852" y="3027"/>
                  </a:cubicBezTo>
                  <a:cubicBezTo>
                    <a:pt x="3920" y="3053"/>
                    <a:pt x="3968" y="3070"/>
                    <a:pt x="4014" y="3093"/>
                  </a:cubicBezTo>
                  <a:cubicBezTo>
                    <a:pt x="4030" y="3100"/>
                    <a:pt x="4036" y="3128"/>
                    <a:pt x="4046" y="3145"/>
                  </a:cubicBezTo>
                  <a:cubicBezTo>
                    <a:pt x="4029" y="3150"/>
                    <a:pt x="4008" y="3166"/>
                    <a:pt x="3993" y="3161"/>
                  </a:cubicBezTo>
                  <a:cubicBezTo>
                    <a:pt x="3911" y="3135"/>
                    <a:pt x="3831" y="3103"/>
                    <a:pt x="3749" y="3079"/>
                  </a:cubicBezTo>
                  <a:cubicBezTo>
                    <a:pt x="3719" y="3071"/>
                    <a:pt x="3683" y="3069"/>
                    <a:pt x="3651" y="3075"/>
                  </a:cubicBezTo>
                  <a:cubicBezTo>
                    <a:pt x="3573" y="3089"/>
                    <a:pt x="3496" y="3107"/>
                    <a:pt x="3417" y="3126"/>
                  </a:cubicBezTo>
                  <a:cubicBezTo>
                    <a:pt x="3409" y="3129"/>
                    <a:pt x="3401" y="3141"/>
                    <a:pt x="3391" y="3151"/>
                  </a:cubicBezTo>
                  <a:cubicBezTo>
                    <a:pt x="3472" y="3198"/>
                    <a:pt x="3547" y="3240"/>
                    <a:pt x="3618" y="3281"/>
                  </a:cubicBezTo>
                  <a:cubicBezTo>
                    <a:pt x="3619" y="3326"/>
                    <a:pt x="3603" y="3345"/>
                    <a:pt x="3573" y="3334"/>
                  </a:cubicBezTo>
                  <a:cubicBezTo>
                    <a:pt x="3469" y="3296"/>
                    <a:pt x="3365" y="3257"/>
                    <a:pt x="3263" y="3209"/>
                  </a:cubicBezTo>
                  <a:cubicBezTo>
                    <a:pt x="3237" y="3195"/>
                    <a:pt x="3217" y="3184"/>
                    <a:pt x="3190" y="3191"/>
                  </a:cubicBezTo>
                  <a:cubicBezTo>
                    <a:pt x="3109" y="3212"/>
                    <a:pt x="3030" y="3230"/>
                    <a:pt x="2949" y="3251"/>
                  </a:cubicBezTo>
                  <a:cubicBezTo>
                    <a:pt x="2942" y="3252"/>
                    <a:pt x="2939" y="3262"/>
                    <a:pt x="2930" y="3273"/>
                  </a:cubicBezTo>
                  <a:cubicBezTo>
                    <a:pt x="3004" y="3311"/>
                    <a:pt x="3073" y="3345"/>
                    <a:pt x="3144" y="3381"/>
                  </a:cubicBezTo>
                  <a:cubicBezTo>
                    <a:pt x="3144" y="3388"/>
                    <a:pt x="3142" y="3395"/>
                    <a:pt x="3142" y="3401"/>
                  </a:cubicBezTo>
                  <a:cubicBezTo>
                    <a:pt x="3120" y="3405"/>
                    <a:pt x="3098" y="3415"/>
                    <a:pt x="3077" y="3411"/>
                  </a:cubicBezTo>
                  <a:cubicBezTo>
                    <a:pt x="3037" y="3406"/>
                    <a:pt x="2998" y="3395"/>
                    <a:pt x="2960" y="3383"/>
                  </a:cubicBezTo>
                  <a:cubicBezTo>
                    <a:pt x="2842" y="3344"/>
                    <a:pt x="2731" y="3247"/>
                    <a:pt x="2597" y="3319"/>
                  </a:cubicBezTo>
                  <a:cubicBezTo>
                    <a:pt x="2591" y="3323"/>
                    <a:pt x="2579" y="3317"/>
                    <a:pt x="2571" y="3317"/>
                  </a:cubicBezTo>
                  <a:cubicBezTo>
                    <a:pt x="2517" y="3318"/>
                    <a:pt x="2465" y="3321"/>
                    <a:pt x="2398" y="3324"/>
                  </a:cubicBezTo>
                  <a:cubicBezTo>
                    <a:pt x="2475" y="3391"/>
                    <a:pt x="2538" y="3445"/>
                    <a:pt x="2599" y="3497"/>
                  </a:cubicBezTo>
                  <a:cubicBezTo>
                    <a:pt x="2574" y="3557"/>
                    <a:pt x="2546" y="3538"/>
                    <a:pt x="2517" y="3523"/>
                  </a:cubicBezTo>
                  <a:cubicBezTo>
                    <a:pt x="2446" y="3485"/>
                    <a:pt x="2374" y="3446"/>
                    <a:pt x="2297" y="3405"/>
                  </a:cubicBezTo>
                  <a:cubicBezTo>
                    <a:pt x="2294" y="3388"/>
                    <a:pt x="2286" y="3363"/>
                    <a:pt x="2279" y="3332"/>
                  </a:cubicBezTo>
                  <a:cubicBezTo>
                    <a:pt x="2178" y="3349"/>
                    <a:pt x="2082" y="3364"/>
                    <a:pt x="1965" y="3384"/>
                  </a:cubicBezTo>
                  <a:cubicBezTo>
                    <a:pt x="2066" y="3447"/>
                    <a:pt x="2147" y="3497"/>
                    <a:pt x="2230" y="3549"/>
                  </a:cubicBezTo>
                  <a:cubicBezTo>
                    <a:pt x="2202" y="3595"/>
                    <a:pt x="2180" y="3601"/>
                    <a:pt x="2141" y="3582"/>
                  </a:cubicBezTo>
                  <a:cubicBezTo>
                    <a:pt x="2076" y="3549"/>
                    <a:pt x="2008" y="3532"/>
                    <a:pt x="1942" y="3502"/>
                  </a:cubicBezTo>
                  <a:cubicBezTo>
                    <a:pt x="1907" y="3487"/>
                    <a:pt x="1875" y="3464"/>
                    <a:pt x="1846" y="3446"/>
                  </a:cubicBezTo>
                  <a:cubicBezTo>
                    <a:pt x="1854" y="3410"/>
                    <a:pt x="1857" y="3391"/>
                    <a:pt x="1865" y="3357"/>
                  </a:cubicBezTo>
                  <a:cubicBezTo>
                    <a:pt x="1745" y="3437"/>
                    <a:pt x="1634" y="3373"/>
                    <a:pt x="1525" y="3365"/>
                  </a:cubicBezTo>
                  <a:cubicBezTo>
                    <a:pt x="1523" y="3374"/>
                    <a:pt x="1520" y="3383"/>
                    <a:pt x="1518" y="3391"/>
                  </a:cubicBezTo>
                  <a:cubicBezTo>
                    <a:pt x="1615" y="3464"/>
                    <a:pt x="1711" y="3536"/>
                    <a:pt x="1809" y="3610"/>
                  </a:cubicBezTo>
                  <a:cubicBezTo>
                    <a:pt x="1763" y="3660"/>
                    <a:pt x="1714" y="3629"/>
                    <a:pt x="1672" y="3609"/>
                  </a:cubicBezTo>
                  <a:cubicBezTo>
                    <a:pt x="1573" y="3559"/>
                    <a:pt x="1477" y="3500"/>
                    <a:pt x="1380" y="3446"/>
                  </a:cubicBezTo>
                  <a:cubicBezTo>
                    <a:pt x="1384" y="3414"/>
                    <a:pt x="1387" y="3384"/>
                    <a:pt x="1394" y="3331"/>
                  </a:cubicBezTo>
                  <a:cubicBezTo>
                    <a:pt x="1232" y="3435"/>
                    <a:pt x="1092" y="3536"/>
                    <a:pt x="969" y="3693"/>
                  </a:cubicBezTo>
                  <a:cubicBezTo>
                    <a:pt x="1035" y="3715"/>
                    <a:pt x="1087" y="3722"/>
                    <a:pt x="1130" y="3749"/>
                  </a:cubicBezTo>
                  <a:cubicBezTo>
                    <a:pt x="1275" y="3836"/>
                    <a:pt x="1436" y="3865"/>
                    <a:pt x="1586" y="3927"/>
                  </a:cubicBezTo>
                  <a:cubicBezTo>
                    <a:pt x="1634" y="3946"/>
                    <a:pt x="1683" y="3962"/>
                    <a:pt x="1732" y="3979"/>
                  </a:cubicBezTo>
                  <a:cubicBezTo>
                    <a:pt x="1880" y="4033"/>
                    <a:pt x="2034" y="4056"/>
                    <a:pt x="2189" y="4064"/>
                  </a:cubicBezTo>
                  <a:cubicBezTo>
                    <a:pt x="2276" y="4068"/>
                    <a:pt x="2356" y="4100"/>
                    <a:pt x="2440" y="4112"/>
                  </a:cubicBezTo>
                  <a:cubicBezTo>
                    <a:pt x="2617" y="4140"/>
                    <a:pt x="2792" y="4162"/>
                    <a:pt x="2969" y="4193"/>
                  </a:cubicBezTo>
                  <a:cubicBezTo>
                    <a:pt x="3076" y="4211"/>
                    <a:pt x="3165" y="4186"/>
                    <a:pt x="3247" y="4102"/>
                  </a:cubicBezTo>
                  <a:cubicBezTo>
                    <a:pt x="3293" y="4055"/>
                    <a:pt x="3352" y="4024"/>
                    <a:pt x="3399" y="3988"/>
                  </a:cubicBezTo>
                  <a:cubicBezTo>
                    <a:pt x="3523" y="4080"/>
                    <a:pt x="3523" y="4080"/>
                    <a:pt x="3475" y="4213"/>
                  </a:cubicBezTo>
                  <a:cubicBezTo>
                    <a:pt x="3509" y="4213"/>
                    <a:pt x="3543" y="4212"/>
                    <a:pt x="3575" y="4213"/>
                  </a:cubicBezTo>
                  <a:cubicBezTo>
                    <a:pt x="3812" y="4227"/>
                    <a:pt x="4050" y="4234"/>
                    <a:pt x="4287" y="4253"/>
                  </a:cubicBezTo>
                  <a:cubicBezTo>
                    <a:pt x="4416" y="4264"/>
                    <a:pt x="4546" y="4198"/>
                    <a:pt x="4673" y="4269"/>
                  </a:cubicBezTo>
                  <a:cubicBezTo>
                    <a:pt x="4681" y="4274"/>
                    <a:pt x="4697" y="4266"/>
                    <a:pt x="4709" y="4265"/>
                  </a:cubicBezTo>
                  <a:cubicBezTo>
                    <a:pt x="4792" y="4261"/>
                    <a:pt x="4858" y="4208"/>
                    <a:pt x="4924" y="4165"/>
                  </a:cubicBezTo>
                  <a:cubicBezTo>
                    <a:pt x="5048" y="4080"/>
                    <a:pt x="5161" y="3977"/>
                    <a:pt x="5281" y="3882"/>
                  </a:cubicBezTo>
                  <a:cubicBezTo>
                    <a:pt x="5372" y="3809"/>
                    <a:pt x="5460" y="3727"/>
                    <a:pt x="5558" y="3669"/>
                  </a:cubicBezTo>
                  <a:cubicBezTo>
                    <a:pt x="5741" y="3560"/>
                    <a:pt x="5898" y="3415"/>
                    <a:pt x="6055" y="3272"/>
                  </a:cubicBezTo>
                  <a:cubicBezTo>
                    <a:pt x="6046" y="3176"/>
                    <a:pt x="6049" y="3174"/>
                    <a:pt x="6129" y="3160"/>
                  </a:cubicBezTo>
                  <a:cubicBezTo>
                    <a:pt x="6157" y="3154"/>
                    <a:pt x="6188" y="3154"/>
                    <a:pt x="6208" y="3139"/>
                  </a:cubicBezTo>
                  <a:cubicBezTo>
                    <a:pt x="6358" y="3022"/>
                    <a:pt x="6505" y="2899"/>
                    <a:pt x="6629" y="2749"/>
                  </a:cubicBezTo>
                  <a:cubicBezTo>
                    <a:pt x="6781" y="2567"/>
                    <a:pt x="6885" y="2350"/>
                    <a:pt x="6982" y="2127"/>
                  </a:cubicBezTo>
                  <a:cubicBezTo>
                    <a:pt x="7020" y="2039"/>
                    <a:pt x="7052" y="1948"/>
                    <a:pt x="7083" y="1856"/>
                  </a:cubicBezTo>
                  <a:cubicBezTo>
                    <a:pt x="7098" y="1810"/>
                    <a:pt x="7105" y="1761"/>
                    <a:pt x="7074" y="1705"/>
                  </a:cubicBezTo>
                  <a:cubicBezTo>
                    <a:pt x="7059" y="1723"/>
                    <a:pt x="7044" y="1735"/>
                    <a:pt x="7043" y="1748"/>
                  </a:cubicBezTo>
                  <a:cubicBezTo>
                    <a:pt x="7034" y="1819"/>
                    <a:pt x="6997" y="1861"/>
                    <a:pt x="6944" y="1897"/>
                  </a:cubicBezTo>
                  <a:cubicBezTo>
                    <a:pt x="6899" y="1927"/>
                    <a:pt x="6864" y="1967"/>
                    <a:pt x="6846" y="2027"/>
                  </a:cubicBezTo>
                  <a:cubicBezTo>
                    <a:pt x="6833" y="2070"/>
                    <a:pt x="6809" y="2122"/>
                    <a:pt x="6777" y="2143"/>
                  </a:cubicBezTo>
                  <a:cubicBezTo>
                    <a:pt x="6705" y="2187"/>
                    <a:pt x="6651" y="2250"/>
                    <a:pt x="6594" y="2309"/>
                  </a:cubicBezTo>
                  <a:cubicBezTo>
                    <a:pt x="6534" y="2371"/>
                    <a:pt x="6461" y="2421"/>
                    <a:pt x="6408" y="2487"/>
                  </a:cubicBezTo>
                  <a:cubicBezTo>
                    <a:pt x="6329" y="2585"/>
                    <a:pt x="6226" y="2639"/>
                    <a:pt x="6132" y="2702"/>
                  </a:cubicBezTo>
                  <a:cubicBezTo>
                    <a:pt x="6021" y="2776"/>
                    <a:pt x="5916" y="2861"/>
                    <a:pt x="5794" y="2915"/>
                  </a:cubicBezTo>
                  <a:cubicBezTo>
                    <a:pt x="5691" y="2960"/>
                    <a:pt x="5590" y="3012"/>
                    <a:pt x="5498" y="3091"/>
                  </a:cubicBezTo>
                  <a:cubicBezTo>
                    <a:pt x="5439" y="3140"/>
                    <a:pt x="5372" y="3181"/>
                    <a:pt x="5313" y="3235"/>
                  </a:cubicBezTo>
                  <a:cubicBezTo>
                    <a:pt x="5282" y="3263"/>
                    <a:pt x="5248" y="3288"/>
                    <a:pt x="5214" y="3309"/>
                  </a:cubicBezTo>
                  <a:cubicBezTo>
                    <a:pt x="5152" y="3347"/>
                    <a:pt x="5090" y="3381"/>
                    <a:pt x="5026" y="3411"/>
                  </a:cubicBezTo>
                  <a:cubicBezTo>
                    <a:pt x="4994" y="3427"/>
                    <a:pt x="4957" y="3439"/>
                    <a:pt x="4922" y="3441"/>
                  </a:cubicBezTo>
                  <a:cubicBezTo>
                    <a:pt x="4889" y="3444"/>
                    <a:pt x="4865" y="3419"/>
                    <a:pt x="4860" y="3380"/>
                  </a:cubicBezTo>
                  <a:cubicBezTo>
                    <a:pt x="4853" y="3324"/>
                    <a:pt x="4895" y="3241"/>
                    <a:pt x="4945" y="3216"/>
                  </a:cubicBezTo>
                  <a:cubicBezTo>
                    <a:pt x="4983" y="3195"/>
                    <a:pt x="5027" y="3186"/>
                    <a:pt x="5063" y="3164"/>
                  </a:cubicBezTo>
                  <a:cubicBezTo>
                    <a:pt x="5170" y="3092"/>
                    <a:pt x="5272" y="3010"/>
                    <a:pt x="5379" y="2940"/>
                  </a:cubicBezTo>
                  <a:cubicBezTo>
                    <a:pt x="5469" y="2879"/>
                    <a:pt x="5563" y="2820"/>
                    <a:pt x="5662" y="2776"/>
                  </a:cubicBezTo>
                  <a:cubicBezTo>
                    <a:pt x="5784" y="2723"/>
                    <a:pt x="5908" y="2672"/>
                    <a:pt x="6010" y="2576"/>
                  </a:cubicBezTo>
                  <a:cubicBezTo>
                    <a:pt x="6107" y="2487"/>
                    <a:pt x="6205" y="2403"/>
                    <a:pt x="6322" y="2347"/>
                  </a:cubicBezTo>
                  <a:cubicBezTo>
                    <a:pt x="6338" y="2340"/>
                    <a:pt x="6353" y="2326"/>
                    <a:pt x="6365" y="2311"/>
                  </a:cubicBezTo>
                  <a:cubicBezTo>
                    <a:pt x="6423" y="2242"/>
                    <a:pt x="6477" y="2171"/>
                    <a:pt x="6533" y="2101"/>
                  </a:cubicBezTo>
                  <a:cubicBezTo>
                    <a:pt x="6554" y="2075"/>
                    <a:pt x="6577" y="2053"/>
                    <a:pt x="6598" y="2028"/>
                  </a:cubicBezTo>
                  <a:cubicBezTo>
                    <a:pt x="6654" y="1958"/>
                    <a:pt x="6711" y="1892"/>
                    <a:pt x="6764" y="1820"/>
                  </a:cubicBezTo>
                  <a:cubicBezTo>
                    <a:pt x="6807" y="1763"/>
                    <a:pt x="6846" y="1702"/>
                    <a:pt x="6883" y="1639"/>
                  </a:cubicBezTo>
                  <a:cubicBezTo>
                    <a:pt x="6900" y="1610"/>
                    <a:pt x="6909" y="1578"/>
                    <a:pt x="6921" y="1546"/>
                  </a:cubicBezTo>
                  <a:cubicBezTo>
                    <a:pt x="6730" y="1477"/>
                    <a:pt x="6589" y="1485"/>
                    <a:pt x="6428" y="1577"/>
                  </a:cubicBezTo>
                  <a:cubicBezTo>
                    <a:pt x="6372" y="1608"/>
                    <a:pt x="6313" y="1624"/>
                    <a:pt x="6251" y="1625"/>
                  </a:cubicBezTo>
                  <a:cubicBezTo>
                    <a:pt x="6229" y="1625"/>
                    <a:pt x="6205" y="1629"/>
                    <a:pt x="6174" y="1631"/>
                  </a:cubicBezTo>
                  <a:cubicBezTo>
                    <a:pt x="6293" y="1738"/>
                    <a:pt x="6293" y="1738"/>
                    <a:pt x="6290" y="1774"/>
                  </a:cubicBezTo>
                  <a:cubicBezTo>
                    <a:pt x="6215" y="1749"/>
                    <a:pt x="6142" y="1725"/>
                    <a:pt x="6067" y="1699"/>
                  </a:cubicBezTo>
                  <a:cubicBezTo>
                    <a:pt x="6014" y="1758"/>
                    <a:pt x="5964" y="1815"/>
                    <a:pt x="5913" y="1873"/>
                  </a:cubicBezTo>
                  <a:close/>
                  <a:moveTo>
                    <a:pt x="6004" y="1092"/>
                  </a:moveTo>
                  <a:cubicBezTo>
                    <a:pt x="5972" y="1040"/>
                    <a:pt x="5928" y="1014"/>
                    <a:pt x="5870" y="1014"/>
                  </a:cubicBezTo>
                  <a:cubicBezTo>
                    <a:pt x="5793" y="1015"/>
                    <a:pt x="5713" y="1015"/>
                    <a:pt x="5635" y="1012"/>
                  </a:cubicBezTo>
                  <a:cubicBezTo>
                    <a:pt x="5565" y="1010"/>
                    <a:pt x="5511" y="1041"/>
                    <a:pt x="5456" y="1079"/>
                  </a:cubicBezTo>
                  <a:cubicBezTo>
                    <a:pt x="5419" y="1105"/>
                    <a:pt x="5376" y="1123"/>
                    <a:pt x="5335" y="1143"/>
                  </a:cubicBezTo>
                  <a:cubicBezTo>
                    <a:pt x="5322" y="1149"/>
                    <a:pt x="5299" y="1146"/>
                    <a:pt x="5292" y="1156"/>
                  </a:cubicBezTo>
                  <a:cubicBezTo>
                    <a:pt x="5246" y="1226"/>
                    <a:pt x="5166" y="1242"/>
                    <a:pt x="5110" y="1296"/>
                  </a:cubicBezTo>
                  <a:cubicBezTo>
                    <a:pt x="5085" y="1322"/>
                    <a:pt x="5047" y="1333"/>
                    <a:pt x="5012" y="1345"/>
                  </a:cubicBezTo>
                  <a:cubicBezTo>
                    <a:pt x="4966" y="1363"/>
                    <a:pt x="4910" y="1359"/>
                    <a:pt x="4872" y="1386"/>
                  </a:cubicBezTo>
                  <a:cubicBezTo>
                    <a:pt x="4721" y="1492"/>
                    <a:pt x="4545" y="1521"/>
                    <a:pt x="4392" y="1610"/>
                  </a:cubicBezTo>
                  <a:cubicBezTo>
                    <a:pt x="4379" y="1619"/>
                    <a:pt x="4361" y="1616"/>
                    <a:pt x="4347" y="1621"/>
                  </a:cubicBezTo>
                  <a:cubicBezTo>
                    <a:pt x="4306" y="1632"/>
                    <a:pt x="4266" y="1646"/>
                    <a:pt x="4225" y="1658"/>
                  </a:cubicBezTo>
                  <a:cubicBezTo>
                    <a:pt x="4203" y="1665"/>
                    <a:pt x="4179" y="1670"/>
                    <a:pt x="4156" y="1673"/>
                  </a:cubicBezTo>
                  <a:cubicBezTo>
                    <a:pt x="4031" y="1691"/>
                    <a:pt x="3905" y="1700"/>
                    <a:pt x="3783" y="1728"/>
                  </a:cubicBezTo>
                  <a:cubicBezTo>
                    <a:pt x="3685" y="1752"/>
                    <a:pt x="3589" y="1779"/>
                    <a:pt x="3486" y="1770"/>
                  </a:cubicBezTo>
                  <a:cubicBezTo>
                    <a:pt x="3441" y="1767"/>
                    <a:pt x="3394" y="1775"/>
                    <a:pt x="3350" y="1788"/>
                  </a:cubicBezTo>
                  <a:cubicBezTo>
                    <a:pt x="3240" y="1820"/>
                    <a:pt x="3125" y="1836"/>
                    <a:pt x="3015" y="1815"/>
                  </a:cubicBezTo>
                  <a:cubicBezTo>
                    <a:pt x="2923" y="1799"/>
                    <a:pt x="2836" y="1793"/>
                    <a:pt x="2745" y="1815"/>
                  </a:cubicBezTo>
                  <a:cubicBezTo>
                    <a:pt x="2721" y="1821"/>
                    <a:pt x="2695" y="1825"/>
                    <a:pt x="2673" y="1824"/>
                  </a:cubicBezTo>
                  <a:cubicBezTo>
                    <a:pt x="2601" y="1819"/>
                    <a:pt x="2530" y="1808"/>
                    <a:pt x="2457" y="1803"/>
                  </a:cubicBezTo>
                  <a:cubicBezTo>
                    <a:pt x="2424" y="1800"/>
                    <a:pt x="2387" y="1819"/>
                    <a:pt x="2360" y="1808"/>
                  </a:cubicBezTo>
                  <a:cubicBezTo>
                    <a:pt x="2304" y="1785"/>
                    <a:pt x="2249" y="1798"/>
                    <a:pt x="2197" y="1808"/>
                  </a:cubicBezTo>
                  <a:cubicBezTo>
                    <a:pt x="2070" y="1831"/>
                    <a:pt x="1948" y="1880"/>
                    <a:pt x="1818" y="1875"/>
                  </a:cubicBezTo>
                  <a:cubicBezTo>
                    <a:pt x="1803" y="1875"/>
                    <a:pt x="1788" y="1883"/>
                    <a:pt x="1773" y="1887"/>
                  </a:cubicBezTo>
                  <a:cubicBezTo>
                    <a:pt x="1680" y="1910"/>
                    <a:pt x="1598" y="1967"/>
                    <a:pt x="1509" y="1994"/>
                  </a:cubicBezTo>
                  <a:cubicBezTo>
                    <a:pt x="1394" y="2031"/>
                    <a:pt x="1314" y="2118"/>
                    <a:pt x="1250" y="2209"/>
                  </a:cubicBezTo>
                  <a:cubicBezTo>
                    <a:pt x="1151" y="2345"/>
                    <a:pt x="1089" y="2507"/>
                    <a:pt x="1115" y="2691"/>
                  </a:cubicBezTo>
                  <a:cubicBezTo>
                    <a:pt x="1117" y="2704"/>
                    <a:pt x="1118" y="2720"/>
                    <a:pt x="1114" y="2731"/>
                  </a:cubicBezTo>
                  <a:cubicBezTo>
                    <a:pt x="1064" y="2870"/>
                    <a:pt x="1150" y="2949"/>
                    <a:pt x="1269" y="3029"/>
                  </a:cubicBezTo>
                  <a:cubicBezTo>
                    <a:pt x="1328" y="3069"/>
                    <a:pt x="1401" y="3082"/>
                    <a:pt x="1442" y="3155"/>
                  </a:cubicBezTo>
                  <a:cubicBezTo>
                    <a:pt x="1471" y="3206"/>
                    <a:pt x="1522" y="3215"/>
                    <a:pt x="1573" y="3215"/>
                  </a:cubicBezTo>
                  <a:cubicBezTo>
                    <a:pt x="1656" y="3213"/>
                    <a:pt x="1738" y="3217"/>
                    <a:pt x="1821" y="3217"/>
                  </a:cubicBezTo>
                  <a:cubicBezTo>
                    <a:pt x="1882" y="3217"/>
                    <a:pt x="1943" y="3221"/>
                    <a:pt x="2004" y="3211"/>
                  </a:cubicBezTo>
                  <a:cubicBezTo>
                    <a:pt x="2166" y="3184"/>
                    <a:pt x="2328" y="3154"/>
                    <a:pt x="2494" y="3144"/>
                  </a:cubicBezTo>
                  <a:cubicBezTo>
                    <a:pt x="2598" y="3138"/>
                    <a:pt x="2704" y="3104"/>
                    <a:pt x="2808" y="3100"/>
                  </a:cubicBezTo>
                  <a:cubicBezTo>
                    <a:pt x="2922" y="3097"/>
                    <a:pt x="3032" y="3078"/>
                    <a:pt x="3136" y="3033"/>
                  </a:cubicBezTo>
                  <a:cubicBezTo>
                    <a:pt x="3236" y="2991"/>
                    <a:pt x="3339" y="2993"/>
                    <a:pt x="3439" y="2965"/>
                  </a:cubicBezTo>
                  <a:cubicBezTo>
                    <a:pt x="3544" y="2935"/>
                    <a:pt x="3654" y="2920"/>
                    <a:pt x="3758" y="2884"/>
                  </a:cubicBezTo>
                  <a:cubicBezTo>
                    <a:pt x="3867" y="2846"/>
                    <a:pt x="3969" y="2781"/>
                    <a:pt x="4081" y="2746"/>
                  </a:cubicBezTo>
                  <a:cubicBezTo>
                    <a:pt x="4146" y="2726"/>
                    <a:pt x="4195" y="2680"/>
                    <a:pt x="4256" y="2653"/>
                  </a:cubicBezTo>
                  <a:cubicBezTo>
                    <a:pt x="4371" y="2602"/>
                    <a:pt x="4477" y="2524"/>
                    <a:pt x="4587" y="2459"/>
                  </a:cubicBezTo>
                  <a:cubicBezTo>
                    <a:pt x="4679" y="2404"/>
                    <a:pt x="4767" y="2342"/>
                    <a:pt x="4864" y="2301"/>
                  </a:cubicBezTo>
                  <a:cubicBezTo>
                    <a:pt x="4982" y="2250"/>
                    <a:pt x="5108" y="2214"/>
                    <a:pt x="5219" y="2141"/>
                  </a:cubicBezTo>
                  <a:cubicBezTo>
                    <a:pt x="5256" y="2117"/>
                    <a:pt x="5293" y="2095"/>
                    <a:pt x="5330" y="2072"/>
                  </a:cubicBezTo>
                  <a:cubicBezTo>
                    <a:pt x="5400" y="2029"/>
                    <a:pt x="5466" y="1982"/>
                    <a:pt x="5537" y="1943"/>
                  </a:cubicBezTo>
                  <a:cubicBezTo>
                    <a:pt x="5618" y="1898"/>
                    <a:pt x="5701" y="1856"/>
                    <a:pt x="5763" y="1778"/>
                  </a:cubicBezTo>
                  <a:cubicBezTo>
                    <a:pt x="5821" y="1706"/>
                    <a:pt x="5884" y="1636"/>
                    <a:pt x="5947" y="1565"/>
                  </a:cubicBezTo>
                  <a:cubicBezTo>
                    <a:pt x="5984" y="1523"/>
                    <a:pt x="6005" y="1476"/>
                    <a:pt x="6001" y="1397"/>
                  </a:cubicBezTo>
                  <a:cubicBezTo>
                    <a:pt x="5968" y="1427"/>
                    <a:pt x="5944" y="1448"/>
                    <a:pt x="5924" y="1470"/>
                  </a:cubicBezTo>
                  <a:cubicBezTo>
                    <a:pt x="5893" y="1502"/>
                    <a:pt x="5867" y="1548"/>
                    <a:pt x="5832" y="1567"/>
                  </a:cubicBezTo>
                  <a:cubicBezTo>
                    <a:pt x="5683" y="1641"/>
                    <a:pt x="5534" y="1708"/>
                    <a:pt x="5382" y="1774"/>
                  </a:cubicBezTo>
                  <a:cubicBezTo>
                    <a:pt x="5354" y="1787"/>
                    <a:pt x="5323" y="1778"/>
                    <a:pt x="5304" y="1742"/>
                  </a:cubicBezTo>
                  <a:cubicBezTo>
                    <a:pt x="5285" y="1708"/>
                    <a:pt x="5304" y="1685"/>
                    <a:pt x="5320" y="1660"/>
                  </a:cubicBezTo>
                  <a:cubicBezTo>
                    <a:pt x="5328" y="1649"/>
                    <a:pt x="5334" y="1636"/>
                    <a:pt x="5344" y="1630"/>
                  </a:cubicBezTo>
                  <a:cubicBezTo>
                    <a:pt x="5391" y="1596"/>
                    <a:pt x="5434" y="1558"/>
                    <a:pt x="5484" y="1535"/>
                  </a:cubicBezTo>
                  <a:cubicBezTo>
                    <a:pt x="5596" y="1483"/>
                    <a:pt x="5704" y="1422"/>
                    <a:pt x="5791" y="1325"/>
                  </a:cubicBezTo>
                  <a:cubicBezTo>
                    <a:pt x="5810" y="1305"/>
                    <a:pt x="5840" y="1296"/>
                    <a:pt x="5857" y="1276"/>
                  </a:cubicBezTo>
                  <a:cubicBezTo>
                    <a:pt x="5905" y="1220"/>
                    <a:pt x="5951" y="1158"/>
                    <a:pt x="6004" y="1092"/>
                  </a:cubicBezTo>
                  <a:close/>
                  <a:moveTo>
                    <a:pt x="5672" y="4066"/>
                  </a:moveTo>
                  <a:cubicBezTo>
                    <a:pt x="5588" y="4038"/>
                    <a:pt x="5509" y="4012"/>
                    <a:pt x="5427" y="3983"/>
                  </a:cubicBezTo>
                  <a:cubicBezTo>
                    <a:pt x="5417" y="4055"/>
                    <a:pt x="5499" y="4114"/>
                    <a:pt x="5427" y="4167"/>
                  </a:cubicBezTo>
                  <a:cubicBezTo>
                    <a:pt x="5371" y="4166"/>
                    <a:pt x="5347" y="4085"/>
                    <a:pt x="5283" y="4104"/>
                  </a:cubicBezTo>
                  <a:cubicBezTo>
                    <a:pt x="5317" y="4204"/>
                    <a:pt x="5314" y="4220"/>
                    <a:pt x="5273" y="4249"/>
                  </a:cubicBezTo>
                  <a:cubicBezTo>
                    <a:pt x="5216" y="4290"/>
                    <a:pt x="5197" y="4237"/>
                    <a:pt x="5177" y="4193"/>
                  </a:cubicBezTo>
                  <a:cubicBezTo>
                    <a:pt x="5135" y="4228"/>
                    <a:pt x="5102" y="4255"/>
                    <a:pt x="5052" y="4296"/>
                  </a:cubicBezTo>
                  <a:cubicBezTo>
                    <a:pt x="5139" y="4306"/>
                    <a:pt x="5205" y="4312"/>
                    <a:pt x="5270" y="4321"/>
                  </a:cubicBezTo>
                  <a:cubicBezTo>
                    <a:pt x="5342" y="4330"/>
                    <a:pt x="5413" y="4337"/>
                    <a:pt x="5486" y="4352"/>
                  </a:cubicBezTo>
                  <a:cubicBezTo>
                    <a:pt x="5540" y="4362"/>
                    <a:pt x="5575" y="4340"/>
                    <a:pt x="5611" y="4295"/>
                  </a:cubicBezTo>
                  <a:cubicBezTo>
                    <a:pt x="5695" y="4192"/>
                    <a:pt x="5800" y="4116"/>
                    <a:pt x="5916" y="4066"/>
                  </a:cubicBezTo>
                  <a:cubicBezTo>
                    <a:pt x="6012" y="4138"/>
                    <a:pt x="6015" y="4212"/>
                    <a:pt x="5928" y="4280"/>
                  </a:cubicBezTo>
                  <a:cubicBezTo>
                    <a:pt x="5916" y="4289"/>
                    <a:pt x="5897" y="4290"/>
                    <a:pt x="5887" y="4301"/>
                  </a:cubicBezTo>
                  <a:cubicBezTo>
                    <a:pt x="5873" y="4316"/>
                    <a:pt x="5865" y="4335"/>
                    <a:pt x="5850" y="4360"/>
                  </a:cubicBezTo>
                  <a:cubicBezTo>
                    <a:pt x="5892" y="4360"/>
                    <a:pt x="5927" y="4370"/>
                    <a:pt x="5952" y="4358"/>
                  </a:cubicBezTo>
                  <a:cubicBezTo>
                    <a:pt x="6041" y="4318"/>
                    <a:pt x="6133" y="4334"/>
                    <a:pt x="6224" y="4335"/>
                  </a:cubicBezTo>
                  <a:cubicBezTo>
                    <a:pt x="6285" y="4336"/>
                    <a:pt x="6344" y="4358"/>
                    <a:pt x="6405" y="4359"/>
                  </a:cubicBezTo>
                  <a:cubicBezTo>
                    <a:pt x="6601" y="4363"/>
                    <a:pt x="6796" y="4361"/>
                    <a:pt x="6996" y="4361"/>
                  </a:cubicBezTo>
                  <a:cubicBezTo>
                    <a:pt x="7006" y="4333"/>
                    <a:pt x="7010" y="4306"/>
                    <a:pt x="7024" y="4292"/>
                  </a:cubicBezTo>
                  <a:cubicBezTo>
                    <a:pt x="7064" y="4256"/>
                    <a:pt x="7111" y="4228"/>
                    <a:pt x="7153" y="4194"/>
                  </a:cubicBezTo>
                  <a:cubicBezTo>
                    <a:pt x="7210" y="4149"/>
                    <a:pt x="7268" y="4107"/>
                    <a:pt x="7320" y="4056"/>
                  </a:cubicBezTo>
                  <a:cubicBezTo>
                    <a:pt x="7385" y="3992"/>
                    <a:pt x="7441" y="3921"/>
                    <a:pt x="7501" y="3853"/>
                  </a:cubicBezTo>
                  <a:cubicBezTo>
                    <a:pt x="7543" y="3804"/>
                    <a:pt x="7581" y="3748"/>
                    <a:pt x="7630" y="3708"/>
                  </a:cubicBezTo>
                  <a:cubicBezTo>
                    <a:pt x="7819" y="3558"/>
                    <a:pt x="7967" y="3367"/>
                    <a:pt x="8108" y="3167"/>
                  </a:cubicBezTo>
                  <a:cubicBezTo>
                    <a:pt x="8116" y="3156"/>
                    <a:pt x="8123" y="3144"/>
                    <a:pt x="8126" y="3131"/>
                  </a:cubicBezTo>
                  <a:cubicBezTo>
                    <a:pt x="8139" y="3016"/>
                    <a:pt x="8179" y="2908"/>
                    <a:pt x="8137" y="2783"/>
                  </a:cubicBezTo>
                  <a:cubicBezTo>
                    <a:pt x="8097" y="2665"/>
                    <a:pt x="8033" y="2581"/>
                    <a:pt x="7957" y="2484"/>
                  </a:cubicBezTo>
                  <a:cubicBezTo>
                    <a:pt x="7946" y="2533"/>
                    <a:pt x="7939" y="2569"/>
                    <a:pt x="7936" y="2589"/>
                  </a:cubicBezTo>
                  <a:cubicBezTo>
                    <a:pt x="7805" y="2653"/>
                    <a:pt x="7682" y="2706"/>
                    <a:pt x="7566" y="2776"/>
                  </a:cubicBezTo>
                  <a:cubicBezTo>
                    <a:pt x="7473" y="2831"/>
                    <a:pt x="7385" y="2898"/>
                    <a:pt x="7315" y="2995"/>
                  </a:cubicBezTo>
                  <a:cubicBezTo>
                    <a:pt x="7268" y="3061"/>
                    <a:pt x="7196" y="3108"/>
                    <a:pt x="7135" y="3164"/>
                  </a:cubicBezTo>
                  <a:cubicBezTo>
                    <a:pt x="7023" y="3263"/>
                    <a:pt x="6881" y="3327"/>
                    <a:pt x="6804" y="3473"/>
                  </a:cubicBezTo>
                  <a:cubicBezTo>
                    <a:pt x="6796" y="3487"/>
                    <a:pt x="6785" y="3500"/>
                    <a:pt x="6772" y="3508"/>
                  </a:cubicBezTo>
                  <a:cubicBezTo>
                    <a:pt x="6681" y="3577"/>
                    <a:pt x="6592" y="3650"/>
                    <a:pt x="6496" y="3708"/>
                  </a:cubicBezTo>
                  <a:cubicBezTo>
                    <a:pt x="6435" y="3746"/>
                    <a:pt x="6366" y="3764"/>
                    <a:pt x="6299" y="3783"/>
                  </a:cubicBezTo>
                  <a:cubicBezTo>
                    <a:pt x="6279" y="3788"/>
                    <a:pt x="6236" y="3768"/>
                    <a:pt x="6233" y="3752"/>
                  </a:cubicBezTo>
                  <a:cubicBezTo>
                    <a:pt x="6225" y="3728"/>
                    <a:pt x="6246" y="3697"/>
                    <a:pt x="6258" y="3671"/>
                  </a:cubicBezTo>
                  <a:cubicBezTo>
                    <a:pt x="6263" y="3661"/>
                    <a:pt x="6277" y="3656"/>
                    <a:pt x="6289" y="3650"/>
                  </a:cubicBezTo>
                  <a:cubicBezTo>
                    <a:pt x="6378" y="3587"/>
                    <a:pt x="6469" y="3527"/>
                    <a:pt x="6557" y="3462"/>
                  </a:cubicBezTo>
                  <a:cubicBezTo>
                    <a:pt x="6597" y="3434"/>
                    <a:pt x="6645" y="3403"/>
                    <a:pt x="6665" y="3359"/>
                  </a:cubicBezTo>
                  <a:cubicBezTo>
                    <a:pt x="6719" y="3255"/>
                    <a:pt x="6818" y="3217"/>
                    <a:pt x="6895" y="3149"/>
                  </a:cubicBezTo>
                  <a:cubicBezTo>
                    <a:pt x="6982" y="3072"/>
                    <a:pt x="7069" y="2997"/>
                    <a:pt x="7155" y="2915"/>
                  </a:cubicBezTo>
                  <a:cubicBezTo>
                    <a:pt x="7297" y="2780"/>
                    <a:pt x="7432" y="2632"/>
                    <a:pt x="7607" y="2544"/>
                  </a:cubicBezTo>
                  <a:cubicBezTo>
                    <a:pt x="7669" y="2511"/>
                    <a:pt x="7735" y="2479"/>
                    <a:pt x="7765" y="2396"/>
                  </a:cubicBezTo>
                  <a:cubicBezTo>
                    <a:pt x="7705" y="2382"/>
                    <a:pt x="7646" y="2373"/>
                    <a:pt x="7589" y="2351"/>
                  </a:cubicBezTo>
                  <a:cubicBezTo>
                    <a:pt x="7458" y="2301"/>
                    <a:pt x="7334" y="2336"/>
                    <a:pt x="7207" y="2368"/>
                  </a:cubicBezTo>
                  <a:cubicBezTo>
                    <a:pt x="7166" y="2378"/>
                    <a:pt x="7126" y="2395"/>
                    <a:pt x="7086" y="2406"/>
                  </a:cubicBezTo>
                  <a:cubicBezTo>
                    <a:pt x="7060" y="2414"/>
                    <a:pt x="7038" y="2421"/>
                    <a:pt x="7046" y="2458"/>
                  </a:cubicBezTo>
                  <a:cubicBezTo>
                    <a:pt x="7213" y="2525"/>
                    <a:pt x="7213" y="2525"/>
                    <a:pt x="7226" y="2596"/>
                  </a:cubicBezTo>
                  <a:cubicBezTo>
                    <a:pt x="7161" y="2585"/>
                    <a:pt x="7098" y="2575"/>
                    <a:pt x="7036" y="2561"/>
                  </a:cubicBezTo>
                  <a:cubicBezTo>
                    <a:pt x="6995" y="2551"/>
                    <a:pt x="6964" y="2561"/>
                    <a:pt x="6939" y="2598"/>
                  </a:cubicBezTo>
                  <a:cubicBezTo>
                    <a:pt x="6893" y="2666"/>
                    <a:pt x="6844" y="2733"/>
                    <a:pt x="6802" y="2802"/>
                  </a:cubicBezTo>
                  <a:cubicBezTo>
                    <a:pt x="6793" y="2816"/>
                    <a:pt x="6798" y="2849"/>
                    <a:pt x="6809" y="2864"/>
                  </a:cubicBezTo>
                  <a:cubicBezTo>
                    <a:pt x="6828" y="2895"/>
                    <a:pt x="6831" y="2918"/>
                    <a:pt x="6811" y="2938"/>
                  </a:cubicBezTo>
                  <a:cubicBezTo>
                    <a:pt x="6763" y="2933"/>
                    <a:pt x="6714" y="2912"/>
                    <a:pt x="6681" y="2929"/>
                  </a:cubicBezTo>
                  <a:cubicBezTo>
                    <a:pt x="6630" y="2958"/>
                    <a:pt x="6592" y="3012"/>
                    <a:pt x="6546" y="3057"/>
                  </a:cubicBezTo>
                  <a:cubicBezTo>
                    <a:pt x="6578" y="3084"/>
                    <a:pt x="6604" y="3106"/>
                    <a:pt x="6630" y="3126"/>
                  </a:cubicBezTo>
                  <a:cubicBezTo>
                    <a:pt x="6608" y="3175"/>
                    <a:pt x="6578" y="3165"/>
                    <a:pt x="6550" y="3154"/>
                  </a:cubicBezTo>
                  <a:cubicBezTo>
                    <a:pt x="6511" y="3141"/>
                    <a:pt x="6473" y="3133"/>
                    <a:pt x="6435" y="3167"/>
                  </a:cubicBezTo>
                  <a:cubicBezTo>
                    <a:pt x="6394" y="3205"/>
                    <a:pt x="6352" y="3240"/>
                    <a:pt x="6310" y="3276"/>
                  </a:cubicBezTo>
                  <a:cubicBezTo>
                    <a:pt x="6318" y="3320"/>
                    <a:pt x="6393" y="3319"/>
                    <a:pt x="6371" y="3399"/>
                  </a:cubicBezTo>
                  <a:cubicBezTo>
                    <a:pt x="6345" y="3390"/>
                    <a:pt x="6317" y="3386"/>
                    <a:pt x="6292" y="3371"/>
                  </a:cubicBezTo>
                  <a:cubicBezTo>
                    <a:pt x="6248" y="3348"/>
                    <a:pt x="6215" y="3330"/>
                    <a:pt x="6159" y="3368"/>
                  </a:cubicBezTo>
                  <a:cubicBezTo>
                    <a:pt x="6107" y="3404"/>
                    <a:pt x="6077" y="3451"/>
                    <a:pt x="6038" y="3489"/>
                  </a:cubicBezTo>
                  <a:cubicBezTo>
                    <a:pt x="6060" y="3563"/>
                    <a:pt x="6151" y="3569"/>
                    <a:pt x="6153" y="3665"/>
                  </a:cubicBezTo>
                  <a:cubicBezTo>
                    <a:pt x="6077" y="3634"/>
                    <a:pt x="6010" y="3607"/>
                    <a:pt x="5941" y="3580"/>
                  </a:cubicBezTo>
                  <a:cubicBezTo>
                    <a:pt x="5886" y="3624"/>
                    <a:pt x="5829" y="3668"/>
                    <a:pt x="5769" y="3714"/>
                  </a:cubicBezTo>
                  <a:cubicBezTo>
                    <a:pt x="5808" y="3764"/>
                    <a:pt x="5840" y="3804"/>
                    <a:pt x="5870" y="3845"/>
                  </a:cubicBezTo>
                  <a:cubicBezTo>
                    <a:pt x="5897" y="3880"/>
                    <a:pt x="5887" y="3905"/>
                    <a:pt x="5856" y="3926"/>
                  </a:cubicBezTo>
                  <a:cubicBezTo>
                    <a:pt x="5784" y="3882"/>
                    <a:pt x="5717" y="3842"/>
                    <a:pt x="5642" y="3798"/>
                  </a:cubicBezTo>
                  <a:cubicBezTo>
                    <a:pt x="5616" y="3829"/>
                    <a:pt x="5593" y="3856"/>
                    <a:pt x="5581" y="3871"/>
                  </a:cubicBezTo>
                  <a:cubicBezTo>
                    <a:pt x="5570" y="3969"/>
                    <a:pt x="5697" y="3948"/>
                    <a:pt x="5672" y="4066"/>
                  </a:cubicBezTo>
                  <a:close/>
                  <a:moveTo>
                    <a:pt x="4406" y="4419"/>
                  </a:moveTo>
                  <a:cubicBezTo>
                    <a:pt x="4404" y="4413"/>
                    <a:pt x="4404" y="4408"/>
                    <a:pt x="4403" y="4402"/>
                  </a:cubicBezTo>
                  <a:lnTo>
                    <a:pt x="4360" y="4402"/>
                  </a:lnTo>
                  <a:cubicBezTo>
                    <a:pt x="4265" y="4403"/>
                    <a:pt x="4171" y="4407"/>
                    <a:pt x="4076" y="4404"/>
                  </a:cubicBezTo>
                  <a:cubicBezTo>
                    <a:pt x="3963" y="4401"/>
                    <a:pt x="3851" y="4387"/>
                    <a:pt x="3738" y="4383"/>
                  </a:cubicBezTo>
                  <a:cubicBezTo>
                    <a:pt x="3601" y="4378"/>
                    <a:pt x="3465" y="4378"/>
                    <a:pt x="3328" y="4376"/>
                  </a:cubicBezTo>
                  <a:cubicBezTo>
                    <a:pt x="3306" y="4376"/>
                    <a:pt x="3286" y="4371"/>
                    <a:pt x="3263" y="4369"/>
                  </a:cubicBezTo>
                  <a:cubicBezTo>
                    <a:pt x="3205" y="4366"/>
                    <a:pt x="3153" y="4359"/>
                    <a:pt x="3091" y="4393"/>
                  </a:cubicBezTo>
                  <a:cubicBezTo>
                    <a:pt x="3000" y="4444"/>
                    <a:pt x="2898" y="4478"/>
                    <a:pt x="2797" y="4499"/>
                  </a:cubicBezTo>
                  <a:cubicBezTo>
                    <a:pt x="2654" y="4530"/>
                    <a:pt x="2506" y="4545"/>
                    <a:pt x="2362" y="4491"/>
                  </a:cubicBezTo>
                  <a:cubicBezTo>
                    <a:pt x="2336" y="4482"/>
                    <a:pt x="2307" y="4482"/>
                    <a:pt x="2280" y="4482"/>
                  </a:cubicBezTo>
                  <a:cubicBezTo>
                    <a:pt x="2152" y="4482"/>
                    <a:pt x="2024" y="4479"/>
                    <a:pt x="1897" y="4484"/>
                  </a:cubicBezTo>
                  <a:cubicBezTo>
                    <a:pt x="1856" y="4485"/>
                    <a:pt x="1810" y="4486"/>
                    <a:pt x="1783" y="4532"/>
                  </a:cubicBezTo>
                  <a:cubicBezTo>
                    <a:pt x="1774" y="4546"/>
                    <a:pt x="1754" y="4555"/>
                    <a:pt x="1739" y="4561"/>
                  </a:cubicBezTo>
                  <a:cubicBezTo>
                    <a:pt x="1700" y="4580"/>
                    <a:pt x="1659" y="4593"/>
                    <a:pt x="1619" y="4610"/>
                  </a:cubicBezTo>
                  <a:cubicBezTo>
                    <a:pt x="1563" y="4633"/>
                    <a:pt x="1507" y="4646"/>
                    <a:pt x="1449" y="4623"/>
                  </a:cubicBezTo>
                  <a:cubicBezTo>
                    <a:pt x="1399" y="4602"/>
                    <a:pt x="1393" y="4577"/>
                    <a:pt x="1413" y="4520"/>
                  </a:cubicBezTo>
                  <a:cubicBezTo>
                    <a:pt x="1434" y="4467"/>
                    <a:pt x="1468" y="4440"/>
                    <a:pt x="1517" y="4433"/>
                  </a:cubicBezTo>
                  <a:cubicBezTo>
                    <a:pt x="1538" y="4431"/>
                    <a:pt x="1560" y="4432"/>
                    <a:pt x="1580" y="4424"/>
                  </a:cubicBezTo>
                  <a:cubicBezTo>
                    <a:pt x="1661" y="4393"/>
                    <a:pt x="1739" y="4357"/>
                    <a:pt x="1820" y="4326"/>
                  </a:cubicBezTo>
                  <a:cubicBezTo>
                    <a:pt x="1854" y="4314"/>
                    <a:pt x="1891" y="4303"/>
                    <a:pt x="1927" y="4306"/>
                  </a:cubicBezTo>
                  <a:cubicBezTo>
                    <a:pt x="2073" y="4319"/>
                    <a:pt x="2219" y="4337"/>
                    <a:pt x="2366" y="4352"/>
                  </a:cubicBezTo>
                  <a:cubicBezTo>
                    <a:pt x="2479" y="4362"/>
                    <a:pt x="2592" y="4366"/>
                    <a:pt x="2706" y="4372"/>
                  </a:cubicBezTo>
                  <a:cubicBezTo>
                    <a:pt x="2735" y="4373"/>
                    <a:pt x="2764" y="4372"/>
                    <a:pt x="2779" y="4342"/>
                  </a:cubicBezTo>
                  <a:cubicBezTo>
                    <a:pt x="2677" y="4320"/>
                    <a:pt x="2578" y="4293"/>
                    <a:pt x="2480" y="4276"/>
                  </a:cubicBezTo>
                  <a:cubicBezTo>
                    <a:pt x="2396" y="4263"/>
                    <a:pt x="2310" y="4265"/>
                    <a:pt x="2225" y="4249"/>
                  </a:cubicBezTo>
                  <a:cubicBezTo>
                    <a:pt x="2023" y="4212"/>
                    <a:pt x="1823" y="4170"/>
                    <a:pt x="1621" y="4128"/>
                  </a:cubicBezTo>
                  <a:cubicBezTo>
                    <a:pt x="1569" y="4116"/>
                    <a:pt x="1516" y="4105"/>
                    <a:pt x="1465" y="4086"/>
                  </a:cubicBezTo>
                  <a:cubicBezTo>
                    <a:pt x="1372" y="4050"/>
                    <a:pt x="1282" y="4007"/>
                    <a:pt x="1190" y="3968"/>
                  </a:cubicBezTo>
                  <a:cubicBezTo>
                    <a:pt x="1088" y="3926"/>
                    <a:pt x="986" y="3885"/>
                    <a:pt x="878" y="3841"/>
                  </a:cubicBezTo>
                  <a:cubicBezTo>
                    <a:pt x="846" y="3897"/>
                    <a:pt x="816" y="3947"/>
                    <a:pt x="786" y="3999"/>
                  </a:cubicBezTo>
                  <a:cubicBezTo>
                    <a:pt x="728" y="4105"/>
                    <a:pt x="663" y="4209"/>
                    <a:pt x="611" y="4320"/>
                  </a:cubicBezTo>
                  <a:cubicBezTo>
                    <a:pt x="557" y="4433"/>
                    <a:pt x="633" y="4658"/>
                    <a:pt x="746" y="4736"/>
                  </a:cubicBezTo>
                  <a:cubicBezTo>
                    <a:pt x="898" y="4843"/>
                    <a:pt x="1055" y="4938"/>
                    <a:pt x="1224" y="5007"/>
                  </a:cubicBezTo>
                  <a:cubicBezTo>
                    <a:pt x="1257" y="5022"/>
                    <a:pt x="1294" y="5028"/>
                    <a:pt x="1327" y="5043"/>
                  </a:cubicBezTo>
                  <a:cubicBezTo>
                    <a:pt x="1454" y="5105"/>
                    <a:pt x="1582" y="5145"/>
                    <a:pt x="1723" y="5144"/>
                  </a:cubicBezTo>
                  <a:cubicBezTo>
                    <a:pt x="1850" y="5143"/>
                    <a:pt x="1978" y="5165"/>
                    <a:pt x="2105" y="5178"/>
                  </a:cubicBezTo>
                  <a:cubicBezTo>
                    <a:pt x="2162" y="5184"/>
                    <a:pt x="2222" y="5196"/>
                    <a:pt x="2279" y="5195"/>
                  </a:cubicBezTo>
                  <a:cubicBezTo>
                    <a:pt x="2464" y="5192"/>
                    <a:pt x="2649" y="5197"/>
                    <a:pt x="2833" y="5150"/>
                  </a:cubicBezTo>
                  <a:cubicBezTo>
                    <a:pt x="2921" y="5127"/>
                    <a:pt x="3017" y="5130"/>
                    <a:pt x="3103" y="5100"/>
                  </a:cubicBezTo>
                  <a:cubicBezTo>
                    <a:pt x="3200" y="5066"/>
                    <a:pt x="3298" y="5020"/>
                    <a:pt x="3380" y="4953"/>
                  </a:cubicBezTo>
                  <a:cubicBezTo>
                    <a:pt x="3483" y="4868"/>
                    <a:pt x="3608" y="4842"/>
                    <a:pt x="3718" y="4776"/>
                  </a:cubicBezTo>
                  <a:cubicBezTo>
                    <a:pt x="3830" y="4710"/>
                    <a:pt x="3948" y="4654"/>
                    <a:pt x="4063" y="4595"/>
                  </a:cubicBezTo>
                  <a:cubicBezTo>
                    <a:pt x="4090" y="4581"/>
                    <a:pt x="4117" y="4564"/>
                    <a:pt x="4143" y="4550"/>
                  </a:cubicBezTo>
                  <a:cubicBezTo>
                    <a:pt x="4232" y="4509"/>
                    <a:pt x="4319" y="4464"/>
                    <a:pt x="4406" y="4419"/>
                  </a:cubicBezTo>
                  <a:close/>
                  <a:moveTo>
                    <a:pt x="8500" y="5916"/>
                  </a:moveTo>
                  <a:cubicBezTo>
                    <a:pt x="8516" y="5901"/>
                    <a:pt x="8532" y="5891"/>
                    <a:pt x="8537" y="5879"/>
                  </a:cubicBezTo>
                  <a:cubicBezTo>
                    <a:pt x="8567" y="5806"/>
                    <a:pt x="8627" y="5764"/>
                    <a:pt x="8668" y="5706"/>
                  </a:cubicBezTo>
                  <a:cubicBezTo>
                    <a:pt x="8715" y="5640"/>
                    <a:pt x="8777" y="5614"/>
                    <a:pt x="8842" y="5580"/>
                  </a:cubicBezTo>
                  <a:cubicBezTo>
                    <a:pt x="9003" y="5499"/>
                    <a:pt x="9175" y="5472"/>
                    <a:pt x="9340" y="5533"/>
                  </a:cubicBezTo>
                  <a:cubicBezTo>
                    <a:pt x="9492" y="5591"/>
                    <a:pt x="9646" y="5645"/>
                    <a:pt x="9795" y="5708"/>
                  </a:cubicBezTo>
                  <a:cubicBezTo>
                    <a:pt x="9907" y="5756"/>
                    <a:pt x="9950" y="5865"/>
                    <a:pt x="10031" y="5939"/>
                  </a:cubicBezTo>
                  <a:cubicBezTo>
                    <a:pt x="10065" y="6079"/>
                    <a:pt x="10101" y="6218"/>
                    <a:pt x="10134" y="6357"/>
                  </a:cubicBezTo>
                  <a:cubicBezTo>
                    <a:pt x="10137" y="6370"/>
                    <a:pt x="10136" y="6384"/>
                    <a:pt x="10133" y="6398"/>
                  </a:cubicBezTo>
                  <a:cubicBezTo>
                    <a:pt x="10119" y="6488"/>
                    <a:pt x="10104" y="6576"/>
                    <a:pt x="10091" y="6665"/>
                  </a:cubicBezTo>
                  <a:cubicBezTo>
                    <a:pt x="10087" y="6689"/>
                    <a:pt x="10086" y="6715"/>
                    <a:pt x="10076" y="6733"/>
                  </a:cubicBezTo>
                  <a:cubicBezTo>
                    <a:pt x="10014" y="6835"/>
                    <a:pt x="9990" y="6956"/>
                    <a:pt x="9919" y="7057"/>
                  </a:cubicBezTo>
                  <a:cubicBezTo>
                    <a:pt x="9810" y="7214"/>
                    <a:pt x="9591" y="7397"/>
                    <a:pt x="9414" y="7425"/>
                  </a:cubicBezTo>
                  <a:cubicBezTo>
                    <a:pt x="9344" y="7436"/>
                    <a:pt x="9278" y="7484"/>
                    <a:pt x="9203" y="7460"/>
                  </a:cubicBezTo>
                  <a:cubicBezTo>
                    <a:pt x="9170" y="7449"/>
                    <a:pt x="9136" y="7427"/>
                    <a:pt x="9104" y="7429"/>
                  </a:cubicBezTo>
                  <a:cubicBezTo>
                    <a:pt x="8982" y="7432"/>
                    <a:pt x="8862" y="7435"/>
                    <a:pt x="8749" y="7371"/>
                  </a:cubicBezTo>
                  <a:cubicBezTo>
                    <a:pt x="8710" y="7348"/>
                    <a:pt x="8665" y="7335"/>
                    <a:pt x="8625" y="7313"/>
                  </a:cubicBezTo>
                  <a:cubicBezTo>
                    <a:pt x="8563" y="7276"/>
                    <a:pt x="8505" y="7234"/>
                    <a:pt x="8446" y="7192"/>
                  </a:cubicBezTo>
                  <a:cubicBezTo>
                    <a:pt x="8419" y="7174"/>
                    <a:pt x="8399" y="7144"/>
                    <a:pt x="8374" y="7119"/>
                  </a:cubicBezTo>
                  <a:lnTo>
                    <a:pt x="8337" y="7082"/>
                  </a:lnTo>
                  <a:cubicBezTo>
                    <a:pt x="8291" y="7205"/>
                    <a:pt x="8310" y="7312"/>
                    <a:pt x="8376" y="7401"/>
                  </a:cubicBezTo>
                  <a:cubicBezTo>
                    <a:pt x="8439" y="7487"/>
                    <a:pt x="8534" y="7530"/>
                    <a:pt x="8604" y="7608"/>
                  </a:cubicBezTo>
                  <a:cubicBezTo>
                    <a:pt x="8656" y="7665"/>
                    <a:pt x="8732" y="7665"/>
                    <a:pt x="8803" y="7675"/>
                  </a:cubicBezTo>
                  <a:cubicBezTo>
                    <a:pt x="8843" y="7679"/>
                    <a:pt x="8886" y="7681"/>
                    <a:pt x="8917" y="7701"/>
                  </a:cubicBezTo>
                  <a:cubicBezTo>
                    <a:pt x="8987" y="7744"/>
                    <a:pt x="9059" y="7749"/>
                    <a:pt x="9131" y="7738"/>
                  </a:cubicBezTo>
                  <a:cubicBezTo>
                    <a:pt x="9306" y="7714"/>
                    <a:pt x="9482" y="7690"/>
                    <a:pt x="9656" y="7660"/>
                  </a:cubicBezTo>
                  <a:cubicBezTo>
                    <a:pt x="9702" y="7651"/>
                    <a:pt x="9748" y="7626"/>
                    <a:pt x="9790" y="7600"/>
                  </a:cubicBezTo>
                  <a:cubicBezTo>
                    <a:pt x="9861" y="7557"/>
                    <a:pt x="9939" y="7534"/>
                    <a:pt x="10001" y="7466"/>
                  </a:cubicBezTo>
                  <a:cubicBezTo>
                    <a:pt x="10028" y="7438"/>
                    <a:pt x="10069" y="7420"/>
                    <a:pt x="10101" y="7385"/>
                  </a:cubicBezTo>
                  <a:cubicBezTo>
                    <a:pt x="10164" y="7318"/>
                    <a:pt x="10232" y="7256"/>
                    <a:pt x="10299" y="7192"/>
                  </a:cubicBezTo>
                  <a:cubicBezTo>
                    <a:pt x="10332" y="7161"/>
                    <a:pt x="10368" y="7135"/>
                    <a:pt x="10394" y="7099"/>
                  </a:cubicBezTo>
                  <a:cubicBezTo>
                    <a:pt x="10480" y="6975"/>
                    <a:pt x="10549" y="6848"/>
                    <a:pt x="10579" y="6685"/>
                  </a:cubicBezTo>
                  <a:cubicBezTo>
                    <a:pt x="10629" y="6413"/>
                    <a:pt x="10613" y="6147"/>
                    <a:pt x="10563" y="5881"/>
                  </a:cubicBezTo>
                  <a:cubicBezTo>
                    <a:pt x="10549" y="5816"/>
                    <a:pt x="10537" y="5745"/>
                    <a:pt x="10505" y="5691"/>
                  </a:cubicBezTo>
                  <a:cubicBezTo>
                    <a:pt x="10437" y="5570"/>
                    <a:pt x="10359" y="5456"/>
                    <a:pt x="10281" y="5341"/>
                  </a:cubicBezTo>
                  <a:cubicBezTo>
                    <a:pt x="10255" y="5302"/>
                    <a:pt x="10217" y="5268"/>
                    <a:pt x="10180" y="5241"/>
                  </a:cubicBezTo>
                  <a:cubicBezTo>
                    <a:pt x="10108" y="5184"/>
                    <a:pt x="10036" y="5128"/>
                    <a:pt x="9958" y="5081"/>
                  </a:cubicBezTo>
                  <a:cubicBezTo>
                    <a:pt x="9891" y="5038"/>
                    <a:pt x="9827" y="4976"/>
                    <a:pt x="9740" y="4990"/>
                  </a:cubicBezTo>
                  <a:cubicBezTo>
                    <a:pt x="9729" y="4991"/>
                    <a:pt x="9718" y="4981"/>
                    <a:pt x="9705" y="4979"/>
                  </a:cubicBezTo>
                  <a:cubicBezTo>
                    <a:pt x="9607" y="4954"/>
                    <a:pt x="9511" y="4913"/>
                    <a:pt x="9409" y="4928"/>
                  </a:cubicBezTo>
                  <a:cubicBezTo>
                    <a:pt x="9344" y="4936"/>
                    <a:pt x="9280" y="4948"/>
                    <a:pt x="9214" y="4935"/>
                  </a:cubicBezTo>
                  <a:cubicBezTo>
                    <a:pt x="9208" y="4934"/>
                    <a:pt x="9202" y="4935"/>
                    <a:pt x="9197" y="4936"/>
                  </a:cubicBezTo>
                  <a:cubicBezTo>
                    <a:pt x="9103" y="4967"/>
                    <a:pt x="9008" y="4997"/>
                    <a:pt x="8913" y="5030"/>
                  </a:cubicBezTo>
                  <a:cubicBezTo>
                    <a:pt x="8899" y="5035"/>
                    <a:pt x="8888" y="5046"/>
                    <a:pt x="8874" y="5057"/>
                  </a:cubicBezTo>
                  <a:cubicBezTo>
                    <a:pt x="8808" y="5107"/>
                    <a:pt x="8749" y="5165"/>
                    <a:pt x="8719" y="5250"/>
                  </a:cubicBezTo>
                  <a:cubicBezTo>
                    <a:pt x="8706" y="5286"/>
                    <a:pt x="8690" y="5313"/>
                    <a:pt x="8648" y="5318"/>
                  </a:cubicBezTo>
                  <a:cubicBezTo>
                    <a:pt x="8629" y="5322"/>
                    <a:pt x="8601" y="5348"/>
                    <a:pt x="8598" y="5368"/>
                  </a:cubicBezTo>
                  <a:cubicBezTo>
                    <a:pt x="8579" y="5496"/>
                    <a:pt x="8550" y="5618"/>
                    <a:pt x="8506" y="5737"/>
                  </a:cubicBezTo>
                  <a:cubicBezTo>
                    <a:pt x="8491" y="5779"/>
                    <a:pt x="8489" y="5826"/>
                    <a:pt x="8484" y="5872"/>
                  </a:cubicBezTo>
                  <a:cubicBezTo>
                    <a:pt x="8482" y="5885"/>
                    <a:pt x="8492" y="5897"/>
                    <a:pt x="8500" y="5916"/>
                  </a:cubicBezTo>
                  <a:close/>
                  <a:moveTo>
                    <a:pt x="8424" y="6291"/>
                  </a:moveTo>
                  <a:cubicBezTo>
                    <a:pt x="8413" y="6392"/>
                    <a:pt x="8402" y="6483"/>
                    <a:pt x="8394" y="6572"/>
                  </a:cubicBezTo>
                  <a:cubicBezTo>
                    <a:pt x="8393" y="6588"/>
                    <a:pt x="8404" y="6609"/>
                    <a:pt x="8413" y="6626"/>
                  </a:cubicBezTo>
                  <a:cubicBezTo>
                    <a:pt x="8451" y="6703"/>
                    <a:pt x="8499" y="6774"/>
                    <a:pt x="8530" y="6854"/>
                  </a:cubicBezTo>
                  <a:cubicBezTo>
                    <a:pt x="8562" y="6945"/>
                    <a:pt x="8617" y="7018"/>
                    <a:pt x="8681" y="7077"/>
                  </a:cubicBezTo>
                  <a:cubicBezTo>
                    <a:pt x="8813" y="7197"/>
                    <a:pt x="8970" y="7242"/>
                    <a:pt x="9138" y="7252"/>
                  </a:cubicBezTo>
                  <a:cubicBezTo>
                    <a:pt x="9229" y="7257"/>
                    <a:pt x="9319" y="7256"/>
                    <a:pt x="9399" y="7217"/>
                  </a:cubicBezTo>
                  <a:cubicBezTo>
                    <a:pt x="9499" y="7167"/>
                    <a:pt x="9597" y="7110"/>
                    <a:pt x="9687" y="7042"/>
                  </a:cubicBezTo>
                  <a:cubicBezTo>
                    <a:pt x="9741" y="6998"/>
                    <a:pt x="9777" y="6926"/>
                    <a:pt x="9821" y="6865"/>
                  </a:cubicBezTo>
                  <a:cubicBezTo>
                    <a:pt x="9857" y="6813"/>
                    <a:pt x="9882" y="6757"/>
                    <a:pt x="9883" y="6689"/>
                  </a:cubicBezTo>
                  <a:cubicBezTo>
                    <a:pt x="9883" y="6638"/>
                    <a:pt x="9897" y="6588"/>
                    <a:pt x="9910" y="6540"/>
                  </a:cubicBezTo>
                  <a:cubicBezTo>
                    <a:pt x="9979" y="6315"/>
                    <a:pt x="9930" y="6114"/>
                    <a:pt x="9794" y="5943"/>
                  </a:cubicBezTo>
                  <a:cubicBezTo>
                    <a:pt x="9744" y="5881"/>
                    <a:pt x="9663" y="5847"/>
                    <a:pt x="9592" y="5811"/>
                  </a:cubicBezTo>
                  <a:cubicBezTo>
                    <a:pt x="9552" y="5790"/>
                    <a:pt x="9501" y="5795"/>
                    <a:pt x="9460" y="5776"/>
                  </a:cubicBezTo>
                  <a:cubicBezTo>
                    <a:pt x="9355" y="5727"/>
                    <a:pt x="9249" y="5703"/>
                    <a:pt x="9135" y="5719"/>
                  </a:cubicBezTo>
                  <a:cubicBezTo>
                    <a:pt x="9093" y="5724"/>
                    <a:pt x="9050" y="5718"/>
                    <a:pt x="9010" y="5724"/>
                  </a:cubicBezTo>
                  <a:cubicBezTo>
                    <a:pt x="8882" y="5744"/>
                    <a:pt x="8818" y="5875"/>
                    <a:pt x="8716" y="5942"/>
                  </a:cubicBezTo>
                  <a:cubicBezTo>
                    <a:pt x="8692" y="6027"/>
                    <a:pt x="8626" y="6081"/>
                    <a:pt x="8589" y="6154"/>
                  </a:cubicBezTo>
                  <a:cubicBezTo>
                    <a:pt x="8552" y="6227"/>
                    <a:pt x="8511" y="6285"/>
                    <a:pt x="8424" y="6291"/>
                  </a:cubicBezTo>
                  <a:close/>
                  <a:moveTo>
                    <a:pt x="3283" y="5299"/>
                  </a:moveTo>
                  <a:cubicBezTo>
                    <a:pt x="3282" y="5311"/>
                    <a:pt x="3281" y="5324"/>
                    <a:pt x="3279" y="5335"/>
                  </a:cubicBezTo>
                  <a:cubicBezTo>
                    <a:pt x="3316" y="5344"/>
                    <a:pt x="3353" y="5357"/>
                    <a:pt x="3390" y="5362"/>
                  </a:cubicBezTo>
                  <a:cubicBezTo>
                    <a:pt x="3491" y="5376"/>
                    <a:pt x="3594" y="5391"/>
                    <a:pt x="3695" y="5399"/>
                  </a:cubicBezTo>
                  <a:cubicBezTo>
                    <a:pt x="3810" y="5409"/>
                    <a:pt x="3926" y="5424"/>
                    <a:pt x="4041" y="5415"/>
                  </a:cubicBezTo>
                  <a:cubicBezTo>
                    <a:pt x="4188" y="5403"/>
                    <a:pt x="4335" y="5401"/>
                    <a:pt x="4481" y="5412"/>
                  </a:cubicBezTo>
                  <a:cubicBezTo>
                    <a:pt x="4543" y="5417"/>
                    <a:pt x="4612" y="5412"/>
                    <a:pt x="4670" y="5389"/>
                  </a:cubicBezTo>
                  <a:cubicBezTo>
                    <a:pt x="4777" y="5347"/>
                    <a:pt x="4880" y="5304"/>
                    <a:pt x="4996" y="5291"/>
                  </a:cubicBezTo>
                  <a:cubicBezTo>
                    <a:pt x="5091" y="5279"/>
                    <a:pt x="5185" y="5241"/>
                    <a:pt x="5279" y="5212"/>
                  </a:cubicBezTo>
                  <a:cubicBezTo>
                    <a:pt x="5375" y="5184"/>
                    <a:pt x="5471" y="5154"/>
                    <a:pt x="5567" y="5124"/>
                  </a:cubicBezTo>
                  <a:cubicBezTo>
                    <a:pt x="5581" y="5119"/>
                    <a:pt x="5599" y="5115"/>
                    <a:pt x="5609" y="5105"/>
                  </a:cubicBezTo>
                  <a:cubicBezTo>
                    <a:pt x="5658" y="5052"/>
                    <a:pt x="5718" y="5033"/>
                    <a:pt x="5780" y="5016"/>
                  </a:cubicBezTo>
                  <a:cubicBezTo>
                    <a:pt x="5840" y="4999"/>
                    <a:pt x="5896" y="4976"/>
                    <a:pt x="5952" y="4951"/>
                  </a:cubicBezTo>
                  <a:cubicBezTo>
                    <a:pt x="5980" y="4940"/>
                    <a:pt x="6003" y="4914"/>
                    <a:pt x="6031" y="4905"/>
                  </a:cubicBezTo>
                  <a:cubicBezTo>
                    <a:pt x="6091" y="4885"/>
                    <a:pt x="6155" y="4874"/>
                    <a:pt x="6214" y="4853"/>
                  </a:cubicBezTo>
                  <a:cubicBezTo>
                    <a:pt x="6283" y="4827"/>
                    <a:pt x="6352" y="4801"/>
                    <a:pt x="6415" y="4760"/>
                  </a:cubicBezTo>
                  <a:cubicBezTo>
                    <a:pt x="6497" y="4707"/>
                    <a:pt x="6571" y="4640"/>
                    <a:pt x="6649" y="4581"/>
                  </a:cubicBezTo>
                  <a:cubicBezTo>
                    <a:pt x="6658" y="4574"/>
                    <a:pt x="6661" y="4560"/>
                    <a:pt x="6670" y="4547"/>
                  </a:cubicBezTo>
                  <a:cubicBezTo>
                    <a:pt x="6533" y="4530"/>
                    <a:pt x="6403" y="4504"/>
                    <a:pt x="6275" y="4497"/>
                  </a:cubicBezTo>
                  <a:cubicBezTo>
                    <a:pt x="6174" y="4493"/>
                    <a:pt x="6068" y="4496"/>
                    <a:pt x="5974" y="4526"/>
                  </a:cubicBezTo>
                  <a:cubicBezTo>
                    <a:pt x="5895" y="4550"/>
                    <a:pt x="5819" y="4555"/>
                    <a:pt x="5744" y="4540"/>
                  </a:cubicBezTo>
                  <a:cubicBezTo>
                    <a:pt x="5658" y="4522"/>
                    <a:pt x="5580" y="4536"/>
                    <a:pt x="5504" y="4582"/>
                  </a:cubicBezTo>
                  <a:cubicBezTo>
                    <a:pt x="5487" y="4593"/>
                    <a:pt x="5466" y="4601"/>
                    <a:pt x="5449" y="4609"/>
                  </a:cubicBezTo>
                  <a:cubicBezTo>
                    <a:pt x="5438" y="4599"/>
                    <a:pt x="5426" y="4596"/>
                    <a:pt x="5423" y="4588"/>
                  </a:cubicBezTo>
                  <a:cubicBezTo>
                    <a:pt x="5398" y="4509"/>
                    <a:pt x="5340" y="4504"/>
                    <a:pt x="5275" y="4499"/>
                  </a:cubicBezTo>
                  <a:cubicBezTo>
                    <a:pt x="5206" y="4494"/>
                    <a:pt x="5139" y="4477"/>
                    <a:pt x="5069" y="4464"/>
                  </a:cubicBezTo>
                  <a:cubicBezTo>
                    <a:pt x="5028" y="4456"/>
                    <a:pt x="4985" y="4437"/>
                    <a:pt x="4945" y="4444"/>
                  </a:cubicBezTo>
                  <a:cubicBezTo>
                    <a:pt x="4903" y="4452"/>
                    <a:pt x="4869" y="4442"/>
                    <a:pt x="4830" y="4439"/>
                  </a:cubicBezTo>
                  <a:cubicBezTo>
                    <a:pt x="4796" y="4437"/>
                    <a:pt x="4751" y="4399"/>
                    <a:pt x="4722" y="4455"/>
                  </a:cubicBezTo>
                  <a:cubicBezTo>
                    <a:pt x="4772" y="4535"/>
                    <a:pt x="4765" y="4555"/>
                    <a:pt x="4687" y="4581"/>
                  </a:cubicBezTo>
                  <a:cubicBezTo>
                    <a:pt x="4673" y="4586"/>
                    <a:pt x="4658" y="4588"/>
                    <a:pt x="4643" y="4591"/>
                  </a:cubicBezTo>
                  <a:cubicBezTo>
                    <a:pt x="4622" y="4595"/>
                    <a:pt x="4599" y="4607"/>
                    <a:pt x="4582" y="4600"/>
                  </a:cubicBezTo>
                  <a:cubicBezTo>
                    <a:pt x="4561" y="4590"/>
                    <a:pt x="4545" y="4564"/>
                    <a:pt x="4528" y="4545"/>
                  </a:cubicBezTo>
                  <a:cubicBezTo>
                    <a:pt x="4479" y="4576"/>
                    <a:pt x="4428" y="4606"/>
                    <a:pt x="4377" y="4637"/>
                  </a:cubicBezTo>
                  <a:cubicBezTo>
                    <a:pt x="4378" y="4642"/>
                    <a:pt x="4379" y="4647"/>
                    <a:pt x="4381" y="4653"/>
                  </a:cubicBezTo>
                  <a:lnTo>
                    <a:pt x="4480" y="4653"/>
                  </a:lnTo>
                  <a:cubicBezTo>
                    <a:pt x="4481" y="4723"/>
                    <a:pt x="4483" y="4729"/>
                    <a:pt x="4435" y="4731"/>
                  </a:cubicBezTo>
                  <a:cubicBezTo>
                    <a:pt x="4363" y="4736"/>
                    <a:pt x="4291" y="4769"/>
                    <a:pt x="4218" y="4731"/>
                  </a:cubicBezTo>
                  <a:cubicBezTo>
                    <a:pt x="4202" y="4724"/>
                    <a:pt x="4174" y="4729"/>
                    <a:pt x="4157" y="4739"/>
                  </a:cubicBezTo>
                  <a:cubicBezTo>
                    <a:pt x="4111" y="4764"/>
                    <a:pt x="4069" y="4795"/>
                    <a:pt x="4023" y="4825"/>
                  </a:cubicBezTo>
                  <a:cubicBezTo>
                    <a:pt x="4061" y="4884"/>
                    <a:pt x="4141" y="4822"/>
                    <a:pt x="4177" y="4888"/>
                  </a:cubicBezTo>
                  <a:cubicBezTo>
                    <a:pt x="4116" y="4930"/>
                    <a:pt x="4116" y="4928"/>
                    <a:pt x="4038" y="4933"/>
                  </a:cubicBezTo>
                  <a:cubicBezTo>
                    <a:pt x="3922" y="4940"/>
                    <a:pt x="3803" y="4913"/>
                    <a:pt x="3686" y="4991"/>
                  </a:cubicBezTo>
                  <a:cubicBezTo>
                    <a:pt x="3757" y="5035"/>
                    <a:pt x="3825" y="5064"/>
                    <a:pt x="3902" y="5069"/>
                  </a:cubicBezTo>
                  <a:cubicBezTo>
                    <a:pt x="3936" y="5071"/>
                    <a:pt x="3956" y="5081"/>
                    <a:pt x="3944" y="5129"/>
                  </a:cubicBezTo>
                  <a:cubicBezTo>
                    <a:pt x="3869" y="5129"/>
                    <a:pt x="3789" y="5145"/>
                    <a:pt x="3719" y="5124"/>
                  </a:cubicBezTo>
                  <a:cubicBezTo>
                    <a:pt x="3665" y="5109"/>
                    <a:pt x="3595" y="5124"/>
                    <a:pt x="3553" y="5057"/>
                  </a:cubicBezTo>
                  <a:cubicBezTo>
                    <a:pt x="3545" y="5043"/>
                    <a:pt x="3497" y="5047"/>
                    <a:pt x="3477" y="5061"/>
                  </a:cubicBezTo>
                  <a:cubicBezTo>
                    <a:pt x="3431" y="5091"/>
                    <a:pt x="3391" y="5132"/>
                    <a:pt x="3335" y="5181"/>
                  </a:cubicBezTo>
                  <a:cubicBezTo>
                    <a:pt x="3453" y="5211"/>
                    <a:pt x="3558" y="5237"/>
                    <a:pt x="3667" y="5263"/>
                  </a:cubicBezTo>
                  <a:cubicBezTo>
                    <a:pt x="3662" y="5296"/>
                    <a:pt x="3660" y="5330"/>
                    <a:pt x="3616" y="5328"/>
                  </a:cubicBezTo>
                  <a:cubicBezTo>
                    <a:pt x="3568" y="5325"/>
                    <a:pt x="3521" y="5317"/>
                    <a:pt x="3472" y="5313"/>
                  </a:cubicBezTo>
                  <a:cubicBezTo>
                    <a:pt x="3409" y="5306"/>
                    <a:pt x="3345" y="5303"/>
                    <a:pt x="3283" y="5299"/>
                  </a:cubicBezTo>
                  <a:close/>
                  <a:moveTo>
                    <a:pt x="6755" y="4750"/>
                  </a:moveTo>
                  <a:cubicBezTo>
                    <a:pt x="6772" y="4760"/>
                    <a:pt x="6786" y="4775"/>
                    <a:pt x="6802" y="4779"/>
                  </a:cubicBezTo>
                  <a:cubicBezTo>
                    <a:pt x="6852" y="4792"/>
                    <a:pt x="6904" y="4802"/>
                    <a:pt x="6955" y="4813"/>
                  </a:cubicBezTo>
                  <a:cubicBezTo>
                    <a:pt x="6980" y="4818"/>
                    <a:pt x="7018" y="4807"/>
                    <a:pt x="7018" y="4851"/>
                  </a:cubicBezTo>
                  <a:cubicBezTo>
                    <a:pt x="7020" y="4899"/>
                    <a:pt x="6982" y="4880"/>
                    <a:pt x="6956" y="4884"/>
                  </a:cubicBezTo>
                  <a:cubicBezTo>
                    <a:pt x="6854" y="4899"/>
                    <a:pt x="6755" y="4871"/>
                    <a:pt x="6657" y="4848"/>
                  </a:cubicBezTo>
                  <a:cubicBezTo>
                    <a:pt x="6635" y="4843"/>
                    <a:pt x="6608" y="4843"/>
                    <a:pt x="6588" y="4853"/>
                  </a:cubicBezTo>
                  <a:cubicBezTo>
                    <a:pt x="6552" y="4869"/>
                    <a:pt x="6521" y="4896"/>
                    <a:pt x="6483" y="4924"/>
                  </a:cubicBezTo>
                  <a:cubicBezTo>
                    <a:pt x="6560" y="5004"/>
                    <a:pt x="6654" y="4986"/>
                    <a:pt x="6746" y="5000"/>
                  </a:cubicBezTo>
                  <a:cubicBezTo>
                    <a:pt x="6735" y="5027"/>
                    <a:pt x="6721" y="5051"/>
                    <a:pt x="6703" y="5057"/>
                  </a:cubicBezTo>
                  <a:cubicBezTo>
                    <a:pt x="6671" y="5065"/>
                    <a:pt x="6637" y="5069"/>
                    <a:pt x="6603" y="5067"/>
                  </a:cubicBezTo>
                  <a:cubicBezTo>
                    <a:pt x="6519" y="5058"/>
                    <a:pt x="6434" y="5043"/>
                    <a:pt x="6350" y="5030"/>
                  </a:cubicBezTo>
                  <a:cubicBezTo>
                    <a:pt x="6297" y="5021"/>
                    <a:pt x="6181" y="5050"/>
                    <a:pt x="6127" y="5093"/>
                  </a:cubicBezTo>
                  <a:cubicBezTo>
                    <a:pt x="6199" y="5117"/>
                    <a:pt x="6266" y="5136"/>
                    <a:pt x="6335" y="5158"/>
                  </a:cubicBezTo>
                  <a:cubicBezTo>
                    <a:pt x="6348" y="5161"/>
                    <a:pt x="6369" y="5168"/>
                    <a:pt x="6379" y="5161"/>
                  </a:cubicBezTo>
                  <a:cubicBezTo>
                    <a:pt x="6450" y="5112"/>
                    <a:pt x="6521" y="5140"/>
                    <a:pt x="6594" y="5149"/>
                  </a:cubicBezTo>
                  <a:cubicBezTo>
                    <a:pt x="6637" y="5154"/>
                    <a:pt x="6680" y="5155"/>
                    <a:pt x="6722" y="5149"/>
                  </a:cubicBezTo>
                  <a:cubicBezTo>
                    <a:pt x="6763" y="5143"/>
                    <a:pt x="6802" y="5121"/>
                    <a:pt x="6842" y="5110"/>
                  </a:cubicBezTo>
                  <a:cubicBezTo>
                    <a:pt x="6957" y="5078"/>
                    <a:pt x="7074" y="5050"/>
                    <a:pt x="7189" y="5017"/>
                  </a:cubicBezTo>
                  <a:cubicBezTo>
                    <a:pt x="7277" y="4990"/>
                    <a:pt x="7363" y="4955"/>
                    <a:pt x="7450" y="4926"/>
                  </a:cubicBezTo>
                  <a:cubicBezTo>
                    <a:pt x="7520" y="4902"/>
                    <a:pt x="7593" y="4891"/>
                    <a:pt x="7665" y="4876"/>
                  </a:cubicBezTo>
                  <a:cubicBezTo>
                    <a:pt x="7762" y="4855"/>
                    <a:pt x="7857" y="4808"/>
                    <a:pt x="7890" y="4684"/>
                  </a:cubicBezTo>
                  <a:cubicBezTo>
                    <a:pt x="7975" y="4612"/>
                    <a:pt x="7975" y="4499"/>
                    <a:pt x="8015" y="4394"/>
                  </a:cubicBezTo>
                  <a:cubicBezTo>
                    <a:pt x="7931" y="4413"/>
                    <a:pt x="7854" y="4428"/>
                    <a:pt x="7779" y="4448"/>
                  </a:cubicBezTo>
                  <a:cubicBezTo>
                    <a:pt x="7732" y="4459"/>
                    <a:pt x="7681" y="4469"/>
                    <a:pt x="7637" y="4493"/>
                  </a:cubicBezTo>
                  <a:cubicBezTo>
                    <a:pt x="7588" y="4519"/>
                    <a:pt x="7539" y="4526"/>
                    <a:pt x="7487" y="4518"/>
                  </a:cubicBezTo>
                  <a:cubicBezTo>
                    <a:pt x="7441" y="4511"/>
                    <a:pt x="7396" y="4507"/>
                    <a:pt x="7350" y="4509"/>
                  </a:cubicBezTo>
                  <a:cubicBezTo>
                    <a:pt x="7252" y="4511"/>
                    <a:pt x="7157" y="4564"/>
                    <a:pt x="7056" y="4531"/>
                  </a:cubicBezTo>
                  <a:cubicBezTo>
                    <a:pt x="7031" y="4521"/>
                    <a:pt x="7001" y="4530"/>
                    <a:pt x="7003" y="4577"/>
                  </a:cubicBezTo>
                  <a:cubicBezTo>
                    <a:pt x="7058" y="4598"/>
                    <a:pt x="7131" y="4583"/>
                    <a:pt x="7151" y="4684"/>
                  </a:cubicBezTo>
                  <a:cubicBezTo>
                    <a:pt x="7085" y="4679"/>
                    <a:pt x="7027" y="4676"/>
                    <a:pt x="6967" y="4669"/>
                  </a:cubicBezTo>
                  <a:cubicBezTo>
                    <a:pt x="6887" y="4658"/>
                    <a:pt x="6811" y="4652"/>
                    <a:pt x="6755" y="4750"/>
                  </a:cubicBezTo>
                  <a:close/>
                  <a:moveTo>
                    <a:pt x="7721" y="3913"/>
                  </a:moveTo>
                  <a:cubicBezTo>
                    <a:pt x="7770" y="3896"/>
                    <a:pt x="7811" y="3880"/>
                    <a:pt x="7855" y="3871"/>
                  </a:cubicBezTo>
                  <a:cubicBezTo>
                    <a:pt x="7871" y="3869"/>
                    <a:pt x="7888" y="3886"/>
                    <a:pt x="7907" y="3894"/>
                  </a:cubicBezTo>
                  <a:cubicBezTo>
                    <a:pt x="7897" y="3913"/>
                    <a:pt x="7893" y="3942"/>
                    <a:pt x="7881" y="3950"/>
                  </a:cubicBezTo>
                  <a:cubicBezTo>
                    <a:pt x="7830" y="3979"/>
                    <a:pt x="7776" y="4004"/>
                    <a:pt x="7721" y="4025"/>
                  </a:cubicBezTo>
                  <a:cubicBezTo>
                    <a:pt x="7699" y="4034"/>
                    <a:pt x="7670" y="4038"/>
                    <a:pt x="7649" y="4028"/>
                  </a:cubicBezTo>
                  <a:cubicBezTo>
                    <a:pt x="7600" y="4005"/>
                    <a:pt x="7569" y="4028"/>
                    <a:pt x="7539" y="4071"/>
                  </a:cubicBezTo>
                  <a:cubicBezTo>
                    <a:pt x="7545" y="4088"/>
                    <a:pt x="7552" y="4105"/>
                    <a:pt x="7561" y="4129"/>
                  </a:cubicBezTo>
                  <a:cubicBezTo>
                    <a:pt x="7535" y="4148"/>
                    <a:pt x="7513" y="4178"/>
                    <a:pt x="7485" y="4184"/>
                  </a:cubicBezTo>
                  <a:cubicBezTo>
                    <a:pt x="7400" y="4202"/>
                    <a:pt x="7361" y="4279"/>
                    <a:pt x="7303" y="4342"/>
                  </a:cubicBezTo>
                  <a:cubicBezTo>
                    <a:pt x="7473" y="4366"/>
                    <a:pt x="7618" y="4292"/>
                    <a:pt x="7765" y="4244"/>
                  </a:cubicBezTo>
                  <a:cubicBezTo>
                    <a:pt x="7820" y="4226"/>
                    <a:pt x="7862" y="4158"/>
                    <a:pt x="7907" y="4110"/>
                  </a:cubicBezTo>
                  <a:cubicBezTo>
                    <a:pt x="7928" y="4087"/>
                    <a:pt x="7935" y="4046"/>
                    <a:pt x="7960" y="4029"/>
                  </a:cubicBezTo>
                  <a:cubicBezTo>
                    <a:pt x="7997" y="4004"/>
                    <a:pt x="8032" y="3979"/>
                    <a:pt x="8016" y="3928"/>
                  </a:cubicBezTo>
                  <a:cubicBezTo>
                    <a:pt x="8004" y="3888"/>
                    <a:pt x="7978" y="3853"/>
                    <a:pt x="7951" y="3822"/>
                  </a:cubicBezTo>
                  <a:cubicBezTo>
                    <a:pt x="7929" y="3796"/>
                    <a:pt x="7899" y="3780"/>
                    <a:pt x="7874" y="3759"/>
                  </a:cubicBezTo>
                  <a:cubicBezTo>
                    <a:pt x="7755" y="3844"/>
                    <a:pt x="7755" y="3844"/>
                    <a:pt x="7721" y="3913"/>
                  </a:cubicBezTo>
                  <a:close/>
                  <a:moveTo>
                    <a:pt x="8190" y="3861"/>
                  </a:moveTo>
                  <a:cubicBezTo>
                    <a:pt x="8209" y="3952"/>
                    <a:pt x="8228" y="4029"/>
                    <a:pt x="8244" y="4109"/>
                  </a:cubicBezTo>
                  <a:cubicBezTo>
                    <a:pt x="8318" y="4084"/>
                    <a:pt x="8378" y="4040"/>
                    <a:pt x="8422" y="3972"/>
                  </a:cubicBezTo>
                  <a:cubicBezTo>
                    <a:pt x="8384" y="3900"/>
                    <a:pt x="8356" y="3886"/>
                    <a:pt x="8190" y="3861"/>
                  </a:cubicBezTo>
                  <a:close/>
                  <a:moveTo>
                    <a:pt x="633" y="3534"/>
                  </a:moveTo>
                  <a:cubicBezTo>
                    <a:pt x="784" y="3635"/>
                    <a:pt x="892" y="3584"/>
                    <a:pt x="903" y="3426"/>
                  </a:cubicBezTo>
                  <a:cubicBezTo>
                    <a:pt x="811" y="3446"/>
                    <a:pt x="726" y="3478"/>
                    <a:pt x="633" y="3534"/>
                  </a:cubicBezTo>
                  <a:close/>
                  <a:moveTo>
                    <a:pt x="3185" y="5307"/>
                  </a:moveTo>
                  <a:cubicBezTo>
                    <a:pt x="3191" y="5297"/>
                    <a:pt x="3197" y="5288"/>
                    <a:pt x="3204" y="5278"/>
                  </a:cubicBezTo>
                  <a:cubicBezTo>
                    <a:pt x="3190" y="5267"/>
                    <a:pt x="3175" y="5256"/>
                    <a:pt x="3159" y="5248"/>
                  </a:cubicBezTo>
                  <a:cubicBezTo>
                    <a:pt x="3156" y="5247"/>
                    <a:pt x="3146" y="5266"/>
                    <a:pt x="3140" y="5276"/>
                  </a:cubicBezTo>
                  <a:cubicBezTo>
                    <a:pt x="3155" y="5287"/>
                    <a:pt x="3170" y="5297"/>
                    <a:pt x="3185" y="53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0" name="Google Shape;4080;p54"/>
            <p:cNvSpPr/>
            <p:nvPr/>
          </p:nvSpPr>
          <p:spPr>
            <a:xfrm>
              <a:off x="4118255" y="2099167"/>
              <a:ext cx="50861" cy="30797"/>
            </a:xfrm>
            <a:custGeom>
              <a:avLst/>
              <a:gdLst/>
              <a:ahLst/>
              <a:cxnLst/>
              <a:rect l="l" t="t" r="r" b="b"/>
              <a:pathLst>
                <a:path w="834" h="505" extrusionOk="0">
                  <a:moveTo>
                    <a:pt x="1" y="390"/>
                  </a:moveTo>
                  <a:cubicBezTo>
                    <a:pt x="14" y="294"/>
                    <a:pt x="90" y="279"/>
                    <a:pt x="151" y="251"/>
                  </a:cubicBezTo>
                  <a:cubicBezTo>
                    <a:pt x="266" y="196"/>
                    <a:pt x="384" y="150"/>
                    <a:pt x="497" y="98"/>
                  </a:cubicBezTo>
                  <a:cubicBezTo>
                    <a:pt x="530" y="83"/>
                    <a:pt x="553" y="49"/>
                    <a:pt x="586" y="38"/>
                  </a:cubicBezTo>
                  <a:cubicBezTo>
                    <a:pt x="620" y="27"/>
                    <a:pt x="659" y="37"/>
                    <a:pt x="696" y="31"/>
                  </a:cubicBezTo>
                  <a:cubicBezTo>
                    <a:pt x="722" y="26"/>
                    <a:pt x="747" y="6"/>
                    <a:pt x="772" y="3"/>
                  </a:cubicBezTo>
                  <a:cubicBezTo>
                    <a:pt x="791" y="0"/>
                    <a:pt x="814" y="13"/>
                    <a:pt x="827" y="27"/>
                  </a:cubicBezTo>
                  <a:cubicBezTo>
                    <a:pt x="834" y="37"/>
                    <a:pt x="832" y="70"/>
                    <a:pt x="823" y="80"/>
                  </a:cubicBezTo>
                  <a:cubicBezTo>
                    <a:pt x="783" y="124"/>
                    <a:pt x="758" y="181"/>
                    <a:pt x="695" y="204"/>
                  </a:cubicBezTo>
                  <a:cubicBezTo>
                    <a:pt x="634" y="228"/>
                    <a:pt x="584" y="284"/>
                    <a:pt x="528" y="324"/>
                  </a:cubicBezTo>
                  <a:cubicBezTo>
                    <a:pt x="506" y="339"/>
                    <a:pt x="480" y="358"/>
                    <a:pt x="455" y="358"/>
                  </a:cubicBezTo>
                  <a:cubicBezTo>
                    <a:pt x="354" y="356"/>
                    <a:pt x="275" y="411"/>
                    <a:pt x="192" y="462"/>
                  </a:cubicBezTo>
                  <a:cubicBezTo>
                    <a:pt x="122" y="505"/>
                    <a:pt x="42" y="473"/>
                    <a:pt x="1" y="3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1" name="Google Shape;4081;p54"/>
            <p:cNvSpPr/>
            <p:nvPr/>
          </p:nvSpPr>
          <p:spPr>
            <a:xfrm>
              <a:off x="4019519" y="2015861"/>
              <a:ext cx="117091" cy="31590"/>
            </a:xfrm>
            <a:custGeom>
              <a:avLst/>
              <a:gdLst/>
              <a:ahLst/>
              <a:cxnLst/>
              <a:rect l="l" t="t" r="r" b="b"/>
              <a:pathLst>
                <a:path w="1920" h="518" extrusionOk="0">
                  <a:moveTo>
                    <a:pt x="176" y="517"/>
                  </a:moveTo>
                  <a:cubicBezTo>
                    <a:pt x="152" y="504"/>
                    <a:pt x="134" y="490"/>
                    <a:pt x="114" y="484"/>
                  </a:cubicBezTo>
                  <a:cubicBezTo>
                    <a:pt x="8" y="463"/>
                    <a:pt x="5" y="459"/>
                    <a:pt x="0" y="345"/>
                  </a:cubicBezTo>
                  <a:cubicBezTo>
                    <a:pt x="0" y="339"/>
                    <a:pt x="2" y="333"/>
                    <a:pt x="3" y="318"/>
                  </a:cubicBezTo>
                  <a:cubicBezTo>
                    <a:pt x="104" y="284"/>
                    <a:pt x="207" y="270"/>
                    <a:pt x="313" y="289"/>
                  </a:cubicBezTo>
                  <a:cubicBezTo>
                    <a:pt x="336" y="293"/>
                    <a:pt x="361" y="290"/>
                    <a:pt x="386" y="287"/>
                  </a:cubicBezTo>
                  <a:cubicBezTo>
                    <a:pt x="524" y="263"/>
                    <a:pt x="661" y="231"/>
                    <a:pt x="799" y="218"/>
                  </a:cubicBezTo>
                  <a:cubicBezTo>
                    <a:pt x="933" y="207"/>
                    <a:pt x="1064" y="182"/>
                    <a:pt x="1192" y="137"/>
                  </a:cubicBezTo>
                  <a:cubicBezTo>
                    <a:pt x="1229" y="124"/>
                    <a:pt x="1270" y="126"/>
                    <a:pt x="1307" y="116"/>
                  </a:cubicBezTo>
                  <a:cubicBezTo>
                    <a:pt x="1414" y="84"/>
                    <a:pt x="1528" y="104"/>
                    <a:pt x="1634" y="38"/>
                  </a:cubicBezTo>
                  <a:cubicBezTo>
                    <a:pt x="1696" y="1"/>
                    <a:pt x="1781" y="6"/>
                    <a:pt x="1855" y="2"/>
                  </a:cubicBezTo>
                  <a:cubicBezTo>
                    <a:pt x="1876" y="1"/>
                    <a:pt x="1912" y="38"/>
                    <a:pt x="1916" y="63"/>
                  </a:cubicBezTo>
                  <a:cubicBezTo>
                    <a:pt x="1920" y="89"/>
                    <a:pt x="1899" y="130"/>
                    <a:pt x="1879" y="147"/>
                  </a:cubicBezTo>
                  <a:cubicBezTo>
                    <a:pt x="1847" y="171"/>
                    <a:pt x="1807" y="185"/>
                    <a:pt x="1767" y="192"/>
                  </a:cubicBezTo>
                  <a:cubicBezTo>
                    <a:pt x="1702" y="206"/>
                    <a:pt x="1634" y="212"/>
                    <a:pt x="1569" y="224"/>
                  </a:cubicBezTo>
                  <a:cubicBezTo>
                    <a:pt x="1548" y="228"/>
                    <a:pt x="1526" y="232"/>
                    <a:pt x="1507" y="242"/>
                  </a:cubicBezTo>
                  <a:cubicBezTo>
                    <a:pt x="1388" y="311"/>
                    <a:pt x="1256" y="313"/>
                    <a:pt x="1126" y="321"/>
                  </a:cubicBezTo>
                  <a:cubicBezTo>
                    <a:pt x="1061" y="325"/>
                    <a:pt x="999" y="336"/>
                    <a:pt x="934" y="346"/>
                  </a:cubicBezTo>
                  <a:cubicBezTo>
                    <a:pt x="896" y="354"/>
                    <a:pt x="858" y="366"/>
                    <a:pt x="820" y="369"/>
                  </a:cubicBezTo>
                  <a:cubicBezTo>
                    <a:pt x="704" y="376"/>
                    <a:pt x="591" y="392"/>
                    <a:pt x="478" y="422"/>
                  </a:cubicBezTo>
                  <a:cubicBezTo>
                    <a:pt x="435" y="433"/>
                    <a:pt x="387" y="432"/>
                    <a:pt x="341" y="433"/>
                  </a:cubicBezTo>
                  <a:cubicBezTo>
                    <a:pt x="276" y="435"/>
                    <a:pt x="228" y="474"/>
                    <a:pt x="176" y="5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2" name="Google Shape;4082;p54"/>
            <p:cNvSpPr/>
            <p:nvPr/>
          </p:nvSpPr>
          <p:spPr>
            <a:xfrm>
              <a:off x="4152468" y="2179669"/>
              <a:ext cx="46349" cy="26955"/>
            </a:xfrm>
            <a:custGeom>
              <a:avLst/>
              <a:gdLst/>
              <a:ahLst/>
              <a:cxnLst/>
              <a:rect l="l" t="t" r="r" b="b"/>
              <a:pathLst>
                <a:path w="760" h="442" extrusionOk="0">
                  <a:moveTo>
                    <a:pt x="1" y="310"/>
                  </a:moveTo>
                  <a:cubicBezTo>
                    <a:pt x="23" y="272"/>
                    <a:pt x="51" y="244"/>
                    <a:pt x="97" y="229"/>
                  </a:cubicBezTo>
                  <a:cubicBezTo>
                    <a:pt x="160" y="208"/>
                    <a:pt x="218" y="166"/>
                    <a:pt x="279" y="141"/>
                  </a:cubicBezTo>
                  <a:cubicBezTo>
                    <a:pt x="394" y="93"/>
                    <a:pt x="508" y="50"/>
                    <a:pt x="625" y="9"/>
                  </a:cubicBezTo>
                  <a:cubicBezTo>
                    <a:pt x="649" y="0"/>
                    <a:pt x="681" y="2"/>
                    <a:pt x="704" y="14"/>
                  </a:cubicBezTo>
                  <a:cubicBezTo>
                    <a:pt x="749" y="38"/>
                    <a:pt x="760" y="130"/>
                    <a:pt x="711" y="159"/>
                  </a:cubicBezTo>
                  <a:cubicBezTo>
                    <a:pt x="675" y="179"/>
                    <a:pt x="640" y="205"/>
                    <a:pt x="601" y="213"/>
                  </a:cubicBezTo>
                  <a:cubicBezTo>
                    <a:pt x="455" y="248"/>
                    <a:pt x="322" y="324"/>
                    <a:pt x="187" y="394"/>
                  </a:cubicBezTo>
                  <a:cubicBezTo>
                    <a:pt x="99" y="441"/>
                    <a:pt x="36" y="413"/>
                    <a:pt x="1" y="3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083" name="Google Shape;4083;p54"/>
          <p:cNvGrpSpPr/>
          <p:nvPr/>
        </p:nvGrpSpPr>
        <p:grpSpPr>
          <a:xfrm>
            <a:off x="9933574" y="3251016"/>
            <a:ext cx="403160" cy="300821"/>
            <a:chOff x="4876368" y="2050257"/>
            <a:chExt cx="626804" cy="467694"/>
          </a:xfrm>
        </p:grpSpPr>
        <p:sp>
          <p:nvSpPr>
            <p:cNvPr id="4084" name="Google Shape;4084;p54"/>
            <p:cNvSpPr/>
            <p:nvPr/>
          </p:nvSpPr>
          <p:spPr>
            <a:xfrm>
              <a:off x="4936622" y="2269013"/>
              <a:ext cx="359751" cy="202531"/>
            </a:xfrm>
            <a:custGeom>
              <a:avLst/>
              <a:gdLst/>
              <a:ahLst/>
              <a:cxnLst/>
              <a:rect l="l" t="t" r="r" b="b"/>
              <a:pathLst>
                <a:path w="5899" h="3320" extrusionOk="0">
                  <a:moveTo>
                    <a:pt x="4476" y="454"/>
                  </a:moveTo>
                  <a:cubicBezTo>
                    <a:pt x="4522" y="506"/>
                    <a:pt x="4561" y="508"/>
                    <a:pt x="4608" y="498"/>
                  </a:cubicBezTo>
                  <a:cubicBezTo>
                    <a:pt x="4691" y="479"/>
                    <a:pt x="4775" y="458"/>
                    <a:pt x="4861" y="450"/>
                  </a:cubicBezTo>
                  <a:cubicBezTo>
                    <a:pt x="5089" y="428"/>
                    <a:pt x="5314" y="404"/>
                    <a:pt x="5537" y="352"/>
                  </a:cubicBezTo>
                  <a:cubicBezTo>
                    <a:pt x="5643" y="326"/>
                    <a:pt x="5754" y="329"/>
                    <a:pt x="5875" y="321"/>
                  </a:cubicBezTo>
                  <a:cubicBezTo>
                    <a:pt x="5854" y="388"/>
                    <a:pt x="5833" y="449"/>
                    <a:pt x="5817" y="498"/>
                  </a:cubicBezTo>
                  <a:cubicBezTo>
                    <a:pt x="5763" y="512"/>
                    <a:pt x="5719" y="517"/>
                    <a:pt x="5678" y="534"/>
                  </a:cubicBezTo>
                  <a:cubicBezTo>
                    <a:pt x="5469" y="620"/>
                    <a:pt x="5253" y="674"/>
                    <a:pt x="5028" y="692"/>
                  </a:cubicBezTo>
                  <a:cubicBezTo>
                    <a:pt x="4917" y="701"/>
                    <a:pt x="4809" y="714"/>
                    <a:pt x="4698" y="723"/>
                  </a:cubicBezTo>
                  <a:cubicBezTo>
                    <a:pt x="4668" y="726"/>
                    <a:pt x="4636" y="729"/>
                    <a:pt x="4606" y="725"/>
                  </a:cubicBezTo>
                  <a:cubicBezTo>
                    <a:pt x="4559" y="716"/>
                    <a:pt x="4534" y="735"/>
                    <a:pt x="4502" y="790"/>
                  </a:cubicBezTo>
                  <a:cubicBezTo>
                    <a:pt x="4553" y="800"/>
                    <a:pt x="4593" y="816"/>
                    <a:pt x="4632" y="813"/>
                  </a:cubicBezTo>
                  <a:cubicBezTo>
                    <a:pt x="4840" y="794"/>
                    <a:pt x="5046" y="774"/>
                    <a:pt x="5253" y="746"/>
                  </a:cubicBezTo>
                  <a:cubicBezTo>
                    <a:pt x="5412" y="723"/>
                    <a:pt x="5568" y="685"/>
                    <a:pt x="5726" y="654"/>
                  </a:cubicBezTo>
                  <a:cubicBezTo>
                    <a:pt x="5744" y="650"/>
                    <a:pt x="5762" y="654"/>
                    <a:pt x="5792" y="654"/>
                  </a:cubicBezTo>
                  <a:cubicBezTo>
                    <a:pt x="5755" y="773"/>
                    <a:pt x="5721" y="878"/>
                    <a:pt x="5689" y="985"/>
                  </a:cubicBezTo>
                  <a:cubicBezTo>
                    <a:pt x="5680" y="1015"/>
                    <a:pt x="5670" y="1046"/>
                    <a:pt x="5673" y="1076"/>
                  </a:cubicBezTo>
                  <a:cubicBezTo>
                    <a:pt x="5678" y="1152"/>
                    <a:pt x="5639" y="1198"/>
                    <a:pt x="5572" y="1217"/>
                  </a:cubicBezTo>
                  <a:cubicBezTo>
                    <a:pt x="5328" y="1290"/>
                    <a:pt x="5089" y="1382"/>
                    <a:pt x="4829" y="1388"/>
                  </a:cubicBezTo>
                  <a:cubicBezTo>
                    <a:pt x="4775" y="1390"/>
                    <a:pt x="4721" y="1402"/>
                    <a:pt x="4667" y="1418"/>
                  </a:cubicBezTo>
                  <a:cubicBezTo>
                    <a:pt x="4649" y="1423"/>
                    <a:pt x="4639" y="1451"/>
                    <a:pt x="4608" y="1488"/>
                  </a:cubicBezTo>
                  <a:cubicBezTo>
                    <a:pt x="4787" y="1468"/>
                    <a:pt x="4938" y="1455"/>
                    <a:pt x="5087" y="1433"/>
                  </a:cubicBezTo>
                  <a:cubicBezTo>
                    <a:pt x="5238" y="1412"/>
                    <a:pt x="5384" y="1381"/>
                    <a:pt x="5552" y="1351"/>
                  </a:cubicBezTo>
                  <a:cubicBezTo>
                    <a:pt x="5527" y="1382"/>
                    <a:pt x="5516" y="1404"/>
                    <a:pt x="5499" y="1419"/>
                  </a:cubicBezTo>
                  <a:cubicBezTo>
                    <a:pt x="5337" y="1536"/>
                    <a:pt x="5157" y="1609"/>
                    <a:pt x="4959" y="1644"/>
                  </a:cubicBezTo>
                  <a:cubicBezTo>
                    <a:pt x="4851" y="1662"/>
                    <a:pt x="4744" y="1689"/>
                    <a:pt x="4637" y="1713"/>
                  </a:cubicBezTo>
                  <a:cubicBezTo>
                    <a:pt x="4617" y="1719"/>
                    <a:pt x="4600" y="1733"/>
                    <a:pt x="4585" y="1754"/>
                  </a:cubicBezTo>
                  <a:cubicBezTo>
                    <a:pt x="4872" y="1740"/>
                    <a:pt x="5157" y="1719"/>
                    <a:pt x="5439" y="1598"/>
                  </a:cubicBezTo>
                  <a:cubicBezTo>
                    <a:pt x="5427" y="1656"/>
                    <a:pt x="5450" y="1713"/>
                    <a:pt x="5368" y="1702"/>
                  </a:cubicBezTo>
                  <a:cubicBezTo>
                    <a:pt x="5350" y="1699"/>
                    <a:pt x="5322" y="1718"/>
                    <a:pt x="5307" y="1734"/>
                  </a:cubicBezTo>
                  <a:cubicBezTo>
                    <a:pt x="5183" y="1887"/>
                    <a:pt x="5011" y="1927"/>
                    <a:pt x="4829" y="1956"/>
                  </a:cubicBezTo>
                  <a:cubicBezTo>
                    <a:pt x="4734" y="1971"/>
                    <a:pt x="4639" y="1993"/>
                    <a:pt x="4563" y="2072"/>
                  </a:cubicBezTo>
                  <a:cubicBezTo>
                    <a:pt x="4714" y="2050"/>
                    <a:pt x="4865" y="2030"/>
                    <a:pt x="5043" y="2005"/>
                  </a:cubicBezTo>
                  <a:cubicBezTo>
                    <a:pt x="5013" y="2043"/>
                    <a:pt x="5000" y="2071"/>
                    <a:pt x="4982" y="2081"/>
                  </a:cubicBezTo>
                  <a:cubicBezTo>
                    <a:pt x="4820" y="2164"/>
                    <a:pt x="4658" y="2244"/>
                    <a:pt x="4496" y="2325"/>
                  </a:cubicBezTo>
                  <a:cubicBezTo>
                    <a:pt x="4460" y="2344"/>
                    <a:pt x="4414" y="2351"/>
                    <a:pt x="4411" y="2428"/>
                  </a:cubicBezTo>
                  <a:cubicBezTo>
                    <a:pt x="4646" y="2341"/>
                    <a:pt x="4870" y="2260"/>
                    <a:pt x="5106" y="2174"/>
                  </a:cubicBezTo>
                  <a:cubicBezTo>
                    <a:pt x="5090" y="2195"/>
                    <a:pt x="5082" y="2215"/>
                    <a:pt x="5067" y="2227"/>
                  </a:cubicBezTo>
                  <a:cubicBezTo>
                    <a:pt x="4998" y="2292"/>
                    <a:pt x="4931" y="2357"/>
                    <a:pt x="4859" y="2417"/>
                  </a:cubicBezTo>
                  <a:cubicBezTo>
                    <a:pt x="4820" y="2450"/>
                    <a:pt x="4795" y="2516"/>
                    <a:pt x="4723" y="2482"/>
                  </a:cubicBezTo>
                  <a:cubicBezTo>
                    <a:pt x="4716" y="2478"/>
                    <a:pt x="4697" y="2494"/>
                    <a:pt x="4686" y="2504"/>
                  </a:cubicBezTo>
                  <a:cubicBezTo>
                    <a:pt x="4530" y="2631"/>
                    <a:pt x="4355" y="2724"/>
                    <a:pt x="4172" y="2808"/>
                  </a:cubicBezTo>
                  <a:cubicBezTo>
                    <a:pt x="4149" y="2818"/>
                    <a:pt x="4130" y="2839"/>
                    <a:pt x="4087" y="2871"/>
                  </a:cubicBezTo>
                  <a:cubicBezTo>
                    <a:pt x="4279" y="2864"/>
                    <a:pt x="4410" y="2753"/>
                    <a:pt x="4571" y="2729"/>
                  </a:cubicBezTo>
                  <a:cubicBezTo>
                    <a:pt x="4527" y="2763"/>
                    <a:pt x="4483" y="2800"/>
                    <a:pt x="4435" y="2831"/>
                  </a:cubicBezTo>
                  <a:cubicBezTo>
                    <a:pt x="4347" y="2888"/>
                    <a:pt x="4261" y="2948"/>
                    <a:pt x="4166" y="2998"/>
                  </a:cubicBezTo>
                  <a:cubicBezTo>
                    <a:pt x="4109" y="3028"/>
                    <a:pt x="4042" y="3038"/>
                    <a:pt x="3980" y="3060"/>
                  </a:cubicBezTo>
                  <a:cubicBezTo>
                    <a:pt x="3908" y="3087"/>
                    <a:pt x="3836" y="3117"/>
                    <a:pt x="3762" y="3146"/>
                  </a:cubicBezTo>
                  <a:cubicBezTo>
                    <a:pt x="3742" y="3153"/>
                    <a:pt x="3719" y="3156"/>
                    <a:pt x="3699" y="3162"/>
                  </a:cubicBezTo>
                  <a:cubicBezTo>
                    <a:pt x="3665" y="3171"/>
                    <a:pt x="3626" y="3172"/>
                    <a:pt x="3601" y="3193"/>
                  </a:cubicBezTo>
                  <a:cubicBezTo>
                    <a:pt x="3478" y="3291"/>
                    <a:pt x="3337" y="3292"/>
                    <a:pt x="3191" y="3280"/>
                  </a:cubicBezTo>
                  <a:cubicBezTo>
                    <a:pt x="3106" y="3272"/>
                    <a:pt x="3019" y="3264"/>
                    <a:pt x="2939" y="3308"/>
                  </a:cubicBezTo>
                  <a:cubicBezTo>
                    <a:pt x="2923" y="3317"/>
                    <a:pt x="2902" y="3321"/>
                    <a:pt x="2882" y="3320"/>
                  </a:cubicBezTo>
                  <a:cubicBezTo>
                    <a:pt x="2747" y="3310"/>
                    <a:pt x="2609" y="3317"/>
                    <a:pt x="2475" y="3277"/>
                  </a:cubicBezTo>
                  <a:cubicBezTo>
                    <a:pt x="2444" y="3269"/>
                    <a:pt x="2407" y="3285"/>
                    <a:pt x="2374" y="3282"/>
                  </a:cubicBezTo>
                  <a:cubicBezTo>
                    <a:pt x="2256" y="3279"/>
                    <a:pt x="2146" y="3243"/>
                    <a:pt x="2020" y="3190"/>
                  </a:cubicBezTo>
                  <a:cubicBezTo>
                    <a:pt x="2173" y="3110"/>
                    <a:pt x="2333" y="3095"/>
                    <a:pt x="2497" y="3024"/>
                  </a:cubicBezTo>
                  <a:cubicBezTo>
                    <a:pt x="2306" y="2942"/>
                    <a:pt x="2134" y="2916"/>
                    <a:pt x="1954" y="2934"/>
                  </a:cubicBezTo>
                  <a:cubicBezTo>
                    <a:pt x="1820" y="2948"/>
                    <a:pt x="1687" y="2922"/>
                    <a:pt x="1562" y="2875"/>
                  </a:cubicBezTo>
                  <a:cubicBezTo>
                    <a:pt x="1504" y="2851"/>
                    <a:pt x="1452" y="2842"/>
                    <a:pt x="1394" y="2864"/>
                  </a:cubicBezTo>
                  <a:cubicBezTo>
                    <a:pt x="1317" y="2893"/>
                    <a:pt x="1286" y="2882"/>
                    <a:pt x="1220" y="2790"/>
                  </a:cubicBezTo>
                  <a:cubicBezTo>
                    <a:pt x="1567" y="2781"/>
                    <a:pt x="1910" y="2794"/>
                    <a:pt x="2245" y="2714"/>
                  </a:cubicBezTo>
                  <a:cubicBezTo>
                    <a:pt x="2247" y="2713"/>
                    <a:pt x="2246" y="2694"/>
                    <a:pt x="2248" y="2672"/>
                  </a:cubicBezTo>
                  <a:cubicBezTo>
                    <a:pt x="2102" y="2682"/>
                    <a:pt x="1958" y="2698"/>
                    <a:pt x="1815" y="2702"/>
                  </a:cubicBezTo>
                  <a:cubicBezTo>
                    <a:pt x="1588" y="2708"/>
                    <a:pt x="1360" y="2731"/>
                    <a:pt x="1137" y="2661"/>
                  </a:cubicBezTo>
                  <a:cubicBezTo>
                    <a:pt x="1111" y="2653"/>
                    <a:pt x="1084" y="2656"/>
                    <a:pt x="1056" y="2656"/>
                  </a:cubicBezTo>
                  <a:cubicBezTo>
                    <a:pt x="986" y="2656"/>
                    <a:pt x="952" y="2636"/>
                    <a:pt x="884" y="2549"/>
                  </a:cubicBezTo>
                  <a:cubicBezTo>
                    <a:pt x="1097" y="2533"/>
                    <a:pt x="1307" y="2522"/>
                    <a:pt x="1514" y="2501"/>
                  </a:cubicBezTo>
                  <a:cubicBezTo>
                    <a:pt x="1719" y="2481"/>
                    <a:pt x="1928" y="2474"/>
                    <a:pt x="2129" y="2435"/>
                  </a:cubicBezTo>
                  <a:cubicBezTo>
                    <a:pt x="2129" y="2422"/>
                    <a:pt x="2129" y="2411"/>
                    <a:pt x="2128" y="2400"/>
                  </a:cubicBezTo>
                  <a:cubicBezTo>
                    <a:pt x="2088" y="2399"/>
                    <a:pt x="2047" y="2392"/>
                    <a:pt x="2007" y="2395"/>
                  </a:cubicBezTo>
                  <a:cubicBezTo>
                    <a:pt x="1710" y="2414"/>
                    <a:pt x="1413" y="2436"/>
                    <a:pt x="1115" y="2451"/>
                  </a:cubicBezTo>
                  <a:cubicBezTo>
                    <a:pt x="1050" y="2455"/>
                    <a:pt x="983" y="2440"/>
                    <a:pt x="918" y="2427"/>
                  </a:cubicBezTo>
                  <a:cubicBezTo>
                    <a:pt x="894" y="2421"/>
                    <a:pt x="867" y="2407"/>
                    <a:pt x="851" y="2389"/>
                  </a:cubicBezTo>
                  <a:cubicBezTo>
                    <a:pt x="810" y="2341"/>
                    <a:pt x="768" y="2317"/>
                    <a:pt x="707" y="2361"/>
                  </a:cubicBezTo>
                  <a:cubicBezTo>
                    <a:pt x="672" y="2313"/>
                    <a:pt x="642" y="2269"/>
                    <a:pt x="611" y="2225"/>
                  </a:cubicBezTo>
                  <a:cubicBezTo>
                    <a:pt x="1009" y="2215"/>
                    <a:pt x="1401" y="2205"/>
                    <a:pt x="1802" y="2192"/>
                  </a:cubicBezTo>
                  <a:cubicBezTo>
                    <a:pt x="1777" y="2125"/>
                    <a:pt x="1735" y="2135"/>
                    <a:pt x="1699" y="2134"/>
                  </a:cubicBezTo>
                  <a:cubicBezTo>
                    <a:pt x="1432" y="2134"/>
                    <a:pt x="1165" y="2134"/>
                    <a:pt x="897" y="2133"/>
                  </a:cubicBezTo>
                  <a:cubicBezTo>
                    <a:pt x="826" y="2133"/>
                    <a:pt x="756" y="2131"/>
                    <a:pt x="686" y="2130"/>
                  </a:cubicBezTo>
                  <a:cubicBezTo>
                    <a:pt x="542" y="2126"/>
                    <a:pt x="542" y="2125"/>
                    <a:pt x="452" y="1983"/>
                  </a:cubicBezTo>
                  <a:cubicBezTo>
                    <a:pt x="542" y="1931"/>
                    <a:pt x="635" y="1987"/>
                    <a:pt x="725" y="1970"/>
                  </a:cubicBezTo>
                  <a:cubicBezTo>
                    <a:pt x="818" y="1952"/>
                    <a:pt x="913" y="1956"/>
                    <a:pt x="1008" y="1949"/>
                  </a:cubicBezTo>
                  <a:cubicBezTo>
                    <a:pt x="1102" y="1941"/>
                    <a:pt x="1196" y="1929"/>
                    <a:pt x="1289" y="1919"/>
                  </a:cubicBezTo>
                  <a:cubicBezTo>
                    <a:pt x="1380" y="1910"/>
                    <a:pt x="1472" y="1900"/>
                    <a:pt x="1588" y="1888"/>
                  </a:cubicBezTo>
                  <a:cubicBezTo>
                    <a:pt x="1551" y="1867"/>
                    <a:pt x="1536" y="1849"/>
                    <a:pt x="1520" y="1849"/>
                  </a:cubicBezTo>
                  <a:cubicBezTo>
                    <a:pt x="1427" y="1849"/>
                    <a:pt x="1334" y="1849"/>
                    <a:pt x="1242" y="1855"/>
                  </a:cubicBezTo>
                  <a:cubicBezTo>
                    <a:pt x="1176" y="1859"/>
                    <a:pt x="1109" y="1869"/>
                    <a:pt x="1043" y="1874"/>
                  </a:cubicBezTo>
                  <a:cubicBezTo>
                    <a:pt x="941" y="1883"/>
                    <a:pt x="839" y="1896"/>
                    <a:pt x="738" y="1896"/>
                  </a:cubicBezTo>
                  <a:cubicBezTo>
                    <a:pt x="625" y="1896"/>
                    <a:pt x="512" y="1883"/>
                    <a:pt x="396" y="1875"/>
                  </a:cubicBezTo>
                  <a:cubicBezTo>
                    <a:pt x="375" y="1829"/>
                    <a:pt x="357" y="1783"/>
                    <a:pt x="331" y="1722"/>
                  </a:cubicBezTo>
                  <a:cubicBezTo>
                    <a:pt x="410" y="1722"/>
                    <a:pt x="478" y="1725"/>
                    <a:pt x="547" y="1722"/>
                  </a:cubicBezTo>
                  <a:cubicBezTo>
                    <a:pt x="621" y="1719"/>
                    <a:pt x="696" y="1711"/>
                    <a:pt x="769" y="1701"/>
                  </a:cubicBezTo>
                  <a:cubicBezTo>
                    <a:pt x="840" y="1693"/>
                    <a:pt x="910" y="1679"/>
                    <a:pt x="978" y="1664"/>
                  </a:cubicBezTo>
                  <a:cubicBezTo>
                    <a:pt x="1048" y="1652"/>
                    <a:pt x="1116" y="1635"/>
                    <a:pt x="1187" y="1623"/>
                  </a:cubicBezTo>
                  <a:cubicBezTo>
                    <a:pt x="1260" y="1612"/>
                    <a:pt x="1335" y="1609"/>
                    <a:pt x="1408" y="1594"/>
                  </a:cubicBezTo>
                  <a:cubicBezTo>
                    <a:pt x="1470" y="1581"/>
                    <a:pt x="1544" y="1618"/>
                    <a:pt x="1618" y="1550"/>
                  </a:cubicBezTo>
                  <a:cubicBezTo>
                    <a:pt x="1506" y="1514"/>
                    <a:pt x="1413" y="1520"/>
                    <a:pt x="1324" y="1532"/>
                  </a:cubicBezTo>
                  <a:cubicBezTo>
                    <a:pt x="1137" y="1560"/>
                    <a:pt x="954" y="1604"/>
                    <a:pt x="766" y="1624"/>
                  </a:cubicBezTo>
                  <a:cubicBezTo>
                    <a:pt x="635" y="1639"/>
                    <a:pt x="501" y="1638"/>
                    <a:pt x="370" y="1623"/>
                  </a:cubicBezTo>
                  <a:cubicBezTo>
                    <a:pt x="226" y="1607"/>
                    <a:pt x="171" y="1522"/>
                    <a:pt x="195" y="1399"/>
                  </a:cubicBezTo>
                  <a:cubicBezTo>
                    <a:pt x="363" y="1402"/>
                    <a:pt x="531" y="1417"/>
                    <a:pt x="696" y="1404"/>
                  </a:cubicBezTo>
                  <a:cubicBezTo>
                    <a:pt x="926" y="1389"/>
                    <a:pt x="1155" y="1353"/>
                    <a:pt x="1385" y="1330"/>
                  </a:cubicBezTo>
                  <a:cubicBezTo>
                    <a:pt x="1455" y="1322"/>
                    <a:pt x="1526" y="1326"/>
                    <a:pt x="1597" y="1325"/>
                  </a:cubicBezTo>
                  <a:cubicBezTo>
                    <a:pt x="1652" y="1323"/>
                    <a:pt x="1652" y="1323"/>
                    <a:pt x="1699" y="1254"/>
                  </a:cubicBezTo>
                  <a:cubicBezTo>
                    <a:pt x="1675" y="1249"/>
                    <a:pt x="1653" y="1241"/>
                    <a:pt x="1634" y="1243"/>
                  </a:cubicBezTo>
                  <a:cubicBezTo>
                    <a:pt x="1516" y="1250"/>
                    <a:pt x="1401" y="1258"/>
                    <a:pt x="1283" y="1269"/>
                  </a:cubicBezTo>
                  <a:cubicBezTo>
                    <a:pt x="1153" y="1282"/>
                    <a:pt x="1025" y="1300"/>
                    <a:pt x="897" y="1312"/>
                  </a:cubicBezTo>
                  <a:cubicBezTo>
                    <a:pt x="682" y="1333"/>
                    <a:pt x="467" y="1345"/>
                    <a:pt x="255" y="1290"/>
                  </a:cubicBezTo>
                  <a:cubicBezTo>
                    <a:pt x="251" y="1289"/>
                    <a:pt x="247" y="1285"/>
                    <a:pt x="245" y="1285"/>
                  </a:cubicBezTo>
                  <a:cubicBezTo>
                    <a:pt x="193" y="1290"/>
                    <a:pt x="137" y="1295"/>
                    <a:pt x="109" y="1241"/>
                  </a:cubicBezTo>
                  <a:cubicBezTo>
                    <a:pt x="79" y="1177"/>
                    <a:pt x="71" y="1107"/>
                    <a:pt x="94" y="1044"/>
                  </a:cubicBezTo>
                  <a:cubicBezTo>
                    <a:pt x="333" y="1065"/>
                    <a:pt x="564" y="1086"/>
                    <a:pt x="797" y="1102"/>
                  </a:cubicBezTo>
                  <a:cubicBezTo>
                    <a:pt x="890" y="1108"/>
                    <a:pt x="984" y="1101"/>
                    <a:pt x="1079" y="1094"/>
                  </a:cubicBezTo>
                  <a:cubicBezTo>
                    <a:pt x="1174" y="1087"/>
                    <a:pt x="1268" y="1076"/>
                    <a:pt x="1361" y="1066"/>
                  </a:cubicBezTo>
                  <a:cubicBezTo>
                    <a:pt x="1394" y="1062"/>
                    <a:pt x="1426" y="1059"/>
                    <a:pt x="1412" y="1009"/>
                  </a:cubicBezTo>
                  <a:cubicBezTo>
                    <a:pt x="1330" y="1009"/>
                    <a:pt x="1248" y="1000"/>
                    <a:pt x="1168" y="1010"/>
                  </a:cubicBezTo>
                  <a:cubicBezTo>
                    <a:pt x="976" y="1035"/>
                    <a:pt x="784" y="1028"/>
                    <a:pt x="593" y="1005"/>
                  </a:cubicBezTo>
                  <a:cubicBezTo>
                    <a:pt x="422" y="987"/>
                    <a:pt x="252" y="954"/>
                    <a:pt x="81" y="929"/>
                  </a:cubicBezTo>
                  <a:cubicBezTo>
                    <a:pt x="12" y="918"/>
                    <a:pt x="10" y="867"/>
                    <a:pt x="1" y="803"/>
                  </a:cubicBezTo>
                  <a:cubicBezTo>
                    <a:pt x="117" y="819"/>
                    <a:pt x="222" y="839"/>
                    <a:pt x="329" y="851"/>
                  </a:cubicBezTo>
                  <a:cubicBezTo>
                    <a:pt x="620" y="883"/>
                    <a:pt x="910" y="883"/>
                    <a:pt x="1197" y="833"/>
                  </a:cubicBezTo>
                  <a:cubicBezTo>
                    <a:pt x="1293" y="816"/>
                    <a:pt x="1390" y="814"/>
                    <a:pt x="1486" y="802"/>
                  </a:cubicBezTo>
                  <a:cubicBezTo>
                    <a:pt x="1505" y="799"/>
                    <a:pt x="1521" y="779"/>
                    <a:pt x="1540" y="769"/>
                  </a:cubicBezTo>
                  <a:cubicBezTo>
                    <a:pt x="1526" y="754"/>
                    <a:pt x="1514" y="732"/>
                    <a:pt x="1496" y="725"/>
                  </a:cubicBezTo>
                  <a:cubicBezTo>
                    <a:pt x="1477" y="716"/>
                    <a:pt x="1450" y="711"/>
                    <a:pt x="1429" y="717"/>
                  </a:cubicBezTo>
                  <a:cubicBezTo>
                    <a:pt x="1201" y="779"/>
                    <a:pt x="964" y="780"/>
                    <a:pt x="731" y="793"/>
                  </a:cubicBezTo>
                  <a:cubicBezTo>
                    <a:pt x="521" y="803"/>
                    <a:pt x="314" y="773"/>
                    <a:pt x="120" y="683"/>
                  </a:cubicBezTo>
                  <a:cubicBezTo>
                    <a:pt x="92" y="671"/>
                    <a:pt x="63" y="657"/>
                    <a:pt x="31" y="644"/>
                  </a:cubicBezTo>
                  <a:lnTo>
                    <a:pt x="31" y="514"/>
                  </a:lnTo>
                  <a:cubicBezTo>
                    <a:pt x="77" y="514"/>
                    <a:pt x="124" y="507"/>
                    <a:pt x="168" y="516"/>
                  </a:cubicBezTo>
                  <a:cubicBezTo>
                    <a:pt x="439" y="568"/>
                    <a:pt x="712" y="591"/>
                    <a:pt x="987" y="589"/>
                  </a:cubicBezTo>
                  <a:cubicBezTo>
                    <a:pt x="1089" y="588"/>
                    <a:pt x="1191" y="569"/>
                    <a:pt x="1291" y="560"/>
                  </a:cubicBezTo>
                  <a:cubicBezTo>
                    <a:pt x="1355" y="555"/>
                    <a:pt x="1416" y="553"/>
                    <a:pt x="1481" y="550"/>
                  </a:cubicBezTo>
                  <a:lnTo>
                    <a:pt x="1481" y="470"/>
                  </a:lnTo>
                  <a:cubicBezTo>
                    <a:pt x="1315" y="483"/>
                    <a:pt x="1153" y="504"/>
                    <a:pt x="991" y="504"/>
                  </a:cubicBezTo>
                  <a:cubicBezTo>
                    <a:pt x="824" y="504"/>
                    <a:pt x="655" y="487"/>
                    <a:pt x="487" y="472"/>
                  </a:cubicBezTo>
                  <a:cubicBezTo>
                    <a:pt x="323" y="458"/>
                    <a:pt x="165" y="424"/>
                    <a:pt x="7" y="360"/>
                  </a:cubicBezTo>
                  <a:cubicBezTo>
                    <a:pt x="22" y="310"/>
                    <a:pt x="35" y="268"/>
                    <a:pt x="50" y="220"/>
                  </a:cubicBezTo>
                  <a:cubicBezTo>
                    <a:pt x="82" y="225"/>
                    <a:pt x="114" y="227"/>
                    <a:pt x="143" y="233"/>
                  </a:cubicBezTo>
                  <a:cubicBezTo>
                    <a:pt x="239" y="255"/>
                    <a:pt x="333" y="279"/>
                    <a:pt x="434" y="266"/>
                  </a:cubicBezTo>
                  <a:cubicBezTo>
                    <a:pt x="485" y="257"/>
                    <a:pt x="541" y="288"/>
                    <a:pt x="594" y="291"/>
                  </a:cubicBezTo>
                  <a:cubicBezTo>
                    <a:pt x="805" y="303"/>
                    <a:pt x="1018" y="308"/>
                    <a:pt x="1229" y="276"/>
                  </a:cubicBezTo>
                  <a:cubicBezTo>
                    <a:pt x="1283" y="268"/>
                    <a:pt x="1339" y="269"/>
                    <a:pt x="1394" y="266"/>
                  </a:cubicBezTo>
                  <a:cubicBezTo>
                    <a:pt x="1480" y="258"/>
                    <a:pt x="1562" y="266"/>
                    <a:pt x="1648" y="231"/>
                  </a:cubicBezTo>
                  <a:cubicBezTo>
                    <a:pt x="1705" y="207"/>
                    <a:pt x="1779" y="232"/>
                    <a:pt x="1846" y="236"/>
                  </a:cubicBezTo>
                  <a:cubicBezTo>
                    <a:pt x="1928" y="241"/>
                    <a:pt x="2010" y="246"/>
                    <a:pt x="2091" y="252"/>
                  </a:cubicBezTo>
                  <a:cubicBezTo>
                    <a:pt x="2196" y="260"/>
                    <a:pt x="2302" y="266"/>
                    <a:pt x="2405" y="279"/>
                  </a:cubicBezTo>
                  <a:cubicBezTo>
                    <a:pt x="2654" y="314"/>
                    <a:pt x="2902" y="333"/>
                    <a:pt x="3152" y="297"/>
                  </a:cubicBezTo>
                  <a:cubicBezTo>
                    <a:pt x="3210" y="289"/>
                    <a:pt x="3270" y="292"/>
                    <a:pt x="3327" y="301"/>
                  </a:cubicBezTo>
                  <a:cubicBezTo>
                    <a:pt x="3475" y="324"/>
                    <a:pt x="3614" y="294"/>
                    <a:pt x="3757" y="269"/>
                  </a:cubicBezTo>
                  <a:cubicBezTo>
                    <a:pt x="3884" y="246"/>
                    <a:pt x="4013" y="240"/>
                    <a:pt x="4141" y="232"/>
                  </a:cubicBezTo>
                  <a:cubicBezTo>
                    <a:pt x="4282" y="223"/>
                    <a:pt x="4422" y="218"/>
                    <a:pt x="4565" y="166"/>
                  </a:cubicBezTo>
                  <a:cubicBezTo>
                    <a:pt x="4596" y="238"/>
                    <a:pt x="4658" y="237"/>
                    <a:pt x="4728" y="232"/>
                  </a:cubicBezTo>
                  <a:cubicBezTo>
                    <a:pt x="5011" y="211"/>
                    <a:pt x="5290" y="175"/>
                    <a:pt x="5560" y="82"/>
                  </a:cubicBezTo>
                  <a:cubicBezTo>
                    <a:pt x="5654" y="51"/>
                    <a:pt x="5754" y="28"/>
                    <a:pt x="5862" y="1"/>
                  </a:cubicBezTo>
                  <a:cubicBezTo>
                    <a:pt x="5875" y="43"/>
                    <a:pt x="5888" y="82"/>
                    <a:pt x="5899" y="114"/>
                  </a:cubicBezTo>
                  <a:cubicBezTo>
                    <a:pt x="5852" y="202"/>
                    <a:pt x="5767" y="211"/>
                    <a:pt x="5695" y="232"/>
                  </a:cubicBezTo>
                  <a:cubicBezTo>
                    <a:pt x="5571" y="269"/>
                    <a:pt x="5444" y="297"/>
                    <a:pt x="5317" y="319"/>
                  </a:cubicBezTo>
                  <a:cubicBezTo>
                    <a:pt x="5178" y="342"/>
                    <a:pt x="5038" y="354"/>
                    <a:pt x="4898" y="371"/>
                  </a:cubicBezTo>
                  <a:cubicBezTo>
                    <a:pt x="4782" y="385"/>
                    <a:pt x="4666" y="399"/>
                    <a:pt x="4549" y="415"/>
                  </a:cubicBezTo>
                  <a:cubicBezTo>
                    <a:pt x="4528" y="416"/>
                    <a:pt x="4507" y="436"/>
                    <a:pt x="4476" y="454"/>
                  </a:cubicBezTo>
                  <a:close/>
                  <a:moveTo>
                    <a:pt x="4587" y="1079"/>
                  </a:moveTo>
                  <a:cubicBezTo>
                    <a:pt x="4588" y="1089"/>
                    <a:pt x="4590" y="1101"/>
                    <a:pt x="4591" y="1111"/>
                  </a:cubicBezTo>
                  <a:cubicBezTo>
                    <a:pt x="4887" y="1068"/>
                    <a:pt x="5183" y="1027"/>
                    <a:pt x="5479" y="977"/>
                  </a:cubicBezTo>
                  <a:cubicBezTo>
                    <a:pt x="5545" y="965"/>
                    <a:pt x="5604" y="921"/>
                    <a:pt x="5667" y="892"/>
                  </a:cubicBezTo>
                  <a:cubicBezTo>
                    <a:pt x="5612" y="789"/>
                    <a:pt x="5582" y="781"/>
                    <a:pt x="5511" y="829"/>
                  </a:cubicBezTo>
                  <a:cubicBezTo>
                    <a:pt x="5466" y="859"/>
                    <a:pt x="5420" y="895"/>
                    <a:pt x="5369" y="909"/>
                  </a:cubicBezTo>
                  <a:cubicBezTo>
                    <a:pt x="5195" y="955"/>
                    <a:pt x="5023" y="1006"/>
                    <a:pt x="4840" y="1009"/>
                  </a:cubicBezTo>
                  <a:cubicBezTo>
                    <a:pt x="4749" y="1012"/>
                    <a:pt x="4667" y="1043"/>
                    <a:pt x="4587" y="107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5" name="Google Shape;4085;p54"/>
            <p:cNvSpPr/>
            <p:nvPr/>
          </p:nvSpPr>
          <p:spPr>
            <a:xfrm>
              <a:off x="4958638" y="2219736"/>
              <a:ext cx="332185" cy="56777"/>
            </a:xfrm>
            <a:custGeom>
              <a:avLst/>
              <a:gdLst/>
              <a:ahLst/>
              <a:cxnLst/>
              <a:rect l="l" t="t" r="r" b="b"/>
              <a:pathLst>
                <a:path w="5447" h="931" extrusionOk="0">
                  <a:moveTo>
                    <a:pt x="5447" y="332"/>
                  </a:moveTo>
                  <a:cubicBezTo>
                    <a:pt x="5314" y="497"/>
                    <a:pt x="5118" y="526"/>
                    <a:pt x="4954" y="610"/>
                  </a:cubicBezTo>
                  <a:cubicBezTo>
                    <a:pt x="4919" y="629"/>
                    <a:pt x="4870" y="620"/>
                    <a:pt x="4828" y="630"/>
                  </a:cubicBezTo>
                  <a:cubicBezTo>
                    <a:pt x="4614" y="675"/>
                    <a:pt x="4398" y="711"/>
                    <a:pt x="4190" y="773"/>
                  </a:cubicBezTo>
                  <a:cubicBezTo>
                    <a:pt x="4093" y="801"/>
                    <a:pt x="4002" y="807"/>
                    <a:pt x="3905" y="805"/>
                  </a:cubicBezTo>
                  <a:cubicBezTo>
                    <a:pt x="3837" y="805"/>
                    <a:pt x="3769" y="837"/>
                    <a:pt x="3700" y="842"/>
                  </a:cubicBezTo>
                  <a:cubicBezTo>
                    <a:pt x="3576" y="851"/>
                    <a:pt x="3454" y="875"/>
                    <a:pt x="3332" y="895"/>
                  </a:cubicBezTo>
                  <a:cubicBezTo>
                    <a:pt x="3179" y="919"/>
                    <a:pt x="3022" y="915"/>
                    <a:pt x="2867" y="922"/>
                  </a:cubicBezTo>
                  <a:cubicBezTo>
                    <a:pt x="2809" y="925"/>
                    <a:pt x="2750" y="927"/>
                    <a:pt x="2692" y="929"/>
                  </a:cubicBezTo>
                  <a:cubicBezTo>
                    <a:pt x="2481" y="930"/>
                    <a:pt x="2270" y="929"/>
                    <a:pt x="2060" y="899"/>
                  </a:cubicBezTo>
                  <a:cubicBezTo>
                    <a:pt x="1886" y="873"/>
                    <a:pt x="1710" y="873"/>
                    <a:pt x="1535" y="858"/>
                  </a:cubicBezTo>
                  <a:cubicBezTo>
                    <a:pt x="1431" y="848"/>
                    <a:pt x="1327" y="833"/>
                    <a:pt x="1224" y="818"/>
                  </a:cubicBezTo>
                  <a:cubicBezTo>
                    <a:pt x="1039" y="791"/>
                    <a:pt x="852" y="783"/>
                    <a:pt x="666" y="769"/>
                  </a:cubicBezTo>
                  <a:cubicBezTo>
                    <a:pt x="527" y="758"/>
                    <a:pt x="377" y="753"/>
                    <a:pt x="248" y="677"/>
                  </a:cubicBezTo>
                  <a:cubicBezTo>
                    <a:pt x="228" y="665"/>
                    <a:pt x="203" y="665"/>
                    <a:pt x="181" y="664"/>
                  </a:cubicBezTo>
                  <a:cubicBezTo>
                    <a:pt x="83" y="655"/>
                    <a:pt x="0" y="528"/>
                    <a:pt x="47" y="441"/>
                  </a:cubicBezTo>
                  <a:cubicBezTo>
                    <a:pt x="77" y="388"/>
                    <a:pt x="100" y="327"/>
                    <a:pt x="181" y="306"/>
                  </a:cubicBezTo>
                  <a:cubicBezTo>
                    <a:pt x="287" y="281"/>
                    <a:pt x="382" y="223"/>
                    <a:pt x="486" y="189"/>
                  </a:cubicBezTo>
                  <a:cubicBezTo>
                    <a:pt x="543" y="169"/>
                    <a:pt x="609" y="165"/>
                    <a:pt x="670" y="159"/>
                  </a:cubicBezTo>
                  <a:cubicBezTo>
                    <a:pt x="763" y="149"/>
                    <a:pt x="858" y="153"/>
                    <a:pt x="949" y="132"/>
                  </a:cubicBezTo>
                  <a:cubicBezTo>
                    <a:pt x="1089" y="101"/>
                    <a:pt x="1235" y="144"/>
                    <a:pt x="1377" y="91"/>
                  </a:cubicBezTo>
                  <a:cubicBezTo>
                    <a:pt x="1464" y="60"/>
                    <a:pt x="1570" y="80"/>
                    <a:pt x="1666" y="64"/>
                  </a:cubicBezTo>
                  <a:cubicBezTo>
                    <a:pt x="1856" y="34"/>
                    <a:pt x="2048" y="25"/>
                    <a:pt x="2239" y="26"/>
                  </a:cubicBezTo>
                  <a:cubicBezTo>
                    <a:pt x="2356" y="26"/>
                    <a:pt x="2473" y="2"/>
                    <a:pt x="2590" y="1"/>
                  </a:cubicBezTo>
                  <a:cubicBezTo>
                    <a:pt x="2690" y="0"/>
                    <a:pt x="2792" y="16"/>
                    <a:pt x="2894" y="26"/>
                  </a:cubicBezTo>
                  <a:cubicBezTo>
                    <a:pt x="2924" y="28"/>
                    <a:pt x="2955" y="46"/>
                    <a:pt x="2985" y="45"/>
                  </a:cubicBezTo>
                  <a:cubicBezTo>
                    <a:pt x="3107" y="42"/>
                    <a:pt x="3226" y="36"/>
                    <a:pt x="3348" y="32"/>
                  </a:cubicBezTo>
                  <a:cubicBezTo>
                    <a:pt x="3409" y="30"/>
                    <a:pt x="3472" y="25"/>
                    <a:pt x="3533" y="27"/>
                  </a:cubicBezTo>
                  <a:cubicBezTo>
                    <a:pt x="3828" y="37"/>
                    <a:pt x="4122" y="50"/>
                    <a:pt x="4416" y="64"/>
                  </a:cubicBezTo>
                  <a:cubicBezTo>
                    <a:pt x="4442" y="66"/>
                    <a:pt x="4467" y="82"/>
                    <a:pt x="4493" y="87"/>
                  </a:cubicBezTo>
                  <a:cubicBezTo>
                    <a:pt x="4557" y="101"/>
                    <a:pt x="4622" y="115"/>
                    <a:pt x="4687" y="121"/>
                  </a:cubicBezTo>
                  <a:cubicBezTo>
                    <a:pt x="4775" y="127"/>
                    <a:pt x="4866" y="116"/>
                    <a:pt x="4951" y="129"/>
                  </a:cubicBezTo>
                  <a:cubicBezTo>
                    <a:pt x="5131" y="155"/>
                    <a:pt x="5287" y="250"/>
                    <a:pt x="5447" y="3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6" name="Google Shape;4086;p54"/>
            <p:cNvSpPr/>
            <p:nvPr/>
          </p:nvSpPr>
          <p:spPr>
            <a:xfrm>
              <a:off x="4940282" y="2266573"/>
              <a:ext cx="72145" cy="16466"/>
            </a:xfrm>
            <a:custGeom>
              <a:avLst/>
              <a:gdLst/>
              <a:ahLst/>
              <a:cxnLst/>
              <a:rect l="l" t="t" r="r" b="b"/>
              <a:pathLst>
                <a:path w="1183" h="270" extrusionOk="0">
                  <a:moveTo>
                    <a:pt x="0" y="1"/>
                  </a:moveTo>
                  <a:cubicBezTo>
                    <a:pt x="115" y="26"/>
                    <a:pt x="217" y="44"/>
                    <a:pt x="318" y="70"/>
                  </a:cubicBezTo>
                  <a:cubicBezTo>
                    <a:pt x="452" y="106"/>
                    <a:pt x="583" y="159"/>
                    <a:pt x="719" y="187"/>
                  </a:cubicBezTo>
                  <a:cubicBezTo>
                    <a:pt x="818" y="207"/>
                    <a:pt x="921" y="199"/>
                    <a:pt x="1023" y="200"/>
                  </a:cubicBezTo>
                  <a:cubicBezTo>
                    <a:pt x="1072" y="200"/>
                    <a:pt x="1122" y="187"/>
                    <a:pt x="1182" y="243"/>
                  </a:cubicBezTo>
                  <a:cubicBezTo>
                    <a:pt x="1067" y="251"/>
                    <a:pt x="969" y="270"/>
                    <a:pt x="873" y="266"/>
                  </a:cubicBezTo>
                  <a:cubicBezTo>
                    <a:pt x="683" y="259"/>
                    <a:pt x="492" y="245"/>
                    <a:pt x="304" y="220"/>
                  </a:cubicBezTo>
                  <a:cubicBezTo>
                    <a:pt x="191" y="204"/>
                    <a:pt x="69" y="180"/>
                    <a:pt x="9" y="57"/>
                  </a:cubicBezTo>
                  <a:cubicBezTo>
                    <a:pt x="3" y="50"/>
                    <a:pt x="5" y="37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7" name="Google Shape;4087;p54"/>
            <p:cNvSpPr/>
            <p:nvPr/>
          </p:nvSpPr>
          <p:spPr>
            <a:xfrm>
              <a:off x="5244295" y="2267671"/>
              <a:ext cx="23662" cy="8782"/>
            </a:xfrm>
            <a:custGeom>
              <a:avLst/>
              <a:gdLst/>
              <a:ahLst/>
              <a:cxnLst/>
              <a:rect l="l" t="t" r="r" b="b"/>
              <a:pathLst>
                <a:path w="388" h="144" extrusionOk="0">
                  <a:moveTo>
                    <a:pt x="0" y="114"/>
                  </a:moveTo>
                  <a:cubicBezTo>
                    <a:pt x="8" y="105"/>
                    <a:pt x="16" y="92"/>
                    <a:pt x="25" y="92"/>
                  </a:cubicBezTo>
                  <a:cubicBezTo>
                    <a:pt x="123" y="88"/>
                    <a:pt x="215" y="64"/>
                    <a:pt x="301" y="11"/>
                  </a:cubicBezTo>
                  <a:cubicBezTo>
                    <a:pt x="322" y="0"/>
                    <a:pt x="356" y="12"/>
                    <a:pt x="387" y="27"/>
                  </a:cubicBezTo>
                  <a:cubicBezTo>
                    <a:pt x="266" y="92"/>
                    <a:pt x="138" y="120"/>
                    <a:pt x="8" y="143"/>
                  </a:cubicBezTo>
                  <a:cubicBezTo>
                    <a:pt x="5" y="134"/>
                    <a:pt x="3" y="124"/>
                    <a:pt x="0" y="1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8" name="Google Shape;4088;p54"/>
            <p:cNvSpPr/>
            <p:nvPr/>
          </p:nvSpPr>
          <p:spPr>
            <a:xfrm>
              <a:off x="5284668" y="2257364"/>
              <a:ext cx="8904" cy="7013"/>
            </a:xfrm>
            <a:custGeom>
              <a:avLst/>
              <a:gdLst/>
              <a:ahLst/>
              <a:cxnLst/>
              <a:rect l="l" t="t" r="r" b="b"/>
              <a:pathLst>
                <a:path w="146" h="115" extrusionOk="0">
                  <a:moveTo>
                    <a:pt x="0" y="90"/>
                  </a:moveTo>
                  <a:cubicBezTo>
                    <a:pt x="48" y="73"/>
                    <a:pt x="72" y="0"/>
                    <a:pt x="146" y="28"/>
                  </a:cubicBezTo>
                  <a:cubicBezTo>
                    <a:pt x="110" y="92"/>
                    <a:pt x="64" y="115"/>
                    <a:pt x="0" y="9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89" name="Google Shape;4089;p54"/>
            <p:cNvSpPr/>
            <p:nvPr/>
          </p:nvSpPr>
          <p:spPr>
            <a:xfrm>
              <a:off x="4876368" y="2050257"/>
              <a:ext cx="626804" cy="467694"/>
            </a:xfrm>
            <a:custGeom>
              <a:avLst/>
              <a:gdLst/>
              <a:ahLst/>
              <a:cxnLst/>
              <a:rect l="l" t="t" r="r" b="b"/>
              <a:pathLst>
                <a:path w="10278" h="7668" extrusionOk="0">
                  <a:moveTo>
                    <a:pt x="8006" y="2419"/>
                  </a:moveTo>
                  <a:cubicBezTo>
                    <a:pt x="8029" y="2411"/>
                    <a:pt x="8053" y="2407"/>
                    <a:pt x="8072" y="2395"/>
                  </a:cubicBezTo>
                  <a:cubicBezTo>
                    <a:pt x="8148" y="2343"/>
                    <a:pt x="8221" y="2286"/>
                    <a:pt x="8300" y="2238"/>
                  </a:cubicBezTo>
                  <a:cubicBezTo>
                    <a:pt x="8346" y="2211"/>
                    <a:pt x="8400" y="2192"/>
                    <a:pt x="8452" y="2186"/>
                  </a:cubicBezTo>
                  <a:cubicBezTo>
                    <a:pt x="8616" y="2164"/>
                    <a:pt x="8779" y="2107"/>
                    <a:pt x="8946" y="2153"/>
                  </a:cubicBezTo>
                  <a:cubicBezTo>
                    <a:pt x="8968" y="2159"/>
                    <a:pt x="8993" y="2158"/>
                    <a:pt x="9016" y="2154"/>
                  </a:cubicBezTo>
                  <a:cubicBezTo>
                    <a:pt x="9146" y="2134"/>
                    <a:pt x="9253" y="2194"/>
                    <a:pt x="9365" y="2238"/>
                  </a:cubicBezTo>
                  <a:cubicBezTo>
                    <a:pt x="9507" y="2296"/>
                    <a:pt x="9612" y="2409"/>
                    <a:pt x="9742" y="2483"/>
                  </a:cubicBezTo>
                  <a:cubicBezTo>
                    <a:pt x="9880" y="2560"/>
                    <a:pt x="9978" y="2671"/>
                    <a:pt x="10035" y="2820"/>
                  </a:cubicBezTo>
                  <a:cubicBezTo>
                    <a:pt x="10093" y="2970"/>
                    <a:pt x="10158" y="3117"/>
                    <a:pt x="10226" y="3263"/>
                  </a:cubicBezTo>
                  <a:cubicBezTo>
                    <a:pt x="10277" y="3372"/>
                    <a:pt x="10226" y="3479"/>
                    <a:pt x="10237" y="3588"/>
                  </a:cubicBezTo>
                  <a:cubicBezTo>
                    <a:pt x="10244" y="3684"/>
                    <a:pt x="10233" y="3782"/>
                    <a:pt x="10233" y="3878"/>
                  </a:cubicBezTo>
                  <a:cubicBezTo>
                    <a:pt x="10235" y="4027"/>
                    <a:pt x="10216" y="4172"/>
                    <a:pt x="10156" y="4300"/>
                  </a:cubicBezTo>
                  <a:cubicBezTo>
                    <a:pt x="10100" y="4415"/>
                    <a:pt x="10089" y="4553"/>
                    <a:pt x="9992" y="4648"/>
                  </a:cubicBezTo>
                  <a:cubicBezTo>
                    <a:pt x="9937" y="4702"/>
                    <a:pt x="9884" y="4758"/>
                    <a:pt x="9828" y="4811"/>
                  </a:cubicBezTo>
                  <a:cubicBezTo>
                    <a:pt x="9635" y="5004"/>
                    <a:pt x="9419" y="5162"/>
                    <a:pt x="9159" y="5250"/>
                  </a:cubicBezTo>
                  <a:cubicBezTo>
                    <a:pt x="9041" y="5290"/>
                    <a:pt x="8922" y="5336"/>
                    <a:pt x="8792" y="5300"/>
                  </a:cubicBezTo>
                  <a:cubicBezTo>
                    <a:pt x="8785" y="5299"/>
                    <a:pt x="8776" y="5296"/>
                    <a:pt x="8769" y="5297"/>
                  </a:cubicBezTo>
                  <a:cubicBezTo>
                    <a:pt x="8446" y="5335"/>
                    <a:pt x="8151" y="5214"/>
                    <a:pt x="7854" y="5118"/>
                  </a:cubicBezTo>
                  <a:cubicBezTo>
                    <a:pt x="7793" y="5100"/>
                    <a:pt x="7741" y="5055"/>
                    <a:pt x="7684" y="5021"/>
                  </a:cubicBezTo>
                  <a:cubicBezTo>
                    <a:pt x="7629" y="5198"/>
                    <a:pt x="7533" y="5351"/>
                    <a:pt x="7468" y="5515"/>
                  </a:cubicBezTo>
                  <a:cubicBezTo>
                    <a:pt x="7409" y="5659"/>
                    <a:pt x="7338" y="5792"/>
                    <a:pt x="7260" y="5924"/>
                  </a:cubicBezTo>
                  <a:cubicBezTo>
                    <a:pt x="7219" y="5993"/>
                    <a:pt x="7179" y="6067"/>
                    <a:pt x="7152" y="6144"/>
                  </a:cubicBezTo>
                  <a:cubicBezTo>
                    <a:pt x="7100" y="6282"/>
                    <a:pt x="6986" y="6370"/>
                    <a:pt x="6902" y="6481"/>
                  </a:cubicBezTo>
                  <a:cubicBezTo>
                    <a:pt x="6888" y="6499"/>
                    <a:pt x="6866" y="6513"/>
                    <a:pt x="6855" y="6533"/>
                  </a:cubicBezTo>
                  <a:cubicBezTo>
                    <a:pt x="6807" y="6615"/>
                    <a:pt x="6750" y="6681"/>
                    <a:pt x="6651" y="6704"/>
                  </a:cubicBezTo>
                  <a:cubicBezTo>
                    <a:pt x="6621" y="6712"/>
                    <a:pt x="6595" y="6745"/>
                    <a:pt x="6572" y="6771"/>
                  </a:cubicBezTo>
                  <a:cubicBezTo>
                    <a:pt x="6494" y="6857"/>
                    <a:pt x="6418" y="6944"/>
                    <a:pt x="6340" y="7031"/>
                  </a:cubicBezTo>
                  <a:cubicBezTo>
                    <a:pt x="6330" y="7042"/>
                    <a:pt x="6318" y="7057"/>
                    <a:pt x="6304" y="7059"/>
                  </a:cubicBezTo>
                  <a:cubicBezTo>
                    <a:pt x="6210" y="7063"/>
                    <a:pt x="6157" y="7142"/>
                    <a:pt x="6084" y="7183"/>
                  </a:cubicBezTo>
                  <a:cubicBezTo>
                    <a:pt x="6041" y="7209"/>
                    <a:pt x="5991" y="7223"/>
                    <a:pt x="5946" y="7245"/>
                  </a:cubicBezTo>
                  <a:cubicBezTo>
                    <a:pt x="5842" y="7297"/>
                    <a:pt x="5722" y="7293"/>
                    <a:pt x="5615" y="7339"/>
                  </a:cubicBezTo>
                  <a:cubicBezTo>
                    <a:pt x="5482" y="7395"/>
                    <a:pt x="5347" y="7445"/>
                    <a:pt x="5211" y="7494"/>
                  </a:cubicBezTo>
                  <a:cubicBezTo>
                    <a:pt x="5184" y="7502"/>
                    <a:pt x="5151" y="7494"/>
                    <a:pt x="5122" y="7498"/>
                  </a:cubicBezTo>
                  <a:cubicBezTo>
                    <a:pt x="4860" y="7539"/>
                    <a:pt x="4599" y="7589"/>
                    <a:pt x="4335" y="7622"/>
                  </a:cubicBezTo>
                  <a:cubicBezTo>
                    <a:pt x="4101" y="7650"/>
                    <a:pt x="3865" y="7668"/>
                    <a:pt x="3630" y="7645"/>
                  </a:cubicBezTo>
                  <a:cubicBezTo>
                    <a:pt x="3568" y="7639"/>
                    <a:pt x="3504" y="7630"/>
                    <a:pt x="3446" y="7646"/>
                  </a:cubicBezTo>
                  <a:cubicBezTo>
                    <a:pt x="3373" y="7665"/>
                    <a:pt x="3318" y="7637"/>
                    <a:pt x="3254" y="7619"/>
                  </a:cubicBezTo>
                  <a:cubicBezTo>
                    <a:pt x="3168" y="7594"/>
                    <a:pt x="3077" y="7582"/>
                    <a:pt x="2989" y="7567"/>
                  </a:cubicBezTo>
                  <a:cubicBezTo>
                    <a:pt x="2809" y="7535"/>
                    <a:pt x="2626" y="7510"/>
                    <a:pt x="2458" y="7431"/>
                  </a:cubicBezTo>
                  <a:cubicBezTo>
                    <a:pt x="2396" y="7401"/>
                    <a:pt x="2336" y="7365"/>
                    <a:pt x="2274" y="7333"/>
                  </a:cubicBezTo>
                  <a:cubicBezTo>
                    <a:pt x="2108" y="7248"/>
                    <a:pt x="1941" y="7168"/>
                    <a:pt x="1782" y="7063"/>
                  </a:cubicBezTo>
                  <a:cubicBezTo>
                    <a:pt x="1642" y="6971"/>
                    <a:pt x="1519" y="6861"/>
                    <a:pt x="1383" y="6765"/>
                  </a:cubicBezTo>
                  <a:cubicBezTo>
                    <a:pt x="1266" y="6682"/>
                    <a:pt x="1157" y="6590"/>
                    <a:pt x="1049" y="6495"/>
                  </a:cubicBezTo>
                  <a:cubicBezTo>
                    <a:pt x="1000" y="6453"/>
                    <a:pt x="961" y="6397"/>
                    <a:pt x="921" y="6345"/>
                  </a:cubicBezTo>
                  <a:cubicBezTo>
                    <a:pt x="824" y="6213"/>
                    <a:pt x="732" y="6078"/>
                    <a:pt x="635" y="5946"/>
                  </a:cubicBezTo>
                  <a:cubicBezTo>
                    <a:pt x="611" y="5915"/>
                    <a:pt x="575" y="5896"/>
                    <a:pt x="549" y="5866"/>
                  </a:cubicBezTo>
                  <a:cubicBezTo>
                    <a:pt x="460" y="5766"/>
                    <a:pt x="419" y="5635"/>
                    <a:pt x="399" y="5512"/>
                  </a:cubicBezTo>
                  <a:cubicBezTo>
                    <a:pt x="373" y="5369"/>
                    <a:pt x="333" y="5234"/>
                    <a:pt x="283" y="5099"/>
                  </a:cubicBezTo>
                  <a:cubicBezTo>
                    <a:pt x="192" y="4856"/>
                    <a:pt x="151" y="4606"/>
                    <a:pt x="133" y="4349"/>
                  </a:cubicBezTo>
                  <a:cubicBezTo>
                    <a:pt x="128" y="4299"/>
                    <a:pt x="110" y="4250"/>
                    <a:pt x="102" y="4200"/>
                  </a:cubicBezTo>
                  <a:cubicBezTo>
                    <a:pt x="74" y="4055"/>
                    <a:pt x="78" y="3906"/>
                    <a:pt x="26" y="3764"/>
                  </a:cubicBezTo>
                  <a:cubicBezTo>
                    <a:pt x="1" y="3696"/>
                    <a:pt x="20" y="3612"/>
                    <a:pt x="16" y="3536"/>
                  </a:cubicBezTo>
                  <a:cubicBezTo>
                    <a:pt x="7" y="3331"/>
                    <a:pt x="5" y="3123"/>
                    <a:pt x="8" y="2917"/>
                  </a:cubicBezTo>
                  <a:cubicBezTo>
                    <a:pt x="12" y="2734"/>
                    <a:pt x="2" y="2551"/>
                    <a:pt x="13" y="2369"/>
                  </a:cubicBezTo>
                  <a:cubicBezTo>
                    <a:pt x="26" y="2159"/>
                    <a:pt x="59" y="1950"/>
                    <a:pt x="77" y="1741"/>
                  </a:cubicBezTo>
                  <a:cubicBezTo>
                    <a:pt x="87" y="1624"/>
                    <a:pt x="97" y="1509"/>
                    <a:pt x="124" y="1395"/>
                  </a:cubicBezTo>
                  <a:cubicBezTo>
                    <a:pt x="134" y="1357"/>
                    <a:pt x="105" y="1312"/>
                    <a:pt x="104" y="1270"/>
                  </a:cubicBezTo>
                  <a:cubicBezTo>
                    <a:pt x="99" y="1137"/>
                    <a:pt x="88" y="1004"/>
                    <a:pt x="128" y="873"/>
                  </a:cubicBezTo>
                  <a:cubicBezTo>
                    <a:pt x="139" y="841"/>
                    <a:pt x="133" y="803"/>
                    <a:pt x="131" y="769"/>
                  </a:cubicBezTo>
                  <a:cubicBezTo>
                    <a:pt x="127" y="707"/>
                    <a:pt x="148" y="653"/>
                    <a:pt x="207" y="638"/>
                  </a:cubicBezTo>
                  <a:cubicBezTo>
                    <a:pt x="327" y="607"/>
                    <a:pt x="404" y="514"/>
                    <a:pt x="502" y="454"/>
                  </a:cubicBezTo>
                  <a:cubicBezTo>
                    <a:pt x="578" y="408"/>
                    <a:pt x="659" y="366"/>
                    <a:pt x="742" y="339"/>
                  </a:cubicBezTo>
                  <a:cubicBezTo>
                    <a:pt x="888" y="292"/>
                    <a:pt x="1038" y="258"/>
                    <a:pt x="1184" y="220"/>
                  </a:cubicBezTo>
                  <a:cubicBezTo>
                    <a:pt x="1219" y="211"/>
                    <a:pt x="1254" y="203"/>
                    <a:pt x="1289" y="201"/>
                  </a:cubicBezTo>
                  <a:cubicBezTo>
                    <a:pt x="1461" y="190"/>
                    <a:pt x="1634" y="182"/>
                    <a:pt x="1807" y="169"/>
                  </a:cubicBezTo>
                  <a:cubicBezTo>
                    <a:pt x="1892" y="162"/>
                    <a:pt x="1977" y="149"/>
                    <a:pt x="2063" y="131"/>
                  </a:cubicBezTo>
                  <a:cubicBezTo>
                    <a:pt x="2215" y="103"/>
                    <a:pt x="2365" y="91"/>
                    <a:pt x="2521" y="108"/>
                  </a:cubicBezTo>
                  <a:cubicBezTo>
                    <a:pt x="2620" y="119"/>
                    <a:pt x="2725" y="117"/>
                    <a:pt x="2824" y="100"/>
                  </a:cubicBezTo>
                  <a:cubicBezTo>
                    <a:pt x="3030" y="64"/>
                    <a:pt x="3239" y="69"/>
                    <a:pt x="3444" y="89"/>
                  </a:cubicBezTo>
                  <a:cubicBezTo>
                    <a:pt x="3611" y="108"/>
                    <a:pt x="3766" y="60"/>
                    <a:pt x="3929" y="59"/>
                  </a:cubicBezTo>
                  <a:cubicBezTo>
                    <a:pt x="4093" y="58"/>
                    <a:pt x="4257" y="42"/>
                    <a:pt x="4422" y="40"/>
                  </a:cubicBezTo>
                  <a:cubicBezTo>
                    <a:pt x="4534" y="38"/>
                    <a:pt x="4649" y="44"/>
                    <a:pt x="4763" y="51"/>
                  </a:cubicBezTo>
                  <a:cubicBezTo>
                    <a:pt x="4939" y="60"/>
                    <a:pt x="5114" y="75"/>
                    <a:pt x="5290" y="79"/>
                  </a:cubicBezTo>
                  <a:cubicBezTo>
                    <a:pt x="5388" y="82"/>
                    <a:pt x="5486" y="65"/>
                    <a:pt x="5583" y="60"/>
                  </a:cubicBezTo>
                  <a:cubicBezTo>
                    <a:pt x="5685" y="57"/>
                    <a:pt x="5788" y="57"/>
                    <a:pt x="5890" y="54"/>
                  </a:cubicBezTo>
                  <a:cubicBezTo>
                    <a:pt x="5914" y="54"/>
                    <a:pt x="5943" y="60"/>
                    <a:pt x="5960" y="49"/>
                  </a:cubicBezTo>
                  <a:cubicBezTo>
                    <a:pt x="6035" y="0"/>
                    <a:pt x="6114" y="33"/>
                    <a:pt x="6184" y="49"/>
                  </a:cubicBezTo>
                  <a:cubicBezTo>
                    <a:pt x="6337" y="85"/>
                    <a:pt x="6488" y="120"/>
                    <a:pt x="6647" y="114"/>
                  </a:cubicBezTo>
                  <a:cubicBezTo>
                    <a:pt x="6755" y="110"/>
                    <a:pt x="6875" y="104"/>
                    <a:pt x="6969" y="145"/>
                  </a:cubicBezTo>
                  <a:cubicBezTo>
                    <a:pt x="7090" y="198"/>
                    <a:pt x="7209" y="192"/>
                    <a:pt x="7332" y="202"/>
                  </a:cubicBezTo>
                  <a:cubicBezTo>
                    <a:pt x="7367" y="205"/>
                    <a:pt x="7404" y="213"/>
                    <a:pt x="7433" y="233"/>
                  </a:cubicBezTo>
                  <a:cubicBezTo>
                    <a:pt x="7543" y="305"/>
                    <a:pt x="7679" y="328"/>
                    <a:pt x="7784" y="401"/>
                  </a:cubicBezTo>
                  <a:cubicBezTo>
                    <a:pt x="7871" y="462"/>
                    <a:pt x="7937" y="554"/>
                    <a:pt x="8009" y="635"/>
                  </a:cubicBezTo>
                  <a:cubicBezTo>
                    <a:pt x="8019" y="646"/>
                    <a:pt x="8021" y="674"/>
                    <a:pt x="8016" y="691"/>
                  </a:cubicBezTo>
                  <a:cubicBezTo>
                    <a:pt x="7997" y="747"/>
                    <a:pt x="8001" y="798"/>
                    <a:pt x="8031" y="851"/>
                  </a:cubicBezTo>
                  <a:cubicBezTo>
                    <a:pt x="8037" y="863"/>
                    <a:pt x="8037" y="882"/>
                    <a:pt x="8033" y="897"/>
                  </a:cubicBezTo>
                  <a:cubicBezTo>
                    <a:pt x="7997" y="1077"/>
                    <a:pt x="7981" y="1260"/>
                    <a:pt x="7986" y="1444"/>
                  </a:cubicBezTo>
                  <a:cubicBezTo>
                    <a:pt x="7987" y="1475"/>
                    <a:pt x="7977" y="1505"/>
                    <a:pt x="7972" y="1537"/>
                  </a:cubicBezTo>
                  <a:cubicBezTo>
                    <a:pt x="7970" y="1552"/>
                    <a:pt x="7957" y="1572"/>
                    <a:pt x="7963" y="1582"/>
                  </a:cubicBezTo>
                  <a:cubicBezTo>
                    <a:pt x="8040" y="1737"/>
                    <a:pt x="7965" y="1895"/>
                    <a:pt x="7979" y="2053"/>
                  </a:cubicBezTo>
                  <a:cubicBezTo>
                    <a:pt x="7988" y="2166"/>
                    <a:pt x="7996" y="2286"/>
                    <a:pt x="8006" y="2419"/>
                  </a:cubicBezTo>
                  <a:close/>
                  <a:moveTo>
                    <a:pt x="7587" y="652"/>
                  </a:moveTo>
                  <a:cubicBezTo>
                    <a:pt x="7515" y="695"/>
                    <a:pt x="7460" y="721"/>
                    <a:pt x="7413" y="756"/>
                  </a:cubicBezTo>
                  <a:cubicBezTo>
                    <a:pt x="7341" y="809"/>
                    <a:pt x="7281" y="882"/>
                    <a:pt x="7203" y="921"/>
                  </a:cubicBezTo>
                  <a:cubicBezTo>
                    <a:pt x="7056" y="995"/>
                    <a:pt x="6901" y="1051"/>
                    <a:pt x="6749" y="1113"/>
                  </a:cubicBezTo>
                  <a:cubicBezTo>
                    <a:pt x="6721" y="1125"/>
                    <a:pt x="6687" y="1123"/>
                    <a:pt x="6655" y="1126"/>
                  </a:cubicBezTo>
                  <a:cubicBezTo>
                    <a:pt x="6558" y="1133"/>
                    <a:pt x="6461" y="1137"/>
                    <a:pt x="6364" y="1146"/>
                  </a:cubicBezTo>
                  <a:cubicBezTo>
                    <a:pt x="6345" y="1147"/>
                    <a:pt x="6327" y="1158"/>
                    <a:pt x="6313" y="1169"/>
                  </a:cubicBezTo>
                  <a:cubicBezTo>
                    <a:pt x="6242" y="1227"/>
                    <a:pt x="6161" y="1237"/>
                    <a:pt x="6074" y="1238"/>
                  </a:cubicBezTo>
                  <a:cubicBezTo>
                    <a:pt x="5959" y="1239"/>
                    <a:pt x="5837" y="1234"/>
                    <a:pt x="5728" y="1266"/>
                  </a:cubicBezTo>
                  <a:cubicBezTo>
                    <a:pt x="5641" y="1292"/>
                    <a:pt x="5561" y="1329"/>
                    <a:pt x="5464" y="1335"/>
                  </a:cubicBezTo>
                  <a:cubicBezTo>
                    <a:pt x="5332" y="1342"/>
                    <a:pt x="5202" y="1373"/>
                    <a:pt x="5072" y="1393"/>
                  </a:cubicBezTo>
                  <a:cubicBezTo>
                    <a:pt x="5058" y="1396"/>
                    <a:pt x="5040" y="1392"/>
                    <a:pt x="5025" y="1387"/>
                  </a:cubicBezTo>
                  <a:cubicBezTo>
                    <a:pt x="4890" y="1335"/>
                    <a:pt x="4749" y="1368"/>
                    <a:pt x="4611" y="1370"/>
                  </a:cubicBezTo>
                  <a:cubicBezTo>
                    <a:pt x="4462" y="1371"/>
                    <a:pt x="4313" y="1396"/>
                    <a:pt x="4165" y="1398"/>
                  </a:cubicBezTo>
                  <a:cubicBezTo>
                    <a:pt x="4016" y="1401"/>
                    <a:pt x="3866" y="1387"/>
                    <a:pt x="3715" y="1394"/>
                  </a:cubicBezTo>
                  <a:cubicBezTo>
                    <a:pt x="3524" y="1404"/>
                    <a:pt x="3331" y="1383"/>
                    <a:pt x="3140" y="1381"/>
                  </a:cubicBezTo>
                  <a:cubicBezTo>
                    <a:pt x="3030" y="1379"/>
                    <a:pt x="2921" y="1387"/>
                    <a:pt x="2810" y="1389"/>
                  </a:cubicBezTo>
                  <a:cubicBezTo>
                    <a:pt x="2728" y="1391"/>
                    <a:pt x="2646" y="1393"/>
                    <a:pt x="2564" y="1389"/>
                  </a:cubicBezTo>
                  <a:cubicBezTo>
                    <a:pt x="2490" y="1387"/>
                    <a:pt x="2415" y="1368"/>
                    <a:pt x="2343" y="1370"/>
                  </a:cubicBezTo>
                  <a:cubicBezTo>
                    <a:pt x="2113" y="1374"/>
                    <a:pt x="1887" y="1362"/>
                    <a:pt x="1664" y="1308"/>
                  </a:cubicBezTo>
                  <a:cubicBezTo>
                    <a:pt x="1574" y="1286"/>
                    <a:pt x="1480" y="1272"/>
                    <a:pt x="1388" y="1260"/>
                  </a:cubicBezTo>
                  <a:cubicBezTo>
                    <a:pt x="1281" y="1246"/>
                    <a:pt x="1170" y="1247"/>
                    <a:pt x="1064" y="1224"/>
                  </a:cubicBezTo>
                  <a:cubicBezTo>
                    <a:pt x="905" y="1189"/>
                    <a:pt x="749" y="1142"/>
                    <a:pt x="602" y="1071"/>
                  </a:cubicBezTo>
                  <a:cubicBezTo>
                    <a:pt x="543" y="1041"/>
                    <a:pt x="488" y="1005"/>
                    <a:pt x="431" y="970"/>
                  </a:cubicBezTo>
                  <a:cubicBezTo>
                    <a:pt x="414" y="959"/>
                    <a:pt x="398" y="945"/>
                    <a:pt x="377" y="929"/>
                  </a:cubicBezTo>
                  <a:cubicBezTo>
                    <a:pt x="357" y="998"/>
                    <a:pt x="323" y="1057"/>
                    <a:pt x="326" y="1116"/>
                  </a:cubicBezTo>
                  <a:cubicBezTo>
                    <a:pt x="329" y="1236"/>
                    <a:pt x="326" y="1353"/>
                    <a:pt x="302" y="1474"/>
                  </a:cubicBezTo>
                  <a:cubicBezTo>
                    <a:pt x="272" y="1637"/>
                    <a:pt x="246" y="1803"/>
                    <a:pt x="251" y="1975"/>
                  </a:cubicBezTo>
                  <a:cubicBezTo>
                    <a:pt x="255" y="2129"/>
                    <a:pt x="204" y="2280"/>
                    <a:pt x="213" y="2439"/>
                  </a:cubicBezTo>
                  <a:cubicBezTo>
                    <a:pt x="222" y="2605"/>
                    <a:pt x="201" y="2771"/>
                    <a:pt x="200" y="2939"/>
                  </a:cubicBezTo>
                  <a:cubicBezTo>
                    <a:pt x="199" y="3061"/>
                    <a:pt x="208" y="3182"/>
                    <a:pt x="210" y="3303"/>
                  </a:cubicBezTo>
                  <a:cubicBezTo>
                    <a:pt x="211" y="3354"/>
                    <a:pt x="201" y="3405"/>
                    <a:pt x="206" y="3456"/>
                  </a:cubicBezTo>
                  <a:cubicBezTo>
                    <a:pt x="216" y="3561"/>
                    <a:pt x="235" y="3664"/>
                    <a:pt x="250" y="3768"/>
                  </a:cubicBezTo>
                  <a:cubicBezTo>
                    <a:pt x="276" y="3946"/>
                    <a:pt x="300" y="4125"/>
                    <a:pt x="327" y="4301"/>
                  </a:cubicBezTo>
                  <a:cubicBezTo>
                    <a:pt x="336" y="4359"/>
                    <a:pt x="360" y="4416"/>
                    <a:pt x="363" y="4474"/>
                  </a:cubicBezTo>
                  <a:cubicBezTo>
                    <a:pt x="368" y="4608"/>
                    <a:pt x="394" y="4736"/>
                    <a:pt x="439" y="4864"/>
                  </a:cubicBezTo>
                  <a:cubicBezTo>
                    <a:pt x="496" y="5029"/>
                    <a:pt x="532" y="5201"/>
                    <a:pt x="583" y="5370"/>
                  </a:cubicBezTo>
                  <a:cubicBezTo>
                    <a:pt x="610" y="5464"/>
                    <a:pt x="645" y="5556"/>
                    <a:pt x="691" y="5641"/>
                  </a:cubicBezTo>
                  <a:cubicBezTo>
                    <a:pt x="735" y="5723"/>
                    <a:pt x="799" y="5795"/>
                    <a:pt x="849" y="5874"/>
                  </a:cubicBezTo>
                  <a:cubicBezTo>
                    <a:pt x="898" y="5952"/>
                    <a:pt x="977" y="6002"/>
                    <a:pt x="1029" y="6081"/>
                  </a:cubicBezTo>
                  <a:cubicBezTo>
                    <a:pt x="1103" y="6197"/>
                    <a:pt x="1208" y="6291"/>
                    <a:pt x="1301" y="6395"/>
                  </a:cubicBezTo>
                  <a:cubicBezTo>
                    <a:pt x="1343" y="6441"/>
                    <a:pt x="1381" y="6493"/>
                    <a:pt x="1431" y="6528"/>
                  </a:cubicBezTo>
                  <a:cubicBezTo>
                    <a:pt x="1577" y="6632"/>
                    <a:pt x="1728" y="6731"/>
                    <a:pt x="1878" y="6828"/>
                  </a:cubicBezTo>
                  <a:cubicBezTo>
                    <a:pt x="2020" y="6920"/>
                    <a:pt x="2161" y="7012"/>
                    <a:pt x="2308" y="7096"/>
                  </a:cubicBezTo>
                  <a:cubicBezTo>
                    <a:pt x="2406" y="7152"/>
                    <a:pt x="2512" y="7198"/>
                    <a:pt x="2618" y="7236"/>
                  </a:cubicBezTo>
                  <a:cubicBezTo>
                    <a:pt x="2726" y="7277"/>
                    <a:pt x="2840" y="7311"/>
                    <a:pt x="2954" y="7337"/>
                  </a:cubicBezTo>
                  <a:cubicBezTo>
                    <a:pt x="3060" y="7359"/>
                    <a:pt x="3170" y="7367"/>
                    <a:pt x="3279" y="7385"/>
                  </a:cubicBezTo>
                  <a:cubicBezTo>
                    <a:pt x="3325" y="7393"/>
                    <a:pt x="3368" y="7413"/>
                    <a:pt x="3413" y="7415"/>
                  </a:cubicBezTo>
                  <a:cubicBezTo>
                    <a:pt x="3581" y="7425"/>
                    <a:pt x="3746" y="7394"/>
                    <a:pt x="3916" y="7419"/>
                  </a:cubicBezTo>
                  <a:cubicBezTo>
                    <a:pt x="4007" y="7434"/>
                    <a:pt x="4106" y="7418"/>
                    <a:pt x="4198" y="7405"/>
                  </a:cubicBezTo>
                  <a:cubicBezTo>
                    <a:pt x="4297" y="7391"/>
                    <a:pt x="4393" y="7340"/>
                    <a:pt x="4496" y="7386"/>
                  </a:cubicBezTo>
                  <a:cubicBezTo>
                    <a:pt x="4512" y="7393"/>
                    <a:pt x="4535" y="7386"/>
                    <a:pt x="4554" y="7381"/>
                  </a:cubicBezTo>
                  <a:cubicBezTo>
                    <a:pt x="4646" y="7354"/>
                    <a:pt x="4750" y="7369"/>
                    <a:pt x="4830" y="7297"/>
                  </a:cubicBezTo>
                  <a:cubicBezTo>
                    <a:pt x="4846" y="7281"/>
                    <a:pt x="4882" y="7281"/>
                    <a:pt x="4908" y="7281"/>
                  </a:cubicBezTo>
                  <a:cubicBezTo>
                    <a:pt x="5042" y="7280"/>
                    <a:pt x="5172" y="7255"/>
                    <a:pt x="5297" y="7209"/>
                  </a:cubicBezTo>
                  <a:cubicBezTo>
                    <a:pt x="5366" y="7183"/>
                    <a:pt x="5434" y="7152"/>
                    <a:pt x="5504" y="7128"/>
                  </a:cubicBezTo>
                  <a:cubicBezTo>
                    <a:pt x="5567" y="7107"/>
                    <a:pt x="5630" y="7094"/>
                    <a:pt x="5695" y="7076"/>
                  </a:cubicBezTo>
                  <a:cubicBezTo>
                    <a:pt x="5736" y="7062"/>
                    <a:pt x="5775" y="7042"/>
                    <a:pt x="5816" y="7031"/>
                  </a:cubicBezTo>
                  <a:cubicBezTo>
                    <a:pt x="5977" y="6986"/>
                    <a:pt x="6123" y="6917"/>
                    <a:pt x="6242" y="6795"/>
                  </a:cubicBezTo>
                  <a:cubicBezTo>
                    <a:pt x="6272" y="6765"/>
                    <a:pt x="6308" y="6739"/>
                    <a:pt x="6340" y="6710"/>
                  </a:cubicBezTo>
                  <a:cubicBezTo>
                    <a:pt x="6407" y="6656"/>
                    <a:pt x="6479" y="6610"/>
                    <a:pt x="6513" y="6521"/>
                  </a:cubicBezTo>
                  <a:cubicBezTo>
                    <a:pt x="6525" y="6487"/>
                    <a:pt x="6556" y="6451"/>
                    <a:pt x="6590" y="6434"/>
                  </a:cubicBezTo>
                  <a:cubicBezTo>
                    <a:pt x="6700" y="6376"/>
                    <a:pt x="6783" y="6298"/>
                    <a:pt x="6841" y="6183"/>
                  </a:cubicBezTo>
                  <a:cubicBezTo>
                    <a:pt x="6895" y="6078"/>
                    <a:pt x="6975" y="5986"/>
                    <a:pt x="7040" y="5885"/>
                  </a:cubicBezTo>
                  <a:cubicBezTo>
                    <a:pt x="7079" y="5825"/>
                    <a:pt x="7113" y="5764"/>
                    <a:pt x="7141" y="5702"/>
                  </a:cubicBezTo>
                  <a:cubicBezTo>
                    <a:pt x="7194" y="5584"/>
                    <a:pt x="7269" y="5477"/>
                    <a:pt x="7298" y="5349"/>
                  </a:cubicBezTo>
                  <a:cubicBezTo>
                    <a:pt x="7323" y="5244"/>
                    <a:pt x="7367" y="5140"/>
                    <a:pt x="7417" y="5046"/>
                  </a:cubicBezTo>
                  <a:cubicBezTo>
                    <a:pt x="7450" y="4981"/>
                    <a:pt x="7476" y="4917"/>
                    <a:pt x="7484" y="4848"/>
                  </a:cubicBezTo>
                  <a:cubicBezTo>
                    <a:pt x="7505" y="4684"/>
                    <a:pt x="7547" y="4530"/>
                    <a:pt x="7605" y="4374"/>
                  </a:cubicBezTo>
                  <a:cubicBezTo>
                    <a:pt x="7685" y="4163"/>
                    <a:pt x="7728" y="3938"/>
                    <a:pt x="7788" y="3720"/>
                  </a:cubicBezTo>
                  <a:cubicBezTo>
                    <a:pt x="7812" y="3639"/>
                    <a:pt x="7844" y="3559"/>
                    <a:pt x="7824" y="3471"/>
                  </a:cubicBezTo>
                  <a:cubicBezTo>
                    <a:pt x="7822" y="3459"/>
                    <a:pt x="7832" y="3441"/>
                    <a:pt x="7837" y="3426"/>
                  </a:cubicBezTo>
                  <a:cubicBezTo>
                    <a:pt x="7874" y="3328"/>
                    <a:pt x="7869" y="3226"/>
                    <a:pt x="7868" y="3124"/>
                  </a:cubicBezTo>
                  <a:cubicBezTo>
                    <a:pt x="7866" y="3049"/>
                    <a:pt x="7827" y="2976"/>
                    <a:pt x="7861" y="2898"/>
                  </a:cubicBezTo>
                  <a:cubicBezTo>
                    <a:pt x="7866" y="2887"/>
                    <a:pt x="7843" y="2852"/>
                    <a:pt x="7825" y="2843"/>
                  </a:cubicBezTo>
                  <a:cubicBezTo>
                    <a:pt x="7757" y="2806"/>
                    <a:pt x="7740" y="2744"/>
                    <a:pt x="7731" y="2678"/>
                  </a:cubicBezTo>
                  <a:cubicBezTo>
                    <a:pt x="7748" y="2647"/>
                    <a:pt x="7779" y="2618"/>
                    <a:pt x="7781" y="2589"/>
                  </a:cubicBezTo>
                  <a:cubicBezTo>
                    <a:pt x="7784" y="2523"/>
                    <a:pt x="7774" y="2457"/>
                    <a:pt x="7769" y="2390"/>
                  </a:cubicBezTo>
                  <a:cubicBezTo>
                    <a:pt x="7762" y="2306"/>
                    <a:pt x="7736" y="2219"/>
                    <a:pt x="7751" y="2140"/>
                  </a:cubicBezTo>
                  <a:cubicBezTo>
                    <a:pt x="7773" y="2028"/>
                    <a:pt x="7742" y="1921"/>
                    <a:pt x="7746" y="1812"/>
                  </a:cubicBezTo>
                  <a:cubicBezTo>
                    <a:pt x="7751" y="1685"/>
                    <a:pt x="7743" y="1559"/>
                    <a:pt x="7742" y="1431"/>
                  </a:cubicBezTo>
                  <a:cubicBezTo>
                    <a:pt x="7741" y="1317"/>
                    <a:pt x="7752" y="1203"/>
                    <a:pt x="7739" y="1091"/>
                  </a:cubicBezTo>
                  <a:cubicBezTo>
                    <a:pt x="7722" y="968"/>
                    <a:pt x="7679" y="851"/>
                    <a:pt x="7655" y="729"/>
                  </a:cubicBezTo>
                  <a:cubicBezTo>
                    <a:pt x="7644" y="666"/>
                    <a:pt x="7611" y="654"/>
                    <a:pt x="7587" y="652"/>
                  </a:cubicBezTo>
                  <a:close/>
                  <a:moveTo>
                    <a:pt x="5700" y="1044"/>
                  </a:moveTo>
                  <a:cubicBezTo>
                    <a:pt x="5703" y="1051"/>
                    <a:pt x="5704" y="1060"/>
                    <a:pt x="5706" y="1069"/>
                  </a:cubicBezTo>
                  <a:cubicBezTo>
                    <a:pt x="5771" y="1058"/>
                    <a:pt x="5838" y="1041"/>
                    <a:pt x="5903" y="1040"/>
                  </a:cubicBezTo>
                  <a:cubicBezTo>
                    <a:pt x="6118" y="1038"/>
                    <a:pt x="6315" y="948"/>
                    <a:pt x="6524" y="918"/>
                  </a:cubicBezTo>
                  <a:cubicBezTo>
                    <a:pt x="6543" y="916"/>
                    <a:pt x="6558" y="900"/>
                    <a:pt x="6576" y="891"/>
                  </a:cubicBezTo>
                  <a:cubicBezTo>
                    <a:pt x="6603" y="880"/>
                    <a:pt x="6630" y="864"/>
                    <a:pt x="6656" y="861"/>
                  </a:cubicBezTo>
                  <a:cubicBezTo>
                    <a:pt x="6774" y="852"/>
                    <a:pt x="6891" y="835"/>
                    <a:pt x="6997" y="779"/>
                  </a:cubicBezTo>
                  <a:cubicBezTo>
                    <a:pt x="7089" y="729"/>
                    <a:pt x="7179" y="675"/>
                    <a:pt x="7270" y="621"/>
                  </a:cubicBezTo>
                  <a:cubicBezTo>
                    <a:pt x="7335" y="586"/>
                    <a:pt x="7382" y="512"/>
                    <a:pt x="7368" y="463"/>
                  </a:cubicBezTo>
                  <a:cubicBezTo>
                    <a:pt x="7346" y="386"/>
                    <a:pt x="7282" y="380"/>
                    <a:pt x="7218" y="374"/>
                  </a:cubicBezTo>
                  <a:cubicBezTo>
                    <a:pt x="7199" y="373"/>
                    <a:pt x="7178" y="375"/>
                    <a:pt x="7159" y="373"/>
                  </a:cubicBezTo>
                  <a:cubicBezTo>
                    <a:pt x="7046" y="355"/>
                    <a:pt x="6935" y="337"/>
                    <a:pt x="6823" y="320"/>
                  </a:cubicBezTo>
                  <a:cubicBezTo>
                    <a:pt x="6793" y="314"/>
                    <a:pt x="6760" y="312"/>
                    <a:pt x="6728" y="311"/>
                  </a:cubicBezTo>
                  <a:cubicBezTo>
                    <a:pt x="6516" y="299"/>
                    <a:pt x="6304" y="289"/>
                    <a:pt x="6094" y="278"/>
                  </a:cubicBezTo>
                  <a:cubicBezTo>
                    <a:pt x="6005" y="273"/>
                    <a:pt x="5915" y="266"/>
                    <a:pt x="5827" y="266"/>
                  </a:cubicBezTo>
                  <a:cubicBezTo>
                    <a:pt x="5745" y="267"/>
                    <a:pt x="5663" y="283"/>
                    <a:pt x="5581" y="283"/>
                  </a:cubicBezTo>
                  <a:cubicBezTo>
                    <a:pt x="5480" y="283"/>
                    <a:pt x="5377" y="268"/>
                    <a:pt x="5276" y="268"/>
                  </a:cubicBezTo>
                  <a:cubicBezTo>
                    <a:pt x="5155" y="267"/>
                    <a:pt x="5034" y="278"/>
                    <a:pt x="4912" y="273"/>
                  </a:cubicBezTo>
                  <a:cubicBezTo>
                    <a:pt x="4809" y="271"/>
                    <a:pt x="4703" y="255"/>
                    <a:pt x="4600" y="252"/>
                  </a:cubicBezTo>
                  <a:cubicBezTo>
                    <a:pt x="4552" y="251"/>
                    <a:pt x="4501" y="271"/>
                    <a:pt x="4451" y="268"/>
                  </a:cubicBezTo>
                  <a:cubicBezTo>
                    <a:pt x="4364" y="265"/>
                    <a:pt x="4278" y="246"/>
                    <a:pt x="4190" y="243"/>
                  </a:cubicBezTo>
                  <a:cubicBezTo>
                    <a:pt x="4092" y="241"/>
                    <a:pt x="3994" y="242"/>
                    <a:pt x="3899" y="258"/>
                  </a:cubicBezTo>
                  <a:cubicBezTo>
                    <a:pt x="3765" y="283"/>
                    <a:pt x="3631" y="297"/>
                    <a:pt x="3494" y="291"/>
                  </a:cubicBezTo>
                  <a:cubicBezTo>
                    <a:pt x="3376" y="284"/>
                    <a:pt x="3258" y="273"/>
                    <a:pt x="3141" y="277"/>
                  </a:cubicBezTo>
                  <a:cubicBezTo>
                    <a:pt x="2977" y="281"/>
                    <a:pt x="2813" y="303"/>
                    <a:pt x="2650" y="302"/>
                  </a:cubicBezTo>
                  <a:cubicBezTo>
                    <a:pt x="2472" y="299"/>
                    <a:pt x="2297" y="288"/>
                    <a:pt x="2123" y="335"/>
                  </a:cubicBezTo>
                  <a:cubicBezTo>
                    <a:pt x="2100" y="342"/>
                    <a:pt x="2075" y="335"/>
                    <a:pt x="2052" y="338"/>
                  </a:cubicBezTo>
                  <a:cubicBezTo>
                    <a:pt x="1944" y="350"/>
                    <a:pt x="1834" y="314"/>
                    <a:pt x="1726" y="345"/>
                  </a:cubicBezTo>
                  <a:cubicBezTo>
                    <a:pt x="1663" y="364"/>
                    <a:pt x="1596" y="363"/>
                    <a:pt x="1529" y="370"/>
                  </a:cubicBezTo>
                  <a:cubicBezTo>
                    <a:pt x="1486" y="375"/>
                    <a:pt x="1443" y="376"/>
                    <a:pt x="1402" y="386"/>
                  </a:cubicBezTo>
                  <a:cubicBezTo>
                    <a:pt x="1269" y="417"/>
                    <a:pt x="1137" y="462"/>
                    <a:pt x="1003" y="481"/>
                  </a:cubicBezTo>
                  <a:cubicBezTo>
                    <a:pt x="870" y="499"/>
                    <a:pt x="754" y="549"/>
                    <a:pt x="642" y="616"/>
                  </a:cubicBezTo>
                  <a:cubicBezTo>
                    <a:pt x="530" y="685"/>
                    <a:pt x="527" y="789"/>
                    <a:pt x="645" y="849"/>
                  </a:cubicBezTo>
                  <a:cubicBezTo>
                    <a:pt x="767" y="910"/>
                    <a:pt x="898" y="953"/>
                    <a:pt x="1026" y="1000"/>
                  </a:cubicBezTo>
                  <a:cubicBezTo>
                    <a:pt x="1070" y="1017"/>
                    <a:pt x="1120" y="1033"/>
                    <a:pt x="1164" y="1029"/>
                  </a:cubicBezTo>
                  <a:cubicBezTo>
                    <a:pt x="1270" y="1019"/>
                    <a:pt x="1372" y="1043"/>
                    <a:pt x="1473" y="1060"/>
                  </a:cubicBezTo>
                  <a:cubicBezTo>
                    <a:pt x="1607" y="1085"/>
                    <a:pt x="1740" y="1117"/>
                    <a:pt x="1874" y="1140"/>
                  </a:cubicBezTo>
                  <a:cubicBezTo>
                    <a:pt x="1966" y="1154"/>
                    <a:pt x="2059" y="1162"/>
                    <a:pt x="2153" y="1167"/>
                  </a:cubicBezTo>
                  <a:cubicBezTo>
                    <a:pt x="2202" y="1169"/>
                    <a:pt x="2257" y="1150"/>
                    <a:pt x="2304" y="1159"/>
                  </a:cubicBezTo>
                  <a:cubicBezTo>
                    <a:pt x="2428" y="1184"/>
                    <a:pt x="2550" y="1192"/>
                    <a:pt x="2677" y="1182"/>
                  </a:cubicBezTo>
                  <a:cubicBezTo>
                    <a:pt x="2830" y="1171"/>
                    <a:pt x="2982" y="1168"/>
                    <a:pt x="3134" y="1164"/>
                  </a:cubicBezTo>
                  <a:cubicBezTo>
                    <a:pt x="3197" y="1163"/>
                    <a:pt x="3259" y="1164"/>
                    <a:pt x="3322" y="1166"/>
                  </a:cubicBezTo>
                  <a:cubicBezTo>
                    <a:pt x="3412" y="1168"/>
                    <a:pt x="3501" y="1182"/>
                    <a:pt x="3589" y="1176"/>
                  </a:cubicBezTo>
                  <a:cubicBezTo>
                    <a:pt x="3801" y="1161"/>
                    <a:pt x="4008" y="1146"/>
                    <a:pt x="4220" y="1173"/>
                  </a:cubicBezTo>
                  <a:cubicBezTo>
                    <a:pt x="4324" y="1186"/>
                    <a:pt x="4430" y="1178"/>
                    <a:pt x="4535" y="1174"/>
                  </a:cubicBezTo>
                  <a:cubicBezTo>
                    <a:pt x="4696" y="1169"/>
                    <a:pt x="4855" y="1159"/>
                    <a:pt x="5014" y="1148"/>
                  </a:cubicBezTo>
                  <a:cubicBezTo>
                    <a:pt x="5165" y="1138"/>
                    <a:pt x="5317" y="1131"/>
                    <a:pt x="5466" y="1111"/>
                  </a:cubicBezTo>
                  <a:cubicBezTo>
                    <a:pt x="5546" y="1097"/>
                    <a:pt x="5623" y="1065"/>
                    <a:pt x="5700" y="1044"/>
                  </a:cubicBezTo>
                  <a:close/>
                  <a:moveTo>
                    <a:pt x="7796" y="4461"/>
                  </a:moveTo>
                  <a:cubicBezTo>
                    <a:pt x="7759" y="4607"/>
                    <a:pt x="7829" y="4755"/>
                    <a:pt x="7944" y="4804"/>
                  </a:cubicBezTo>
                  <a:cubicBezTo>
                    <a:pt x="7974" y="4816"/>
                    <a:pt x="8022" y="4839"/>
                    <a:pt x="8023" y="4859"/>
                  </a:cubicBezTo>
                  <a:cubicBezTo>
                    <a:pt x="8029" y="4918"/>
                    <a:pt x="8075" y="4926"/>
                    <a:pt x="8109" y="4943"/>
                  </a:cubicBezTo>
                  <a:cubicBezTo>
                    <a:pt x="8232" y="5010"/>
                    <a:pt x="8379" y="4994"/>
                    <a:pt x="8503" y="5060"/>
                  </a:cubicBezTo>
                  <a:cubicBezTo>
                    <a:pt x="8568" y="5035"/>
                    <a:pt x="8625" y="5054"/>
                    <a:pt x="8682" y="5080"/>
                  </a:cubicBezTo>
                  <a:cubicBezTo>
                    <a:pt x="8697" y="5087"/>
                    <a:pt x="8718" y="5074"/>
                    <a:pt x="8738" y="5071"/>
                  </a:cubicBezTo>
                  <a:cubicBezTo>
                    <a:pt x="8760" y="5067"/>
                    <a:pt x="8784" y="5059"/>
                    <a:pt x="8805" y="5061"/>
                  </a:cubicBezTo>
                  <a:cubicBezTo>
                    <a:pt x="8942" y="5076"/>
                    <a:pt x="9068" y="5064"/>
                    <a:pt x="9196" y="4992"/>
                  </a:cubicBezTo>
                  <a:cubicBezTo>
                    <a:pt x="9394" y="4881"/>
                    <a:pt x="9592" y="4770"/>
                    <a:pt x="9742" y="4595"/>
                  </a:cubicBezTo>
                  <a:cubicBezTo>
                    <a:pt x="9781" y="4552"/>
                    <a:pt x="9832" y="4508"/>
                    <a:pt x="9845" y="4457"/>
                  </a:cubicBezTo>
                  <a:cubicBezTo>
                    <a:pt x="9860" y="4397"/>
                    <a:pt x="9885" y="4350"/>
                    <a:pt x="9915" y="4299"/>
                  </a:cubicBezTo>
                  <a:cubicBezTo>
                    <a:pt x="9938" y="4263"/>
                    <a:pt x="9949" y="4220"/>
                    <a:pt x="9961" y="4179"/>
                  </a:cubicBezTo>
                  <a:cubicBezTo>
                    <a:pt x="9984" y="4107"/>
                    <a:pt x="9962" y="4028"/>
                    <a:pt x="9982" y="3961"/>
                  </a:cubicBezTo>
                  <a:cubicBezTo>
                    <a:pt x="10021" y="3822"/>
                    <a:pt x="9992" y="3685"/>
                    <a:pt x="10003" y="3547"/>
                  </a:cubicBezTo>
                  <a:cubicBezTo>
                    <a:pt x="10012" y="3443"/>
                    <a:pt x="9975" y="3348"/>
                    <a:pt x="9973" y="3249"/>
                  </a:cubicBezTo>
                  <a:cubicBezTo>
                    <a:pt x="9972" y="3169"/>
                    <a:pt x="9946" y="3103"/>
                    <a:pt x="9913" y="3035"/>
                  </a:cubicBezTo>
                  <a:cubicBezTo>
                    <a:pt x="9893" y="2993"/>
                    <a:pt x="9874" y="2949"/>
                    <a:pt x="9848" y="2911"/>
                  </a:cubicBezTo>
                  <a:cubicBezTo>
                    <a:pt x="9790" y="2831"/>
                    <a:pt x="9736" y="2744"/>
                    <a:pt x="9664" y="2683"/>
                  </a:cubicBezTo>
                  <a:cubicBezTo>
                    <a:pt x="9558" y="2596"/>
                    <a:pt x="9440" y="2528"/>
                    <a:pt x="9322" y="2460"/>
                  </a:cubicBezTo>
                  <a:cubicBezTo>
                    <a:pt x="9249" y="2417"/>
                    <a:pt x="9165" y="2366"/>
                    <a:pt x="9088" y="2366"/>
                  </a:cubicBezTo>
                  <a:cubicBezTo>
                    <a:pt x="8918" y="2366"/>
                    <a:pt x="8740" y="2333"/>
                    <a:pt x="8580" y="2427"/>
                  </a:cubicBezTo>
                  <a:cubicBezTo>
                    <a:pt x="8550" y="2446"/>
                    <a:pt x="8512" y="2453"/>
                    <a:pt x="8478" y="2453"/>
                  </a:cubicBezTo>
                  <a:cubicBezTo>
                    <a:pt x="8320" y="2455"/>
                    <a:pt x="8228" y="2567"/>
                    <a:pt x="8124" y="2658"/>
                  </a:cubicBezTo>
                  <a:cubicBezTo>
                    <a:pt x="8113" y="2667"/>
                    <a:pt x="8107" y="2685"/>
                    <a:pt x="8103" y="2698"/>
                  </a:cubicBezTo>
                  <a:cubicBezTo>
                    <a:pt x="8091" y="2748"/>
                    <a:pt x="8080" y="2798"/>
                    <a:pt x="8069" y="2846"/>
                  </a:cubicBezTo>
                  <a:cubicBezTo>
                    <a:pt x="8060" y="2890"/>
                    <a:pt x="8081" y="2915"/>
                    <a:pt x="8126" y="2911"/>
                  </a:cubicBezTo>
                  <a:cubicBezTo>
                    <a:pt x="8149" y="2908"/>
                    <a:pt x="8173" y="2902"/>
                    <a:pt x="8192" y="2890"/>
                  </a:cubicBezTo>
                  <a:cubicBezTo>
                    <a:pt x="8300" y="2815"/>
                    <a:pt x="8416" y="2780"/>
                    <a:pt x="8546" y="2780"/>
                  </a:cubicBezTo>
                  <a:cubicBezTo>
                    <a:pt x="8593" y="2780"/>
                    <a:pt x="8639" y="2764"/>
                    <a:pt x="8686" y="2758"/>
                  </a:cubicBezTo>
                  <a:cubicBezTo>
                    <a:pt x="8724" y="2753"/>
                    <a:pt x="8763" y="2750"/>
                    <a:pt x="8801" y="2747"/>
                  </a:cubicBezTo>
                  <a:cubicBezTo>
                    <a:pt x="8914" y="2736"/>
                    <a:pt x="8999" y="2816"/>
                    <a:pt x="9099" y="2842"/>
                  </a:cubicBezTo>
                  <a:cubicBezTo>
                    <a:pt x="9196" y="2866"/>
                    <a:pt x="9280" y="2918"/>
                    <a:pt x="9349" y="2988"/>
                  </a:cubicBezTo>
                  <a:cubicBezTo>
                    <a:pt x="9515" y="3149"/>
                    <a:pt x="9557" y="3371"/>
                    <a:pt x="9633" y="3576"/>
                  </a:cubicBezTo>
                  <a:cubicBezTo>
                    <a:pt x="9636" y="3587"/>
                    <a:pt x="9634" y="3599"/>
                    <a:pt x="9634" y="3611"/>
                  </a:cubicBezTo>
                  <a:cubicBezTo>
                    <a:pt x="9626" y="3759"/>
                    <a:pt x="9619" y="3909"/>
                    <a:pt x="9611" y="4057"/>
                  </a:cubicBezTo>
                  <a:cubicBezTo>
                    <a:pt x="9609" y="4077"/>
                    <a:pt x="9612" y="4097"/>
                    <a:pt x="9606" y="4114"/>
                  </a:cubicBezTo>
                  <a:cubicBezTo>
                    <a:pt x="9579" y="4181"/>
                    <a:pt x="9553" y="4251"/>
                    <a:pt x="9519" y="4313"/>
                  </a:cubicBezTo>
                  <a:cubicBezTo>
                    <a:pt x="9468" y="4404"/>
                    <a:pt x="9418" y="4499"/>
                    <a:pt x="9296" y="4519"/>
                  </a:cubicBezTo>
                  <a:cubicBezTo>
                    <a:pt x="9255" y="4525"/>
                    <a:pt x="9208" y="4535"/>
                    <a:pt x="9177" y="4560"/>
                  </a:cubicBezTo>
                  <a:cubicBezTo>
                    <a:pt x="9066" y="4646"/>
                    <a:pt x="8939" y="4692"/>
                    <a:pt x="8810" y="4735"/>
                  </a:cubicBezTo>
                  <a:cubicBezTo>
                    <a:pt x="8663" y="4785"/>
                    <a:pt x="8520" y="4806"/>
                    <a:pt x="8368" y="4739"/>
                  </a:cubicBezTo>
                  <a:cubicBezTo>
                    <a:pt x="8268" y="4696"/>
                    <a:pt x="8153" y="4681"/>
                    <a:pt x="8046" y="4655"/>
                  </a:cubicBezTo>
                  <a:cubicBezTo>
                    <a:pt x="8031" y="4651"/>
                    <a:pt x="8016" y="4646"/>
                    <a:pt x="7995" y="4637"/>
                  </a:cubicBezTo>
                  <a:cubicBezTo>
                    <a:pt x="7992" y="4520"/>
                    <a:pt x="7870" y="4530"/>
                    <a:pt x="7796" y="4461"/>
                  </a:cubicBezTo>
                  <a:close/>
                  <a:moveTo>
                    <a:pt x="7903" y="4130"/>
                  </a:moveTo>
                  <a:cubicBezTo>
                    <a:pt x="7957" y="4189"/>
                    <a:pt x="7997" y="4233"/>
                    <a:pt x="8040" y="4275"/>
                  </a:cubicBezTo>
                  <a:cubicBezTo>
                    <a:pt x="8053" y="4288"/>
                    <a:pt x="8073" y="4295"/>
                    <a:pt x="8089" y="4303"/>
                  </a:cubicBezTo>
                  <a:cubicBezTo>
                    <a:pt x="8121" y="4318"/>
                    <a:pt x="8166" y="4324"/>
                    <a:pt x="8182" y="4349"/>
                  </a:cubicBezTo>
                  <a:cubicBezTo>
                    <a:pt x="8243" y="4442"/>
                    <a:pt x="8350" y="4451"/>
                    <a:pt x="8438" y="4482"/>
                  </a:cubicBezTo>
                  <a:cubicBezTo>
                    <a:pt x="8526" y="4513"/>
                    <a:pt x="8627" y="4542"/>
                    <a:pt x="8723" y="4509"/>
                  </a:cubicBezTo>
                  <a:cubicBezTo>
                    <a:pt x="8823" y="4477"/>
                    <a:pt x="8920" y="4435"/>
                    <a:pt x="9016" y="4390"/>
                  </a:cubicBezTo>
                  <a:cubicBezTo>
                    <a:pt x="9057" y="4370"/>
                    <a:pt x="9088" y="4319"/>
                    <a:pt x="9128" y="4310"/>
                  </a:cubicBezTo>
                  <a:cubicBezTo>
                    <a:pt x="9257" y="4282"/>
                    <a:pt x="9298" y="4185"/>
                    <a:pt x="9336" y="4080"/>
                  </a:cubicBezTo>
                  <a:cubicBezTo>
                    <a:pt x="9394" y="3914"/>
                    <a:pt x="9380" y="3741"/>
                    <a:pt x="9370" y="3571"/>
                  </a:cubicBezTo>
                  <a:cubicBezTo>
                    <a:pt x="9360" y="3384"/>
                    <a:pt x="9267" y="3239"/>
                    <a:pt x="9108" y="3135"/>
                  </a:cubicBezTo>
                  <a:cubicBezTo>
                    <a:pt x="9006" y="3067"/>
                    <a:pt x="8914" y="2969"/>
                    <a:pt x="8771" y="3033"/>
                  </a:cubicBezTo>
                  <a:cubicBezTo>
                    <a:pt x="8765" y="3035"/>
                    <a:pt x="8756" y="3031"/>
                    <a:pt x="8749" y="3030"/>
                  </a:cubicBezTo>
                  <a:cubicBezTo>
                    <a:pt x="8492" y="2984"/>
                    <a:pt x="8293" y="3085"/>
                    <a:pt x="8126" y="3273"/>
                  </a:cubicBezTo>
                  <a:cubicBezTo>
                    <a:pt x="8088" y="3316"/>
                    <a:pt x="8064" y="3360"/>
                    <a:pt x="8060" y="3419"/>
                  </a:cubicBezTo>
                  <a:cubicBezTo>
                    <a:pt x="8057" y="3476"/>
                    <a:pt x="8048" y="3535"/>
                    <a:pt x="8034" y="3592"/>
                  </a:cubicBezTo>
                  <a:cubicBezTo>
                    <a:pt x="8002" y="3720"/>
                    <a:pt x="8018" y="3858"/>
                    <a:pt x="7952" y="3980"/>
                  </a:cubicBezTo>
                  <a:cubicBezTo>
                    <a:pt x="7925" y="4029"/>
                    <a:pt x="7916" y="4088"/>
                    <a:pt x="7903" y="4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90" name="Google Shape;4090;p54"/>
            <p:cNvSpPr/>
            <p:nvPr/>
          </p:nvSpPr>
          <p:spPr>
            <a:xfrm>
              <a:off x="5249784" y="2491245"/>
              <a:ext cx="6891" cy="4696"/>
            </a:xfrm>
            <a:custGeom>
              <a:avLst/>
              <a:gdLst/>
              <a:ahLst/>
              <a:cxnLst/>
              <a:rect l="l" t="t" r="r" b="b"/>
              <a:pathLst>
                <a:path w="113" h="77" extrusionOk="0">
                  <a:moveTo>
                    <a:pt x="113" y="16"/>
                  </a:moveTo>
                  <a:cubicBezTo>
                    <a:pt x="78" y="72"/>
                    <a:pt x="46" y="77"/>
                    <a:pt x="0" y="49"/>
                  </a:cubicBezTo>
                  <a:cubicBezTo>
                    <a:pt x="26" y="0"/>
                    <a:pt x="61" y="7"/>
                    <a:pt x="113" y="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91" name="Google Shape;4091;p54"/>
            <p:cNvSpPr/>
            <p:nvPr/>
          </p:nvSpPr>
          <p:spPr>
            <a:xfrm>
              <a:off x="4920034" y="2207661"/>
              <a:ext cx="392499" cy="279494"/>
            </a:xfrm>
            <a:custGeom>
              <a:avLst/>
              <a:gdLst/>
              <a:ahLst/>
              <a:cxnLst/>
              <a:rect l="l" t="t" r="r" b="b"/>
              <a:pathLst>
                <a:path w="6436" h="4583" extrusionOk="0">
                  <a:moveTo>
                    <a:pt x="6254" y="2065"/>
                  </a:moveTo>
                  <a:cubicBezTo>
                    <a:pt x="6165" y="2097"/>
                    <a:pt x="6186" y="2218"/>
                    <a:pt x="6134" y="2297"/>
                  </a:cubicBezTo>
                  <a:cubicBezTo>
                    <a:pt x="6119" y="2319"/>
                    <a:pt x="6119" y="2351"/>
                    <a:pt x="6107" y="2373"/>
                  </a:cubicBezTo>
                  <a:cubicBezTo>
                    <a:pt x="6012" y="2530"/>
                    <a:pt x="5961" y="2709"/>
                    <a:pt x="5852" y="2858"/>
                  </a:cubicBezTo>
                  <a:cubicBezTo>
                    <a:pt x="5828" y="2890"/>
                    <a:pt x="5822" y="2937"/>
                    <a:pt x="5803" y="2976"/>
                  </a:cubicBezTo>
                  <a:cubicBezTo>
                    <a:pt x="5756" y="3084"/>
                    <a:pt x="5696" y="3182"/>
                    <a:pt x="5621" y="3274"/>
                  </a:cubicBezTo>
                  <a:cubicBezTo>
                    <a:pt x="5536" y="3376"/>
                    <a:pt x="5453" y="3478"/>
                    <a:pt x="5341" y="3549"/>
                  </a:cubicBezTo>
                  <a:cubicBezTo>
                    <a:pt x="5321" y="3560"/>
                    <a:pt x="5311" y="3584"/>
                    <a:pt x="5296" y="3601"/>
                  </a:cubicBezTo>
                  <a:cubicBezTo>
                    <a:pt x="5240" y="3668"/>
                    <a:pt x="5189" y="3739"/>
                    <a:pt x="5118" y="3798"/>
                  </a:cubicBezTo>
                  <a:cubicBezTo>
                    <a:pt x="5038" y="3864"/>
                    <a:pt x="4952" y="3928"/>
                    <a:pt x="4870" y="3994"/>
                  </a:cubicBezTo>
                  <a:cubicBezTo>
                    <a:pt x="4787" y="4063"/>
                    <a:pt x="4687" y="4114"/>
                    <a:pt x="4599" y="4180"/>
                  </a:cubicBezTo>
                  <a:cubicBezTo>
                    <a:pt x="4534" y="4229"/>
                    <a:pt x="4481" y="4295"/>
                    <a:pt x="4394" y="4310"/>
                  </a:cubicBezTo>
                  <a:cubicBezTo>
                    <a:pt x="4294" y="4327"/>
                    <a:pt x="4209" y="4393"/>
                    <a:pt x="4115" y="4415"/>
                  </a:cubicBezTo>
                  <a:cubicBezTo>
                    <a:pt x="3986" y="4447"/>
                    <a:pt x="3863" y="4498"/>
                    <a:pt x="3736" y="4526"/>
                  </a:cubicBezTo>
                  <a:cubicBezTo>
                    <a:pt x="3598" y="4557"/>
                    <a:pt x="3454" y="4580"/>
                    <a:pt x="3307" y="4557"/>
                  </a:cubicBezTo>
                  <a:cubicBezTo>
                    <a:pt x="3237" y="4547"/>
                    <a:pt x="3160" y="4568"/>
                    <a:pt x="3087" y="4574"/>
                  </a:cubicBezTo>
                  <a:cubicBezTo>
                    <a:pt x="3071" y="4576"/>
                    <a:pt x="3056" y="4583"/>
                    <a:pt x="3041" y="4582"/>
                  </a:cubicBezTo>
                  <a:cubicBezTo>
                    <a:pt x="2856" y="4559"/>
                    <a:pt x="2667" y="4543"/>
                    <a:pt x="2483" y="4513"/>
                  </a:cubicBezTo>
                  <a:cubicBezTo>
                    <a:pt x="2396" y="4500"/>
                    <a:pt x="2307" y="4475"/>
                    <a:pt x="2230" y="4435"/>
                  </a:cubicBezTo>
                  <a:cubicBezTo>
                    <a:pt x="2134" y="4387"/>
                    <a:pt x="2018" y="4420"/>
                    <a:pt x="1927" y="4329"/>
                  </a:cubicBezTo>
                  <a:cubicBezTo>
                    <a:pt x="1857" y="4257"/>
                    <a:pt x="1746" y="4225"/>
                    <a:pt x="1653" y="4178"/>
                  </a:cubicBezTo>
                  <a:cubicBezTo>
                    <a:pt x="1504" y="4107"/>
                    <a:pt x="1360" y="4027"/>
                    <a:pt x="1217" y="3939"/>
                  </a:cubicBezTo>
                  <a:cubicBezTo>
                    <a:pt x="1066" y="3845"/>
                    <a:pt x="971" y="3702"/>
                    <a:pt x="840" y="3590"/>
                  </a:cubicBezTo>
                  <a:cubicBezTo>
                    <a:pt x="732" y="3498"/>
                    <a:pt x="693" y="3365"/>
                    <a:pt x="615" y="3255"/>
                  </a:cubicBezTo>
                  <a:cubicBezTo>
                    <a:pt x="559" y="3177"/>
                    <a:pt x="515" y="3093"/>
                    <a:pt x="469" y="3008"/>
                  </a:cubicBezTo>
                  <a:cubicBezTo>
                    <a:pt x="436" y="2976"/>
                    <a:pt x="352" y="3021"/>
                    <a:pt x="353" y="2924"/>
                  </a:cubicBezTo>
                  <a:cubicBezTo>
                    <a:pt x="373" y="2912"/>
                    <a:pt x="396" y="2901"/>
                    <a:pt x="420" y="2888"/>
                  </a:cubicBezTo>
                  <a:cubicBezTo>
                    <a:pt x="416" y="2874"/>
                    <a:pt x="414" y="2863"/>
                    <a:pt x="409" y="2852"/>
                  </a:cubicBezTo>
                  <a:cubicBezTo>
                    <a:pt x="374" y="2787"/>
                    <a:pt x="343" y="2719"/>
                    <a:pt x="303" y="2655"/>
                  </a:cubicBezTo>
                  <a:cubicBezTo>
                    <a:pt x="236" y="2551"/>
                    <a:pt x="226" y="2426"/>
                    <a:pt x="176" y="2316"/>
                  </a:cubicBezTo>
                  <a:cubicBezTo>
                    <a:pt x="139" y="2234"/>
                    <a:pt x="103" y="2149"/>
                    <a:pt x="86" y="2065"/>
                  </a:cubicBezTo>
                  <a:cubicBezTo>
                    <a:pt x="65" y="1965"/>
                    <a:pt x="56" y="1862"/>
                    <a:pt x="57" y="1761"/>
                  </a:cubicBezTo>
                  <a:cubicBezTo>
                    <a:pt x="58" y="1698"/>
                    <a:pt x="67" y="1640"/>
                    <a:pt x="40" y="1579"/>
                  </a:cubicBezTo>
                  <a:cubicBezTo>
                    <a:pt x="20" y="1538"/>
                    <a:pt x="1" y="1492"/>
                    <a:pt x="35" y="1443"/>
                  </a:cubicBezTo>
                  <a:cubicBezTo>
                    <a:pt x="43" y="1431"/>
                    <a:pt x="35" y="1407"/>
                    <a:pt x="35" y="1387"/>
                  </a:cubicBezTo>
                  <a:cubicBezTo>
                    <a:pt x="32" y="1319"/>
                    <a:pt x="21" y="1252"/>
                    <a:pt x="62" y="1185"/>
                  </a:cubicBezTo>
                  <a:cubicBezTo>
                    <a:pt x="88" y="1144"/>
                    <a:pt x="76" y="1078"/>
                    <a:pt x="81" y="1024"/>
                  </a:cubicBezTo>
                  <a:cubicBezTo>
                    <a:pt x="84" y="986"/>
                    <a:pt x="87" y="946"/>
                    <a:pt x="99" y="910"/>
                  </a:cubicBezTo>
                  <a:cubicBezTo>
                    <a:pt x="147" y="789"/>
                    <a:pt x="150" y="654"/>
                    <a:pt x="234" y="542"/>
                  </a:cubicBezTo>
                  <a:cubicBezTo>
                    <a:pt x="265" y="501"/>
                    <a:pt x="287" y="479"/>
                    <a:pt x="336" y="494"/>
                  </a:cubicBezTo>
                  <a:cubicBezTo>
                    <a:pt x="394" y="511"/>
                    <a:pt x="429" y="492"/>
                    <a:pt x="460" y="439"/>
                  </a:cubicBezTo>
                  <a:cubicBezTo>
                    <a:pt x="482" y="402"/>
                    <a:pt x="528" y="377"/>
                    <a:pt x="567" y="352"/>
                  </a:cubicBezTo>
                  <a:cubicBezTo>
                    <a:pt x="689" y="271"/>
                    <a:pt x="815" y="210"/>
                    <a:pt x="969" y="210"/>
                  </a:cubicBezTo>
                  <a:cubicBezTo>
                    <a:pt x="1033" y="210"/>
                    <a:pt x="1097" y="179"/>
                    <a:pt x="1162" y="172"/>
                  </a:cubicBezTo>
                  <a:cubicBezTo>
                    <a:pt x="1298" y="153"/>
                    <a:pt x="1436" y="152"/>
                    <a:pt x="1570" y="124"/>
                  </a:cubicBezTo>
                  <a:cubicBezTo>
                    <a:pt x="1789" y="80"/>
                    <a:pt x="2010" y="107"/>
                    <a:pt x="2227" y="80"/>
                  </a:cubicBezTo>
                  <a:cubicBezTo>
                    <a:pt x="2304" y="69"/>
                    <a:pt x="2383" y="64"/>
                    <a:pt x="2458" y="49"/>
                  </a:cubicBezTo>
                  <a:cubicBezTo>
                    <a:pt x="2609" y="18"/>
                    <a:pt x="2761" y="16"/>
                    <a:pt x="2915" y="25"/>
                  </a:cubicBezTo>
                  <a:cubicBezTo>
                    <a:pt x="3015" y="30"/>
                    <a:pt x="3117" y="14"/>
                    <a:pt x="3219" y="8"/>
                  </a:cubicBezTo>
                  <a:cubicBezTo>
                    <a:pt x="3259" y="5"/>
                    <a:pt x="3297" y="1"/>
                    <a:pt x="3336" y="3"/>
                  </a:cubicBezTo>
                  <a:cubicBezTo>
                    <a:pt x="3525" y="9"/>
                    <a:pt x="3713" y="30"/>
                    <a:pt x="3899" y="20"/>
                  </a:cubicBezTo>
                  <a:cubicBezTo>
                    <a:pt x="4194" y="5"/>
                    <a:pt x="4485" y="15"/>
                    <a:pt x="4778" y="56"/>
                  </a:cubicBezTo>
                  <a:cubicBezTo>
                    <a:pt x="4838" y="65"/>
                    <a:pt x="4906" y="59"/>
                    <a:pt x="4964" y="40"/>
                  </a:cubicBezTo>
                  <a:cubicBezTo>
                    <a:pt x="5080" y="4"/>
                    <a:pt x="5191" y="44"/>
                    <a:pt x="5287" y="80"/>
                  </a:cubicBezTo>
                  <a:cubicBezTo>
                    <a:pt x="5367" y="110"/>
                    <a:pt x="5443" y="96"/>
                    <a:pt x="5520" y="113"/>
                  </a:cubicBezTo>
                  <a:cubicBezTo>
                    <a:pt x="5599" y="132"/>
                    <a:pt x="5683" y="132"/>
                    <a:pt x="5764" y="142"/>
                  </a:cubicBezTo>
                  <a:cubicBezTo>
                    <a:pt x="5783" y="144"/>
                    <a:pt x="5802" y="151"/>
                    <a:pt x="5819" y="159"/>
                  </a:cubicBezTo>
                  <a:cubicBezTo>
                    <a:pt x="5949" y="225"/>
                    <a:pt x="6079" y="285"/>
                    <a:pt x="6202" y="358"/>
                  </a:cubicBezTo>
                  <a:cubicBezTo>
                    <a:pt x="6289" y="409"/>
                    <a:pt x="6384" y="464"/>
                    <a:pt x="6360" y="594"/>
                  </a:cubicBezTo>
                  <a:cubicBezTo>
                    <a:pt x="6359" y="604"/>
                    <a:pt x="6364" y="622"/>
                    <a:pt x="6371" y="627"/>
                  </a:cubicBezTo>
                  <a:cubicBezTo>
                    <a:pt x="6436" y="665"/>
                    <a:pt x="6422" y="725"/>
                    <a:pt x="6422" y="784"/>
                  </a:cubicBezTo>
                  <a:cubicBezTo>
                    <a:pt x="6421" y="937"/>
                    <a:pt x="6425" y="1090"/>
                    <a:pt x="6417" y="1244"/>
                  </a:cubicBezTo>
                  <a:cubicBezTo>
                    <a:pt x="6412" y="1353"/>
                    <a:pt x="6349" y="1432"/>
                    <a:pt x="6338" y="1530"/>
                  </a:cubicBezTo>
                  <a:cubicBezTo>
                    <a:pt x="6333" y="1577"/>
                    <a:pt x="6327" y="1623"/>
                    <a:pt x="6320" y="1668"/>
                  </a:cubicBezTo>
                  <a:cubicBezTo>
                    <a:pt x="6317" y="1694"/>
                    <a:pt x="6318" y="1723"/>
                    <a:pt x="6313" y="1749"/>
                  </a:cubicBezTo>
                  <a:cubicBezTo>
                    <a:pt x="6299" y="1847"/>
                    <a:pt x="6279" y="1942"/>
                    <a:pt x="6254" y="2065"/>
                  </a:cubicBezTo>
                  <a:close/>
                  <a:moveTo>
                    <a:pt x="4748" y="1460"/>
                  </a:moveTo>
                  <a:cubicBezTo>
                    <a:pt x="4779" y="1441"/>
                    <a:pt x="4800" y="1421"/>
                    <a:pt x="4822" y="1419"/>
                  </a:cubicBezTo>
                  <a:cubicBezTo>
                    <a:pt x="4939" y="1402"/>
                    <a:pt x="5055" y="1389"/>
                    <a:pt x="5172" y="1375"/>
                  </a:cubicBezTo>
                  <a:cubicBezTo>
                    <a:pt x="5311" y="1359"/>
                    <a:pt x="5453" y="1347"/>
                    <a:pt x="5592" y="1323"/>
                  </a:cubicBezTo>
                  <a:cubicBezTo>
                    <a:pt x="5717" y="1301"/>
                    <a:pt x="5845" y="1273"/>
                    <a:pt x="5968" y="1236"/>
                  </a:cubicBezTo>
                  <a:cubicBezTo>
                    <a:pt x="6040" y="1214"/>
                    <a:pt x="6125" y="1206"/>
                    <a:pt x="6172" y="1118"/>
                  </a:cubicBezTo>
                  <a:cubicBezTo>
                    <a:pt x="6161" y="1086"/>
                    <a:pt x="6149" y="1046"/>
                    <a:pt x="6135" y="1005"/>
                  </a:cubicBezTo>
                  <a:cubicBezTo>
                    <a:pt x="6027" y="1033"/>
                    <a:pt x="5927" y="1054"/>
                    <a:pt x="5833" y="1086"/>
                  </a:cubicBezTo>
                  <a:cubicBezTo>
                    <a:pt x="5563" y="1178"/>
                    <a:pt x="5285" y="1215"/>
                    <a:pt x="5001" y="1236"/>
                  </a:cubicBezTo>
                  <a:cubicBezTo>
                    <a:pt x="4932" y="1241"/>
                    <a:pt x="4871" y="1242"/>
                    <a:pt x="4839" y="1170"/>
                  </a:cubicBezTo>
                  <a:cubicBezTo>
                    <a:pt x="4696" y="1222"/>
                    <a:pt x="4555" y="1228"/>
                    <a:pt x="4415" y="1236"/>
                  </a:cubicBezTo>
                  <a:cubicBezTo>
                    <a:pt x="4287" y="1243"/>
                    <a:pt x="4156" y="1251"/>
                    <a:pt x="4031" y="1273"/>
                  </a:cubicBezTo>
                  <a:cubicBezTo>
                    <a:pt x="3888" y="1298"/>
                    <a:pt x="3748" y="1328"/>
                    <a:pt x="3601" y="1304"/>
                  </a:cubicBezTo>
                  <a:cubicBezTo>
                    <a:pt x="3543" y="1296"/>
                    <a:pt x="3484" y="1292"/>
                    <a:pt x="3425" y="1300"/>
                  </a:cubicBezTo>
                  <a:cubicBezTo>
                    <a:pt x="3175" y="1336"/>
                    <a:pt x="2927" y="1318"/>
                    <a:pt x="2679" y="1283"/>
                  </a:cubicBezTo>
                  <a:cubicBezTo>
                    <a:pt x="2575" y="1269"/>
                    <a:pt x="2469" y="1263"/>
                    <a:pt x="2364" y="1256"/>
                  </a:cubicBezTo>
                  <a:cubicBezTo>
                    <a:pt x="2283" y="1249"/>
                    <a:pt x="2201" y="1243"/>
                    <a:pt x="2119" y="1239"/>
                  </a:cubicBezTo>
                  <a:cubicBezTo>
                    <a:pt x="2052" y="1236"/>
                    <a:pt x="1978" y="1212"/>
                    <a:pt x="1921" y="1234"/>
                  </a:cubicBezTo>
                  <a:cubicBezTo>
                    <a:pt x="1836" y="1269"/>
                    <a:pt x="1753" y="1263"/>
                    <a:pt x="1668" y="1269"/>
                  </a:cubicBezTo>
                  <a:cubicBezTo>
                    <a:pt x="1612" y="1273"/>
                    <a:pt x="1557" y="1272"/>
                    <a:pt x="1502" y="1279"/>
                  </a:cubicBezTo>
                  <a:cubicBezTo>
                    <a:pt x="1291" y="1310"/>
                    <a:pt x="1080" y="1307"/>
                    <a:pt x="867" y="1294"/>
                  </a:cubicBezTo>
                  <a:cubicBezTo>
                    <a:pt x="814" y="1290"/>
                    <a:pt x="758" y="1261"/>
                    <a:pt x="707" y="1269"/>
                  </a:cubicBezTo>
                  <a:cubicBezTo>
                    <a:pt x="606" y="1283"/>
                    <a:pt x="512" y="1259"/>
                    <a:pt x="416" y="1237"/>
                  </a:cubicBezTo>
                  <a:cubicBezTo>
                    <a:pt x="387" y="1231"/>
                    <a:pt x="355" y="1228"/>
                    <a:pt x="323" y="1222"/>
                  </a:cubicBezTo>
                  <a:cubicBezTo>
                    <a:pt x="309" y="1272"/>
                    <a:pt x="297" y="1314"/>
                    <a:pt x="281" y="1364"/>
                  </a:cubicBezTo>
                  <a:cubicBezTo>
                    <a:pt x="438" y="1427"/>
                    <a:pt x="596" y="1462"/>
                    <a:pt x="760" y="1476"/>
                  </a:cubicBezTo>
                  <a:cubicBezTo>
                    <a:pt x="928" y="1490"/>
                    <a:pt x="1097" y="1508"/>
                    <a:pt x="1264" y="1508"/>
                  </a:cubicBezTo>
                  <a:cubicBezTo>
                    <a:pt x="1425" y="1508"/>
                    <a:pt x="1587" y="1486"/>
                    <a:pt x="1755" y="1473"/>
                  </a:cubicBezTo>
                  <a:lnTo>
                    <a:pt x="1755" y="1554"/>
                  </a:lnTo>
                  <a:cubicBezTo>
                    <a:pt x="1690" y="1558"/>
                    <a:pt x="1628" y="1559"/>
                    <a:pt x="1565" y="1564"/>
                  </a:cubicBezTo>
                  <a:cubicBezTo>
                    <a:pt x="1463" y="1573"/>
                    <a:pt x="1362" y="1591"/>
                    <a:pt x="1260" y="1592"/>
                  </a:cubicBezTo>
                  <a:cubicBezTo>
                    <a:pt x="985" y="1595"/>
                    <a:pt x="712" y="1571"/>
                    <a:pt x="441" y="1519"/>
                  </a:cubicBezTo>
                  <a:cubicBezTo>
                    <a:pt x="397" y="1511"/>
                    <a:pt x="350" y="1518"/>
                    <a:pt x="304" y="1518"/>
                  </a:cubicBezTo>
                  <a:lnTo>
                    <a:pt x="304" y="1647"/>
                  </a:lnTo>
                  <a:cubicBezTo>
                    <a:pt x="337" y="1662"/>
                    <a:pt x="365" y="1675"/>
                    <a:pt x="394" y="1687"/>
                  </a:cubicBezTo>
                  <a:cubicBezTo>
                    <a:pt x="586" y="1777"/>
                    <a:pt x="793" y="1806"/>
                    <a:pt x="1004" y="1795"/>
                  </a:cubicBezTo>
                  <a:cubicBezTo>
                    <a:pt x="1238" y="1784"/>
                    <a:pt x="1474" y="1783"/>
                    <a:pt x="1703" y="1721"/>
                  </a:cubicBezTo>
                  <a:cubicBezTo>
                    <a:pt x="1724" y="1716"/>
                    <a:pt x="1750" y="1719"/>
                    <a:pt x="1770" y="1728"/>
                  </a:cubicBezTo>
                  <a:cubicBezTo>
                    <a:pt x="1787" y="1737"/>
                    <a:pt x="1799" y="1758"/>
                    <a:pt x="1813" y="1773"/>
                  </a:cubicBezTo>
                  <a:cubicBezTo>
                    <a:pt x="1796" y="1784"/>
                    <a:pt x="1778" y="1803"/>
                    <a:pt x="1760" y="1805"/>
                  </a:cubicBezTo>
                  <a:cubicBezTo>
                    <a:pt x="1664" y="1818"/>
                    <a:pt x="1565" y="1820"/>
                    <a:pt x="1470" y="1836"/>
                  </a:cubicBezTo>
                  <a:cubicBezTo>
                    <a:pt x="1182" y="1887"/>
                    <a:pt x="892" y="1887"/>
                    <a:pt x="603" y="1855"/>
                  </a:cubicBezTo>
                  <a:cubicBezTo>
                    <a:pt x="496" y="1844"/>
                    <a:pt x="390" y="1824"/>
                    <a:pt x="274" y="1806"/>
                  </a:cubicBezTo>
                  <a:cubicBezTo>
                    <a:pt x="282" y="1871"/>
                    <a:pt x="284" y="1922"/>
                    <a:pt x="354" y="1933"/>
                  </a:cubicBezTo>
                  <a:cubicBezTo>
                    <a:pt x="525" y="1958"/>
                    <a:pt x="696" y="1990"/>
                    <a:pt x="866" y="2009"/>
                  </a:cubicBezTo>
                  <a:cubicBezTo>
                    <a:pt x="1057" y="2031"/>
                    <a:pt x="1249" y="2039"/>
                    <a:pt x="1443" y="2014"/>
                  </a:cubicBezTo>
                  <a:cubicBezTo>
                    <a:pt x="1521" y="2004"/>
                    <a:pt x="1604" y="2013"/>
                    <a:pt x="1685" y="2013"/>
                  </a:cubicBezTo>
                  <a:cubicBezTo>
                    <a:pt x="1699" y="2062"/>
                    <a:pt x="1668" y="2066"/>
                    <a:pt x="1634" y="2070"/>
                  </a:cubicBezTo>
                  <a:cubicBezTo>
                    <a:pt x="1541" y="2080"/>
                    <a:pt x="1446" y="2091"/>
                    <a:pt x="1352" y="2097"/>
                  </a:cubicBezTo>
                  <a:cubicBezTo>
                    <a:pt x="1259" y="2103"/>
                    <a:pt x="1163" y="2112"/>
                    <a:pt x="1070" y="2105"/>
                  </a:cubicBezTo>
                  <a:cubicBezTo>
                    <a:pt x="839" y="2090"/>
                    <a:pt x="607" y="2068"/>
                    <a:pt x="368" y="2047"/>
                  </a:cubicBezTo>
                  <a:cubicBezTo>
                    <a:pt x="344" y="2109"/>
                    <a:pt x="353" y="2179"/>
                    <a:pt x="384" y="2245"/>
                  </a:cubicBezTo>
                  <a:cubicBezTo>
                    <a:pt x="409" y="2298"/>
                    <a:pt x="466" y="2293"/>
                    <a:pt x="518" y="2288"/>
                  </a:cubicBezTo>
                  <a:cubicBezTo>
                    <a:pt x="522" y="2288"/>
                    <a:pt x="524" y="2292"/>
                    <a:pt x="528" y="2293"/>
                  </a:cubicBezTo>
                  <a:cubicBezTo>
                    <a:pt x="740" y="2348"/>
                    <a:pt x="956" y="2337"/>
                    <a:pt x="1171" y="2316"/>
                  </a:cubicBezTo>
                  <a:cubicBezTo>
                    <a:pt x="1299" y="2303"/>
                    <a:pt x="1428" y="2286"/>
                    <a:pt x="1556" y="2272"/>
                  </a:cubicBezTo>
                  <a:cubicBezTo>
                    <a:pt x="1673" y="2261"/>
                    <a:pt x="1790" y="2254"/>
                    <a:pt x="1908" y="2246"/>
                  </a:cubicBezTo>
                  <a:cubicBezTo>
                    <a:pt x="1929" y="2245"/>
                    <a:pt x="1949" y="2252"/>
                    <a:pt x="1973" y="2257"/>
                  </a:cubicBezTo>
                  <a:cubicBezTo>
                    <a:pt x="1925" y="2325"/>
                    <a:pt x="1925" y="2327"/>
                    <a:pt x="1870" y="2328"/>
                  </a:cubicBezTo>
                  <a:cubicBezTo>
                    <a:pt x="1801" y="2331"/>
                    <a:pt x="1729" y="2327"/>
                    <a:pt x="1658" y="2333"/>
                  </a:cubicBezTo>
                  <a:cubicBezTo>
                    <a:pt x="1428" y="2357"/>
                    <a:pt x="1199" y="2393"/>
                    <a:pt x="969" y="2408"/>
                  </a:cubicBezTo>
                  <a:cubicBezTo>
                    <a:pt x="803" y="2420"/>
                    <a:pt x="636" y="2405"/>
                    <a:pt x="468" y="2403"/>
                  </a:cubicBezTo>
                  <a:cubicBezTo>
                    <a:pt x="445" y="2526"/>
                    <a:pt x="499" y="2610"/>
                    <a:pt x="644" y="2627"/>
                  </a:cubicBezTo>
                  <a:cubicBezTo>
                    <a:pt x="774" y="2643"/>
                    <a:pt x="908" y="2644"/>
                    <a:pt x="1039" y="2628"/>
                  </a:cubicBezTo>
                  <a:cubicBezTo>
                    <a:pt x="1226" y="2608"/>
                    <a:pt x="1410" y="2563"/>
                    <a:pt x="1597" y="2536"/>
                  </a:cubicBezTo>
                  <a:cubicBezTo>
                    <a:pt x="1686" y="2523"/>
                    <a:pt x="1780" y="2517"/>
                    <a:pt x="1891" y="2553"/>
                  </a:cubicBezTo>
                  <a:cubicBezTo>
                    <a:pt x="1818" y="2622"/>
                    <a:pt x="1744" y="2584"/>
                    <a:pt x="1681" y="2598"/>
                  </a:cubicBezTo>
                  <a:cubicBezTo>
                    <a:pt x="1608" y="2613"/>
                    <a:pt x="1533" y="2615"/>
                    <a:pt x="1460" y="2627"/>
                  </a:cubicBezTo>
                  <a:cubicBezTo>
                    <a:pt x="1389" y="2639"/>
                    <a:pt x="1321" y="2655"/>
                    <a:pt x="1251" y="2668"/>
                  </a:cubicBezTo>
                  <a:cubicBezTo>
                    <a:pt x="1183" y="2681"/>
                    <a:pt x="1113" y="2696"/>
                    <a:pt x="1043" y="2705"/>
                  </a:cubicBezTo>
                  <a:cubicBezTo>
                    <a:pt x="969" y="2715"/>
                    <a:pt x="895" y="2721"/>
                    <a:pt x="820" y="2726"/>
                  </a:cubicBezTo>
                  <a:cubicBezTo>
                    <a:pt x="752" y="2730"/>
                    <a:pt x="683" y="2726"/>
                    <a:pt x="605" y="2726"/>
                  </a:cubicBezTo>
                  <a:cubicBezTo>
                    <a:pt x="630" y="2787"/>
                    <a:pt x="651" y="2832"/>
                    <a:pt x="670" y="2879"/>
                  </a:cubicBezTo>
                  <a:cubicBezTo>
                    <a:pt x="785" y="2886"/>
                    <a:pt x="898" y="2899"/>
                    <a:pt x="1012" y="2899"/>
                  </a:cubicBezTo>
                  <a:cubicBezTo>
                    <a:pt x="1112" y="2899"/>
                    <a:pt x="1214" y="2886"/>
                    <a:pt x="1316" y="2878"/>
                  </a:cubicBezTo>
                  <a:cubicBezTo>
                    <a:pt x="1382" y="2873"/>
                    <a:pt x="1449" y="2861"/>
                    <a:pt x="1515" y="2859"/>
                  </a:cubicBezTo>
                  <a:cubicBezTo>
                    <a:pt x="1608" y="2853"/>
                    <a:pt x="1702" y="2853"/>
                    <a:pt x="1793" y="2853"/>
                  </a:cubicBezTo>
                  <a:cubicBezTo>
                    <a:pt x="1810" y="2853"/>
                    <a:pt x="1824" y="2870"/>
                    <a:pt x="1862" y="2891"/>
                  </a:cubicBezTo>
                  <a:cubicBezTo>
                    <a:pt x="1745" y="2904"/>
                    <a:pt x="1654" y="2914"/>
                    <a:pt x="1562" y="2922"/>
                  </a:cubicBezTo>
                  <a:cubicBezTo>
                    <a:pt x="1469" y="2932"/>
                    <a:pt x="1374" y="2942"/>
                    <a:pt x="1281" y="2952"/>
                  </a:cubicBezTo>
                  <a:cubicBezTo>
                    <a:pt x="1187" y="2960"/>
                    <a:pt x="1091" y="2956"/>
                    <a:pt x="998" y="2973"/>
                  </a:cubicBezTo>
                  <a:cubicBezTo>
                    <a:pt x="908" y="2991"/>
                    <a:pt x="815" y="2935"/>
                    <a:pt x="726" y="2986"/>
                  </a:cubicBezTo>
                  <a:cubicBezTo>
                    <a:pt x="815" y="3129"/>
                    <a:pt x="814" y="3129"/>
                    <a:pt x="959" y="3134"/>
                  </a:cubicBezTo>
                  <a:cubicBezTo>
                    <a:pt x="1029" y="3136"/>
                    <a:pt x="1101" y="3136"/>
                    <a:pt x="1171" y="3136"/>
                  </a:cubicBezTo>
                  <a:cubicBezTo>
                    <a:pt x="1438" y="3136"/>
                    <a:pt x="1705" y="3137"/>
                    <a:pt x="1974" y="3137"/>
                  </a:cubicBezTo>
                  <a:cubicBezTo>
                    <a:pt x="2010" y="3137"/>
                    <a:pt x="2051" y="3129"/>
                    <a:pt x="2076" y="3196"/>
                  </a:cubicBezTo>
                  <a:cubicBezTo>
                    <a:pt x="1674" y="3206"/>
                    <a:pt x="1283" y="3217"/>
                    <a:pt x="885" y="3228"/>
                  </a:cubicBezTo>
                  <a:cubicBezTo>
                    <a:pt x="917" y="3273"/>
                    <a:pt x="946" y="3316"/>
                    <a:pt x="981" y="3365"/>
                  </a:cubicBezTo>
                  <a:cubicBezTo>
                    <a:pt x="1040" y="3320"/>
                    <a:pt x="1084" y="3345"/>
                    <a:pt x="1125" y="3392"/>
                  </a:cubicBezTo>
                  <a:cubicBezTo>
                    <a:pt x="1141" y="3410"/>
                    <a:pt x="1167" y="3425"/>
                    <a:pt x="1192" y="3431"/>
                  </a:cubicBezTo>
                  <a:cubicBezTo>
                    <a:pt x="1257" y="3442"/>
                    <a:pt x="1324" y="3457"/>
                    <a:pt x="1388" y="3454"/>
                  </a:cubicBezTo>
                  <a:cubicBezTo>
                    <a:pt x="1687" y="3438"/>
                    <a:pt x="1984" y="3416"/>
                    <a:pt x="2282" y="3398"/>
                  </a:cubicBezTo>
                  <a:cubicBezTo>
                    <a:pt x="2321" y="3396"/>
                    <a:pt x="2360" y="3402"/>
                    <a:pt x="2401" y="3403"/>
                  </a:cubicBezTo>
                  <a:cubicBezTo>
                    <a:pt x="2401" y="3415"/>
                    <a:pt x="2401" y="3426"/>
                    <a:pt x="2403" y="3438"/>
                  </a:cubicBezTo>
                  <a:cubicBezTo>
                    <a:pt x="2200" y="3478"/>
                    <a:pt x="1992" y="3484"/>
                    <a:pt x="1787" y="3504"/>
                  </a:cubicBezTo>
                  <a:cubicBezTo>
                    <a:pt x="1580" y="3525"/>
                    <a:pt x="1371" y="3536"/>
                    <a:pt x="1157" y="3553"/>
                  </a:cubicBezTo>
                  <a:cubicBezTo>
                    <a:pt x="1225" y="3640"/>
                    <a:pt x="1259" y="3659"/>
                    <a:pt x="1330" y="3659"/>
                  </a:cubicBezTo>
                  <a:cubicBezTo>
                    <a:pt x="1357" y="3659"/>
                    <a:pt x="1386" y="3657"/>
                    <a:pt x="1410" y="3664"/>
                  </a:cubicBezTo>
                  <a:cubicBezTo>
                    <a:pt x="1633" y="3734"/>
                    <a:pt x="1862" y="3712"/>
                    <a:pt x="2088" y="3705"/>
                  </a:cubicBezTo>
                  <a:cubicBezTo>
                    <a:pt x="2231" y="3702"/>
                    <a:pt x="2375" y="3686"/>
                    <a:pt x="2522" y="3676"/>
                  </a:cubicBezTo>
                  <a:cubicBezTo>
                    <a:pt x="2520" y="3698"/>
                    <a:pt x="2522" y="3718"/>
                    <a:pt x="2518" y="3718"/>
                  </a:cubicBezTo>
                  <a:cubicBezTo>
                    <a:pt x="2184" y="3797"/>
                    <a:pt x="1842" y="3786"/>
                    <a:pt x="1494" y="3794"/>
                  </a:cubicBezTo>
                  <a:cubicBezTo>
                    <a:pt x="1559" y="3886"/>
                    <a:pt x="1591" y="3897"/>
                    <a:pt x="1668" y="3867"/>
                  </a:cubicBezTo>
                  <a:cubicBezTo>
                    <a:pt x="1725" y="3846"/>
                    <a:pt x="1777" y="3855"/>
                    <a:pt x="1836" y="3878"/>
                  </a:cubicBezTo>
                  <a:cubicBezTo>
                    <a:pt x="1961" y="3925"/>
                    <a:pt x="2093" y="3952"/>
                    <a:pt x="2227" y="3938"/>
                  </a:cubicBezTo>
                  <a:cubicBezTo>
                    <a:pt x="2408" y="3919"/>
                    <a:pt x="2579" y="3945"/>
                    <a:pt x="2770" y="4027"/>
                  </a:cubicBezTo>
                  <a:cubicBezTo>
                    <a:pt x="2606" y="4098"/>
                    <a:pt x="2446" y="4113"/>
                    <a:pt x="2293" y="4194"/>
                  </a:cubicBezTo>
                  <a:cubicBezTo>
                    <a:pt x="2420" y="4246"/>
                    <a:pt x="2529" y="4282"/>
                    <a:pt x="2647" y="4286"/>
                  </a:cubicBezTo>
                  <a:cubicBezTo>
                    <a:pt x="2681" y="4287"/>
                    <a:pt x="2717" y="4272"/>
                    <a:pt x="2748" y="4281"/>
                  </a:cubicBezTo>
                  <a:cubicBezTo>
                    <a:pt x="2882" y="4321"/>
                    <a:pt x="3019" y="4313"/>
                    <a:pt x="3156" y="4323"/>
                  </a:cubicBezTo>
                  <a:cubicBezTo>
                    <a:pt x="3174" y="4324"/>
                    <a:pt x="3196" y="4321"/>
                    <a:pt x="3213" y="4311"/>
                  </a:cubicBezTo>
                  <a:cubicBezTo>
                    <a:pt x="3293" y="4266"/>
                    <a:pt x="3378" y="4277"/>
                    <a:pt x="3464" y="4283"/>
                  </a:cubicBezTo>
                  <a:cubicBezTo>
                    <a:pt x="3611" y="4296"/>
                    <a:pt x="3751" y="4295"/>
                    <a:pt x="3874" y="4196"/>
                  </a:cubicBezTo>
                  <a:cubicBezTo>
                    <a:pt x="3898" y="4175"/>
                    <a:pt x="3939" y="4175"/>
                    <a:pt x="3972" y="4165"/>
                  </a:cubicBezTo>
                  <a:cubicBezTo>
                    <a:pt x="3994" y="4159"/>
                    <a:pt x="4016" y="4157"/>
                    <a:pt x="4036" y="4149"/>
                  </a:cubicBezTo>
                  <a:cubicBezTo>
                    <a:pt x="4109" y="4121"/>
                    <a:pt x="4181" y="4090"/>
                    <a:pt x="4253" y="4063"/>
                  </a:cubicBezTo>
                  <a:cubicBezTo>
                    <a:pt x="4315" y="4040"/>
                    <a:pt x="4383" y="4030"/>
                    <a:pt x="4440" y="4000"/>
                  </a:cubicBezTo>
                  <a:cubicBezTo>
                    <a:pt x="4534" y="3952"/>
                    <a:pt x="4621" y="3892"/>
                    <a:pt x="4709" y="3835"/>
                  </a:cubicBezTo>
                  <a:cubicBezTo>
                    <a:pt x="4757" y="3804"/>
                    <a:pt x="4800" y="3768"/>
                    <a:pt x="4845" y="3733"/>
                  </a:cubicBezTo>
                  <a:cubicBezTo>
                    <a:pt x="4683" y="3757"/>
                    <a:pt x="4553" y="3867"/>
                    <a:pt x="4360" y="3875"/>
                  </a:cubicBezTo>
                  <a:cubicBezTo>
                    <a:pt x="4404" y="3842"/>
                    <a:pt x="4422" y="3823"/>
                    <a:pt x="4446" y="3811"/>
                  </a:cubicBezTo>
                  <a:cubicBezTo>
                    <a:pt x="4627" y="3728"/>
                    <a:pt x="4804" y="3635"/>
                    <a:pt x="4959" y="3508"/>
                  </a:cubicBezTo>
                  <a:cubicBezTo>
                    <a:pt x="4971" y="3499"/>
                    <a:pt x="4989" y="3483"/>
                    <a:pt x="4997" y="3486"/>
                  </a:cubicBezTo>
                  <a:cubicBezTo>
                    <a:pt x="5069" y="3519"/>
                    <a:pt x="5094" y="3453"/>
                    <a:pt x="5132" y="3421"/>
                  </a:cubicBezTo>
                  <a:cubicBezTo>
                    <a:pt x="5204" y="3360"/>
                    <a:pt x="5271" y="3296"/>
                    <a:pt x="5341" y="3231"/>
                  </a:cubicBezTo>
                  <a:cubicBezTo>
                    <a:pt x="5355" y="3218"/>
                    <a:pt x="5363" y="3199"/>
                    <a:pt x="5379" y="3177"/>
                  </a:cubicBezTo>
                  <a:cubicBezTo>
                    <a:pt x="5145" y="3263"/>
                    <a:pt x="4921" y="3345"/>
                    <a:pt x="4685" y="3432"/>
                  </a:cubicBezTo>
                  <a:cubicBezTo>
                    <a:pt x="4687" y="3355"/>
                    <a:pt x="4734" y="3348"/>
                    <a:pt x="4769" y="3329"/>
                  </a:cubicBezTo>
                  <a:cubicBezTo>
                    <a:pt x="4932" y="3247"/>
                    <a:pt x="5094" y="3167"/>
                    <a:pt x="5255" y="3084"/>
                  </a:cubicBezTo>
                  <a:cubicBezTo>
                    <a:pt x="5274" y="3073"/>
                    <a:pt x="5286" y="3048"/>
                    <a:pt x="5316" y="3008"/>
                  </a:cubicBezTo>
                  <a:cubicBezTo>
                    <a:pt x="5138" y="3033"/>
                    <a:pt x="4988" y="3054"/>
                    <a:pt x="4836" y="3074"/>
                  </a:cubicBezTo>
                  <a:cubicBezTo>
                    <a:pt x="4912" y="2997"/>
                    <a:pt x="5008" y="2975"/>
                    <a:pt x="5102" y="2960"/>
                  </a:cubicBezTo>
                  <a:cubicBezTo>
                    <a:pt x="5285" y="2930"/>
                    <a:pt x="5459" y="2890"/>
                    <a:pt x="5581" y="2737"/>
                  </a:cubicBezTo>
                  <a:cubicBezTo>
                    <a:pt x="5596" y="2720"/>
                    <a:pt x="5622" y="2703"/>
                    <a:pt x="5642" y="2705"/>
                  </a:cubicBezTo>
                  <a:cubicBezTo>
                    <a:pt x="5725" y="2716"/>
                    <a:pt x="5700" y="2660"/>
                    <a:pt x="5713" y="2602"/>
                  </a:cubicBezTo>
                  <a:cubicBezTo>
                    <a:pt x="5430" y="2724"/>
                    <a:pt x="5146" y="2744"/>
                    <a:pt x="4859" y="2757"/>
                  </a:cubicBezTo>
                  <a:cubicBezTo>
                    <a:pt x="4874" y="2736"/>
                    <a:pt x="4891" y="2720"/>
                    <a:pt x="4911" y="2716"/>
                  </a:cubicBezTo>
                  <a:cubicBezTo>
                    <a:pt x="5019" y="2693"/>
                    <a:pt x="5126" y="2667"/>
                    <a:pt x="5233" y="2648"/>
                  </a:cubicBezTo>
                  <a:cubicBezTo>
                    <a:pt x="5430" y="2614"/>
                    <a:pt x="5611" y="2540"/>
                    <a:pt x="5772" y="2423"/>
                  </a:cubicBezTo>
                  <a:cubicBezTo>
                    <a:pt x="5791" y="2408"/>
                    <a:pt x="5802" y="2386"/>
                    <a:pt x="5826" y="2355"/>
                  </a:cubicBezTo>
                  <a:cubicBezTo>
                    <a:pt x="5659" y="2384"/>
                    <a:pt x="5511" y="2415"/>
                    <a:pt x="5361" y="2437"/>
                  </a:cubicBezTo>
                  <a:cubicBezTo>
                    <a:pt x="5212" y="2458"/>
                    <a:pt x="5060" y="2471"/>
                    <a:pt x="4881" y="2491"/>
                  </a:cubicBezTo>
                  <a:cubicBezTo>
                    <a:pt x="4912" y="2453"/>
                    <a:pt x="4922" y="2427"/>
                    <a:pt x="4941" y="2422"/>
                  </a:cubicBezTo>
                  <a:cubicBezTo>
                    <a:pt x="4993" y="2406"/>
                    <a:pt x="5048" y="2393"/>
                    <a:pt x="5102" y="2392"/>
                  </a:cubicBezTo>
                  <a:cubicBezTo>
                    <a:pt x="5362" y="2387"/>
                    <a:pt x="5603" y="2295"/>
                    <a:pt x="5846" y="2220"/>
                  </a:cubicBezTo>
                  <a:cubicBezTo>
                    <a:pt x="5913" y="2200"/>
                    <a:pt x="5950" y="2156"/>
                    <a:pt x="5946" y="2080"/>
                  </a:cubicBezTo>
                  <a:cubicBezTo>
                    <a:pt x="5945" y="2050"/>
                    <a:pt x="5954" y="2019"/>
                    <a:pt x="5962" y="1989"/>
                  </a:cubicBezTo>
                  <a:cubicBezTo>
                    <a:pt x="5995" y="1882"/>
                    <a:pt x="6028" y="1777"/>
                    <a:pt x="6066" y="1657"/>
                  </a:cubicBezTo>
                  <a:cubicBezTo>
                    <a:pt x="6036" y="1657"/>
                    <a:pt x="6017" y="1655"/>
                    <a:pt x="6000" y="1657"/>
                  </a:cubicBezTo>
                  <a:cubicBezTo>
                    <a:pt x="5841" y="1688"/>
                    <a:pt x="5685" y="1727"/>
                    <a:pt x="5526" y="1749"/>
                  </a:cubicBezTo>
                  <a:cubicBezTo>
                    <a:pt x="5320" y="1779"/>
                    <a:pt x="5113" y="1798"/>
                    <a:pt x="4906" y="1816"/>
                  </a:cubicBezTo>
                  <a:cubicBezTo>
                    <a:pt x="4867" y="1820"/>
                    <a:pt x="4828" y="1804"/>
                    <a:pt x="4775" y="1794"/>
                  </a:cubicBezTo>
                  <a:cubicBezTo>
                    <a:pt x="4808" y="1738"/>
                    <a:pt x="4833" y="1719"/>
                    <a:pt x="4880" y="1728"/>
                  </a:cubicBezTo>
                  <a:cubicBezTo>
                    <a:pt x="4910" y="1733"/>
                    <a:pt x="4942" y="1729"/>
                    <a:pt x="4972" y="1727"/>
                  </a:cubicBezTo>
                  <a:cubicBezTo>
                    <a:pt x="5082" y="1718"/>
                    <a:pt x="5191" y="1705"/>
                    <a:pt x="5301" y="1696"/>
                  </a:cubicBezTo>
                  <a:cubicBezTo>
                    <a:pt x="5526" y="1677"/>
                    <a:pt x="5742" y="1624"/>
                    <a:pt x="5951" y="1538"/>
                  </a:cubicBezTo>
                  <a:cubicBezTo>
                    <a:pt x="5992" y="1521"/>
                    <a:pt x="6037" y="1514"/>
                    <a:pt x="6090" y="1502"/>
                  </a:cubicBezTo>
                  <a:cubicBezTo>
                    <a:pt x="6107" y="1452"/>
                    <a:pt x="6128" y="1391"/>
                    <a:pt x="6149" y="1324"/>
                  </a:cubicBezTo>
                  <a:cubicBezTo>
                    <a:pt x="6027" y="1334"/>
                    <a:pt x="5916" y="1330"/>
                    <a:pt x="5812" y="1354"/>
                  </a:cubicBezTo>
                  <a:cubicBezTo>
                    <a:pt x="5588" y="1407"/>
                    <a:pt x="5362" y="1431"/>
                    <a:pt x="5135" y="1453"/>
                  </a:cubicBezTo>
                  <a:cubicBezTo>
                    <a:pt x="5049" y="1461"/>
                    <a:pt x="4964" y="1482"/>
                    <a:pt x="4881" y="1502"/>
                  </a:cubicBezTo>
                  <a:cubicBezTo>
                    <a:pt x="4834" y="1516"/>
                    <a:pt x="4794" y="1512"/>
                    <a:pt x="4748" y="1460"/>
                  </a:cubicBezTo>
                  <a:close/>
                  <a:moveTo>
                    <a:pt x="6080" y="530"/>
                  </a:moveTo>
                  <a:cubicBezTo>
                    <a:pt x="5919" y="448"/>
                    <a:pt x="5763" y="353"/>
                    <a:pt x="5583" y="326"/>
                  </a:cubicBezTo>
                  <a:cubicBezTo>
                    <a:pt x="5496" y="314"/>
                    <a:pt x="5407" y="324"/>
                    <a:pt x="5319" y="317"/>
                  </a:cubicBezTo>
                  <a:cubicBezTo>
                    <a:pt x="5254" y="312"/>
                    <a:pt x="5188" y="297"/>
                    <a:pt x="5124" y="284"/>
                  </a:cubicBezTo>
                  <a:cubicBezTo>
                    <a:pt x="5098" y="279"/>
                    <a:pt x="5073" y="263"/>
                    <a:pt x="5047" y="261"/>
                  </a:cubicBezTo>
                  <a:cubicBezTo>
                    <a:pt x="4754" y="247"/>
                    <a:pt x="4459" y="235"/>
                    <a:pt x="4165" y="224"/>
                  </a:cubicBezTo>
                  <a:cubicBezTo>
                    <a:pt x="4104" y="222"/>
                    <a:pt x="4041" y="227"/>
                    <a:pt x="3980" y="229"/>
                  </a:cubicBezTo>
                  <a:cubicBezTo>
                    <a:pt x="3858" y="234"/>
                    <a:pt x="3738" y="240"/>
                    <a:pt x="3617" y="242"/>
                  </a:cubicBezTo>
                  <a:cubicBezTo>
                    <a:pt x="3586" y="242"/>
                    <a:pt x="3556" y="225"/>
                    <a:pt x="3526" y="223"/>
                  </a:cubicBezTo>
                  <a:cubicBezTo>
                    <a:pt x="3424" y="213"/>
                    <a:pt x="3322" y="198"/>
                    <a:pt x="3222" y="198"/>
                  </a:cubicBezTo>
                  <a:cubicBezTo>
                    <a:pt x="3105" y="199"/>
                    <a:pt x="2988" y="223"/>
                    <a:pt x="2871" y="223"/>
                  </a:cubicBezTo>
                  <a:cubicBezTo>
                    <a:pt x="2680" y="222"/>
                    <a:pt x="2488" y="230"/>
                    <a:pt x="2298" y="261"/>
                  </a:cubicBezTo>
                  <a:cubicBezTo>
                    <a:pt x="2202" y="276"/>
                    <a:pt x="2097" y="255"/>
                    <a:pt x="2009" y="288"/>
                  </a:cubicBezTo>
                  <a:cubicBezTo>
                    <a:pt x="1867" y="342"/>
                    <a:pt x="1721" y="297"/>
                    <a:pt x="1581" y="329"/>
                  </a:cubicBezTo>
                  <a:cubicBezTo>
                    <a:pt x="1491" y="350"/>
                    <a:pt x="1395" y="346"/>
                    <a:pt x="1301" y="356"/>
                  </a:cubicBezTo>
                  <a:cubicBezTo>
                    <a:pt x="1240" y="362"/>
                    <a:pt x="1175" y="366"/>
                    <a:pt x="1117" y="386"/>
                  </a:cubicBezTo>
                  <a:cubicBezTo>
                    <a:pt x="1014" y="419"/>
                    <a:pt x="918" y="478"/>
                    <a:pt x="813" y="503"/>
                  </a:cubicBezTo>
                  <a:cubicBezTo>
                    <a:pt x="732" y="524"/>
                    <a:pt x="708" y="585"/>
                    <a:pt x="679" y="638"/>
                  </a:cubicBezTo>
                  <a:cubicBezTo>
                    <a:pt x="631" y="724"/>
                    <a:pt x="715" y="852"/>
                    <a:pt x="813" y="861"/>
                  </a:cubicBezTo>
                  <a:cubicBezTo>
                    <a:pt x="836" y="862"/>
                    <a:pt x="861" y="863"/>
                    <a:pt x="880" y="874"/>
                  </a:cubicBezTo>
                  <a:cubicBezTo>
                    <a:pt x="1009" y="950"/>
                    <a:pt x="1157" y="955"/>
                    <a:pt x="1298" y="966"/>
                  </a:cubicBezTo>
                  <a:cubicBezTo>
                    <a:pt x="1483" y="980"/>
                    <a:pt x="1670" y="987"/>
                    <a:pt x="1856" y="1015"/>
                  </a:cubicBezTo>
                  <a:cubicBezTo>
                    <a:pt x="1959" y="1030"/>
                    <a:pt x="2063" y="1045"/>
                    <a:pt x="2166" y="1054"/>
                  </a:cubicBezTo>
                  <a:cubicBezTo>
                    <a:pt x="2342" y="1069"/>
                    <a:pt x="2519" y="1071"/>
                    <a:pt x="2692" y="1095"/>
                  </a:cubicBezTo>
                  <a:cubicBezTo>
                    <a:pt x="2903" y="1125"/>
                    <a:pt x="3112" y="1127"/>
                    <a:pt x="3324" y="1125"/>
                  </a:cubicBezTo>
                  <a:cubicBezTo>
                    <a:pt x="3382" y="1125"/>
                    <a:pt x="3440" y="1123"/>
                    <a:pt x="3499" y="1119"/>
                  </a:cubicBezTo>
                  <a:cubicBezTo>
                    <a:pt x="3654" y="1112"/>
                    <a:pt x="3811" y="1115"/>
                    <a:pt x="3964" y="1092"/>
                  </a:cubicBezTo>
                  <a:cubicBezTo>
                    <a:pt x="4086" y="1072"/>
                    <a:pt x="4206" y="1048"/>
                    <a:pt x="4332" y="1038"/>
                  </a:cubicBezTo>
                  <a:cubicBezTo>
                    <a:pt x="4401" y="1033"/>
                    <a:pt x="4468" y="1000"/>
                    <a:pt x="4537" y="1001"/>
                  </a:cubicBezTo>
                  <a:cubicBezTo>
                    <a:pt x="4634" y="1001"/>
                    <a:pt x="4724" y="997"/>
                    <a:pt x="4821" y="970"/>
                  </a:cubicBezTo>
                  <a:cubicBezTo>
                    <a:pt x="5030" y="908"/>
                    <a:pt x="5246" y="872"/>
                    <a:pt x="5460" y="827"/>
                  </a:cubicBezTo>
                  <a:cubicBezTo>
                    <a:pt x="5501" y="817"/>
                    <a:pt x="5551" y="827"/>
                    <a:pt x="5586" y="807"/>
                  </a:cubicBezTo>
                  <a:cubicBezTo>
                    <a:pt x="5752" y="724"/>
                    <a:pt x="5947" y="695"/>
                    <a:pt x="6080" y="530"/>
                  </a:cubicBezTo>
                  <a:close/>
                  <a:moveTo>
                    <a:pt x="332" y="967"/>
                  </a:moveTo>
                  <a:cubicBezTo>
                    <a:pt x="337" y="1001"/>
                    <a:pt x="337" y="1015"/>
                    <a:pt x="342" y="1025"/>
                  </a:cubicBezTo>
                  <a:cubicBezTo>
                    <a:pt x="401" y="1148"/>
                    <a:pt x="523" y="1171"/>
                    <a:pt x="636" y="1187"/>
                  </a:cubicBezTo>
                  <a:cubicBezTo>
                    <a:pt x="824" y="1212"/>
                    <a:pt x="1015" y="1226"/>
                    <a:pt x="1206" y="1233"/>
                  </a:cubicBezTo>
                  <a:cubicBezTo>
                    <a:pt x="1301" y="1237"/>
                    <a:pt x="1399" y="1219"/>
                    <a:pt x="1514" y="1210"/>
                  </a:cubicBezTo>
                  <a:cubicBezTo>
                    <a:pt x="1454" y="1154"/>
                    <a:pt x="1404" y="1168"/>
                    <a:pt x="1355" y="1168"/>
                  </a:cubicBezTo>
                  <a:cubicBezTo>
                    <a:pt x="1253" y="1166"/>
                    <a:pt x="1150" y="1174"/>
                    <a:pt x="1051" y="1154"/>
                  </a:cubicBezTo>
                  <a:cubicBezTo>
                    <a:pt x="916" y="1125"/>
                    <a:pt x="785" y="1073"/>
                    <a:pt x="650" y="1037"/>
                  </a:cubicBezTo>
                  <a:cubicBezTo>
                    <a:pt x="549" y="1011"/>
                    <a:pt x="447" y="992"/>
                    <a:pt x="332" y="967"/>
                  </a:cubicBezTo>
                  <a:close/>
                  <a:moveTo>
                    <a:pt x="1915" y="4036"/>
                  </a:moveTo>
                  <a:cubicBezTo>
                    <a:pt x="2003" y="4087"/>
                    <a:pt x="2089" y="4137"/>
                    <a:pt x="2184" y="4190"/>
                  </a:cubicBezTo>
                  <a:lnTo>
                    <a:pt x="2184" y="4093"/>
                  </a:lnTo>
                  <a:cubicBezTo>
                    <a:pt x="2307" y="4090"/>
                    <a:pt x="2424" y="4073"/>
                    <a:pt x="2542" y="4044"/>
                  </a:cubicBezTo>
                  <a:cubicBezTo>
                    <a:pt x="2529" y="4025"/>
                    <a:pt x="2526" y="4014"/>
                    <a:pt x="2522" y="4014"/>
                  </a:cubicBezTo>
                  <a:cubicBezTo>
                    <a:pt x="2328" y="4012"/>
                    <a:pt x="2134" y="4012"/>
                    <a:pt x="1940" y="4012"/>
                  </a:cubicBezTo>
                  <a:cubicBezTo>
                    <a:pt x="1935" y="4013"/>
                    <a:pt x="1930" y="4023"/>
                    <a:pt x="1915" y="4036"/>
                  </a:cubicBezTo>
                  <a:close/>
                  <a:moveTo>
                    <a:pt x="5317" y="1098"/>
                  </a:moveTo>
                  <a:cubicBezTo>
                    <a:pt x="5320" y="1108"/>
                    <a:pt x="5322" y="1117"/>
                    <a:pt x="5325" y="1127"/>
                  </a:cubicBezTo>
                  <a:cubicBezTo>
                    <a:pt x="5454" y="1104"/>
                    <a:pt x="5582" y="1074"/>
                    <a:pt x="5704" y="1011"/>
                  </a:cubicBezTo>
                  <a:cubicBezTo>
                    <a:pt x="5674" y="995"/>
                    <a:pt x="5639" y="982"/>
                    <a:pt x="5618" y="995"/>
                  </a:cubicBezTo>
                  <a:cubicBezTo>
                    <a:pt x="5532" y="1048"/>
                    <a:pt x="5440" y="1072"/>
                    <a:pt x="5342" y="1076"/>
                  </a:cubicBezTo>
                  <a:cubicBezTo>
                    <a:pt x="5333" y="1076"/>
                    <a:pt x="5325" y="1089"/>
                    <a:pt x="5317" y="1098"/>
                  </a:cubicBezTo>
                  <a:close/>
                  <a:moveTo>
                    <a:pt x="5519" y="2982"/>
                  </a:moveTo>
                  <a:cubicBezTo>
                    <a:pt x="5514" y="2975"/>
                    <a:pt x="5509" y="2967"/>
                    <a:pt x="5505" y="2960"/>
                  </a:cubicBezTo>
                  <a:cubicBezTo>
                    <a:pt x="5460" y="2971"/>
                    <a:pt x="5417" y="2981"/>
                    <a:pt x="5356" y="2997"/>
                  </a:cubicBezTo>
                  <a:cubicBezTo>
                    <a:pt x="5396" y="3030"/>
                    <a:pt x="5420" y="3052"/>
                    <a:pt x="5454" y="3080"/>
                  </a:cubicBezTo>
                  <a:cubicBezTo>
                    <a:pt x="5479" y="3042"/>
                    <a:pt x="5499" y="3012"/>
                    <a:pt x="5519" y="2982"/>
                  </a:cubicBezTo>
                  <a:close/>
                  <a:moveTo>
                    <a:pt x="5979" y="905"/>
                  </a:moveTo>
                  <a:cubicBezTo>
                    <a:pt x="6043" y="930"/>
                    <a:pt x="6089" y="905"/>
                    <a:pt x="6125" y="843"/>
                  </a:cubicBezTo>
                  <a:cubicBezTo>
                    <a:pt x="6052" y="816"/>
                    <a:pt x="6027" y="888"/>
                    <a:pt x="5979" y="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92" name="Google Shape;4092;p54"/>
            <p:cNvSpPr/>
            <p:nvPr/>
          </p:nvSpPr>
          <p:spPr>
            <a:xfrm>
              <a:off x="5028284" y="2104168"/>
              <a:ext cx="80317" cy="11587"/>
            </a:xfrm>
            <a:custGeom>
              <a:avLst/>
              <a:gdLst/>
              <a:ahLst/>
              <a:cxnLst/>
              <a:rect l="l" t="t" r="r" b="b"/>
              <a:pathLst>
                <a:path w="1317" h="190" extrusionOk="0">
                  <a:moveTo>
                    <a:pt x="1317" y="180"/>
                  </a:moveTo>
                  <a:cubicBezTo>
                    <a:pt x="1229" y="180"/>
                    <a:pt x="1160" y="179"/>
                    <a:pt x="1091" y="180"/>
                  </a:cubicBezTo>
                  <a:cubicBezTo>
                    <a:pt x="985" y="181"/>
                    <a:pt x="881" y="187"/>
                    <a:pt x="776" y="188"/>
                  </a:cubicBezTo>
                  <a:cubicBezTo>
                    <a:pt x="718" y="190"/>
                    <a:pt x="660" y="190"/>
                    <a:pt x="602" y="182"/>
                  </a:cubicBezTo>
                  <a:cubicBezTo>
                    <a:pt x="497" y="172"/>
                    <a:pt x="394" y="157"/>
                    <a:pt x="290" y="149"/>
                  </a:cubicBezTo>
                  <a:cubicBezTo>
                    <a:pt x="225" y="142"/>
                    <a:pt x="159" y="147"/>
                    <a:pt x="93" y="139"/>
                  </a:cubicBezTo>
                  <a:cubicBezTo>
                    <a:pt x="61" y="135"/>
                    <a:pt x="31" y="114"/>
                    <a:pt x="0" y="100"/>
                  </a:cubicBezTo>
                  <a:cubicBezTo>
                    <a:pt x="44" y="7"/>
                    <a:pt x="62" y="0"/>
                    <a:pt x="155" y="16"/>
                  </a:cubicBezTo>
                  <a:cubicBezTo>
                    <a:pt x="258" y="33"/>
                    <a:pt x="362" y="54"/>
                    <a:pt x="467" y="63"/>
                  </a:cubicBezTo>
                  <a:cubicBezTo>
                    <a:pt x="596" y="73"/>
                    <a:pt x="726" y="75"/>
                    <a:pt x="856" y="77"/>
                  </a:cubicBezTo>
                  <a:cubicBezTo>
                    <a:pt x="946" y="78"/>
                    <a:pt x="1036" y="63"/>
                    <a:pt x="1123" y="70"/>
                  </a:cubicBezTo>
                  <a:cubicBezTo>
                    <a:pt x="1188" y="77"/>
                    <a:pt x="1269" y="70"/>
                    <a:pt x="1317" y="1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93" name="Google Shape;4093;p54"/>
            <p:cNvSpPr/>
            <p:nvPr/>
          </p:nvSpPr>
          <p:spPr>
            <a:xfrm>
              <a:off x="4928694" y="2092398"/>
              <a:ext cx="68120" cy="21650"/>
            </a:xfrm>
            <a:custGeom>
              <a:avLst/>
              <a:gdLst/>
              <a:ahLst/>
              <a:cxnLst/>
              <a:rect l="l" t="t" r="r" b="b"/>
              <a:pathLst>
                <a:path w="1117" h="355" extrusionOk="0">
                  <a:moveTo>
                    <a:pt x="0" y="88"/>
                  </a:moveTo>
                  <a:cubicBezTo>
                    <a:pt x="88" y="9"/>
                    <a:pt x="162" y="1"/>
                    <a:pt x="233" y="53"/>
                  </a:cubicBezTo>
                  <a:cubicBezTo>
                    <a:pt x="368" y="152"/>
                    <a:pt x="525" y="154"/>
                    <a:pt x="678" y="180"/>
                  </a:cubicBezTo>
                  <a:cubicBezTo>
                    <a:pt x="796" y="199"/>
                    <a:pt x="913" y="226"/>
                    <a:pt x="1027" y="256"/>
                  </a:cubicBezTo>
                  <a:cubicBezTo>
                    <a:pt x="1060" y="264"/>
                    <a:pt x="1087" y="296"/>
                    <a:pt x="1116" y="315"/>
                  </a:cubicBezTo>
                  <a:cubicBezTo>
                    <a:pt x="1113" y="325"/>
                    <a:pt x="1109" y="336"/>
                    <a:pt x="1107" y="346"/>
                  </a:cubicBezTo>
                  <a:cubicBezTo>
                    <a:pt x="1075" y="348"/>
                    <a:pt x="1043" y="355"/>
                    <a:pt x="1012" y="349"/>
                  </a:cubicBezTo>
                  <a:cubicBezTo>
                    <a:pt x="891" y="320"/>
                    <a:pt x="770" y="283"/>
                    <a:pt x="648" y="259"/>
                  </a:cubicBezTo>
                  <a:cubicBezTo>
                    <a:pt x="461" y="223"/>
                    <a:pt x="273" y="197"/>
                    <a:pt x="86" y="161"/>
                  </a:cubicBezTo>
                  <a:cubicBezTo>
                    <a:pt x="58" y="155"/>
                    <a:pt x="34" y="119"/>
                    <a:pt x="0" y="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94" name="Google Shape;4094;p54"/>
            <p:cNvSpPr/>
            <p:nvPr/>
          </p:nvSpPr>
          <p:spPr>
            <a:xfrm>
              <a:off x="4964676" y="2077517"/>
              <a:ext cx="71718" cy="13417"/>
            </a:xfrm>
            <a:custGeom>
              <a:avLst/>
              <a:gdLst/>
              <a:ahLst/>
              <a:cxnLst/>
              <a:rect l="l" t="t" r="r" b="b"/>
              <a:pathLst>
                <a:path w="1176" h="220" extrusionOk="0">
                  <a:moveTo>
                    <a:pt x="1175" y="56"/>
                  </a:moveTo>
                  <a:cubicBezTo>
                    <a:pt x="1105" y="142"/>
                    <a:pt x="1034" y="98"/>
                    <a:pt x="973" y="100"/>
                  </a:cubicBezTo>
                  <a:cubicBezTo>
                    <a:pt x="782" y="105"/>
                    <a:pt x="593" y="123"/>
                    <a:pt x="406" y="162"/>
                  </a:cubicBezTo>
                  <a:cubicBezTo>
                    <a:pt x="319" y="179"/>
                    <a:pt x="231" y="196"/>
                    <a:pt x="144" y="210"/>
                  </a:cubicBezTo>
                  <a:cubicBezTo>
                    <a:pt x="86" y="219"/>
                    <a:pt x="36" y="207"/>
                    <a:pt x="0" y="143"/>
                  </a:cubicBezTo>
                  <a:cubicBezTo>
                    <a:pt x="55" y="111"/>
                    <a:pt x="109" y="102"/>
                    <a:pt x="165" y="96"/>
                  </a:cubicBezTo>
                  <a:cubicBezTo>
                    <a:pt x="330" y="75"/>
                    <a:pt x="499" y="68"/>
                    <a:pt x="661" y="31"/>
                  </a:cubicBezTo>
                  <a:cubicBezTo>
                    <a:pt x="794" y="0"/>
                    <a:pt x="922" y="28"/>
                    <a:pt x="1051" y="23"/>
                  </a:cubicBezTo>
                  <a:cubicBezTo>
                    <a:pt x="1089" y="21"/>
                    <a:pt x="1125" y="41"/>
                    <a:pt x="1175" y="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95" name="Google Shape;4095;p54"/>
            <p:cNvSpPr/>
            <p:nvPr/>
          </p:nvSpPr>
          <p:spPr>
            <a:xfrm>
              <a:off x="5079878" y="2078981"/>
              <a:ext cx="47995" cy="8111"/>
            </a:xfrm>
            <a:custGeom>
              <a:avLst/>
              <a:gdLst/>
              <a:ahLst/>
              <a:cxnLst/>
              <a:rect l="l" t="t" r="r" b="b"/>
              <a:pathLst>
                <a:path w="787" h="133" extrusionOk="0">
                  <a:moveTo>
                    <a:pt x="773" y="133"/>
                  </a:moveTo>
                  <a:cubicBezTo>
                    <a:pt x="642" y="123"/>
                    <a:pt x="511" y="111"/>
                    <a:pt x="379" y="103"/>
                  </a:cubicBezTo>
                  <a:cubicBezTo>
                    <a:pt x="305" y="99"/>
                    <a:pt x="230" y="101"/>
                    <a:pt x="157" y="99"/>
                  </a:cubicBezTo>
                  <a:cubicBezTo>
                    <a:pt x="100" y="99"/>
                    <a:pt x="50" y="88"/>
                    <a:pt x="0" y="18"/>
                  </a:cubicBezTo>
                  <a:cubicBezTo>
                    <a:pt x="55" y="14"/>
                    <a:pt x="96" y="4"/>
                    <a:pt x="136" y="7"/>
                  </a:cubicBezTo>
                  <a:cubicBezTo>
                    <a:pt x="290" y="26"/>
                    <a:pt x="448" y="1"/>
                    <a:pt x="599" y="57"/>
                  </a:cubicBezTo>
                  <a:cubicBezTo>
                    <a:pt x="637" y="72"/>
                    <a:pt x="684" y="53"/>
                    <a:pt x="726" y="58"/>
                  </a:cubicBezTo>
                  <a:cubicBezTo>
                    <a:pt x="747" y="61"/>
                    <a:pt x="767" y="82"/>
                    <a:pt x="786" y="93"/>
                  </a:cubicBezTo>
                  <a:cubicBezTo>
                    <a:pt x="781" y="107"/>
                    <a:pt x="777" y="120"/>
                    <a:pt x="773" y="1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96" name="Google Shape;4096;p54"/>
            <p:cNvSpPr/>
            <p:nvPr/>
          </p:nvSpPr>
          <p:spPr>
            <a:xfrm>
              <a:off x="5216303" y="2316643"/>
              <a:ext cx="65986" cy="20125"/>
            </a:xfrm>
            <a:custGeom>
              <a:avLst/>
              <a:gdLst/>
              <a:ahLst/>
              <a:cxnLst/>
              <a:rect l="l" t="t" r="r" b="b"/>
              <a:pathLst>
                <a:path w="1082" h="330" extrusionOk="0">
                  <a:moveTo>
                    <a:pt x="1" y="298"/>
                  </a:moveTo>
                  <a:cubicBezTo>
                    <a:pt x="81" y="262"/>
                    <a:pt x="163" y="231"/>
                    <a:pt x="254" y="228"/>
                  </a:cubicBezTo>
                  <a:cubicBezTo>
                    <a:pt x="436" y="225"/>
                    <a:pt x="609" y="174"/>
                    <a:pt x="783" y="128"/>
                  </a:cubicBezTo>
                  <a:cubicBezTo>
                    <a:pt x="834" y="114"/>
                    <a:pt x="880" y="78"/>
                    <a:pt x="925" y="48"/>
                  </a:cubicBezTo>
                  <a:cubicBezTo>
                    <a:pt x="999" y="0"/>
                    <a:pt x="1027" y="7"/>
                    <a:pt x="1081" y="111"/>
                  </a:cubicBezTo>
                  <a:cubicBezTo>
                    <a:pt x="1019" y="140"/>
                    <a:pt x="959" y="184"/>
                    <a:pt x="893" y="196"/>
                  </a:cubicBezTo>
                  <a:cubicBezTo>
                    <a:pt x="597" y="246"/>
                    <a:pt x="301" y="287"/>
                    <a:pt x="5" y="330"/>
                  </a:cubicBezTo>
                  <a:cubicBezTo>
                    <a:pt x="4" y="318"/>
                    <a:pt x="3" y="308"/>
                    <a:pt x="1" y="29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27" name="Synergistically utilize technically sound portals with frictionless chains. Dramatically customize…"/>
          <p:cNvSpPr txBox="1"/>
          <p:nvPr/>
        </p:nvSpPr>
        <p:spPr>
          <a:xfrm>
            <a:off x="3112162" y="4023162"/>
            <a:ext cx="1749781" cy="14283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128" name="Synergistically utilize technically sound portals with frictionless chains. Dramatically customize…"/>
          <p:cNvSpPr txBox="1"/>
          <p:nvPr/>
        </p:nvSpPr>
        <p:spPr>
          <a:xfrm>
            <a:off x="5158261" y="1163107"/>
            <a:ext cx="1749781" cy="14283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129" name="Synergistically utilize technically sound portals with frictionless chains. Dramatically customize…"/>
          <p:cNvSpPr txBox="1"/>
          <p:nvPr/>
        </p:nvSpPr>
        <p:spPr>
          <a:xfrm>
            <a:off x="7298498" y="4024798"/>
            <a:ext cx="1749781" cy="14283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130" name="iṩļïḓè"/>
          <p:cNvSpPr txBox="1"/>
          <p:nvPr/>
        </p:nvSpPr>
        <p:spPr bwMode="auto">
          <a:xfrm>
            <a:off x="1218826" y="4341121"/>
            <a:ext cx="1749781" cy="4105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indent="-457200" algn="ctr" defTabSz="914400">
              <a:lnSpc>
                <a:spcPct val="90000"/>
              </a:lnSpc>
              <a:spcBef>
                <a:spcPts val="1000"/>
              </a:spcBef>
              <a:buSzTx/>
              <a:defRPr>
                <a:solidFill>
                  <a:prstClr val="white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dist"/>
            <a:r>
              <a:rPr lang="en-US" altLang="zh-CN" sz="1400" dirty="0"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131" name="iṩļïḓè"/>
          <p:cNvSpPr txBox="1"/>
          <p:nvPr/>
        </p:nvSpPr>
        <p:spPr bwMode="auto">
          <a:xfrm>
            <a:off x="3156688" y="1959231"/>
            <a:ext cx="1749781" cy="4105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indent="-457200" algn="ctr" defTabSz="914400">
              <a:lnSpc>
                <a:spcPct val="90000"/>
              </a:lnSpc>
              <a:spcBef>
                <a:spcPts val="1000"/>
              </a:spcBef>
              <a:buSzTx/>
              <a:defRPr>
                <a:solidFill>
                  <a:prstClr val="white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dist"/>
            <a:r>
              <a:rPr lang="en-US" altLang="zh-CN" sz="1400" dirty="0"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132" name="iṩļïḓè"/>
          <p:cNvSpPr txBox="1"/>
          <p:nvPr/>
        </p:nvSpPr>
        <p:spPr bwMode="auto">
          <a:xfrm>
            <a:off x="5167095" y="4310242"/>
            <a:ext cx="1749781" cy="4105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indent="-457200" algn="ctr" defTabSz="914400">
              <a:lnSpc>
                <a:spcPct val="90000"/>
              </a:lnSpc>
              <a:spcBef>
                <a:spcPts val="1000"/>
              </a:spcBef>
              <a:buSzTx/>
              <a:defRPr>
                <a:solidFill>
                  <a:prstClr val="white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dist"/>
            <a:r>
              <a:rPr lang="en-US" altLang="zh-CN" sz="1400" dirty="0"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133" name="iṩļïḓè"/>
          <p:cNvSpPr txBox="1"/>
          <p:nvPr/>
        </p:nvSpPr>
        <p:spPr bwMode="auto">
          <a:xfrm>
            <a:off x="7267822" y="2006759"/>
            <a:ext cx="1749781" cy="4105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indent="-457200" algn="ctr" defTabSz="914400">
              <a:lnSpc>
                <a:spcPct val="90000"/>
              </a:lnSpc>
              <a:spcBef>
                <a:spcPts val="1000"/>
              </a:spcBef>
              <a:buSzTx/>
              <a:defRPr>
                <a:solidFill>
                  <a:prstClr val="white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dist"/>
            <a:r>
              <a:rPr lang="en-US" altLang="zh-CN" sz="1400" dirty="0"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134" name="iṩļïḓè"/>
          <p:cNvSpPr txBox="1"/>
          <p:nvPr/>
        </p:nvSpPr>
        <p:spPr bwMode="auto">
          <a:xfrm>
            <a:off x="9290733" y="4337020"/>
            <a:ext cx="1749781" cy="4105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indent="-457200" algn="ctr" defTabSz="914400">
              <a:lnSpc>
                <a:spcPct val="90000"/>
              </a:lnSpc>
              <a:spcBef>
                <a:spcPts val="1000"/>
              </a:spcBef>
              <a:buSzTx/>
              <a:defRPr>
                <a:solidFill>
                  <a:prstClr val="white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dist"/>
            <a:r>
              <a:rPr lang="en-US" altLang="zh-CN" sz="1400" dirty="0"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grpSp>
        <p:nvGrpSpPr>
          <p:cNvPr id="135" name="Google Shape;443;p34"/>
          <p:cNvGrpSpPr/>
          <p:nvPr/>
        </p:nvGrpSpPr>
        <p:grpSpPr>
          <a:xfrm rot="11989114" flipH="1" flipV="1">
            <a:off x="601827" y="121924"/>
            <a:ext cx="1834397" cy="2956940"/>
            <a:chOff x="6634300" y="1683989"/>
            <a:chExt cx="1789666" cy="2884836"/>
          </a:xfrm>
        </p:grpSpPr>
        <p:sp>
          <p:nvSpPr>
            <p:cNvPr id="136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  <p:bldP spid="128" grpId="0" animBg="1"/>
      <p:bldP spid="1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443;p34"/>
          <p:cNvGrpSpPr/>
          <p:nvPr/>
        </p:nvGrpSpPr>
        <p:grpSpPr>
          <a:xfrm rot="11989114" flipH="1" flipV="1">
            <a:off x="1459438" y="317748"/>
            <a:ext cx="1834397" cy="2956940"/>
            <a:chOff x="6634300" y="1683989"/>
            <a:chExt cx="1789666" cy="2884836"/>
          </a:xfrm>
        </p:grpSpPr>
        <p:sp>
          <p:nvSpPr>
            <p:cNvPr id="5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434;p34"/>
          <p:cNvGrpSpPr/>
          <p:nvPr/>
        </p:nvGrpSpPr>
        <p:grpSpPr>
          <a:xfrm rot="4911471" flipV="1">
            <a:off x="5776791" y="3900129"/>
            <a:ext cx="1793673" cy="2891297"/>
            <a:chOff x="6634300" y="1683989"/>
            <a:chExt cx="1789666" cy="2884836"/>
          </a:xfrm>
        </p:grpSpPr>
        <p:sp>
          <p:nvSpPr>
            <p:cNvPr id="14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705" y="911729"/>
            <a:ext cx="5403232" cy="5403232"/>
          </a:xfrm>
          <a:prstGeom prst="rect">
            <a:avLst/>
          </a:prstGeom>
        </p:spPr>
      </p:pic>
      <p:sp>
        <p:nvSpPr>
          <p:cNvPr id="26" name="Google Shape;3779;p52"/>
          <p:cNvSpPr txBox="1"/>
          <p:nvPr/>
        </p:nvSpPr>
        <p:spPr>
          <a:xfrm>
            <a:off x="4137347" y="3307104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4800" b="1" u="sng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B</a:t>
            </a:r>
            <a:endParaRPr sz="4800" b="1" u="sng" kern="0" dirty="0">
              <a:solidFill>
                <a:srgbClr val="3459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27" name="Google Shape;3780;p52"/>
          <p:cNvSpPr txBox="1"/>
          <p:nvPr/>
        </p:nvSpPr>
        <p:spPr>
          <a:xfrm>
            <a:off x="4151226" y="1214186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4800" b="1" u="sng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A</a:t>
            </a:r>
            <a:endParaRPr sz="4800" b="1" u="sng" kern="0" dirty="0">
              <a:solidFill>
                <a:srgbClr val="3459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28" name="Synergistically utilize technically sound portals with frictionless chains. Dramatically customize…"/>
          <p:cNvSpPr txBox="1"/>
          <p:nvPr/>
        </p:nvSpPr>
        <p:spPr>
          <a:xfrm>
            <a:off x="3473789" y="2236855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29" name="Synergistically utilize technically sound portals with frictionless chains. Dramatically customize…"/>
          <p:cNvSpPr txBox="1"/>
          <p:nvPr/>
        </p:nvSpPr>
        <p:spPr>
          <a:xfrm>
            <a:off x="3576340" y="4340526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grpSp>
        <p:nvGrpSpPr>
          <p:cNvPr id="30" name="Group 184"/>
          <p:cNvGrpSpPr/>
          <p:nvPr/>
        </p:nvGrpSpPr>
        <p:grpSpPr>
          <a:xfrm rot="17904208">
            <a:off x="1492199" y="3429015"/>
            <a:ext cx="1651379" cy="1320136"/>
            <a:chOff x="10053740" y="592613"/>
            <a:chExt cx="1072349" cy="857252"/>
          </a:xfrm>
          <a:solidFill>
            <a:srgbClr val="FAD34D"/>
          </a:solidFill>
        </p:grpSpPr>
        <p:sp>
          <p:nvSpPr>
            <p:cNvPr id="31" name="Freeform: Shape 182"/>
            <p:cNvSpPr/>
            <p:nvPr/>
          </p:nvSpPr>
          <p:spPr>
            <a:xfrm>
              <a:off x="10419674" y="890707"/>
              <a:ext cx="706415" cy="559158"/>
            </a:xfrm>
            <a:custGeom>
              <a:avLst/>
              <a:gdLst>
                <a:gd name="connsiteX0" fmla="*/ 177502 w 704333"/>
                <a:gd name="connsiteY0" fmla="*/ 49126 h 580325"/>
                <a:gd name="connsiteX1" fmla="*/ 6052 w 704333"/>
                <a:gd name="connsiteY1" fmla="*/ 426316 h 580325"/>
                <a:gd name="connsiteX2" fmla="*/ 428962 w 704333"/>
                <a:gd name="connsiteY2" fmla="*/ 574906 h 580325"/>
                <a:gd name="connsiteX3" fmla="*/ 703282 w 704333"/>
                <a:gd name="connsiteY3" fmla="*/ 254866 h 580325"/>
                <a:gd name="connsiteX4" fmla="*/ 508972 w 704333"/>
                <a:gd name="connsiteY4" fmla="*/ 71986 h 580325"/>
                <a:gd name="connsiteX5" fmla="*/ 154642 w 704333"/>
                <a:gd name="connsiteY5" fmla="*/ 3406 h 580325"/>
                <a:gd name="connsiteX6" fmla="*/ 177502 w 704333"/>
                <a:gd name="connsiteY6" fmla="*/ 49126 h 580325"/>
                <a:gd name="connsiteX0-1" fmla="*/ 179584 w 706415"/>
                <a:gd name="connsiteY0-2" fmla="*/ 27959 h 559158"/>
                <a:gd name="connsiteX1-3" fmla="*/ 8134 w 706415"/>
                <a:gd name="connsiteY1-4" fmla="*/ 405149 h 559158"/>
                <a:gd name="connsiteX2-5" fmla="*/ 431044 w 706415"/>
                <a:gd name="connsiteY2-6" fmla="*/ 553739 h 559158"/>
                <a:gd name="connsiteX3-7" fmla="*/ 705364 w 706415"/>
                <a:gd name="connsiteY3-8" fmla="*/ 233699 h 559158"/>
                <a:gd name="connsiteX4-9" fmla="*/ 511054 w 706415"/>
                <a:gd name="connsiteY4-10" fmla="*/ 50819 h 559158"/>
                <a:gd name="connsiteX5-11" fmla="*/ 179584 w 706415"/>
                <a:gd name="connsiteY5-12" fmla="*/ 27959 h 55915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06415" h="559158">
                  <a:moveTo>
                    <a:pt x="179584" y="27959"/>
                  </a:moveTo>
                  <a:cubicBezTo>
                    <a:pt x="95764" y="87014"/>
                    <a:pt x="-33776" y="317519"/>
                    <a:pt x="8134" y="405149"/>
                  </a:cubicBezTo>
                  <a:cubicBezTo>
                    <a:pt x="50044" y="492779"/>
                    <a:pt x="314839" y="582314"/>
                    <a:pt x="431044" y="553739"/>
                  </a:cubicBezTo>
                  <a:cubicBezTo>
                    <a:pt x="547249" y="525164"/>
                    <a:pt x="692029" y="317519"/>
                    <a:pt x="705364" y="233699"/>
                  </a:cubicBezTo>
                  <a:cubicBezTo>
                    <a:pt x="718699" y="149879"/>
                    <a:pt x="602494" y="92729"/>
                    <a:pt x="511054" y="50819"/>
                  </a:cubicBezTo>
                  <a:cubicBezTo>
                    <a:pt x="423424" y="16529"/>
                    <a:pt x="263404" y="-31096"/>
                    <a:pt x="179584" y="27959"/>
                  </a:cubicBezTo>
                  <a:close/>
                </a:path>
              </a:pathLst>
            </a:custGeom>
            <a:solidFill>
              <a:srgbClr val="FF945E"/>
            </a:solidFill>
            <a:ln>
              <a:noFill/>
            </a:ln>
            <a:effectLst/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32" name="Freeform: Shape 183"/>
            <p:cNvSpPr/>
            <p:nvPr/>
          </p:nvSpPr>
          <p:spPr>
            <a:xfrm>
              <a:off x="10053740" y="592613"/>
              <a:ext cx="289173" cy="267730"/>
            </a:xfrm>
            <a:custGeom>
              <a:avLst/>
              <a:gdLst>
                <a:gd name="connsiteX0" fmla="*/ 31917 w 289173"/>
                <a:gd name="connsiteY0" fmla="*/ 21108 h 267730"/>
                <a:gd name="connsiteX1" fmla="*/ 22392 w 289173"/>
                <a:gd name="connsiteY1" fmla="*/ 259233 h 267730"/>
                <a:gd name="connsiteX2" fmla="*/ 284330 w 289173"/>
                <a:gd name="connsiteY2" fmla="*/ 197321 h 267730"/>
                <a:gd name="connsiteX3" fmla="*/ 179555 w 289173"/>
                <a:gd name="connsiteY3" fmla="*/ 30633 h 267730"/>
                <a:gd name="connsiteX4" fmla="*/ 31917 w 289173"/>
                <a:gd name="connsiteY4" fmla="*/ 21108 h 26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173" h="267730">
                  <a:moveTo>
                    <a:pt x="31917" y="21108"/>
                  </a:moveTo>
                  <a:cubicBezTo>
                    <a:pt x="5723" y="59208"/>
                    <a:pt x="-19677" y="229864"/>
                    <a:pt x="22392" y="259233"/>
                  </a:cubicBezTo>
                  <a:cubicBezTo>
                    <a:pt x="64461" y="288602"/>
                    <a:pt x="258136" y="235421"/>
                    <a:pt x="284330" y="197321"/>
                  </a:cubicBezTo>
                  <a:cubicBezTo>
                    <a:pt x="310524" y="159221"/>
                    <a:pt x="224005" y="58414"/>
                    <a:pt x="179555" y="30633"/>
                  </a:cubicBezTo>
                  <a:cubicBezTo>
                    <a:pt x="135105" y="2852"/>
                    <a:pt x="58111" y="-16992"/>
                    <a:pt x="31917" y="21108"/>
                  </a:cubicBezTo>
                  <a:close/>
                </a:path>
              </a:pathLst>
            </a:custGeom>
            <a:solidFill>
              <a:srgbClr val="FF945E"/>
            </a:solidFill>
            <a:ln>
              <a:noFill/>
            </a:ln>
            <a:effectLst/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  <p:cond evt="onBegin" delay="0">
                          <p:tn val="19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32;p24"/>
          <p:cNvSpPr/>
          <p:nvPr/>
        </p:nvSpPr>
        <p:spPr>
          <a:xfrm>
            <a:off x="1067089" y="1746897"/>
            <a:ext cx="2739600" cy="1066000"/>
          </a:xfrm>
          <a:prstGeom prst="roundRect">
            <a:avLst>
              <a:gd name="adj" fmla="val 12715"/>
            </a:avLst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Google Shape;733;p24"/>
          <p:cNvSpPr txBox="1"/>
          <p:nvPr/>
        </p:nvSpPr>
        <p:spPr>
          <a:xfrm>
            <a:off x="1168073" y="1814764"/>
            <a:ext cx="2532000" cy="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cs typeface="Fira Sans Extra Condensed Medium"/>
                <a:sym typeface="Fira Sans Extra Condensed Medium"/>
              </a:rPr>
              <a:t>45%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Heavy" pitchFamily="18" charset="-122"/>
              <a:ea typeface="思源宋体 CN Heavy" pitchFamily="18" charset="-122"/>
              <a:cs typeface="Fira Sans Extra Condensed Medium"/>
              <a:sym typeface="Fira Sans Extra Condensed Medium"/>
            </a:endParaRPr>
          </a:p>
        </p:txBody>
      </p:sp>
      <p:sp>
        <p:nvSpPr>
          <p:cNvPr id="5" name="Google Shape;735;p24"/>
          <p:cNvSpPr/>
          <p:nvPr/>
        </p:nvSpPr>
        <p:spPr>
          <a:xfrm>
            <a:off x="1067089" y="4489330"/>
            <a:ext cx="2739600" cy="1066000"/>
          </a:xfrm>
          <a:prstGeom prst="roundRect">
            <a:avLst>
              <a:gd name="adj" fmla="val 12715"/>
            </a:avLst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736;p24"/>
          <p:cNvSpPr txBox="1"/>
          <p:nvPr/>
        </p:nvSpPr>
        <p:spPr>
          <a:xfrm>
            <a:off x="1165306" y="4559450"/>
            <a:ext cx="2532000" cy="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cs typeface="Fira Sans Extra Condensed Medium"/>
                <a:sym typeface="Fira Sans Extra Condensed Medium"/>
              </a:rPr>
              <a:t>35%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Heavy" pitchFamily="18" charset="-122"/>
              <a:ea typeface="思源宋体 CN Heavy" pitchFamily="18" charset="-122"/>
              <a:cs typeface="Fira Sans Extra Condensed Medium"/>
              <a:sym typeface="Fira Sans Extra Condensed Medium"/>
            </a:endParaRPr>
          </a:p>
        </p:txBody>
      </p:sp>
      <p:sp>
        <p:nvSpPr>
          <p:cNvPr id="7" name="Google Shape;738;p24"/>
          <p:cNvSpPr/>
          <p:nvPr/>
        </p:nvSpPr>
        <p:spPr>
          <a:xfrm>
            <a:off x="1067089" y="3118113"/>
            <a:ext cx="2739600" cy="1066000"/>
          </a:xfrm>
          <a:prstGeom prst="roundRect">
            <a:avLst>
              <a:gd name="adj" fmla="val 12715"/>
            </a:avLst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739;p24"/>
          <p:cNvSpPr txBox="1"/>
          <p:nvPr/>
        </p:nvSpPr>
        <p:spPr>
          <a:xfrm>
            <a:off x="1170839" y="3182445"/>
            <a:ext cx="2532000" cy="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cs typeface="Fira Sans Extra Condensed Medium"/>
                <a:sym typeface="Fira Sans Extra Condensed Medium"/>
              </a:rPr>
              <a:t>40%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 Heavy" pitchFamily="18" charset="-122"/>
              <a:ea typeface="思源宋体 CN Heavy" pitchFamily="18" charset="-122"/>
              <a:cs typeface="Fira Sans Extra Condensed Medium"/>
              <a:sym typeface="Fira Sans Extra Condensed Medium"/>
            </a:endParaRPr>
          </a:p>
        </p:txBody>
      </p:sp>
      <p:sp>
        <p:nvSpPr>
          <p:cNvPr id="9" name="Synergistically utilize technically sound portals with frictionless chains. Dramatically customize…"/>
          <p:cNvSpPr txBox="1"/>
          <p:nvPr/>
        </p:nvSpPr>
        <p:spPr>
          <a:xfrm>
            <a:off x="1342091" y="2160069"/>
            <a:ext cx="2174877" cy="4588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sp>
        <p:nvSpPr>
          <p:cNvPr id="10" name="Synergistically utilize technically sound portals with frictionless chains. Dramatically customize…"/>
          <p:cNvSpPr txBox="1"/>
          <p:nvPr/>
        </p:nvSpPr>
        <p:spPr>
          <a:xfrm>
            <a:off x="1342090" y="3513382"/>
            <a:ext cx="2174877" cy="4588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sp>
        <p:nvSpPr>
          <p:cNvPr id="11" name="Synergistically utilize technically sound portals with frictionless chains. Dramatically customize…"/>
          <p:cNvSpPr txBox="1"/>
          <p:nvPr/>
        </p:nvSpPr>
        <p:spPr>
          <a:xfrm>
            <a:off x="1342089" y="4946816"/>
            <a:ext cx="2174877" cy="4588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sp>
        <p:nvSpPr>
          <p:cNvPr id="12" name="Google Shape;732;p24"/>
          <p:cNvSpPr/>
          <p:nvPr/>
        </p:nvSpPr>
        <p:spPr>
          <a:xfrm>
            <a:off x="4126726" y="1746897"/>
            <a:ext cx="2739600" cy="1066000"/>
          </a:xfrm>
          <a:prstGeom prst="roundRect">
            <a:avLst>
              <a:gd name="adj" fmla="val 12715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chemeClr val="bg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733;p24"/>
          <p:cNvSpPr txBox="1"/>
          <p:nvPr/>
        </p:nvSpPr>
        <p:spPr>
          <a:xfrm>
            <a:off x="4227710" y="1814764"/>
            <a:ext cx="2532000" cy="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cs typeface="Fira Sans Extra Condensed Medium"/>
                <a:sym typeface="Fira Sans Extra Condensed Medium"/>
              </a:rPr>
              <a:t>45%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itchFamily="18" charset="-122"/>
              <a:ea typeface="思源宋体 CN Heavy" pitchFamily="18" charset="-122"/>
              <a:cs typeface="Fira Sans Extra Condensed Medium"/>
              <a:sym typeface="Fira Sans Extra Condensed Medium"/>
            </a:endParaRPr>
          </a:p>
        </p:txBody>
      </p:sp>
      <p:sp>
        <p:nvSpPr>
          <p:cNvPr id="14" name="Google Shape;735;p24"/>
          <p:cNvSpPr/>
          <p:nvPr/>
        </p:nvSpPr>
        <p:spPr>
          <a:xfrm>
            <a:off x="4126726" y="4489330"/>
            <a:ext cx="2739600" cy="1066000"/>
          </a:xfrm>
          <a:prstGeom prst="roundRect">
            <a:avLst>
              <a:gd name="adj" fmla="val 12715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chemeClr val="bg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736;p24"/>
          <p:cNvSpPr txBox="1"/>
          <p:nvPr/>
        </p:nvSpPr>
        <p:spPr>
          <a:xfrm>
            <a:off x="4224943" y="4559450"/>
            <a:ext cx="2532000" cy="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cs typeface="Fira Sans Extra Condensed Medium"/>
                <a:sym typeface="Fira Sans Extra Condensed Medium"/>
              </a:rPr>
              <a:t>35%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itchFamily="18" charset="-122"/>
              <a:ea typeface="思源宋体 CN Heavy" pitchFamily="18" charset="-122"/>
              <a:cs typeface="Fira Sans Extra Condensed Medium"/>
              <a:sym typeface="Fira Sans Extra Condensed Medium"/>
            </a:endParaRPr>
          </a:p>
        </p:txBody>
      </p:sp>
      <p:sp>
        <p:nvSpPr>
          <p:cNvPr id="16" name="Google Shape;738;p24"/>
          <p:cNvSpPr/>
          <p:nvPr/>
        </p:nvSpPr>
        <p:spPr>
          <a:xfrm>
            <a:off x="4126726" y="3118113"/>
            <a:ext cx="2739600" cy="1066000"/>
          </a:xfrm>
          <a:prstGeom prst="roundRect">
            <a:avLst>
              <a:gd name="adj" fmla="val 12715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chemeClr val="bg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739;p24"/>
          <p:cNvSpPr txBox="1"/>
          <p:nvPr/>
        </p:nvSpPr>
        <p:spPr>
          <a:xfrm>
            <a:off x="4230476" y="3182445"/>
            <a:ext cx="2532000" cy="3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宋体 CN Heavy" pitchFamily="18" charset="-122"/>
                <a:ea typeface="思源宋体 CN Heavy" pitchFamily="18" charset="-122"/>
                <a:cs typeface="Fira Sans Extra Condensed Medium"/>
                <a:sym typeface="Fira Sans Extra Condensed Medium"/>
              </a:rPr>
              <a:t>40%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itchFamily="18" charset="-122"/>
              <a:ea typeface="思源宋体 CN Heavy" pitchFamily="18" charset="-122"/>
              <a:cs typeface="Fira Sans Extra Condensed Medium"/>
              <a:sym typeface="Fira Sans Extra Condensed Medium"/>
            </a:endParaRPr>
          </a:p>
        </p:txBody>
      </p:sp>
      <p:sp>
        <p:nvSpPr>
          <p:cNvPr id="18" name="Synergistically utilize technically sound portals with frictionless chains. Dramatically customize…"/>
          <p:cNvSpPr txBox="1"/>
          <p:nvPr/>
        </p:nvSpPr>
        <p:spPr>
          <a:xfrm>
            <a:off x="4401728" y="2160069"/>
            <a:ext cx="2174877" cy="4588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sp>
        <p:nvSpPr>
          <p:cNvPr id="19" name="Synergistically utilize technically sound portals with frictionless chains. Dramatically customize…"/>
          <p:cNvSpPr txBox="1"/>
          <p:nvPr/>
        </p:nvSpPr>
        <p:spPr>
          <a:xfrm>
            <a:off x="4401727" y="3513382"/>
            <a:ext cx="2174877" cy="4588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sp>
        <p:nvSpPr>
          <p:cNvPr id="20" name="Synergistically utilize technically sound portals with frictionless chains. Dramatically customize…"/>
          <p:cNvSpPr txBox="1"/>
          <p:nvPr/>
        </p:nvSpPr>
        <p:spPr>
          <a:xfrm>
            <a:off x="4401726" y="4946816"/>
            <a:ext cx="2174877" cy="458844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344" y="796890"/>
            <a:ext cx="4094757" cy="526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dur="1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443;p34"/>
          <p:cNvGrpSpPr/>
          <p:nvPr/>
        </p:nvGrpSpPr>
        <p:grpSpPr>
          <a:xfrm rot="18059551">
            <a:off x="669416" y="3529164"/>
            <a:ext cx="2034293" cy="3279161"/>
            <a:chOff x="6634300" y="1683989"/>
            <a:chExt cx="1789666" cy="2884836"/>
          </a:xfrm>
        </p:grpSpPr>
        <p:sp>
          <p:nvSpPr>
            <p:cNvPr id="6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4" name="Google Shape;434;p34"/>
          <p:cNvGrpSpPr/>
          <p:nvPr/>
        </p:nvGrpSpPr>
        <p:grpSpPr>
          <a:xfrm rot="5964363">
            <a:off x="9150639" y="167698"/>
            <a:ext cx="2034492" cy="3279483"/>
            <a:chOff x="6634300" y="1683989"/>
            <a:chExt cx="1789666" cy="2884836"/>
          </a:xfrm>
        </p:grpSpPr>
        <p:sp>
          <p:nvSpPr>
            <p:cNvPr id="15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81;p16"/>
          <p:cNvSpPr/>
          <p:nvPr/>
        </p:nvSpPr>
        <p:spPr>
          <a:xfrm>
            <a:off x="5902453" y="1863635"/>
            <a:ext cx="387123" cy="550597"/>
          </a:xfrm>
          <a:custGeom>
            <a:avLst/>
            <a:gdLst/>
            <a:ahLst/>
            <a:cxnLst/>
            <a:rect l="l" t="t" r="r" b="b"/>
            <a:pathLst>
              <a:path w="13588" h="19326" extrusionOk="0">
                <a:moveTo>
                  <a:pt x="11891" y="1133"/>
                </a:moveTo>
                <a:cubicBezTo>
                  <a:pt x="12202" y="1133"/>
                  <a:pt x="12455" y="1387"/>
                  <a:pt x="12455" y="1701"/>
                </a:cubicBezTo>
                <a:lnTo>
                  <a:pt x="12455" y="2265"/>
                </a:lnTo>
                <a:lnTo>
                  <a:pt x="1132" y="2265"/>
                </a:lnTo>
                <a:lnTo>
                  <a:pt x="1132" y="1701"/>
                </a:lnTo>
                <a:cubicBezTo>
                  <a:pt x="1132" y="1387"/>
                  <a:pt x="1386" y="1133"/>
                  <a:pt x="1700" y="1133"/>
                </a:cubicBezTo>
                <a:close/>
                <a:moveTo>
                  <a:pt x="12455" y="3398"/>
                </a:moveTo>
                <a:lnTo>
                  <a:pt x="12455" y="14796"/>
                </a:lnTo>
                <a:lnTo>
                  <a:pt x="1132" y="14796"/>
                </a:lnTo>
                <a:lnTo>
                  <a:pt x="1132" y="3398"/>
                </a:lnTo>
                <a:close/>
                <a:moveTo>
                  <a:pt x="12455" y="15928"/>
                </a:moveTo>
                <a:lnTo>
                  <a:pt x="12455" y="17628"/>
                </a:lnTo>
                <a:cubicBezTo>
                  <a:pt x="12455" y="17939"/>
                  <a:pt x="12202" y="18193"/>
                  <a:pt x="11891" y="18193"/>
                </a:cubicBezTo>
                <a:lnTo>
                  <a:pt x="1700" y="18193"/>
                </a:lnTo>
                <a:cubicBezTo>
                  <a:pt x="1386" y="18193"/>
                  <a:pt x="1132" y="17939"/>
                  <a:pt x="1132" y="17628"/>
                </a:cubicBezTo>
                <a:lnTo>
                  <a:pt x="1132" y="15928"/>
                </a:lnTo>
                <a:close/>
                <a:moveTo>
                  <a:pt x="1700" y="1"/>
                </a:moveTo>
                <a:cubicBezTo>
                  <a:pt x="761" y="1"/>
                  <a:pt x="0" y="762"/>
                  <a:pt x="0" y="1701"/>
                </a:cubicBezTo>
                <a:lnTo>
                  <a:pt x="0" y="17628"/>
                </a:lnTo>
                <a:cubicBezTo>
                  <a:pt x="0" y="18564"/>
                  <a:pt x="761" y="19325"/>
                  <a:pt x="1700" y="19325"/>
                </a:cubicBezTo>
                <a:lnTo>
                  <a:pt x="11891" y="19325"/>
                </a:lnTo>
                <a:cubicBezTo>
                  <a:pt x="12827" y="19325"/>
                  <a:pt x="13588" y="18564"/>
                  <a:pt x="13588" y="17628"/>
                </a:cubicBezTo>
                <a:lnTo>
                  <a:pt x="13588" y="1701"/>
                </a:lnTo>
                <a:cubicBezTo>
                  <a:pt x="13588" y="762"/>
                  <a:pt x="12827" y="1"/>
                  <a:pt x="1189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4" name="Google Shape;82;p16"/>
          <p:cNvSpPr/>
          <p:nvPr/>
        </p:nvSpPr>
        <p:spPr>
          <a:xfrm>
            <a:off x="6038436" y="2335742"/>
            <a:ext cx="115128" cy="32279"/>
          </a:xfrm>
          <a:custGeom>
            <a:avLst/>
            <a:gdLst/>
            <a:ahLst/>
            <a:cxnLst/>
            <a:rect l="l" t="t" r="r" b="b"/>
            <a:pathLst>
              <a:path w="4040" h="1133" extrusionOk="0">
                <a:moveTo>
                  <a:pt x="568" y="1"/>
                </a:moveTo>
                <a:cubicBezTo>
                  <a:pt x="254" y="1"/>
                  <a:pt x="1" y="251"/>
                  <a:pt x="1" y="565"/>
                </a:cubicBezTo>
                <a:cubicBezTo>
                  <a:pt x="1" y="879"/>
                  <a:pt x="254" y="1133"/>
                  <a:pt x="568" y="1133"/>
                </a:cubicBezTo>
                <a:lnTo>
                  <a:pt x="3473" y="1133"/>
                </a:lnTo>
                <a:cubicBezTo>
                  <a:pt x="3787" y="1133"/>
                  <a:pt x="4041" y="879"/>
                  <a:pt x="4041" y="565"/>
                </a:cubicBezTo>
                <a:cubicBezTo>
                  <a:pt x="4041" y="251"/>
                  <a:pt x="3787" y="1"/>
                  <a:pt x="34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5" name="Synergistically utilize technically sound portals with frictionless chains. Dramatically customize…"/>
          <p:cNvSpPr txBox="1"/>
          <p:nvPr/>
        </p:nvSpPr>
        <p:spPr>
          <a:xfrm>
            <a:off x="2932064" y="3161899"/>
            <a:ext cx="6212744" cy="9885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utilize, Synergistically utilize technically sound portals with, Synergistically utilize technically sound, Synergistically utilize, Synergistically utilize technically sound portals with, Synergistically utilize technically sound, Synergistically utilize,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922022" y="5062493"/>
            <a:ext cx="2463084" cy="369332"/>
          </a:xfrm>
          <a:prstGeom prst="rect">
            <a:avLst/>
          </a:prstGeom>
          <a:solidFill>
            <a:srgbClr val="FF500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  <a:endParaRPr lang="zh-CN" altLang="en-US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42;p37"/>
          <p:cNvSpPr/>
          <p:nvPr/>
        </p:nvSpPr>
        <p:spPr>
          <a:xfrm rot="-5400000">
            <a:off x="1947200" y="724916"/>
            <a:ext cx="1242800" cy="391800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844;p37"/>
          <p:cNvSpPr txBox="1"/>
          <p:nvPr/>
        </p:nvSpPr>
        <p:spPr>
          <a:xfrm>
            <a:off x="3567723" y="2343993"/>
            <a:ext cx="755200" cy="6800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" name="Google Shape;845;p37"/>
          <p:cNvGrpSpPr/>
          <p:nvPr/>
        </p:nvGrpSpPr>
        <p:grpSpPr>
          <a:xfrm>
            <a:off x="3782090" y="1895855"/>
            <a:ext cx="999540" cy="1699224"/>
            <a:chOff x="3262250" y="1712947"/>
            <a:chExt cx="631448" cy="1073465"/>
          </a:xfrm>
          <a:solidFill>
            <a:srgbClr val="FF5000"/>
          </a:solidFill>
          <a:effectLst/>
        </p:grpSpPr>
        <p:sp>
          <p:nvSpPr>
            <p:cNvPr id="5" name="Google Shape;846;p37"/>
            <p:cNvSpPr/>
            <p:nvPr/>
          </p:nvSpPr>
          <p:spPr>
            <a:xfrm rot="-5400000">
              <a:off x="3146823" y="1962184"/>
              <a:ext cx="996112" cy="497639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6" y="1"/>
                  </a:moveTo>
                  <a:cubicBezTo>
                    <a:pt x="44066" y="12176"/>
                    <a:pt x="34192" y="22016"/>
                    <a:pt x="22017" y="22016"/>
                  </a:cubicBezTo>
                  <a:cubicBezTo>
                    <a:pt x="9875" y="22016"/>
                    <a:pt x="1" y="12176"/>
                    <a:pt x="1" y="1"/>
                  </a:cubicBezTo>
                </a:path>
              </a:pathLst>
            </a:custGeom>
            <a:grpFill/>
            <a:ln w="28575" cap="rnd" cmpd="sng">
              <a:solidFill>
                <a:srgbClr val="FF5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6" name="Google Shape;847;p37"/>
            <p:cNvSpPr/>
            <p:nvPr/>
          </p:nvSpPr>
          <p:spPr>
            <a:xfrm rot="-5400000">
              <a:off x="3251750" y="2642113"/>
              <a:ext cx="154800" cy="133800"/>
            </a:xfrm>
            <a:prstGeom prst="triangle">
              <a:avLst>
                <a:gd name="adj" fmla="val 50000"/>
              </a:avLst>
            </a:prstGeom>
            <a:grpFill/>
            <a:ln>
              <a:solidFill>
                <a:srgbClr val="FF5000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7" name="Google Shape;848;p37"/>
          <p:cNvSpPr/>
          <p:nvPr/>
        </p:nvSpPr>
        <p:spPr>
          <a:xfrm rot="5400000" flipH="1">
            <a:off x="4247947" y="2866452"/>
            <a:ext cx="1242800" cy="3918000"/>
          </a:xfrm>
          <a:prstGeom prst="roundRect">
            <a:avLst>
              <a:gd name="adj" fmla="val 50000"/>
            </a:avLst>
          </a:prstGeom>
          <a:solidFill>
            <a:srgbClr val="FFCEB5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850;p37"/>
          <p:cNvSpPr txBox="1"/>
          <p:nvPr/>
        </p:nvSpPr>
        <p:spPr>
          <a:xfrm>
            <a:off x="3115237" y="4485529"/>
            <a:ext cx="755200" cy="6800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9" name="Google Shape;851;p37"/>
          <p:cNvGrpSpPr/>
          <p:nvPr/>
        </p:nvGrpSpPr>
        <p:grpSpPr>
          <a:xfrm>
            <a:off x="2669485" y="4037515"/>
            <a:ext cx="1000691" cy="1699197"/>
            <a:chOff x="2559375" y="2708964"/>
            <a:chExt cx="632175" cy="1073448"/>
          </a:xfrm>
          <a:solidFill>
            <a:srgbClr val="FF5000"/>
          </a:solidFill>
          <a:effectLst/>
        </p:grpSpPr>
        <p:sp>
          <p:nvSpPr>
            <p:cNvPr id="10" name="Google Shape;852;p37"/>
            <p:cNvSpPr/>
            <p:nvPr/>
          </p:nvSpPr>
          <p:spPr>
            <a:xfrm rot="-5400000">
              <a:off x="2310523" y="2957816"/>
              <a:ext cx="996089" cy="498385"/>
            </a:xfrm>
            <a:custGeom>
              <a:avLst/>
              <a:gdLst/>
              <a:ahLst/>
              <a:cxnLst/>
              <a:rect l="l" t="t" r="r" b="b"/>
              <a:pathLst>
                <a:path w="44065" h="22050" fill="none" extrusionOk="0">
                  <a:moveTo>
                    <a:pt x="0" y="22050"/>
                  </a:moveTo>
                  <a:cubicBezTo>
                    <a:pt x="0" y="9874"/>
                    <a:pt x="9874" y="1"/>
                    <a:pt x="22049" y="1"/>
                  </a:cubicBezTo>
                  <a:cubicBezTo>
                    <a:pt x="34191" y="1"/>
                    <a:pt x="44065" y="9874"/>
                    <a:pt x="44065" y="22050"/>
                  </a:cubicBezTo>
                </a:path>
              </a:pathLst>
            </a:custGeom>
            <a:grpFill/>
            <a:ln w="28575" cap="rnd" cmpd="sng">
              <a:solidFill>
                <a:srgbClr val="FF5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Google Shape;853;p37"/>
            <p:cNvSpPr/>
            <p:nvPr/>
          </p:nvSpPr>
          <p:spPr>
            <a:xfrm rot="5400000">
              <a:off x="3047250" y="3638113"/>
              <a:ext cx="154800" cy="133800"/>
            </a:xfrm>
            <a:prstGeom prst="triangle">
              <a:avLst>
                <a:gd name="adj" fmla="val 50000"/>
              </a:avLst>
            </a:prstGeom>
            <a:grpFill/>
            <a:ln w="28575" cap="rnd" cmpd="sng">
              <a:solidFill>
                <a:srgbClr val="FF5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12" name="Google Shape;854;p37"/>
          <p:cNvSpPr/>
          <p:nvPr/>
        </p:nvSpPr>
        <p:spPr>
          <a:xfrm rot="5400000" flipH="1">
            <a:off x="9002000" y="2866452"/>
            <a:ext cx="1242800" cy="391800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856;p37"/>
          <p:cNvSpPr txBox="1"/>
          <p:nvPr/>
        </p:nvSpPr>
        <p:spPr>
          <a:xfrm>
            <a:off x="7869289" y="4485529"/>
            <a:ext cx="755200" cy="6800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4" name="Google Shape;857;p37"/>
          <p:cNvGrpSpPr/>
          <p:nvPr/>
        </p:nvGrpSpPr>
        <p:grpSpPr>
          <a:xfrm>
            <a:off x="7423887" y="4037515"/>
            <a:ext cx="1000691" cy="1699197"/>
            <a:chOff x="5410525" y="2708964"/>
            <a:chExt cx="632175" cy="1073448"/>
          </a:xfrm>
          <a:solidFill>
            <a:srgbClr val="FF5000"/>
          </a:solidFill>
          <a:effectLst/>
        </p:grpSpPr>
        <p:sp>
          <p:nvSpPr>
            <p:cNvPr id="15" name="Google Shape;858;p37"/>
            <p:cNvSpPr/>
            <p:nvPr/>
          </p:nvSpPr>
          <p:spPr>
            <a:xfrm rot="-5400000">
              <a:off x="5161673" y="2957816"/>
              <a:ext cx="996089" cy="498385"/>
            </a:xfrm>
            <a:custGeom>
              <a:avLst/>
              <a:gdLst/>
              <a:ahLst/>
              <a:cxnLst/>
              <a:rect l="l" t="t" r="r" b="b"/>
              <a:pathLst>
                <a:path w="44065" h="22050" fill="none" extrusionOk="0">
                  <a:moveTo>
                    <a:pt x="0" y="22050"/>
                  </a:moveTo>
                  <a:cubicBezTo>
                    <a:pt x="0" y="9874"/>
                    <a:pt x="9874" y="1"/>
                    <a:pt x="22049" y="1"/>
                  </a:cubicBezTo>
                  <a:cubicBezTo>
                    <a:pt x="34191" y="1"/>
                    <a:pt x="44065" y="9874"/>
                    <a:pt x="44065" y="22050"/>
                  </a:cubicBezTo>
                </a:path>
              </a:pathLst>
            </a:custGeom>
            <a:grpFill/>
            <a:ln w="28575" cap="rnd" cmpd="sng">
              <a:solidFill>
                <a:srgbClr val="FF5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6" name="Google Shape;859;p37"/>
            <p:cNvSpPr/>
            <p:nvPr/>
          </p:nvSpPr>
          <p:spPr>
            <a:xfrm rot="5400000">
              <a:off x="5898400" y="3638113"/>
              <a:ext cx="154800" cy="133800"/>
            </a:xfrm>
            <a:prstGeom prst="triangle">
              <a:avLst>
                <a:gd name="adj" fmla="val 50000"/>
              </a:avLst>
            </a:prstGeom>
            <a:grpFill/>
            <a:ln>
              <a:solidFill>
                <a:srgbClr val="FF5000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17" name="Google Shape;860;p37"/>
          <p:cNvSpPr/>
          <p:nvPr/>
        </p:nvSpPr>
        <p:spPr>
          <a:xfrm rot="-5400000">
            <a:off x="6682536" y="724916"/>
            <a:ext cx="1242800" cy="3918000"/>
          </a:xfrm>
          <a:prstGeom prst="roundRect">
            <a:avLst>
              <a:gd name="adj" fmla="val 50000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Google Shape;862;p37"/>
          <p:cNvSpPr txBox="1"/>
          <p:nvPr/>
        </p:nvSpPr>
        <p:spPr>
          <a:xfrm>
            <a:off x="8303059" y="2343993"/>
            <a:ext cx="755200" cy="6800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3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kumimoji="0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9" name="Google Shape;863;p37"/>
          <p:cNvGrpSpPr/>
          <p:nvPr/>
        </p:nvGrpSpPr>
        <p:grpSpPr>
          <a:xfrm>
            <a:off x="8517773" y="1895855"/>
            <a:ext cx="999540" cy="1699224"/>
            <a:chOff x="6101575" y="1712947"/>
            <a:chExt cx="631448" cy="1073465"/>
          </a:xfrm>
          <a:solidFill>
            <a:srgbClr val="FF5000"/>
          </a:solidFill>
          <a:effectLst/>
        </p:grpSpPr>
        <p:sp>
          <p:nvSpPr>
            <p:cNvPr id="20" name="Google Shape;864;p37"/>
            <p:cNvSpPr/>
            <p:nvPr/>
          </p:nvSpPr>
          <p:spPr>
            <a:xfrm rot="-5400000">
              <a:off x="5986148" y="1962184"/>
              <a:ext cx="996112" cy="497639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6" y="1"/>
                  </a:moveTo>
                  <a:cubicBezTo>
                    <a:pt x="44066" y="12176"/>
                    <a:pt x="34192" y="22016"/>
                    <a:pt x="22017" y="22016"/>
                  </a:cubicBezTo>
                  <a:cubicBezTo>
                    <a:pt x="9875" y="22016"/>
                    <a:pt x="1" y="12176"/>
                    <a:pt x="1" y="1"/>
                  </a:cubicBezTo>
                </a:path>
              </a:pathLst>
            </a:custGeom>
            <a:grpFill/>
            <a:ln w="28575" cap="rnd" cmpd="sng">
              <a:solidFill>
                <a:srgbClr val="FF5000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1" name="Google Shape;865;p37"/>
            <p:cNvSpPr/>
            <p:nvPr/>
          </p:nvSpPr>
          <p:spPr>
            <a:xfrm rot="-5400000">
              <a:off x="6091075" y="2642113"/>
              <a:ext cx="154800" cy="133800"/>
            </a:xfrm>
            <a:prstGeom prst="triangle">
              <a:avLst>
                <a:gd name="adj" fmla="val 50000"/>
              </a:avLst>
            </a:prstGeom>
            <a:grpFill/>
            <a:ln>
              <a:solidFill>
                <a:srgbClr val="FF5000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Tx/>
                <a:buNone/>
                <a:defRPr/>
              </a:pPr>
              <a:endParaRPr kumimoji="0" sz="1865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22" name="Synergistically utilize technically sound portals with frictionless chains. Dramatically customize…"/>
          <p:cNvSpPr txBox="1"/>
          <p:nvPr/>
        </p:nvSpPr>
        <p:spPr>
          <a:xfrm>
            <a:off x="1040062" y="2316366"/>
            <a:ext cx="2451758" cy="943592"/>
          </a:xfrm>
          <a:prstGeom prst="rect">
            <a:avLst/>
          </a:prstGeom>
          <a:ln w="12700">
            <a:miter lim="400000"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</a:t>
            </a:r>
          </a:p>
        </p:txBody>
      </p:sp>
      <p:sp>
        <p:nvSpPr>
          <p:cNvPr id="23" name="Synergistically utilize technically sound portals with frictionless chains. Dramatically customize…"/>
          <p:cNvSpPr txBox="1"/>
          <p:nvPr/>
        </p:nvSpPr>
        <p:spPr>
          <a:xfrm>
            <a:off x="5795131" y="2313132"/>
            <a:ext cx="2451758" cy="943592"/>
          </a:xfrm>
          <a:prstGeom prst="rect">
            <a:avLst/>
          </a:prstGeom>
          <a:ln w="12700">
            <a:miter lim="400000"/>
          </a:ln>
          <a:effectLst/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</a:t>
            </a:r>
          </a:p>
        </p:txBody>
      </p:sp>
      <p:sp>
        <p:nvSpPr>
          <p:cNvPr id="24" name="Synergistically utilize technically sound portals with frictionless chains. Dramatically customize…"/>
          <p:cNvSpPr txBox="1"/>
          <p:nvPr/>
        </p:nvSpPr>
        <p:spPr>
          <a:xfrm>
            <a:off x="3998176" y="4464311"/>
            <a:ext cx="2451758" cy="943592"/>
          </a:xfrm>
          <a:prstGeom prst="rect">
            <a:avLst/>
          </a:prstGeom>
          <a:ln w="12700">
            <a:miter lim="400000"/>
          </a:ln>
          <a:effectLst/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</a:t>
            </a:r>
          </a:p>
        </p:txBody>
      </p:sp>
      <p:sp>
        <p:nvSpPr>
          <p:cNvPr id="25" name="Synergistically utilize technically sound portals with frictionless chains. Dramatically customize…"/>
          <p:cNvSpPr txBox="1"/>
          <p:nvPr/>
        </p:nvSpPr>
        <p:spPr>
          <a:xfrm>
            <a:off x="8729569" y="4485529"/>
            <a:ext cx="2451758" cy="943592"/>
          </a:xfrm>
          <a:prstGeom prst="rect">
            <a:avLst/>
          </a:prstGeom>
          <a:ln w="12700">
            <a:miter lim="400000"/>
          </a:ln>
          <a:effectLst/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4"/>
          <p:cNvSpPr txBox="1"/>
          <p:nvPr/>
        </p:nvSpPr>
        <p:spPr>
          <a:xfrm>
            <a:off x="1001341" y="1865416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 rot="10800000" flipH="1">
            <a:off x="5354963" y="3655733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434" name="Google Shape;434;p34"/>
          <p:cNvGrpSpPr/>
          <p:nvPr/>
        </p:nvGrpSpPr>
        <p:grpSpPr>
          <a:xfrm rot="8560047">
            <a:off x="5220154" y="135768"/>
            <a:ext cx="2034492" cy="3279483"/>
            <a:chOff x="6634300" y="1683989"/>
            <a:chExt cx="1789666" cy="2884836"/>
          </a:xfrm>
        </p:grpSpPr>
        <p:sp>
          <p:nvSpPr>
            <p:cNvPr id="435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34"/>
          <p:cNvGrpSpPr/>
          <p:nvPr/>
        </p:nvGrpSpPr>
        <p:grpSpPr>
          <a:xfrm rot="18059551">
            <a:off x="774442" y="3313544"/>
            <a:ext cx="2034293" cy="3279161"/>
            <a:chOff x="6634300" y="1683989"/>
            <a:chExt cx="1789666" cy="2884836"/>
          </a:xfrm>
        </p:grpSpPr>
        <p:sp>
          <p:nvSpPr>
            <p:cNvPr id="444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784784" y="2439775"/>
            <a:ext cx="39944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u="sng" dirty="0">
                <a:solidFill>
                  <a:srgbClr val="34596C"/>
                </a:solidFill>
                <a:latin typeface="思源宋体 CN Heavy" pitchFamily="18" charset="-122"/>
                <a:ea typeface="思源宋体 CN Heavy" pitchFamily="18" charset="-122"/>
              </a:rPr>
              <a:t>Part 03</a:t>
            </a:r>
          </a:p>
        </p:txBody>
      </p:sp>
      <p:sp>
        <p:nvSpPr>
          <p:cNvPr id="29" name="Synergistically utilize technically sound portals with frictionless chains. Dramatically customize…"/>
          <p:cNvSpPr txBox="1"/>
          <p:nvPr/>
        </p:nvSpPr>
        <p:spPr>
          <a:xfrm>
            <a:off x="2415070" y="3621072"/>
            <a:ext cx="2810448" cy="66781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799" y="988962"/>
            <a:ext cx="4094757" cy="526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84"/>
          <p:cNvGrpSpPr/>
          <p:nvPr/>
        </p:nvGrpSpPr>
        <p:grpSpPr>
          <a:xfrm>
            <a:off x="9560541" y="972047"/>
            <a:ext cx="1651379" cy="1320136"/>
            <a:chOff x="10053740" y="592613"/>
            <a:chExt cx="1072349" cy="857252"/>
          </a:xfrm>
          <a:solidFill>
            <a:srgbClr val="FAD34D"/>
          </a:solidFill>
        </p:grpSpPr>
        <p:sp>
          <p:nvSpPr>
            <p:cNvPr id="3" name="Freeform: Shape 182"/>
            <p:cNvSpPr/>
            <p:nvPr/>
          </p:nvSpPr>
          <p:spPr>
            <a:xfrm>
              <a:off x="10419674" y="890707"/>
              <a:ext cx="706415" cy="559158"/>
            </a:xfrm>
            <a:custGeom>
              <a:avLst/>
              <a:gdLst>
                <a:gd name="connsiteX0" fmla="*/ 177502 w 704333"/>
                <a:gd name="connsiteY0" fmla="*/ 49126 h 580325"/>
                <a:gd name="connsiteX1" fmla="*/ 6052 w 704333"/>
                <a:gd name="connsiteY1" fmla="*/ 426316 h 580325"/>
                <a:gd name="connsiteX2" fmla="*/ 428962 w 704333"/>
                <a:gd name="connsiteY2" fmla="*/ 574906 h 580325"/>
                <a:gd name="connsiteX3" fmla="*/ 703282 w 704333"/>
                <a:gd name="connsiteY3" fmla="*/ 254866 h 580325"/>
                <a:gd name="connsiteX4" fmla="*/ 508972 w 704333"/>
                <a:gd name="connsiteY4" fmla="*/ 71986 h 580325"/>
                <a:gd name="connsiteX5" fmla="*/ 154642 w 704333"/>
                <a:gd name="connsiteY5" fmla="*/ 3406 h 580325"/>
                <a:gd name="connsiteX6" fmla="*/ 177502 w 704333"/>
                <a:gd name="connsiteY6" fmla="*/ 49126 h 580325"/>
                <a:gd name="connsiteX0-1" fmla="*/ 179584 w 706415"/>
                <a:gd name="connsiteY0-2" fmla="*/ 27959 h 559158"/>
                <a:gd name="connsiteX1-3" fmla="*/ 8134 w 706415"/>
                <a:gd name="connsiteY1-4" fmla="*/ 405149 h 559158"/>
                <a:gd name="connsiteX2-5" fmla="*/ 431044 w 706415"/>
                <a:gd name="connsiteY2-6" fmla="*/ 553739 h 559158"/>
                <a:gd name="connsiteX3-7" fmla="*/ 705364 w 706415"/>
                <a:gd name="connsiteY3-8" fmla="*/ 233699 h 559158"/>
                <a:gd name="connsiteX4-9" fmla="*/ 511054 w 706415"/>
                <a:gd name="connsiteY4-10" fmla="*/ 50819 h 559158"/>
                <a:gd name="connsiteX5-11" fmla="*/ 179584 w 706415"/>
                <a:gd name="connsiteY5-12" fmla="*/ 27959 h 55915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06415" h="559158">
                  <a:moveTo>
                    <a:pt x="179584" y="27959"/>
                  </a:moveTo>
                  <a:cubicBezTo>
                    <a:pt x="95764" y="87014"/>
                    <a:pt x="-33776" y="317519"/>
                    <a:pt x="8134" y="405149"/>
                  </a:cubicBezTo>
                  <a:cubicBezTo>
                    <a:pt x="50044" y="492779"/>
                    <a:pt x="314839" y="582314"/>
                    <a:pt x="431044" y="553739"/>
                  </a:cubicBezTo>
                  <a:cubicBezTo>
                    <a:pt x="547249" y="525164"/>
                    <a:pt x="692029" y="317519"/>
                    <a:pt x="705364" y="233699"/>
                  </a:cubicBezTo>
                  <a:cubicBezTo>
                    <a:pt x="718699" y="149879"/>
                    <a:pt x="602494" y="92729"/>
                    <a:pt x="511054" y="50819"/>
                  </a:cubicBezTo>
                  <a:cubicBezTo>
                    <a:pt x="423424" y="16529"/>
                    <a:pt x="263404" y="-31096"/>
                    <a:pt x="179584" y="27959"/>
                  </a:cubicBezTo>
                  <a:close/>
                </a:path>
              </a:pathLst>
            </a:custGeom>
            <a:solidFill>
              <a:srgbClr val="FF945E"/>
            </a:solidFill>
            <a:ln>
              <a:noFill/>
            </a:ln>
            <a:effectLst/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  <p:sp>
          <p:nvSpPr>
            <p:cNvPr id="4" name="Freeform: Shape 183"/>
            <p:cNvSpPr/>
            <p:nvPr/>
          </p:nvSpPr>
          <p:spPr>
            <a:xfrm>
              <a:off x="10053740" y="592613"/>
              <a:ext cx="289173" cy="267730"/>
            </a:xfrm>
            <a:custGeom>
              <a:avLst/>
              <a:gdLst>
                <a:gd name="connsiteX0" fmla="*/ 31917 w 289173"/>
                <a:gd name="connsiteY0" fmla="*/ 21108 h 267730"/>
                <a:gd name="connsiteX1" fmla="*/ 22392 w 289173"/>
                <a:gd name="connsiteY1" fmla="*/ 259233 h 267730"/>
                <a:gd name="connsiteX2" fmla="*/ 284330 w 289173"/>
                <a:gd name="connsiteY2" fmla="*/ 197321 h 267730"/>
                <a:gd name="connsiteX3" fmla="*/ 179555 w 289173"/>
                <a:gd name="connsiteY3" fmla="*/ 30633 h 267730"/>
                <a:gd name="connsiteX4" fmla="*/ 31917 w 289173"/>
                <a:gd name="connsiteY4" fmla="*/ 21108 h 267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9173" h="267730">
                  <a:moveTo>
                    <a:pt x="31917" y="21108"/>
                  </a:moveTo>
                  <a:cubicBezTo>
                    <a:pt x="5723" y="59208"/>
                    <a:pt x="-19677" y="229864"/>
                    <a:pt x="22392" y="259233"/>
                  </a:cubicBezTo>
                  <a:cubicBezTo>
                    <a:pt x="64461" y="288602"/>
                    <a:pt x="258136" y="235421"/>
                    <a:pt x="284330" y="197321"/>
                  </a:cubicBezTo>
                  <a:cubicBezTo>
                    <a:pt x="310524" y="159221"/>
                    <a:pt x="224005" y="58414"/>
                    <a:pt x="179555" y="30633"/>
                  </a:cubicBezTo>
                  <a:cubicBezTo>
                    <a:pt x="135105" y="2852"/>
                    <a:pt x="58111" y="-16992"/>
                    <a:pt x="31917" y="21108"/>
                  </a:cubicBezTo>
                  <a:close/>
                </a:path>
              </a:pathLst>
            </a:custGeom>
            <a:solidFill>
              <a:srgbClr val="FF945E"/>
            </a:solidFill>
            <a:ln>
              <a:noFill/>
            </a:ln>
            <a:effectLst/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400">
                <a:buClr>
                  <a:srgbClr val="000000"/>
                </a:buClr>
              </a:pPr>
              <a:endParaRPr lang="en-US" sz="1400" kern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  <p:sp>
        <p:nvSpPr>
          <p:cNvPr id="5" name="Google Shape;978;p41"/>
          <p:cNvSpPr/>
          <p:nvPr/>
        </p:nvSpPr>
        <p:spPr>
          <a:xfrm>
            <a:off x="6231621" y="1738622"/>
            <a:ext cx="3130800" cy="651200"/>
          </a:xfrm>
          <a:prstGeom prst="roundRect">
            <a:avLst>
              <a:gd name="adj" fmla="val 50000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r>
              <a:rPr lang="en-GB" sz="1400" kern="0">
                <a:solidFill>
                  <a:srgbClr val="000000"/>
                </a:solidFill>
                <a:latin typeface="Arial"/>
                <a:cs typeface="Arial"/>
                <a:sym typeface="Fira Sans Extra Condensed Medium"/>
              </a:rPr>
              <a:t> 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Fira Sans Extra Condensed Medium"/>
            </a:endParaRPr>
          </a:p>
        </p:txBody>
      </p:sp>
      <p:sp>
        <p:nvSpPr>
          <p:cNvPr id="6" name="iṩļïḓè"/>
          <p:cNvSpPr txBox="1"/>
          <p:nvPr/>
        </p:nvSpPr>
        <p:spPr bwMode="auto">
          <a:xfrm>
            <a:off x="7029623" y="1912495"/>
            <a:ext cx="1534794" cy="338653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7" name="Synergistically utilize technically sound portals with frictionless chains. Dramatically customize…"/>
          <p:cNvSpPr txBox="1"/>
          <p:nvPr/>
        </p:nvSpPr>
        <p:spPr>
          <a:xfrm>
            <a:off x="7228899" y="2607356"/>
            <a:ext cx="3033254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 technically</a:t>
            </a:r>
          </a:p>
        </p:txBody>
      </p:sp>
      <p:sp>
        <p:nvSpPr>
          <p:cNvPr id="8" name="TextBox 71"/>
          <p:cNvSpPr txBox="1"/>
          <p:nvPr/>
        </p:nvSpPr>
        <p:spPr>
          <a:xfrm>
            <a:off x="6323067" y="2646613"/>
            <a:ext cx="689084" cy="689084"/>
          </a:xfrm>
          <a:prstGeom prst="ellipse">
            <a:avLst/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defTabSz="914400">
              <a:buClr>
                <a:srgbClr val="000000"/>
              </a:buClr>
              <a:defRPr sz="1400" kern="0">
                <a:solidFill>
                  <a:srgbClr val="000000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1"/>
            <a:endParaRPr lang="en-US">
              <a:sym typeface="Calibri" panose="020F0502020204030204" pitchFamily="34" charset="0"/>
            </a:endParaRPr>
          </a:p>
        </p:txBody>
      </p:sp>
      <p:grpSp>
        <p:nvGrpSpPr>
          <p:cNvPr id="9" name="Group 98"/>
          <p:cNvGrpSpPr/>
          <p:nvPr/>
        </p:nvGrpSpPr>
        <p:grpSpPr>
          <a:xfrm>
            <a:off x="6539815" y="2810180"/>
            <a:ext cx="255588" cy="361950"/>
            <a:chOff x="2730500" y="3248025"/>
            <a:chExt cx="255588" cy="361950"/>
          </a:xfrm>
          <a:solidFill>
            <a:schemeClr val="bg1"/>
          </a:solidFill>
        </p:grpSpPr>
        <p:sp>
          <p:nvSpPr>
            <p:cNvPr id="10" name="Freeform 859"/>
            <p:cNvSpPr>
              <a:spLocks noEditPoints="1"/>
            </p:cNvSpPr>
            <p:nvPr/>
          </p:nvSpPr>
          <p:spPr bwMode="auto">
            <a:xfrm>
              <a:off x="2730500" y="3248025"/>
              <a:ext cx="255588" cy="361950"/>
            </a:xfrm>
            <a:custGeom>
              <a:avLst/>
              <a:gdLst>
                <a:gd name="T0" fmla="*/ 66 w 68"/>
                <a:gd name="T1" fmla="*/ 96 h 96"/>
                <a:gd name="T2" fmla="*/ 65 w 68"/>
                <a:gd name="T3" fmla="*/ 95 h 96"/>
                <a:gd name="T4" fmla="*/ 58 w 68"/>
                <a:gd name="T5" fmla="*/ 89 h 96"/>
                <a:gd name="T6" fmla="*/ 51 w 68"/>
                <a:gd name="T7" fmla="*/ 95 h 96"/>
                <a:gd name="T8" fmla="*/ 49 w 68"/>
                <a:gd name="T9" fmla="*/ 95 h 96"/>
                <a:gd name="T10" fmla="*/ 42 w 68"/>
                <a:gd name="T11" fmla="*/ 89 h 96"/>
                <a:gd name="T12" fmla="*/ 35 w 68"/>
                <a:gd name="T13" fmla="*/ 95 h 96"/>
                <a:gd name="T14" fmla="*/ 33 w 68"/>
                <a:gd name="T15" fmla="*/ 95 h 96"/>
                <a:gd name="T16" fmla="*/ 26 w 68"/>
                <a:gd name="T17" fmla="*/ 89 h 96"/>
                <a:gd name="T18" fmla="*/ 19 w 68"/>
                <a:gd name="T19" fmla="*/ 95 h 96"/>
                <a:gd name="T20" fmla="*/ 17 w 68"/>
                <a:gd name="T21" fmla="*/ 95 h 96"/>
                <a:gd name="T22" fmla="*/ 10 w 68"/>
                <a:gd name="T23" fmla="*/ 89 h 96"/>
                <a:gd name="T24" fmla="*/ 3 w 68"/>
                <a:gd name="T25" fmla="*/ 95 h 96"/>
                <a:gd name="T26" fmla="*/ 1 w 68"/>
                <a:gd name="T27" fmla="*/ 96 h 96"/>
                <a:gd name="T28" fmla="*/ 0 w 68"/>
                <a:gd name="T29" fmla="*/ 94 h 96"/>
                <a:gd name="T30" fmla="*/ 0 w 68"/>
                <a:gd name="T31" fmla="*/ 2 h 96"/>
                <a:gd name="T32" fmla="*/ 1 w 68"/>
                <a:gd name="T33" fmla="*/ 0 h 96"/>
                <a:gd name="T34" fmla="*/ 3 w 68"/>
                <a:gd name="T35" fmla="*/ 1 h 96"/>
                <a:gd name="T36" fmla="*/ 10 w 68"/>
                <a:gd name="T37" fmla="*/ 7 h 96"/>
                <a:gd name="T38" fmla="*/ 17 w 68"/>
                <a:gd name="T39" fmla="*/ 1 h 96"/>
                <a:gd name="T40" fmla="*/ 19 w 68"/>
                <a:gd name="T41" fmla="*/ 1 h 96"/>
                <a:gd name="T42" fmla="*/ 26 w 68"/>
                <a:gd name="T43" fmla="*/ 7 h 96"/>
                <a:gd name="T44" fmla="*/ 33 w 68"/>
                <a:gd name="T45" fmla="*/ 1 h 96"/>
                <a:gd name="T46" fmla="*/ 35 w 68"/>
                <a:gd name="T47" fmla="*/ 1 h 96"/>
                <a:gd name="T48" fmla="*/ 42 w 68"/>
                <a:gd name="T49" fmla="*/ 7 h 96"/>
                <a:gd name="T50" fmla="*/ 49 w 68"/>
                <a:gd name="T51" fmla="*/ 1 h 96"/>
                <a:gd name="T52" fmla="*/ 51 w 68"/>
                <a:gd name="T53" fmla="*/ 1 h 96"/>
                <a:gd name="T54" fmla="*/ 58 w 68"/>
                <a:gd name="T55" fmla="*/ 7 h 96"/>
                <a:gd name="T56" fmla="*/ 65 w 68"/>
                <a:gd name="T57" fmla="*/ 1 h 96"/>
                <a:gd name="T58" fmla="*/ 67 w 68"/>
                <a:gd name="T59" fmla="*/ 0 h 96"/>
                <a:gd name="T60" fmla="*/ 68 w 68"/>
                <a:gd name="T61" fmla="*/ 2 h 96"/>
                <a:gd name="T62" fmla="*/ 68 w 68"/>
                <a:gd name="T63" fmla="*/ 94 h 96"/>
                <a:gd name="T64" fmla="*/ 67 w 68"/>
                <a:gd name="T65" fmla="*/ 96 h 96"/>
                <a:gd name="T66" fmla="*/ 66 w 68"/>
                <a:gd name="T67" fmla="*/ 96 h 96"/>
                <a:gd name="T68" fmla="*/ 42 w 68"/>
                <a:gd name="T69" fmla="*/ 84 h 96"/>
                <a:gd name="T70" fmla="*/ 43 w 68"/>
                <a:gd name="T71" fmla="*/ 85 h 96"/>
                <a:gd name="T72" fmla="*/ 50 w 68"/>
                <a:gd name="T73" fmla="*/ 91 h 96"/>
                <a:gd name="T74" fmla="*/ 57 w 68"/>
                <a:gd name="T75" fmla="*/ 85 h 96"/>
                <a:gd name="T76" fmla="*/ 59 w 68"/>
                <a:gd name="T77" fmla="*/ 85 h 96"/>
                <a:gd name="T78" fmla="*/ 64 w 68"/>
                <a:gd name="T79" fmla="*/ 89 h 96"/>
                <a:gd name="T80" fmla="*/ 64 w 68"/>
                <a:gd name="T81" fmla="*/ 7 h 96"/>
                <a:gd name="T82" fmla="*/ 59 w 68"/>
                <a:gd name="T83" fmla="*/ 11 h 96"/>
                <a:gd name="T84" fmla="*/ 57 w 68"/>
                <a:gd name="T85" fmla="*/ 11 h 96"/>
                <a:gd name="T86" fmla="*/ 50 w 68"/>
                <a:gd name="T87" fmla="*/ 5 h 96"/>
                <a:gd name="T88" fmla="*/ 43 w 68"/>
                <a:gd name="T89" fmla="*/ 11 h 96"/>
                <a:gd name="T90" fmla="*/ 41 w 68"/>
                <a:gd name="T91" fmla="*/ 11 h 96"/>
                <a:gd name="T92" fmla="*/ 34 w 68"/>
                <a:gd name="T93" fmla="*/ 5 h 96"/>
                <a:gd name="T94" fmla="*/ 27 w 68"/>
                <a:gd name="T95" fmla="*/ 11 h 96"/>
                <a:gd name="T96" fmla="*/ 25 w 68"/>
                <a:gd name="T97" fmla="*/ 11 h 96"/>
                <a:gd name="T98" fmla="*/ 18 w 68"/>
                <a:gd name="T99" fmla="*/ 5 h 96"/>
                <a:gd name="T100" fmla="*/ 11 w 68"/>
                <a:gd name="T101" fmla="*/ 11 h 96"/>
                <a:gd name="T102" fmla="*/ 9 w 68"/>
                <a:gd name="T103" fmla="*/ 11 h 96"/>
                <a:gd name="T104" fmla="*/ 4 w 68"/>
                <a:gd name="T105" fmla="*/ 7 h 96"/>
                <a:gd name="T106" fmla="*/ 4 w 68"/>
                <a:gd name="T107" fmla="*/ 89 h 96"/>
                <a:gd name="T108" fmla="*/ 9 w 68"/>
                <a:gd name="T109" fmla="*/ 85 h 96"/>
                <a:gd name="T110" fmla="*/ 11 w 68"/>
                <a:gd name="T111" fmla="*/ 85 h 96"/>
                <a:gd name="T112" fmla="*/ 18 w 68"/>
                <a:gd name="T113" fmla="*/ 91 h 96"/>
                <a:gd name="T114" fmla="*/ 25 w 68"/>
                <a:gd name="T115" fmla="*/ 85 h 96"/>
                <a:gd name="T116" fmla="*/ 27 w 68"/>
                <a:gd name="T117" fmla="*/ 85 h 96"/>
                <a:gd name="T118" fmla="*/ 34 w 68"/>
                <a:gd name="T119" fmla="*/ 91 h 96"/>
                <a:gd name="T120" fmla="*/ 41 w 68"/>
                <a:gd name="T121" fmla="*/ 85 h 96"/>
                <a:gd name="T122" fmla="*/ 42 w 68"/>
                <a:gd name="T123" fmla="*/ 8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8" h="96">
                  <a:moveTo>
                    <a:pt x="66" y="96"/>
                  </a:moveTo>
                  <a:cubicBezTo>
                    <a:pt x="65" y="96"/>
                    <a:pt x="65" y="96"/>
                    <a:pt x="65" y="95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1" y="96"/>
                    <a:pt x="49" y="96"/>
                    <a:pt x="49" y="95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5" y="96"/>
                    <a:pt x="33" y="96"/>
                    <a:pt x="33" y="95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19" y="95"/>
                    <a:pt x="19" y="95"/>
                    <a:pt x="19" y="95"/>
                  </a:cubicBezTo>
                  <a:cubicBezTo>
                    <a:pt x="19" y="96"/>
                    <a:pt x="17" y="96"/>
                    <a:pt x="17" y="95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3" y="96"/>
                    <a:pt x="2" y="96"/>
                    <a:pt x="1" y="96"/>
                  </a:cubicBezTo>
                  <a:cubicBezTo>
                    <a:pt x="0" y="96"/>
                    <a:pt x="0" y="95"/>
                    <a:pt x="0" y="9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9" y="0"/>
                    <a:pt x="19" y="1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0"/>
                    <a:pt x="35" y="0"/>
                    <a:pt x="35" y="1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0"/>
                    <a:pt x="51" y="0"/>
                    <a:pt x="51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0"/>
                    <a:pt x="66" y="0"/>
                    <a:pt x="67" y="0"/>
                  </a:cubicBezTo>
                  <a:cubicBezTo>
                    <a:pt x="68" y="0"/>
                    <a:pt x="68" y="1"/>
                    <a:pt x="68" y="2"/>
                  </a:cubicBezTo>
                  <a:cubicBezTo>
                    <a:pt x="68" y="94"/>
                    <a:pt x="68" y="94"/>
                    <a:pt x="68" y="94"/>
                  </a:cubicBezTo>
                  <a:cubicBezTo>
                    <a:pt x="68" y="95"/>
                    <a:pt x="68" y="96"/>
                    <a:pt x="67" y="96"/>
                  </a:cubicBezTo>
                  <a:cubicBezTo>
                    <a:pt x="67" y="96"/>
                    <a:pt x="66" y="96"/>
                    <a:pt x="66" y="96"/>
                  </a:cubicBezTo>
                  <a:close/>
                  <a:moveTo>
                    <a:pt x="42" y="84"/>
                  </a:moveTo>
                  <a:cubicBezTo>
                    <a:pt x="43" y="84"/>
                    <a:pt x="43" y="84"/>
                    <a:pt x="43" y="85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7" y="85"/>
                    <a:pt x="57" y="85"/>
                    <a:pt x="57" y="85"/>
                  </a:cubicBezTo>
                  <a:cubicBezTo>
                    <a:pt x="57" y="84"/>
                    <a:pt x="59" y="84"/>
                    <a:pt x="59" y="85"/>
                  </a:cubicBezTo>
                  <a:cubicBezTo>
                    <a:pt x="64" y="89"/>
                    <a:pt x="64" y="89"/>
                    <a:pt x="64" y="89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9" y="12"/>
                    <a:pt x="57" y="12"/>
                    <a:pt x="57" y="11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1" y="12"/>
                    <a:pt x="41" y="11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2"/>
                    <a:pt x="25" y="12"/>
                    <a:pt x="25" y="11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2"/>
                    <a:pt x="9" y="12"/>
                    <a:pt x="9" y="1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11" y="84"/>
                    <a:pt x="11" y="8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5" y="84"/>
                    <a:pt x="27" y="84"/>
                    <a:pt x="27" y="85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84"/>
                    <a:pt x="41" y="84"/>
                    <a:pt x="4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Freeform 860"/>
            <p:cNvSpPr/>
            <p:nvPr/>
          </p:nvSpPr>
          <p:spPr bwMode="auto">
            <a:xfrm>
              <a:off x="2774950" y="3338513"/>
              <a:ext cx="136525" cy="15875"/>
            </a:xfrm>
            <a:custGeom>
              <a:avLst/>
              <a:gdLst>
                <a:gd name="T0" fmla="*/ 34 w 36"/>
                <a:gd name="T1" fmla="*/ 4 h 4"/>
                <a:gd name="T2" fmla="*/ 2 w 36"/>
                <a:gd name="T3" fmla="*/ 4 h 4"/>
                <a:gd name="T4" fmla="*/ 0 w 36"/>
                <a:gd name="T5" fmla="*/ 2 h 4"/>
                <a:gd name="T6" fmla="*/ 2 w 36"/>
                <a:gd name="T7" fmla="*/ 0 h 4"/>
                <a:gd name="T8" fmla="*/ 34 w 36"/>
                <a:gd name="T9" fmla="*/ 0 h 4"/>
                <a:gd name="T10" fmla="*/ 36 w 36"/>
                <a:gd name="T11" fmla="*/ 2 h 4"/>
                <a:gd name="T12" fmla="*/ 34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0"/>
                    <a:pt x="36" y="1"/>
                    <a:pt x="36" y="2"/>
                  </a:cubicBezTo>
                  <a:cubicBezTo>
                    <a:pt x="36" y="3"/>
                    <a:pt x="35" y="4"/>
                    <a:pt x="3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Freeform 861"/>
            <p:cNvSpPr/>
            <p:nvPr/>
          </p:nvSpPr>
          <p:spPr bwMode="auto">
            <a:xfrm>
              <a:off x="2774950" y="3384550"/>
              <a:ext cx="76200" cy="14288"/>
            </a:xfrm>
            <a:custGeom>
              <a:avLst/>
              <a:gdLst>
                <a:gd name="T0" fmla="*/ 18 w 20"/>
                <a:gd name="T1" fmla="*/ 4 h 4"/>
                <a:gd name="T2" fmla="*/ 2 w 20"/>
                <a:gd name="T3" fmla="*/ 4 h 4"/>
                <a:gd name="T4" fmla="*/ 0 w 20"/>
                <a:gd name="T5" fmla="*/ 2 h 4"/>
                <a:gd name="T6" fmla="*/ 2 w 20"/>
                <a:gd name="T7" fmla="*/ 0 h 4"/>
                <a:gd name="T8" fmla="*/ 18 w 20"/>
                <a:gd name="T9" fmla="*/ 0 h 4"/>
                <a:gd name="T10" fmla="*/ 20 w 20"/>
                <a:gd name="T11" fmla="*/ 2 h 4"/>
                <a:gd name="T12" fmla="*/ 18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8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3"/>
                    <a:pt x="19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Freeform 862"/>
            <p:cNvSpPr/>
            <p:nvPr/>
          </p:nvSpPr>
          <p:spPr bwMode="auto">
            <a:xfrm>
              <a:off x="2774950" y="3429000"/>
              <a:ext cx="76200" cy="15875"/>
            </a:xfrm>
            <a:custGeom>
              <a:avLst/>
              <a:gdLst>
                <a:gd name="T0" fmla="*/ 18 w 20"/>
                <a:gd name="T1" fmla="*/ 4 h 4"/>
                <a:gd name="T2" fmla="*/ 2 w 20"/>
                <a:gd name="T3" fmla="*/ 4 h 4"/>
                <a:gd name="T4" fmla="*/ 0 w 20"/>
                <a:gd name="T5" fmla="*/ 2 h 4"/>
                <a:gd name="T6" fmla="*/ 2 w 20"/>
                <a:gd name="T7" fmla="*/ 0 h 4"/>
                <a:gd name="T8" fmla="*/ 18 w 20"/>
                <a:gd name="T9" fmla="*/ 0 h 4"/>
                <a:gd name="T10" fmla="*/ 20 w 20"/>
                <a:gd name="T11" fmla="*/ 2 h 4"/>
                <a:gd name="T12" fmla="*/ 18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8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3"/>
                    <a:pt x="19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reeform 863"/>
            <p:cNvSpPr/>
            <p:nvPr/>
          </p:nvSpPr>
          <p:spPr bwMode="auto">
            <a:xfrm>
              <a:off x="2774950" y="3473450"/>
              <a:ext cx="60325" cy="15875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reeform 864"/>
            <p:cNvSpPr/>
            <p:nvPr/>
          </p:nvSpPr>
          <p:spPr bwMode="auto">
            <a:xfrm>
              <a:off x="2903538" y="3503613"/>
              <a:ext cx="14288" cy="30163"/>
            </a:xfrm>
            <a:custGeom>
              <a:avLst/>
              <a:gdLst>
                <a:gd name="T0" fmla="*/ 2 w 4"/>
                <a:gd name="T1" fmla="*/ 8 h 8"/>
                <a:gd name="T2" fmla="*/ 0 w 4"/>
                <a:gd name="T3" fmla="*/ 6 h 8"/>
                <a:gd name="T4" fmla="*/ 0 w 4"/>
                <a:gd name="T5" fmla="*/ 2 h 8"/>
                <a:gd name="T6" fmla="*/ 2 w 4"/>
                <a:gd name="T7" fmla="*/ 0 h 8"/>
                <a:gd name="T8" fmla="*/ 4 w 4"/>
                <a:gd name="T9" fmla="*/ 2 h 8"/>
                <a:gd name="T10" fmla="*/ 4 w 4"/>
                <a:gd name="T11" fmla="*/ 6 h 8"/>
                <a:gd name="T12" fmla="*/ 2 w 4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1" y="8"/>
                    <a:pt x="0" y="7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3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reeform 865"/>
            <p:cNvSpPr/>
            <p:nvPr/>
          </p:nvSpPr>
          <p:spPr bwMode="auto">
            <a:xfrm>
              <a:off x="2903538" y="3398838"/>
              <a:ext cx="14288" cy="30163"/>
            </a:xfrm>
            <a:custGeom>
              <a:avLst/>
              <a:gdLst>
                <a:gd name="T0" fmla="*/ 2 w 4"/>
                <a:gd name="T1" fmla="*/ 8 h 8"/>
                <a:gd name="T2" fmla="*/ 0 w 4"/>
                <a:gd name="T3" fmla="*/ 6 h 8"/>
                <a:gd name="T4" fmla="*/ 0 w 4"/>
                <a:gd name="T5" fmla="*/ 2 h 8"/>
                <a:gd name="T6" fmla="*/ 2 w 4"/>
                <a:gd name="T7" fmla="*/ 0 h 8"/>
                <a:gd name="T8" fmla="*/ 4 w 4"/>
                <a:gd name="T9" fmla="*/ 2 h 8"/>
                <a:gd name="T10" fmla="*/ 4 w 4"/>
                <a:gd name="T11" fmla="*/ 6 h 8"/>
                <a:gd name="T12" fmla="*/ 2 w 4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1" y="8"/>
                    <a:pt x="0" y="7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3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866"/>
            <p:cNvSpPr/>
            <p:nvPr/>
          </p:nvSpPr>
          <p:spPr bwMode="auto">
            <a:xfrm>
              <a:off x="2881313" y="3414713"/>
              <a:ext cx="58738" cy="104775"/>
            </a:xfrm>
            <a:custGeom>
              <a:avLst/>
              <a:gdLst>
                <a:gd name="T0" fmla="*/ 8 w 16"/>
                <a:gd name="T1" fmla="*/ 28 h 28"/>
                <a:gd name="T2" fmla="*/ 0 w 16"/>
                <a:gd name="T3" fmla="*/ 20 h 28"/>
                <a:gd name="T4" fmla="*/ 2 w 16"/>
                <a:gd name="T5" fmla="*/ 18 h 28"/>
                <a:gd name="T6" fmla="*/ 4 w 16"/>
                <a:gd name="T7" fmla="*/ 20 h 28"/>
                <a:gd name="T8" fmla="*/ 8 w 16"/>
                <a:gd name="T9" fmla="*/ 24 h 28"/>
                <a:gd name="T10" fmla="*/ 12 w 16"/>
                <a:gd name="T11" fmla="*/ 20 h 28"/>
                <a:gd name="T12" fmla="*/ 8 w 16"/>
                <a:gd name="T13" fmla="*/ 16 h 28"/>
                <a:gd name="T14" fmla="*/ 0 w 16"/>
                <a:gd name="T15" fmla="*/ 8 h 28"/>
                <a:gd name="T16" fmla="*/ 8 w 16"/>
                <a:gd name="T17" fmla="*/ 0 h 28"/>
                <a:gd name="T18" fmla="*/ 16 w 16"/>
                <a:gd name="T19" fmla="*/ 8 h 28"/>
                <a:gd name="T20" fmla="*/ 14 w 16"/>
                <a:gd name="T21" fmla="*/ 10 h 28"/>
                <a:gd name="T22" fmla="*/ 12 w 16"/>
                <a:gd name="T23" fmla="*/ 8 h 28"/>
                <a:gd name="T24" fmla="*/ 8 w 16"/>
                <a:gd name="T25" fmla="*/ 4 h 28"/>
                <a:gd name="T26" fmla="*/ 4 w 16"/>
                <a:gd name="T27" fmla="*/ 8 h 28"/>
                <a:gd name="T28" fmla="*/ 8 w 16"/>
                <a:gd name="T29" fmla="*/ 12 h 28"/>
                <a:gd name="T30" fmla="*/ 16 w 16"/>
                <a:gd name="T31" fmla="*/ 20 h 28"/>
                <a:gd name="T32" fmla="*/ 8 w 16"/>
                <a:gd name="T3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28">
                  <a:moveTo>
                    <a:pt x="8" y="28"/>
                  </a:moveTo>
                  <a:cubicBezTo>
                    <a:pt x="4" y="28"/>
                    <a:pt x="0" y="24"/>
                    <a:pt x="0" y="20"/>
                  </a:cubicBezTo>
                  <a:cubicBezTo>
                    <a:pt x="0" y="19"/>
                    <a:pt x="1" y="18"/>
                    <a:pt x="2" y="18"/>
                  </a:cubicBezTo>
                  <a:cubicBezTo>
                    <a:pt x="3" y="18"/>
                    <a:pt x="4" y="19"/>
                    <a:pt x="4" y="20"/>
                  </a:cubicBezTo>
                  <a:cubicBezTo>
                    <a:pt x="4" y="22"/>
                    <a:pt x="6" y="24"/>
                    <a:pt x="8" y="24"/>
                  </a:cubicBezTo>
                  <a:cubicBezTo>
                    <a:pt x="10" y="24"/>
                    <a:pt x="12" y="22"/>
                    <a:pt x="12" y="20"/>
                  </a:cubicBezTo>
                  <a:cubicBezTo>
                    <a:pt x="12" y="18"/>
                    <a:pt x="10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9"/>
                    <a:pt x="15" y="10"/>
                    <a:pt x="14" y="10"/>
                  </a:cubicBezTo>
                  <a:cubicBezTo>
                    <a:pt x="13" y="10"/>
                    <a:pt x="12" y="9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ubicBezTo>
                    <a:pt x="6" y="4"/>
                    <a:pt x="4" y="6"/>
                    <a:pt x="4" y="8"/>
                  </a:cubicBezTo>
                  <a:cubicBezTo>
                    <a:pt x="4" y="10"/>
                    <a:pt x="6" y="12"/>
                    <a:pt x="8" y="12"/>
                  </a:cubicBezTo>
                  <a:cubicBezTo>
                    <a:pt x="12" y="12"/>
                    <a:pt x="16" y="16"/>
                    <a:pt x="16" y="20"/>
                  </a:cubicBezTo>
                  <a:cubicBezTo>
                    <a:pt x="16" y="24"/>
                    <a:pt x="12" y="28"/>
                    <a:pt x="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8" name="Synergistically utilize technically sound portals with frictionless chains. Dramatically customize…"/>
          <p:cNvSpPr txBox="1"/>
          <p:nvPr/>
        </p:nvSpPr>
        <p:spPr>
          <a:xfrm>
            <a:off x="7220818" y="3684223"/>
            <a:ext cx="3033254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 technically</a:t>
            </a:r>
          </a:p>
        </p:txBody>
      </p:sp>
      <p:sp>
        <p:nvSpPr>
          <p:cNvPr id="19" name="TextBox 71"/>
          <p:cNvSpPr txBox="1"/>
          <p:nvPr/>
        </p:nvSpPr>
        <p:spPr>
          <a:xfrm>
            <a:off x="6314986" y="3723480"/>
            <a:ext cx="689084" cy="689084"/>
          </a:xfrm>
          <a:prstGeom prst="ellipse">
            <a:avLst/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defTabSz="914400">
              <a:buClr>
                <a:srgbClr val="000000"/>
              </a:buClr>
              <a:defRPr sz="1400" kern="0">
                <a:solidFill>
                  <a:srgbClr val="000000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1"/>
            <a:endParaRPr lang="en-US">
              <a:sym typeface="Calibri" panose="020F0502020204030204" pitchFamily="34" charset="0"/>
            </a:endParaRPr>
          </a:p>
        </p:txBody>
      </p:sp>
      <p:grpSp>
        <p:nvGrpSpPr>
          <p:cNvPr id="20" name="Group 98"/>
          <p:cNvGrpSpPr/>
          <p:nvPr/>
        </p:nvGrpSpPr>
        <p:grpSpPr>
          <a:xfrm>
            <a:off x="6531734" y="3887047"/>
            <a:ext cx="255588" cy="361950"/>
            <a:chOff x="2730500" y="3248025"/>
            <a:chExt cx="255588" cy="361950"/>
          </a:xfrm>
          <a:solidFill>
            <a:schemeClr val="bg1"/>
          </a:solidFill>
        </p:grpSpPr>
        <p:sp>
          <p:nvSpPr>
            <p:cNvPr id="21" name="Freeform 859"/>
            <p:cNvSpPr>
              <a:spLocks noEditPoints="1"/>
            </p:cNvSpPr>
            <p:nvPr/>
          </p:nvSpPr>
          <p:spPr bwMode="auto">
            <a:xfrm>
              <a:off x="2730500" y="3248025"/>
              <a:ext cx="255588" cy="361950"/>
            </a:xfrm>
            <a:custGeom>
              <a:avLst/>
              <a:gdLst>
                <a:gd name="T0" fmla="*/ 66 w 68"/>
                <a:gd name="T1" fmla="*/ 96 h 96"/>
                <a:gd name="T2" fmla="*/ 65 w 68"/>
                <a:gd name="T3" fmla="*/ 95 h 96"/>
                <a:gd name="T4" fmla="*/ 58 w 68"/>
                <a:gd name="T5" fmla="*/ 89 h 96"/>
                <a:gd name="T6" fmla="*/ 51 w 68"/>
                <a:gd name="T7" fmla="*/ 95 h 96"/>
                <a:gd name="T8" fmla="*/ 49 w 68"/>
                <a:gd name="T9" fmla="*/ 95 h 96"/>
                <a:gd name="T10" fmla="*/ 42 w 68"/>
                <a:gd name="T11" fmla="*/ 89 h 96"/>
                <a:gd name="T12" fmla="*/ 35 w 68"/>
                <a:gd name="T13" fmla="*/ 95 h 96"/>
                <a:gd name="T14" fmla="*/ 33 w 68"/>
                <a:gd name="T15" fmla="*/ 95 h 96"/>
                <a:gd name="T16" fmla="*/ 26 w 68"/>
                <a:gd name="T17" fmla="*/ 89 h 96"/>
                <a:gd name="T18" fmla="*/ 19 w 68"/>
                <a:gd name="T19" fmla="*/ 95 h 96"/>
                <a:gd name="T20" fmla="*/ 17 w 68"/>
                <a:gd name="T21" fmla="*/ 95 h 96"/>
                <a:gd name="T22" fmla="*/ 10 w 68"/>
                <a:gd name="T23" fmla="*/ 89 h 96"/>
                <a:gd name="T24" fmla="*/ 3 w 68"/>
                <a:gd name="T25" fmla="*/ 95 h 96"/>
                <a:gd name="T26" fmla="*/ 1 w 68"/>
                <a:gd name="T27" fmla="*/ 96 h 96"/>
                <a:gd name="T28" fmla="*/ 0 w 68"/>
                <a:gd name="T29" fmla="*/ 94 h 96"/>
                <a:gd name="T30" fmla="*/ 0 w 68"/>
                <a:gd name="T31" fmla="*/ 2 h 96"/>
                <a:gd name="T32" fmla="*/ 1 w 68"/>
                <a:gd name="T33" fmla="*/ 0 h 96"/>
                <a:gd name="T34" fmla="*/ 3 w 68"/>
                <a:gd name="T35" fmla="*/ 1 h 96"/>
                <a:gd name="T36" fmla="*/ 10 w 68"/>
                <a:gd name="T37" fmla="*/ 7 h 96"/>
                <a:gd name="T38" fmla="*/ 17 w 68"/>
                <a:gd name="T39" fmla="*/ 1 h 96"/>
                <a:gd name="T40" fmla="*/ 19 w 68"/>
                <a:gd name="T41" fmla="*/ 1 h 96"/>
                <a:gd name="T42" fmla="*/ 26 w 68"/>
                <a:gd name="T43" fmla="*/ 7 h 96"/>
                <a:gd name="T44" fmla="*/ 33 w 68"/>
                <a:gd name="T45" fmla="*/ 1 h 96"/>
                <a:gd name="T46" fmla="*/ 35 w 68"/>
                <a:gd name="T47" fmla="*/ 1 h 96"/>
                <a:gd name="T48" fmla="*/ 42 w 68"/>
                <a:gd name="T49" fmla="*/ 7 h 96"/>
                <a:gd name="T50" fmla="*/ 49 w 68"/>
                <a:gd name="T51" fmla="*/ 1 h 96"/>
                <a:gd name="T52" fmla="*/ 51 w 68"/>
                <a:gd name="T53" fmla="*/ 1 h 96"/>
                <a:gd name="T54" fmla="*/ 58 w 68"/>
                <a:gd name="T55" fmla="*/ 7 h 96"/>
                <a:gd name="T56" fmla="*/ 65 w 68"/>
                <a:gd name="T57" fmla="*/ 1 h 96"/>
                <a:gd name="T58" fmla="*/ 67 w 68"/>
                <a:gd name="T59" fmla="*/ 0 h 96"/>
                <a:gd name="T60" fmla="*/ 68 w 68"/>
                <a:gd name="T61" fmla="*/ 2 h 96"/>
                <a:gd name="T62" fmla="*/ 68 w 68"/>
                <a:gd name="T63" fmla="*/ 94 h 96"/>
                <a:gd name="T64" fmla="*/ 67 w 68"/>
                <a:gd name="T65" fmla="*/ 96 h 96"/>
                <a:gd name="T66" fmla="*/ 66 w 68"/>
                <a:gd name="T67" fmla="*/ 96 h 96"/>
                <a:gd name="T68" fmla="*/ 42 w 68"/>
                <a:gd name="T69" fmla="*/ 84 h 96"/>
                <a:gd name="T70" fmla="*/ 43 w 68"/>
                <a:gd name="T71" fmla="*/ 85 h 96"/>
                <a:gd name="T72" fmla="*/ 50 w 68"/>
                <a:gd name="T73" fmla="*/ 91 h 96"/>
                <a:gd name="T74" fmla="*/ 57 w 68"/>
                <a:gd name="T75" fmla="*/ 85 h 96"/>
                <a:gd name="T76" fmla="*/ 59 w 68"/>
                <a:gd name="T77" fmla="*/ 85 h 96"/>
                <a:gd name="T78" fmla="*/ 64 w 68"/>
                <a:gd name="T79" fmla="*/ 89 h 96"/>
                <a:gd name="T80" fmla="*/ 64 w 68"/>
                <a:gd name="T81" fmla="*/ 7 h 96"/>
                <a:gd name="T82" fmla="*/ 59 w 68"/>
                <a:gd name="T83" fmla="*/ 11 h 96"/>
                <a:gd name="T84" fmla="*/ 57 w 68"/>
                <a:gd name="T85" fmla="*/ 11 h 96"/>
                <a:gd name="T86" fmla="*/ 50 w 68"/>
                <a:gd name="T87" fmla="*/ 5 h 96"/>
                <a:gd name="T88" fmla="*/ 43 w 68"/>
                <a:gd name="T89" fmla="*/ 11 h 96"/>
                <a:gd name="T90" fmla="*/ 41 w 68"/>
                <a:gd name="T91" fmla="*/ 11 h 96"/>
                <a:gd name="T92" fmla="*/ 34 w 68"/>
                <a:gd name="T93" fmla="*/ 5 h 96"/>
                <a:gd name="T94" fmla="*/ 27 w 68"/>
                <a:gd name="T95" fmla="*/ 11 h 96"/>
                <a:gd name="T96" fmla="*/ 25 w 68"/>
                <a:gd name="T97" fmla="*/ 11 h 96"/>
                <a:gd name="T98" fmla="*/ 18 w 68"/>
                <a:gd name="T99" fmla="*/ 5 h 96"/>
                <a:gd name="T100" fmla="*/ 11 w 68"/>
                <a:gd name="T101" fmla="*/ 11 h 96"/>
                <a:gd name="T102" fmla="*/ 9 w 68"/>
                <a:gd name="T103" fmla="*/ 11 h 96"/>
                <a:gd name="T104" fmla="*/ 4 w 68"/>
                <a:gd name="T105" fmla="*/ 7 h 96"/>
                <a:gd name="T106" fmla="*/ 4 w 68"/>
                <a:gd name="T107" fmla="*/ 89 h 96"/>
                <a:gd name="T108" fmla="*/ 9 w 68"/>
                <a:gd name="T109" fmla="*/ 85 h 96"/>
                <a:gd name="T110" fmla="*/ 11 w 68"/>
                <a:gd name="T111" fmla="*/ 85 h 96"/>
                <a:gd name="T112" fmla="*/ 18 w 68"/>
                <a:gd name="T113" fmla="*/ 91 h 96"/>
                <a:gd name="T114" fmla="*/ 25 w 68"/>
                <a:gd name="T115" fmla="*/ 85 h 96"/>
                <a:gd name="T116" fmla="*/ 27 w 68"/>
                <a:gd name="T117" fmla="*/ 85 h 96"/>
                <a:gd name="T118" fmla="*/ 34 w 68"/>
                <a:gd name="T119" fmla="*/ 91 h 96"/>
                <a:gd name="T120" fmla="*/ 41 w 68"/>
                <a:gd name="T121" fmla="*/ 85 h 96"/>
                <a:gd name="T122" fmla="*/ 42 w 68"/>
                <a:gd name="T123" fmla="*/ 8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8" h="96">
                  <a:moveTo>
                    <a:pt x="66" y="96"/>
                  </a:moveTo>
                  <a:cubicBezTo>
                    <a:pt x="65" y="96"/>
                    <a:pt x="65" y="96"/>
                    <a:pt x="65" y="95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1" y="96"/>
                    <a:pt x="49" y="96"/>
                    <a:pt x="49" y="95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5" y="96"/>
                    <a:pt x="33" y="96"/>
                    <a:pt x="33" y="95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19" y="95"/>
                    <a:pt x="19" y="95"/>
                    <a:pt x="19" y="95"/>
                  </a:cubicBezTo>
                  <a:cubicBezTo>
                    <a:pt x="19" y="96"/>
                    <a:pt x="17" y="96"/>
                    <a:pt x="17" y="95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3" y="96"/>
                    <a:pt x="2" y="96"/>
                    <a:pt x="1" y="96"/>
                  </a:cubicBezTo>
                  <a:cubicBezTo>
                    <a:pt x="0" y="96"/>
                    <a:pt x="0" y="95"/>
                    <a:pt x="0" y="9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9" y="0"/>
                    <a:pt x="19" y="1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0"/>
                    <a:pt x="35" y="0"/>
                    <a:pt x="35" y="1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0"/>
                    <a:pt x="51" y="0"/>
                    <a:pt x="51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0"/>
                    <a:pt x="66" y="0"/>
                    <a:pt x="67" y="0"/>
                  </a:cubicBezTo>
                  <a:cubicBezTo>
                    <a:pt x="68" y="0"/>
                    <a:pt x="68" y="1"/>
                    <a:pt x="68" y="2"/>
                  </a:cubicBezTo>
                  <a:cubicBezTo>
                    <a:pt x="68" y="94"/>
                    <a:pt x="68" y="94"/>
                    <a:pt x="68" y="94"/>
                  </a:cubicBezTo>
                  <a:cubicBezTo>
                    <a:pt x="68" y="95"/>
                    <a:pt x="68" y="96"/>
                    <a:pt x="67" y="96"/>
                  </a:cubicBezTo>
                  <a:cubicBezTo>
                    <a:pt x="67" y="96"/>
                    <a:pt x="66" y="96"/>
                    <a:pt x="66" y="96"/>
                  </a:cubicBezTo>
                  <a:close/>
                  <a:moveTo>
                    <a:pt x="42" y="84"/>
                  </a:moveTo>
                  <a:cubicBezTo>
                    <a:pt x="43" y="84"/>
                    <a:pt x="43" y="84"/>
                    <a:pt x="43" y="85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7" y="85"/>
                    <a:pt x="57" y="85"/>
                    <a:pt x="57" y="85"/>
                  </a:cubicBezTo>
                  <a:cubicBezTo>
                    <a:pt x="57" y="84"/>
                    <a:pt x="59" y="84"/>
                    <a:pt x="59" y="85"/>
                  </a:cubicBezTo>
                  <a:cubicBezTo>
                    <a:pt x="64" y="89"/>
                    <a:pt x="64" y="89"/>
                    <a:pt x="64" y="89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9" y="12"/>
                    <a:pt x="57" y="12"/>
                    <a:pt x="57" y="11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1" y="12"/>
                    <a:pt x="41" y="11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2"/>
                    <a:pt x="25" y="12"/>
                    <a:pt x="25" y="11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2"/>
                    <a:pt x="9" y="12"/>
                    <a:pt x="9" y="1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11" y="84"/>
                    <a:pt x="11" y="8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5" y="84"/>
                    <a:pt x="27" y="84"/>
                    <a:pt x="27" y="85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84"/>
                    <a:pt x="41" y="84"/>
                    <a:pt x="4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 860"/>
            <p:cNvSpPr/>
            <p:nvPr/>
          </p:nvSpPr>
          <p:spPr bwMode="auto">
            <a:xfrm>
              <a:off x="2774950" y="3338513"/>
              <a:ext cx="136525" cy="15875"/>
            </a:xfrm>
            <a:custGeom>
              <a:avLst/>
              <a:gdLst>
                <a:gd name="T0" fmla="*/ 34 w 36"/>
                <a:gd name="T1" fmla="*/ 4 h 4"/>
                <a:gd name="T2" fmla="*/ 2 w 36"/>
                <a:gd name="T3" fmla="*/ 4 h 4"/>
                <a:gd name="T4" fmla="*/ 0 w 36"/>
                <a:gd name="T5" fmla="*/ 2 h 4"/>
                <a:gd name="T6" fmla="*/ 2 w 36"/>
                <a:gd name="T7" fmla="*/ 0 h 4"/>
                <a:gd name="T8" fmla="*/ 34 w 36"/>
                <a:gd name="T9" fmla="*/ 0 h 4"/>
                <a:gd name="T10" fmla="*/ 36 w 36"/>
                <a:gd name="T11" fmla="*/ 2 h 4"/>
                <a:gd name="T12" fmla="*/ 34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0"/>
                    <a:pt x="36" y="1"/>
                    <a:pt x="36" y="2"/>
                  </a:cubicBezTo>
                  <a:cubicBezTo>
                    <a:pt x="36" y="3"/>
                    <a:pt x="35" y="4"/>
                    <a:pt x="3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 861"/>
            <p:cNvSpPr/>
            <p:nvPr/>
          </p:nvSpPr>
          <p:spPr bwMode="auto">
            <a:xfrm>
              <a:off x="2774950" y="3384550"/>
              <a:ext cx="76200" cy="14288"/>
            </a:xfrm>
            <a:custGeom>
              <a:avLst/>
              <a:gdLst>
                <a:gd name="T0" fmla="*/ 18 w 20"/>
                <a:gd name="T1" fmla="*/ 4 h 4"/>
                <a:gd name="T2" fmla="*/ 2 w 20"/>
                <a:gd name="T3" fmla="*/ 4 h 4"/>
                <a:gd name="T4" fmla="*/ 0 w 20"/>
                <a:gd name="T5" fmla="*/ 2 h 4"/>
                <a:gd name="T6" fmla="*/ 2 w 20"/>
                <a:gd name="T7" fmla="*/ 0 h 4"/>
                <a:gd name="T8" fmla="*/ 18 w 20"/>
                <a:gd name="T9" fmla="*/ 0 h 4"/>
                <a:gd name="T10" fmla="*/ 20 w 20"/>
                <a:gd name="T11" fmla="*/ 2 h 4"/>
                <a:gd name="T12" fmla="*/ 18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8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3"/>
                    <a:pt x="19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 862"/>
            <p:cNvSpPr/>
            <p:nvPr/>
          </p:nvSpPr>
          <p:spPr bwMode="auto">
            <a:xfrm>
              <a:off x="2774950" y="3429000"/>
              <a:ext cx="76200" cy="15875"/>
            </a:xfrm>
            <a:custGeom>
              <a:avLst/>
              <a:gdLst>
                <a:gd name="T0" fmla="*/ 18 w 20"/>
                <a:gd name="T1" fmla="*/ 4 h 4"/>
                <a:gd name="T2" fmla="*/ 2 w 20"/>
                <a:gd name="T3" fmla="*/ 4 h 4"/>
                <a:gd name="T4" fmla="*/ 0 w 20"/>
                <a:gd name="T5" fmla="*/ 2 h 4"/>
                <a:gd name="T6" fmla="*/ 2 w 20"/>
                <a:gd name="T7" fmla="*/ 0 h 4"/>
                <a:gd name="T8" fmla="*/ 18 w 20"/>
                <a:gd name="T9" fmla="*/ 0 h 4"/>
                <a:gd name="T10" fmla="*/ 20 w 20"/>
                <a:gd name="T11" fmla="*/ 2 h 4"/>
                <a:gd name="T12" fmla="*/ 18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8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3"/>
                    <a:pt x="19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Freeform 863"/>
            <p:cNvSpPr/>
            <p:nvPr/>
          </p:nvSpPr>
          <p:spPr bwMode="auto">
            <a:xfrm>
              <a:off x="2774950" y="3473450"/>
              <a:ext cx="60325" cy="15875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Freeform 864"/>
            <p:cNvSpPr/>
            <p:nvPr/>
          </p:nvSpPr>
          <p:spPr bwMode="auto">
            <a:xfrm>
              <a:off x="2903538" y="3503613"/>
              <a:ext cx="14288" cy="30163"/>
            </a:xfrm>
            <a:custGeom>
              <a:avLst/>
              <a:gdLst>
                <a:gd name="T0" fmla="*/ 2 w 4"/>
                <a:gd name="T1" fmla="*/ 8 h 8"/>
                <a:gd name="T2" fmla="*/ 0 w 4"/>
                <a:gd name="T3" fmla="*/ 6 h 8"/>
                <a:gd name="T4" fmla="*/ 0 w 4"/>
                <a:gd name="T5" fmla="*/ 2 h 8"/>
                <a:gd name="T6" fmla="*/ 2 w 4"/>
                <a:gd name="T7" fmla="*/ 0 h 8"/>
                <a:gd name="T8" fmla="*/ 4 w 4"/>
                <a:gd name="T9" fmla="*/ 2 h 8"/>
                <a:gd name="T10" fmla="*/ 4 w 4"/>
                <a:gd name="T11" fmla="*/ 6 h 8"/>
                <a:gd name="T12" fmla="*/ 2 w 4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1" y="8"/>
                    <a:pt x="0" y="7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3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Freeform 865"/>
            <p:cNvSpPr/>
            <p:nvPr/>
          </p:nvSpPr>
          <p:spPr bwMode="auto">
            <a:xfrm>
              <a:off x="2903538" y="3398838"/>
              <a:ext cx="14288" cy="30163"/>
            </a:xfrm>
            <a:custGeom>
              <a:avLst/>
              <a:gdLst>
                <a:gd name="T0" fmla="*/ 2 w 4"/>
                <a:gd name="T1" fmla="*/ 8 h 8"/>
                <a:gd name="T2" fmla="*/ 0 w 4"/>
                <a:gd name="T3" fmla="*/ 6 h 8"/>
                <a:gd name="T4" fmla="*/ 0 w 4"/>
                <a:gd name="T5" fmla="*/ 2 h 8"/>
                <a:gd name="T6" fmla="*/ 2 w 4"/>
                <a:gd name="T7" fmla="*/ 0 h 8"/>
                <a:gd name="T8" fmla="*/ 4 w 4"/>
                <a:gd name="T9" fmla="*/ 2 h 8"/>
                <a:gd name="T10" fmla="*/ 4 w 4"/>
                <a:gd name="T11" fmla="*/ 6 h 8"/>
                <a:gd name="T12" fmla="*/ 2 w 4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1" y="8"/>
                    <a:pt x="0" y="7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3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Freeform 866"/>
            <p:cNvSpPr/>
            <p:nvPr/>
          </p:nvSpPr>
          <p:spPr bwMode="auto">
            <a:xfrm>
              <a:off x="2881313" y="3414713"/>
              <a:ext cx="58738" cy="104775"/>
            </a:xfrm>
            <a:custGeom>
              <a:avLst/>
              <a:gdLst>
                <a:gd name="T0" fmla="*/ 8 w 16"/>
                <a:gd name="T1" fmla="*/ 28 h 28"/>
                <a:gd name="T2" fmla="*/ 0 w 16"/>
                <a:gd name="T3" fmla="*/ 20 h 28"/>
                <a:gd name="T4" fmla="*/ 2 w 16"/>
                <a:gd name="T5" fmla="*/ 18 h 28"/>
                <a:gd name="T6" fmla="*/ 4 w 16"/>
                <a:gd name="T7" fmla="*/ 20 h 28"/>
                <a:gd name="T8" fmla="*/ 8 w 16"/>
                <a:gd name="T9" fmla="*/ 24 h 28"/>
                <a:gd name="T10" fmla="*/ 12 w 16"/>
                <a:gd name="T11" fmla="*/ 20 h 28"/>
                <a:gd name="T12" fmla="*/ 8 w 16"/>
                <a:gd name="T13" fmla="*/ 16 h 28"/>
                <a:gd name="T14" fmla="*/ 0 w 16"/>
                <a:gd name="T15" fmla="*/ 8 h 28"/>
                <a:gd name="T16" fmla="*/ 8 w 16"/>
                <a:gd name="T17" fmla="*/ 0 h 28"/>
                <a:gd name="T18" fmla="*/ 16 w 16"/>
                <a:gd name="T19" fmla="*/ 8 h 28"/>
                <a:gd name="T20" fmla="*/ 14 w 16"/>
                <a:gd name="T21" fmla="*/ 10 h 28"/>
                <a:gd name="T22" fmla="*/ 12 w 16"/>
                <a:gd name="T23" fmla="*/ 8 h 28"/>
                <a:gd name="T24" fmla="*/ 8 w 16"/>
                <a:gd name="T25" fmla="*/ 4 h 28"/>
                <a:gd name="T26" fmla="*/ 4 w 16"/>
                <a:gd name="T27" fmla="*/ 8 h 28"/>
                <a:gd name="T28" fmla="*/ 8 w 16"/>
                <a:gd name="T29" fmla="*/ 12 h 28"/>
                <a:gd name="T30" fmla="*/ 16 w 16"/>
                <a:gd name="T31" fmla="*/ 20 h 28"/>
                <a:gd name="T32" fmla="*/ 8 w 16"/>
                <a:gd name="T3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28">
                  <a:moveTo>
                    <a:pt x="8" y="28"/>
                  </a:moveTo>
                  <a:cubicBezTo>
                    <a:pt x="4" y="28"/>
                    <a:pt x="0" y="24"/>
                    <a:pt x="0" y="20"/>
                  </a:cubicBezTo>
                  <a:cubicBezTo>
                    <a:pt x="0" y="19"/>
                    <a:pt x="1" y="18"/>
                    <a:pt x="2" y="18"/>
                  </a:cubicBezTo>
                  <a:cubicBezTo>
                    <a:pt x="3" y="18"/>
                    <a:pt x="4" y="19"/>
                    <a:pt x="4" y="20"/>
                  </a:cubicBezTo>
                  <a:cubicBezTo>
                    <a:pt x="4" y="22"/>
                    <a:pt x="6" y="24"/>
                    <a:pt x="8" y="24"/>
                  </a:cubicBezTo>
                  <a:cubicBezTo>
                    <a:pt x="10" y="24"/>
                    <a:pt x="12" y="22"/>
                    <a:pt x="12" y="20"/>
                  </a:cubicBezTo>
                  <a:cubicBezTo>
                    <a:pt x="12" y="18"/>
                    <a:pt x="10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9"/>
                    <a:pt x="15" y="10"/>
                    <a:pt x="14" y="10"/>
                  </a:cubicBezTo>
                  <a:cubicBezTo>
                    <a:pt x="13" y="10"/>
                    <a:pt x="12" y="9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ubicBezTo>
                    <a:pt x="6" y="4"/>
                    <a:pt x="4" y="6"/>
                    <a:pt x="4" y="8"/>
                  </a:cubicBezTo>
                  <a:cubicBezTo>
                    <a:pt x="4" y="10"/>
                    <a:pt x="6" y="12"/>
                    <a:pt x="8" y="12"/>
                  </a:cubicBezTo>
                  <a:cubicBezTo>
                    <a:pt x="12" y="12"/>
                    <a:pt x="16" y="16"/>
                    <a:pt x="16" y="20"/>
                  </a:cubicBezTo>
                  <a:cubicBezTo>
                    <a:pt x="16" y="24"/>
                    <a:pt x="12" y="28"/>
                    <a:pt x="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9" name="Synergistically utilize technically sound portals with frictionless chains. Dramatically customize…"/>
          <p:cNvSpPr txBox="1"/>
          <p:nvPr/>
        </p:nvSpPr>
        <p:spPr>
          <a:xfrm>
            <a:off x="7220818" y="4797479"/>
            <a:ext cx="3033254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 technically</a:t>
            </a:r>
          </a:p>
        </p:txBody>
      </p:sp>
      <p:sp>
        <p:nvSpPr>
          <p:cNvPr id="30" name="TextBox 71"/>
          <p:cNvSpPr txBox="1"/>
          <p:nvPr/>
        </p:nvSpPr>
        <p:spPr>
          <a:xfrm>
            <a:off x="6314986" y="4836736"/>
            <a:ext cx="689084" cy="689084"/>
          </a:xfrm>
          <a:prstGeom prst="ellipse">
            <a:avLst/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en-US"/>
            </a:defPPr>
            <a:lvl1pPr defTabSz="914400">
              <a:buClr>
                <a:srgbClr val="000000"/>
              </a:buClr>
              <a:defRPr sz="1400" kern="0">
                <a:solidFill>
                  <a:srgbClr val="000000"/>
                </a:solidFill>
                <a:latin typeface="Arial"/>
                <a:cs typeface="Arial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1"/>
            <a:endParaRPr lang="en-US">
              <a:sym typeface="Calibri" panose="020F0502020204030204" pitchFamily="34" charset="0"/>
            </a:endParaRPr>
          </a:p>
        </p:txBody>
      </p:sp>
      <p:grpSp>
        <p:nvGrpSpPr>
          <p:cNvPr id="31" name="Group 98"/>
          <p:cNvGrpSpPr/>
          <p:nvPr/>
        </p:nvGrpSpPr>
        <p:grpSpPr>
          <a:xfrm>
            <a:off x="6531734" y="5000303"/>
            <a:ext cx="255588" cy="361950"/>
            <a:chOff x="2730500" y="3248025"/>
            <a:chExt cx="255588" cy="361950"/>
          </a:xfrm>
          <a:solidFill>
            <a:schemeClr val="bg1"/>
          </a:solidFill>
        </p:grpSpPr>
        <p:sp>
          <p:nvSpPr>
            <p:cNvPr id="32" name="Freeform 859"/>
            <p:cNvSpPr>
              <a:spLocks noEditPoints="1"/>
            </p:cNvSpPr>
            <p:nvPr/>
          </p:nvSpPr>
          <p:spPr bwMode="auto">
            <a:xfrm>
              <a:off x="2730500" y="3248025"/>
              <a:ext cx="255588" cy="361950"/>
            </a:xfrm>
            <a:custGeom>
              <a:avLst/>
              <a:gdLst>
                <a:gd name="T0" fmla="*/ 66 w 68"/>
                <a:gd name="T1" fmla="*/ 96 h 96"/>
                <a:gd name="T2" fmla="*/ 65 w 68"/>
                <a:gd name="T3" fmla="*/ 95 h 96"/>
                <a:gd name="T4" fmla="*/ 58 w 68"/>
                <a:gd name="T5" fmla="*/ 89 h 96"/>
                <a:gd name="T6" fmla="*/ 51 w 68"/>
                <a:gd name="T7" fmla="*/ 95 h 96"/>
                <a:gd name="T8" fmla="*/ 49 w 68"/>
                <a:gd name="T9" fmla="*/ 95 h 96"/>
                <a:gd name="T10" fmla="*/ 42 w 68"/>
                <a:gd name="T11" fmla="*/ 89 h 96"/>
                <a:gd name="T12" fmla="*/ 35 w 68"/>
                <a:gd name="T13" fmla="*/ 95 h 96"/>
                <a:gd name="T14" fmla="*/ 33 w 68"/>
                <a:gd name="T15" fmla="*/ 95 h 96"/>
                <a:gd name="T16" fmla="*/ 26 w 68"/>
                <a:gd name="T17" fmla="*/ 89 h 96"/>
                <a:gd name="T18" fmla="*/ 19 w 68"/>
                <a:gd name="T19" fmla="*/ 95 h 96"/>
                <a:gd name="T20" fmla="*/ 17 w 68"/>
                <a:gd name="T21" fmla="*/ 95 h 96"/>
                <a:gd name="T22" fmla="*/ 10 w 68"/>
                <a:gd name="T23" fmla="*/ 89 h 96"/>
                <a:gd name="T24" fmla="*/ 3 w 68"/>
                <a:gd name="T25" fmla="*/ 95 h 96"/>
                <a:gd name="T26" fmla="*/ 1 w 68"/>
                <a:gd name="T27" fmla="*/ 96 h 96"/>
                <a:gd name="T28" fmla="*/ 0 w 68"/>
                <a:gd name="T29" fmla="*/ 94 h 96"/>
                <a:gd name="T30" fmla="*/ 0 w 68"/>
                <a:gd name="T31" fmla="*/ 2 h 96"/>
                <a:gd name="T32" fmla="*/ 1 w 68"/>
                <a:gd name="T33" fmla="*/ 0 h 96"/>
                <a:gd name="T34" fmla="*/ 3 w 68"/>
                <a:gd name="T35" fmla="*/ 1 h 96"/>
                <a:gd name="T36" fmla="*/ 10 w 68"/>
                <a:gd name="T37" fmla="*/ 7 h 96"/>
                <a:gd name="T38" fmla="*/ 17 w 68"/>
                <a:gd name="T39" fmla="*/ 1 h 96"/>
                <a:gd name="T40" fmla="*/ 19 w 68"/>
                <a:gd name="T41" fmla="*/ 1 h 96"/>
                <a:gd name="T42" fmla="*/ 26 w 68"/>
                <a:gd name="T43" fmla="*/ 7 h 96"/>
                <a:gd name="T44" fmla="*/ 33 w 68"/>
                <a:gd name="T45" fmla="*/ 1 h 96"/>
                <a:gd name="T46" fmla="*/ 35 w 68"/>
                <a:gd name="T47" fmla="*/ 1 h 96"/>
                <a:gd name="T48" fmla="*/ 42 w 68"/>
                <a:gd name="T49" fmla="*/ 7 h 96"/>
                <a:gd name="T50" fmla="*/ 49 w 68"/>
                <a:gd name="T51" fmla="*/ 1 h 96"/>
                <a:gd name="T52" fmla="*/ 51 w 68"/>
                <a:gd name="T53" fmla="*/ 1 h 96"/>
                <a:gd name="T54" fmla="*/ 58 w 68"/>
                <a:gd name="T55" fmla="*/ 7 h 96"/>
                <a:gd name="T56" fmla="*/ 65 w 68"/>
                <a:gd name="T57" fmla="*/ 1 h 96"/>
                <a:gd name="T58" fmla="*/ 67 w 68"/>
                <a:gd name="T59" fmla="*/ 0 h 96"/>
                <a:gd name="T60" fmla="*/ 68 w 68"/>
                <a:gd name="T61" fmla="*/ 2 h 96"/>
                <a:gd name="T62" fmla="*/ 68 w 68"/>
                <a:gd name="T63" fmla="*/ 94 h 96"/>
                <a:gd name="T64" fmla="*/ 67 w 68"/>
                <a:gd name="T65" fmla="*/ 96 h 96"/>
                <a:gd name="T66" fmla="*/ 66 w 68"/>
                <a:gd name="T67" fmla="*/ 96 h 96"/>
                <a:gd name="T68" fmla="*/ 42 w 68"/>
                <a:gd name="T69" fmla="*/ 84 h 96"/>
                <a:gd name="T70" fmla="*/ 43 w 68"/>
                <a:gd name="T71" fmla="*/ 85 h 96"/>
                <a:gd name="T72" fmla="*/ 50 w 68"/>
                <a:gd name="T73" fmla="*/ 91 h 96"/>
                <a:gd name="T74" fmla="*/ 57 w 68"/>
                <a:gd name="T75" fmla="*/ 85 h 96"/>
                <a:gd name="T76" fmla="*/ 59 w 68"/>
                <a:gd name="T77" fmla="*/ 85 h 96"/>
                <a:gd name="T78" fmla="*/ 64 w 68"/>
                <a:gd name="T79" fmla="*/ 89 h 96"/>
                <a:gd name="T80" fmla="*/ 64 w 68"/>
                <a:gd name="T81" fmla="*/ 7 h 96"/>
                <a:gd name="T82" fmla="*/ 59 w 68"/>
                <a:gd name="T83" fmla="*/ 11 h 96"/>
                <a:gd name="T84" fmla="*/ 57 w 68"/>
                <a:gd name="T85" fmla="*/ 11 h 96"/>
                <a:gd name="T86" fmla="*/ 50 w 68"/>
                <a:gd name="T87" fmla="*/ 5 h 96"/>
                <a:gd name="T88" fmla="*/ 43 w 68"/>
                <a:gd name="T89" fmla="*/ 11 h 96"/>
                <a:gd name="T90" fmla="*/ 41 w 68"/>
                <a:gd name="T91" fmla="*/ 11 h 96"/>
                <a:gd name="T92" fmla="*/ 34 w 68"/>
                <a:gd name="T93" fmla="*/ 5 h 96"/>
                <a:gd name="T94" fmla="*/ 27 w 68"/>
                <a:gd name="T95" fmla="*/ 11 h 96"/>
                <a:gd name="T96" fmla="*/ 25 w 68"/>
                <a:gd name="T97" fmla="*/ 11 h 96"/>
                <a:gd name="T98" fmla="*/ 18 w 68"/>
                <a:gd name="T99" fmla="*/ 5 h 96"/>
                <a:gd name="T100" fmla="*/ 11 w 68"/>
                <a:gd name="T101" fmla="*/ 11 h 96"/>
                <a:gd name="T102" fmla="*/ 9 w 68"/>
                <a:gd name="T103" fmla="*/ 11 h 96"/>
                <a:gd name="T104" fmla="*/ 4 w 68"/>
                <a:gd name="T105" fmla="*/ 7 h 96"/>
                <a:gd name="T106" fmla="*/ 4 w 68"/>
                <a:gd name="T107" fmla="*/ 89 h 96"/>
                <a:gd name="T108" fmla="*/ 9 w 68"/>
                <a:gd name="T109" fmla="*/ 85 h 96"/>
                <a:gd name="T110" fmla="*/ 11 w 68"/>
                <a:gd name="T111" fmla="*/ 85 h 96"/>
                <a:gd name="T112" fmla="*/ 18 w 68"/>
                <a:gd name="T113" fmla="*/ 91 h 96"/>
                <a:gd name="T114" fmla="*/ 25 w 68"/>
                <a:gd name="T115" fmla="*/ 85 h 96"/>
                <a:gd name="T116" fmla="*/ 27 w 68"/>
                <a:gd name="T117" fmla="*/ 85 h 96"/>
                <a:gd name="T118" fmla="*/ 34 w 68"/>
                <a:gd name="T119" fmla="*/ 91 h 96"/>
                <a:gd name="T120" fmla="*/ 41 w 68"/>
                <a:gd name="T121" fmla="*/ 85 h 96"/>
                <a:gd name="T122" fmla="*/ 42 w 68"/>
                <a:gd name="T123" fmla="*/ 8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8" h="96">
                  <a:moveTo>
                    <a:pt x="66" y="96"/>
                  </a:moveTo>
                  <a:cubicBezTo>
                    <a:pt x="65" y="96"/>
                    <a:pt x="65" y="96"/>
                    <a:pt x="65" y="95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1" y="96"/>
                    <a:pt x="49" y="96"/>
                    <a:pt x="49" y="95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35" y="95"/>
                    <a:pt x="35" y="95"/>
                    <a:pt x="35" y="95"/>
                  </a:cubicBezTo>
                  <a:cubicBezTo>
                    <a:pt x="35" y="96"/>
                    <a:pt x="33" y="96"/>
                    <a:pt x="33" y="95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19" y="95"/>
                    <a:pt x="19" y="95"/>
                    <a:pt x="19" y="95"/>
                  </a:cubicBezTo>
                  <a:cubicBezTo>
                    <a:pt x="19" y="96"/>
                    <a:pt x="17" y="96"/>
                    <a:pt x="17" y="95"/>
                  </a:cubicBezTo>
                  <a:cubicBezTo>
                    <a:pt x="10" y="89"/>
                    <a:pt x="10" y="89"/>
                    <a:pt x="10" y="89"/>
                  </a:cubicBezTo>
                  <a:cubicBezTo>
                    <a:pt x="3" y="95"/>
                    <a:pt x="3" y="95"/>
                    <a:pt x="3" y="95"/>
                  </a:cubicBezTo>
                  <a:cubicBezTo>
                    <a:pt x="3" y="96"/>
                    <a:pt x="2" y="96"/>
                    <a:pt x="1" y="96"/>
                  </a:cubicBezTo>
                  <a:cubicBezTo>
                    <a:pt x="0" y="96"/>
                    <a:pt x="0" y="95"/>
                    <a:pt x="0" y="9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2" y="0"/>
                    <a:pt x="3" y="0"/>
                    <a:pt x="3" y="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9" y="0"/>
                    <a:pt x="19" y="1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0"/>
                    <a:pt x="35" y="0"/>
                    <a:pt x="35" y="1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49" y="0"/>
                    <a:pt x="51" y="0"/>
                    <a:pt x="51" y="1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5" y="0"/>
                    <a:pt x="66" y="0"/>
                    <a:pt x="67" y="0"/>
                  </a:cubicBezTo>
                  <a:cubicBezTo>
                    <a:pt x="68" y="0"/>
                    <a:pt x="68" y="1"/>
                    <a:pt x="68" y="2"/>
                  </a:cubicBezTo>
                  <a:cubicBezTo>
                    <a:pt x="68" y="94"/>
                    <a:pt x="68" y="94"/>
                    <a:pt x="68" y="94"/>
                  </a:cubicBezTo>
                  <a:cubicBezTo>
                    <a:pt x="68" y="95"/>
                    <a:pt x="68" y="96"/>
                    <a:pt x="67" y="96"/>
                  </a:cubicBezTo>
                  <a:cubicBezTo>
                    <a:pt x="67" y="96"/>
                    <a:pt x="66" y="96"/>
                    <a:pt x="66" y="96"/>
                  </a:cubicBezTo>
                  <a:close/>
                  <a:moveTo>
                    <a:pt x="42" y="84"/>
                  </a:moveTo>
                  <a:cubicBezTo>
                    <a:pt x="43" y="84"/>
                    <a:pt x="43" y="84"/>
                    <a:pt x="43" y="85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7" y="85"/>
                    <a:pt x="57" y="85"/>
                    <a:pt x="57" y="85"/>
                  </a:cubicBezTo>
                  <a:cubicBezTo>
                    <a:pt x="57" y="84"/>
                    <a:pt x="59" y="84"/>
                    <a:pt x="59" y="85"/>
                  </a:cubicBezTo>
                  <a:cubicBezTo>
                    <a:pt x="64" y="89"/>
                    <a:pt x="64" y="89"/>
                    <a:pt x="64" y="89"/>
                  </a:cubicBezTo>
                  <a:cubicBezTo>
                    <a:pt x="64" y="7"/>
                    <a:pt x="64" y="7"/>
                    <a:pt x="64" y="7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59" y="12"/>
                    <a:pt x="57" y="12"/>
                    <a:pt x="57" y="11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2"/>
                    <a:pt x="41" y="12"/>
                    <a:pt x="41" y="11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2"/>
                    <a:pt x="25" y="12"/>
                    <a:pt x="25" y="11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2"/>
                    <a:pt x="9" y="12"/>
                    <a:pt x="9" y="1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89"/>
                    <a:pt x="4" y="89"/>
                    <a:pt x="4" y="89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9" y="84"/>
                    <a:pt x="11" y="84"/>
                    <a:pt x="11" y="85"/>
                  </a:cubicBezTo>
                  <a:cubicBezTo>
                    <a:pt x="18" y="91"/>
                    <a:pt x="18" y="91"/>
                    <a:pt x="18" y="91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5" y="84"/>
                    <a:pt x="27" y="84"/>
                    <a:pt x="27" y="85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1" y="84"/>
                    <a:pt x="41" y="84"/>
                    <a:pt x="42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Freeform 860"/>
            <p:cNvSpPr/>
            <p:nvPr/>
          </p:nvSpPr>
          <p:spPr bwMode="auto">
            <a:xfrm>
              <a:off x="2774950" y="3338513"/>
              <a:ext cx="136525" cy="15875"/>
            </a:xfrm>
            <a:custGeom>
              <a:avLst/>
              <a:gdLst>
                <a:gd name="T0" fmla="*/ 34 w 36"/>
                <a:gd name="T1" fmla="*/ 4 h 4"/>
                <a:gd name="T2" fmla="*/ 2 w 36"/>
                <a:gd name="T3" fmla="*/ 4 h 4"/>
                <a:gd name="T4" fmla="*/ 0 w 36"/>
                <a:gd name="T5" fmla="*/ 2 h 4"/>
                <a:gd name="T6" fmla="*/ 2 w 36"/>
                <a:gd name="T7" fmla="*/ 0 h 4"/>
                <a:gd name="T8" fmla="*/ 34 w 36"/>
                <a:gd name="T9" fmla="*/ 0 h 4"/>
                <a:gd name="T10" fmla="*/ 36 w 36"/>
                <a:gd name="T11" fmla="*/ 2 h 4"/>
                <a:gd name="T12" fmla="*/ 34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0"/>
                    <a:pt x="36" y="1"/>
                    <a:pt x="36" y="2"/>
                  </a:cubicBezTo>
                  <a:cubicBezTo>
                    <a:pt x="36" y="3"/>
                    <a:pt x="35" y="4"/>
                    <a:pt x="3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Freeform 861"/>
            <p:cNvSpPr/>
            <p:nvPr/>
          </p:nvSpPr>
          <p:spPr bwMode="auto">
            <a:xfrm>
              <a:off x="2774950" y="3384550"/>
              <a:ext cx="76200" cy="14288"/>
            </a:xfrm>
            <a:custGeom>
              <a:avLst/>
              <a:gdLst>
                <a:gd name="T0" fmla="*/ 18 w 20"/>
                <a:gd name="T1" fmla="*/ 4 h 4"/>
                <a:gd name="T2" fmla="*/ 2 w 20"/>
                <a:gd name="T3" fmla="*/ 4 h 4"/>
                <a:gd name="T4" fmla="*/ 0 w 20"/>
                <a:gd name="T5" fmla="*/ 2 h 4"/>
                <a:gd name="T6" fmla="*/ 2 w 20"/>
                <a:gd name="T7" fmla="*/ 0 h 4"/>
                <a:gd name="T8" fmla="*/ 18 w 20"/>
                <a:gd name="T9" fmla="*/ 0 h 4"/>
                <a:gd name="T10" fmla="*/ 20 w 20"/>
                <a:gd name="T11" fmla="*/ 2 h 4"/>
                <a:gd name="T12" fmla="*/ 18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8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3"/>
                    <a:pt x="19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Freeform 862"/>
            <p:cNvSpPr/>
            <p:nvPr/>
          </p:nvSpPr>
          <p:spPr bwMode="auto">
            <a:xfrm>
              <a:off x="2774950" y="3429000"/>
              <a:ext cx="76200" cy="15875"/>
            </a:xfrm>
            <a:custGeom>
              <a:avLst/>
              <a:gdLst>
                <a:gd name="T0" fmla="*/ 18 w 20"/>
                <a:gd name="T1" fmla="*/ 4 h 4"/>
                <a:gd name="T2" fmla="*/ 2 w 20"/>
                <a:gd name="T3" fmla="*/ 4 h 4"/>
                <a:gd name="T4" fmla="*/ 0 w 20"/>
                <a:gd name="T5" fmla="*/ 2 h 4"/>
                <a:gd name="T6" fmla="*/ 2 w 20"/>
                <a:gd name="T7" fmla="*/ 0 h 4"/>
                <a:gd name="T8" fmla="*/ 18 w 20"/>
                <a:gd name="T9" fmla="*/ 0 h 4"/>
                <a:gd name="T10" fmla="*/ 20 w 20"/>
                <a:gd name="T11" fmla="*/ 2 h 4"/>
                <a:gd name="T12" fmla="*/ 18 w 20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4">
                  <a:moveTo>
                    <a:pt x="18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3"/>
                    <a:pt x="19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Freeform 863"/>
            <p:cNvSpPr/>
            <p:nvPr/>
          </p:nvSpPr>
          <p:spPr bwMode="auto">
            <a:xfrm>
              <a:off x="2774950" y="3473450"/>
              <a:ext cx="60325" cy="15875"/>
            </a:xfrm>
            <a:custGeom>
              <a:avLst/>
              <a:gdLst>
                <a:gd name="T0" fmla="*/ 14 w 16"/>
                <a:gd name="T1" fmla="*/ 4 h 4"/>
                <a:gd name="T2" fmla="*/ 2 w 16"/>
                <a:gd name="T3" fmla="*/ 4 h 4"/>
                <a:gd name="T4" fmla="*/ 0 w 16"/>
                <a:gd name="T5" fmla="*/ 2 h 4"/>
                <a:gd name="T6" fmla="*/ 2 w 16"/>
                <a:gd name="T7" fmla="*/ 0 h 4"/>
                <a:gd name="T8" fmla="*/ 14 w 16"/>
                <a:gd name="T9" fmla="*/ 0 h 4"/>
                <a:gd name="T10" fmla="*/ 16 w 16"/>
                <a:gd name="T11" fmla="*/ 2 h 4"/>
                <a:gd name="T12" fmla="*/ 14 w 1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" h="4">
                  <a:moveTo>
                    <a:pt x="14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6" y="1"/>
                    <a:pt x="16" y="2"/>
                  </a:cubicBezTo>
                  <a:cubicBezTo>
                    <a:pt x="16" y="3"/>
                    <a:pt x="15" y="4"/>
                    <a:pt x="14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Freeform 864"/>
            <p:cNvSpPr/>
            <p:nvPr/>
          </p:nvSpPr>
          <p:spPr bwMode="auto">
            <a:xfrm>
              <a:off x="2903538" y="3503613"/>
              <a:ext cx="14288" cy="30163"/>
            </a:xfrm>
            <a:custGeom>
              <a:avLst/>
              <a:gdLst>
                <a:gd name="T0" fmla="*/ 2 w 4"/>
                <a:gd name="T1" fmla="*/ 8 h 8"/>
                <a:gd name="T2" fmla="*/ 0 w 4"/>
                <a:gd name="T3" fmla="*/ 6 h 8"/>
                <a:gd name="T4" fmla="*/ 0 w 4"/>
                <a:gd name="T5" fmla="*/ 2 h 8"/>
                <a:gd name="T6" fmla="*/ 2 w 4"/>
                <a:gd name="T7" fmla="*/ 0 h 8"/>
                <a:gd name="T8" fmla="*/ 4 w 4"/>
                <a:gd name="T9" fmla="*/ 2 h 8"/>
                <a:gd name="T10" fmla="*/ 4 w 4"/>
                <a:gd name="T11" fmla="*/ 6 h 8"/>
                <a:gd name="T12" fmla="*/ 2 w 4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1" y="8"/>
                    <a:pt x="0" y="7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3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Freeform 865"/>
            <p:cNvSpPr/>
            <p:nvPr/>
          </p:nvSpPr>
          <p:spPr bwMode="auto">
            <a:xfrm>
              <a:off x="2903538" y="3398838"/>
              <a:ext cx="14288" cy="30163"/>
            </a:xfrm>
            <a:custGeom>
              <a:avLst/>
              <a:gdLst>
                <a:gd name="T0" fmla="*/ 2 w 4"/>
                <a:gd name="T1" fmla="*/ 8 h 8"/>
                <a:gd name="T2" fmla="*/ 0 w 4"/>
                <a:gd name="T3" fmla="*/ 6 h 8"/>
                <a:gd name="T4" fmla="*/ 0 w 4"/>
                <a:gd name="T5" fmla="*/ 2 h 8"/>
                <a:gd name="T6" fmla="*/ 2 w 4"/>
                <a:gd name="T7" fmla="*/ 0 h 8"/>
                <a:gd name="T8" fmla="*/ 4 w 4"/>
                <a:gd name="T9" fmla="*/ 2 h 8"/>
                <a:gd name="T10" fmla="*/ 4 w 4"/>
                <a:gd name="T11" fmla="*/ 6 h 8"/>
                <a:gd name="T12" fmla="*/ 2 w 4"/>
                <a:gd name="T13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8">
                  <a:moveTo>
                    <a:pt x="2" y="8"/>
                  </a:moveTo>
                  <a:cubicBezTo>
                    <a:pt x="1" y="8"/>
                    <a:pt x="0" y="7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7"/>
                    <a:pt x="3" y="8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Freeform 866"/>
            <p:cNvSpPr/>
            <p:nvPr/>
          </p:nvSpPr>
          <p:spPr bwMode="auto">
            <a:xfrm>
              <a:off x="2881313" y="3414713"/>
              <a:ext cx="58738" cy="104775"/>
            </a:xfrm>
            <a:custGeom>
              <a:avLst/>
              <a:gdLst>
                <a:gd name="T0" fmla="*/ 8 w 16"/>
                <a:gd name="T1" fmla="*/ 28 h 28"/>
                <a:gd name="T2" fmla="*/ 0 w 16"/>
                <a:gd name="T3" fmla="*/ 20 h 28"/>
                <a:gd name="T4" fmla="*/ 2 w 16"/>
                <a:gd name="T5" fmla="*/ 18 h 28"/>
                <a:gd name="T6" fmla="*/ 4 w 16"/>
                <a:gd name="T7" fmla="*/ 20 h 28"/>
                <a:gd name="T8" fmla="*/ 8 w 16"/>
                <a:gd name="T9" fmla="*/ 24 h 28"/>
                <a:gd name="T10" fmla="*/ 12 w 16"/>
                <a:gd name="T11" fmla="*/ 20 h 28"/>
                <a:gd name="T12" fmla="*/ 8 w 16"/>
                <a:gd name="T13" fmla="*/ 16 h 28"/>
                <a:gd name="T14" fmla="*/ 0 w 16"/>
                <a:gd name="T15" fmla="*/ 8 h 28"/>
                <a:gd name="T16" fmla="*/ 8 w 16"/>
                <a:gd name="T17" fmla="*/ 0 h 28"/>
                <a:gd name="T18" fmla="*/ 16 w 16"/>
                <a:gd name="T19" fmla="*/ 8 h 28"/>
                <a:gd name="T20" fmla="*/ 14 w 16"/>
                <a:gd name="T21" fmla="*/ 10 h 28"/>
                <a:gd name="T22" fmla="*/ 12 w 16"/>
                <a:gd name="T23" fmla="*/ 8 h 28"/>
                <a:gd name="T24" fmla="*/ 8 w 16"/>
                <a:gd name="T25" fmla="*/ 4 h 28"/>
                <a:gd name="T26" fmla="*/ 4 w 16"/>
                <a:gd name="T27" fmla="*/ 8 h 28"/>
                <a:gd name="T28" fmla="*/ 8 w 16"/>
                <a:gd name="T29" fmla="*/ 12 h 28"/>
                <a:gd name="T30" fmla="*/ 16 w 16"/>
                <a:gd name="T31" fmla="*/ 20 h 28"/>
                <a:gd name="T32" fmla="*/ 8 w 16"/>
                <a:gd name="T33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28">
                  <a:moveTo>
                    <a:pt x="8" y="28"/>
                  </a:moveTo>
                  <a:cubicBezTo>
                    <a:pt x="4" y="28"/>
                    <a:pt x="0" y="24"/>
                    <a:pt x="0" y="20"/>
                  </a:cubicBezTo>
                  <a:cubicBezTo>
                    <a:pt x="0" y="19"/>
                    <a:pt x="1" y="18"/>
                    <a:pt x="2" y="18"/>
                  </a:cubicBezTo>
                  <a:cubicBezTo>
                    <a:pt x="3" y="18"/>
                    <a:pt x="4" y="19"/>
                    <a:pt x="4" y="20"/>
                  </a:cubicBezTo>
                  <a:cubicBezTo>
                    <a:pt x="4" y="22"/>
                    <a:pt x="6" y="24"/>
                    <a:pt x="8" y="24"/>
                  </a:cubicBezTo>
                  <a:cubicBezTo>
                    <a:pt x="10" y="24"/>
                    <a:pt x="12" y="22"/>
                    <a:pt x="12" y="20"/>
                  </a:cubicBezTo>
                  <a:cubicBezTo>
                    <a:pt x="12" y="18"/>
                    <a:pt x="10" y="16"/>
                    <a:pt x="8" y="16"/>
                  </a:cubicBezTo>
                  <a:cubicBezTo>
                    <a:pt x="4" y="16"/>
                    <a:pt x="0" y="12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2" y="0"/>
                    <a:pt x="16" y="4"/>
                    <a:pt x="16" y="8"/>
                  </a:cubicBezTo>
                  <a:cubicBezTo>
                    <a:pt x="16" y="9"/>
                    <a:pt x="15" y="10"/>
                    <a:pt x="14" y="10"/>
                  </a:cubicBezTo>
                  <a:cubicBezTo>
                    <a:pt x="13" y="10"/>
                    <a:pt x="12" y="9"/>
                    <a:pt x="12" y="8"/>
                  </a:cubicBezTo>
                  <a:cubicBezTo>
                    <a:pt x="12" y="6"/>
                    <a:pt x="10" y="4"/>
                    <a:pt x="8" y="4"/>
                  </a:cubicBezTo>
                  <a:cubicBezTo>
                    <a:pt x="6" y="4"/>
                    <a:pt x="4" y="6"/>
                    <a:pt x="4" y="8"/>
                  </a:cubicBezTo>
                  <a:cubicBezTo>
                    <a:pt x="4" y="10"/>
                    <a:pt x="6" y="12"/>
                    <a:pt x="8" y="12"/>
                  </a:cubicBezTo>
                  <a:cubicBezTo>
                    <a:pt x="12" y="12"/>
                    <a:pt x="16" y="16"/>
                    <a:pt x="16" y="20"/>
                  </a:cubicBezTo>
                  <a:cubicBezTo>
                    <a:pt x="16" y="24"/>
                    <a:pt x="12" y="28"/>
                    <a:pt x="8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653" y="924267"/>
            <a:ext cx="3425731" cy="5136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  <p:cond evt="onBegin" delay="0">
                          <p:tn val="8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  <p:cond evt="onBegin" delay="0">
                          <p:tn val="13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  <p:cond evt="onBegin" delay="0">
                          <p:tn val="18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97;p25"/>
          <p:cNvSpPr/>
          <p:nvPr/>
        </p:nvSpPr>
        <p:spPr>
          <a:xfrm>
            <a:off x="3119539" y="1661681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5" y="1"/>
                  <a:pt x="1" y="701"/>
                  <a:pt x="1" y="1602"/>
                </a:cubicBezTo>
                <a:cubicBezTo>
                  <a:pt x="1" y="2502"/>
                  <a:pt x="735" y="3236"/>
                  <a:pt x="1635" y="3236"/>
                </a:cubicBezTo>
                <a:cubicBezTo>
                  <a:pt x="2503" y="3236"/>
                  <a:pt x="3236" y="2502"/>
                  <a:pt x="3236" y="1602"/>
                </a:cubicBezTo>
                <a:cubicBezTo>
                  <a:pt x="3236" y="701"/>
                  <a:pt x="2503" y="1"/>
                  <a:pt x="1635" y="1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Google Shape;398;p25"/>
          <p:cNvSpPr/>
          <p:nvPr/>
        </p:nvSpPr>
        <p:spPr>
          <a:xfrm>
            <a:off x="3641382" y="1661681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35" y="1"/>
                </a:moveTo>
                <a:cubicBezTo>
                  <a:pt x="734" y="1"/>
                  <a:pt x="0" y="701"/>
                  <a:pt x="0" y="1602"/>
                </a:cubicBezTo>
                <a:cubicBezTo>
                  <a:pt x="0" y="2502"/>
                  <a:pt x="734" y="3236"/>
                  <a:pt x="1635" y="3236"/>
                </a:cubicBezTo>
                <a:cubicBezTo>
                  <a:pt x="2502" y="3236"/>
                  <a:pt x="3236" y="2502"/>
                  <a:pt x="3236" y="1602"/>
                </a:cubicBezTo>
                <a:cubicBezTo>
                  <a:pt x="3236" y="701"/>
                  <a:pt x="2502" y="1"/>
                  <a:pt x="1635" y="1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399;p25"/>
          <p:cNvSpPr/>
          <p:nvPr/>
        </p:nvSpPr>
        <p:spPr>
          <a:xfrm>
            <a:off x="4163134" y="1661681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4" y="1"/>
                  <a:pt x="0" y="701"/>
                  <a:pt x="0" y="1602"/>
                </a:cubicBezTo>
                <a:cubicBezTo>
                  <a:pt x="0" y="2502"/>
                  <a:pt x="734" y="3236"/>
                  <a:pt x="1635" y="3236"/>
                </a:cubicBezTo>
                <a:cubicBezTo>
                  <a:pt x="2502" y="3236"/>
                  <a:pt x="3236" y="2502"/>
                  <a:pt x="3236" y="1602"/>
                </a:cubicBezTo>
                <a:cubicBezTo>
                  <a:pt x="3236" y="701"/>
                  <a:pt x="2502" y="1"/>
                  <a:pt x="1635" y="1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Google Shape;400;p25"/>
          <p:cNvSpPr/>
          <p:nvPr/>
        </p:nvSpPr>
        <p:spPr>
          <a:xfrm>
            <a:off x="4684886" y="1661681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35" y="1"/>
                  <a:pt x="1" y="701"/>
                  <a:pt x="1" y="1602"/>
                </a:cubicBezTo>
                <a:cubicBezTo>
                  <a:pt x="1" y="2502"/>
                  <a:pt x="735" y="3236"/>
                  <a:pt x="1602" y="3236"/>
                </a:cubicBezTo>
                <a:cubicBezTo>
                  <a:pt x="2503" y="3236"/>
                  <a:pt x="3236" y="2502"/>
                  <a:pt x="3236" y="1602"/>
                </a:cubicBezTo>
                <a:cubicBezTo>
                  <a:pt x="3236" y="701"/>
                  <a:pt x="2503" y="1"/>
                  <a:pt x="1602" y="1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" name="Google Shape;401;p25"/>
          <p:cNvSpPr/>
          <p:nvPr/>
        </p:nvSpPr>
        <p:spPr>
          <a:xfrm>
            <a:off x="5206728" y="1661681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01" y="1"/>
                </a:moveTo>
                <a:cubicBezTo>
                  <a:pt x="734" y="1"/>
                  <a:pt x="0" y="701"/>
                  <a:pt x="0" y="1602"/>
                </a:cubicBezTo>
                <a:cubicBezTo>
                  <a:pt x="0" y="2502"/>
                  <a:pt x="734" y="3236"/>
                  <a:pt x="1601" y="3236"/>
                </a:cubicBezTo>
                <a:cubicBezTo>
                  <a:pt x="2502" y="3236"/>
                  <a:pt x="3236" y="2502"/>
                  <a:pt x="3236" y="1602"/>
                </a:cubicBezTo>
                <a:cubicBezTo>
                  <a:pt x="3236" y="701"/>
                  <a:pt x="2502" y="1"/>
                  <a:pt x="1601" y="1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Google Shape;402;p25"/>
          <p:cNvSpPr/>
          <p:nvPr/>
        </p:nvSpPr>
        <p:spPr>
          <a:xfrm>
            <a:off x="5728479" y="1661681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34" y="1"/>
                  <a:pt x="1" y="701"/>
                  <a:pt x="1" y="1602"/>
                </a:cubicBezTo>
                <a:cubicBezTo>
                  <a:pt x="1" y="2502"/>
                  <a:pt x="734" y="3236"/>
                  <a:pt x="1602" y="3236"/>
                </a:cubicBezTo>
                <a:cubicBezTo>
                  <a:pt x="2502" y="3236"/>
                  <a:pt x="3236" y="2502"/>
                  <a:pt x="3236" y="1602"/>
                </a:cubicBezTo>
                <a:cubicBezTo>
                  <a:pt x="3236" y="701"/>
                  <a:pt x="2502" y="1"/>
                  <a:pt x="1602" y="1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403;p25"/>
          <p:cNvSpPr/>
          <p:nvPr/>
        </p:nvSpPr>
        <p:spPr>
          <a:xfrm>
            <a:off x="6250231" y="1661681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01" y="1"/>
                  <a:pt x="1" y="701"/>
                  <a:pt x="1" y="1602"/>
                </a:cubicBezTo>
                <a:cubicBezTo>
                  <a:pt x="1" y="2502"/>
                  <a:pt x="701" y="3236"/>
                  <a:pt x="1602" y="3236"/>
                </a:cubicBezTo>
                <a:cubicBezTo>
                  <a:pt x="2503" y="3236"/>
                  <a:pt x="3237" y="2502"/>
                  <a:pt x="3237" y="1602"/>
                </a:cubicBezTo>
                <a:cubicBezTo>
                  <a:pt x="3237" y="701"/>
                  <a:pt x="2503" y="1"/>
                  <a:pt x="1602" y="1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404;p25"/>
          <p:cNvSpPr/>
          <p:nvPr/>
        </p:nvSpPr>
        <p:spPr>
          <a:xfrm>
            <a:off x="6772073" y="1661681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01" y="1"/>
                </a:moveTo>
                <a:cubicBezTo>
                  <a:pt x="701" y="1"/>
                  <a:pt x="0" y="701"/>
                  <a:pt x="0" y="1602"/>
                </a:cubicBezTo>
                <a:cubicBezTo>
                  <a:pt x="0" y="2502"/>
                  <a:pt x="701" y="3236"/>
                  <a:pt x="1601" y="3236"/>
                </a:cubicBezTo>
                <a:cubicBezTo>
                  <a:pt x="2502" y="3236"/>
                  <a:pt x="3236" y="2502"/>
                  <a:pt x="3236" y="1602"/>
                </a:cubicBezTo>
                <a:cubicBezTo>
                  <a:pt x="3236" y="701"/>
                  <a:pt x="2502" y="1"/>
                  <a:pt x="16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405;p25"/>
          <p:cNvSpPr/>
          <p:nvPr/>
        </p:nvSpPr>
        <p:spPr>
          <a:xfrm>
            <a:off x="7293825" y="1661681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01" y="1"/>
                  <a:pt x="1" y="701"/>
                  <a:pt x="1" y="1602"/>
                </a:cubicBezTo>
                <a:cubicBezTo>
                  <a:pt x="1" y="2502"/>
                  <a:pt x="701" y="3236"/>
                  <a:pt x="1602" y="3236"/>
                </a:cubicBezTo>
                <a:cubicBezTo>
                  <a:pt x="2502" y="3236"/>
                  <a:pt x="3236" y="2502"/>
                  <a:pt x="3236" y="1602"/>
                </a:cubicBezTo>
                <a:cubicBezTo>
                  <a:pt x="3236" y="701"/>
                  <a:pt x="2502" y="1"/>
                  <a:pt x="160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406;p25"/>
          <p:cNvSpPr/>
          <p:nvPr/>
        </p:nvSpPr>
        <p:spPr>
          <a:xfrm>
            <a:off x="7812576" y="1661681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4" y="1"/>
                  <a:pt x="1" y="701"/>
                  <a:pt x="1" y="1602"/>
                </a:cubicBezTo>
                <a:cubicBezTo>
                  <a:pt x="1" y="2502"/>
                  <a:pt x="734" y="3236"/>
                  <a:pt x="1635" y="3236"/>
                </a:cubicBezTo>
                <a:cubicBezTo>
                  <a:pt x="2536" y="3236"/>
                  <a:pt x="3236" y="2502"/>
                  <a:pt x="3236" y="1602"/>
                </a:cubicBezTo>
                <a:cubicBezTo>
                  <a:pt x="3236" y="701"/>
                  <a:pt x="2536" y="1"/>
                  <a:pt x="1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410;p25"/>
          <p:cNvSpPr/>
          <p:nvPr/>
        </p:nvSpPr>
        <p:spPr>
          <a:xfrm>
            <a:off x="3119539" y="2770368"/>
            <a:ext cx="294361" cy="294271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35" y="0"/>
                </a:moveTo>
                <a:cubicBezTo>
                  <a:pt x="735" y="0"/>
                  <a:pt x="1" y="734"/>
                  <a:pt x="1" y="1635"/>
                </a:cubicBezTo>
                <a:cubicBezTo>
                  <a:pt x="1" y="2502"/>
                  <a:pt x="735" y="3236"/>
                  <a:pt x="1635" y="3236"/>
                </a:cubicBezTo>
                <a:cubicBezTo>
                  <a:pt x="2503" y="3236"/>
                  <a:pt x="3236" y="2502"/>
                  <a:pt x="3236" y="1635"/>
                </a:cubicBezTo>
                <a:cubicBezTo>
                  <a:pt x="3236" y="734"/>
                  <a:pt x="2503" y="0"/>
                  <a:pt x="163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411;p25"/>
          <p:cNvSpPr/>
          <p:nvPr/>
        </p:nvSpPr>
        <p:spPr>
          <a:xfrm>
            <a:off x="3641382" y="2770368"/>
            <a:ext cx="294271" cy="294271"/>
          </a:xfrm>
          <a:custGeom>
            <a:avLst/>
            <a:gdLst/>
            <a:ahLst/>
            <a:cxnLst/>
            <a:rect l="l" t="t" r="r" b="b"/>
            <a:pathLst>
              <a:path w="3236" h="3236" extrusionOk="0">
                <a:moveTo>
                  <a:pt x="1601" y="0"/>
                </a:moveTo>
                <a:cubicBezTo>
                  <a:pt x="734" y="0"/>
                  <a:pt x="0" y="734"/>
                  <a:pt x="0" y="1635"/>
                </a:cubicBezTo>
                <a:cubicBezTo>
                  <a:pt x="0" y="2502"/>
                  <a:pt x="734" y="3236"/>
                  <a:pt x="1601" y="3236"/>
                </a:cubicBezTo>
                <a:cubicBezTo>
                  <a:pt x="2502" y="3236"/>
                  <a:pt x="3236" y="2502"/>
                  <a:pt x="3236" y="1635"/>
                </a:cubicBezTo>
                <a:cubicBezTo>
                  <a:pt x="3236" y="734"/>
                  <a:pt x="2502" y="0"/>
                  <a:pt x="160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412;p25"/>
          <p:cNvSpPr/>
          <p:nvPr/>
        </p:nvSpPr>
        <p:spPr>
          <a:xfrm>
            <a:off x="4163134" y="2770368"/>
            <a:ext cx="294361" cy="294271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35" y="0"/>
                </a:moveTo>
                <a:cubicBezTo>
                  <a:pt x="734" y="0"/>
                  <a:pt x="0" y="734"/>
                  <a:pt x="0" y="1635"/>
                </a:cubicBezTo>
                <a:cubicBezTo>
                  <a:pt x="0" y="2502"/>
                  <a:pt x="734" y="3236"/>
                  <a:pt x="1635" y="3236"/>
                </a:cubicBezTo>
                <a:cubicBezTo>
                  <a:pt x="2502" y="3236"/>
                  <a:pt x="3236" y="2502"/>
                  <a:pt x="3236" y="1635"/>
                </a:cubicBezTo>
                <a:cubicBezTo>
                  <a:pt x="3236" y="734"/>
                  <a:pt x="2502" y="0"/>
                  <a:pt x="163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413;p25"/>
          <p:cNvSpPr/>
          <p:nvPr/>
        </p:nvSpPr>
        <p:spPr>
          <a:xfrm>
            <a:off x="4684886" y="2770368"/>
            <a:ext cx="294361" cy="294271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02" y="0"/>
                </a:moveTo>
                <a:cubicBezTo>
                  <a:pt x="735" y="0"/>
                  <a:pt x="1" y="734"/>
                  <a:pt x="1" y="1635"/>
                </a:cubicBezTo>
                <a:cubicBezTo>
                  <a:pt x="1" y="2502"/>
                  <a:pt x="735" y="3236"/>
                  <a:pt x="1602" y="3236"/>
                </a:cubicBezTo>
                <a:cubicBezTo>
                  <a:pt x="2503" y="3236"/>
                  <a:pt x="3236" y="2502"/>
                  <a:pt x="3236" y="1635"/>
                </a:cubicBezTo>
                <a:cubicBezTo>
                  <a:pt x="3236" y="734"/>
                  <a:pt x="2503" y="0"/>
                  <a:pt x="16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Google Shape;414;p25"/>
          <p:cNvSpPr/>
          <p:nvPr/>
        </p:nvSpPr>
        <p:spPr>
          <a:xfrm>
            <a:off x="5206728" y="2770368"/>
            <a:ext cx="294271" cy="294271"/>
          </a:xfrm>
          <a:custGeom>
            <a:avLst/>
            <a:gdLst/>
            <a:ahLst/>
            <a:cxnLst/>
            <a:rect l="l" t="t" r="r" b="b"/>
            <a:pathLst>
              <a:path w="3236" h="3236" extrusionOk="0">
                <a:moveTo>
                  <a:pt x="1601" y="0"/>
                </a:moveTo>
                <a:cubicBezTo>
                  <a:pt x="701" y="0"/>
                  <a:pt x="0" y="734"/>
                  <a:pt x="0" y="1635"/>
                </a:cubicBezTo>
                <a:cubicBezTo>
                  <a:pt x="0" y="2502"/>
                  <a:pt x="701" y="3236"/>
                  <a:pt x="1601" y="3236"/>
                </a:cubicBezTo>
                <a:cubicBezTo>
                  <a:pt x="2502" y="3236"/>
                  <a:pt x="3236" y="2502"/>
                  <a:pt x="3236" y="1635"/>
                </a:cubicBezTo>
                <a:cubicBezTo>
                  <a:pt x="3236" y="734"/>
                  <a:pt x="2502" y="0"/>
                  <a:pt x="160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415;p25"/>
          <p:cNvSpPr/>
          <p:nvPr/>
        </p:nvSpPr>
        <p:spPr>
          <a:xfrm>
            <a:off x="5728479" y="2770368"/>
            <a:ext cx="294361" cy="294271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02" y="0"/>
                </a:moveTo>
                <a:cubicBezTo>
                  <a:pt x="734" y="0"/>
                  <a:pt x="1" y="734"/>
                  <a:pt x="1" y="1635"/>
                </a:cubicBezTo>
                <a:cubicBezTo>
                  <a:pt x="1" y="2502"/>
                  <a:pt x="734" y="3236"/>
                  <a:pt x="1602" y="3236"/>
                </a:cubicBezTo>
                <a:cubicBezTo>
                  <a:pt x="2502" y="3236"/>
                  <a:pt x="3236" y="2502"/>
                  <a:pt x="3236" y="1635"/>
                </a:cubicBezTo>
                <a:cubicBezTo>
                  <a:pt x="3236" y="734"/>
                  <a:pt x="2502" y="0"/>
                  <a:pt x="16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416;p25"/>
          <p:cNvSpPr/>
          <p:nvPr/>
        </p:nvSpPr>
        <p:spPr>
          <a:xfrm>
            <a:off x="6250231" y="2770368"/>
            <a:ext cx="294361" cy="294271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02" y="0"/>
                </a:moveTo>
                <a:cubicBezTo>
                  <a:pt x="701" y="0"/>
                  <a:pt x="1" y="734"/>
                  <a:pt x="1" y="1635"/>
                </a:cubicBezTo>
                <a:cubicBezTo>
                  <a:pt x="1" y="2502"/>
                  <a:pt x="701" y="3236"/>
                  <a:pt x="1602" y="3236"/>
                </a:cubicBezTo>
                <a:cubicBezTo>
                  <a:pt x="2503" y="3236"/>
                  <a:pt x="3237" y="2502"/>
                  <a:pt x="3237" y="1635"/>
                </a:cubicBezTo>
                <a:cubicBezTo>
                  <a:pt x="3237" y="734"/>
                  <a:pt x="2503" y="0"/>
                  <a:pt x="160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417;p25"/>
          <p:cNvSpPr/>
          <p:nvPr/>
        </p:nvSpPr>
        <p:spPr>
          <a:xfrm>
            <a:off x="6772073" y="2770368"/>
            <a:ext cx="294271" cy="294271"/>
          </a:xfrm>
          <a:custGeom>
            <a:avLst/>
            <a:gdLst/>
            <a:ahLst/>
            <a:cxnLst/>
            <a:rect l="l" t="t" r="r" b="b"/>
            <a:pathLst>
              <a:path w="3236" h="3236" extrusionOk="0">
                <a:moveTo>
                  <a:pt x="1601" y="0"/>
                </a:moveTo>
                <a:cubicBezTo>
                  <a:pt x="701" y="0"/>
                  <a:pt x="0" y="734"/>
                  <a:pt x="0" y="1635"/>
                </a:cubicBezTo>
                <a:cubicBezTo>
                  <a:pt x="0" y="2502"/>
                  <a:pt x="701" y="3236"/>
                  <a:pt x="1601" y="3236"/>
                </a:cubicBezTo>
                <a:cubicBezTo>
                  <a:pt x="2502" y="3236"/>
                  <a:pt x="3236" y="2502"/>
                  <a:pt x="3236" y="1635"/>
                </a:cubicBezTo>
                <a:cubicBezTo>
                  <a:pt x="3236" y="734"/>
                  <a:pt x="2502" y="0"/>
                  <a:pt x="160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418;p25"/>
          <p:cNvSpPr/>
          <p:nvPr/>
        </p:nvSpPr>
        <p:spPr>
          <a:xfrm>
            <a:off x="7290824" y="2770368"/>
            <a:ext cx="294271" cy="294271"/>
          </a:xfrm>
          <a:custGeom>
            <a:avLst/>
            <a:gdLst/>
            <a:ahLst/>
            <a:cxnLst/>
            <a:rect l="l" t="t" r="r" b="b"/>
            <a:pathLst>
              <a:path w="3236" h="3236" extrusionOk="0">
                <a:moveTo>
                  <a:pt x="1635" y="0"/>
                </a:moveTo>
                <a:cubicBezTo>
                  <a:pt x="734" y="0"/>
                  <a:pt x="0" y="734"/>
                  <a:pt x="0" y="1635"/>
                </a:cubicBezTo>
                <a:cubicBezTo>
                  <a:pt x="0" y="2502"/>
                  <a:pt x="734" y="3236"/>
                  <a:pt x="1635" y="3236"/>
                </a:cubicBezTo>
                <a:cubicBezTo>
                  <a:pt x="2535" y="3236"/>
                  <a:pt x="3236" y="2502"/>
                  <a:pt x="3236" y="1635"/>
                </a:cubicBezTo>
                <a:cubicBezTo>
                  <a:pt x="3236" y="734"/>
                  <a:pt x="2535" y="0"/>
                  <a:pt x="16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419;p25"/>
          <p:cNvSpPr/>
          <p:nvPr/>
        </p:nvSpPr>
        <p:spPr>
          <a:xfrm>
            <a:off x="7812576" y="2770368"/>
            <a:ext cx="294361" cy="294271"/>
          </a:xfrm>
          <a:custGeom>
            <a:avLst/>
            <a:gdLst/>
            <a:ahLst/>
            <a:cxnLst/>
            <a:rect l="l" t="t" r="r" b="b"/>
            <a:pathLst>
              <a:path w="3237" h="3236" extrusionOk="0">
                <a:moveTo>
                  <a:pt x="1635" y="0"/>
                </a:moveTo>
                <a:cubicBezTo>
                  <a:pt x="734" y="0"/>
                  <a:pt x="1" y="734"/>
                  <a:pt x="1" y="1635"/>
                </a:cubicBezTo>
                <a:cubicBezTo>
                  <a:pt x="1" y="2502"/>
                  <a:pt x="734" y="3236"/>
                  <a:pt x="1635" y="3236"/>
                </a:cubicBezTo>
                <a:cubicBezTo>
                  <a:pt x="2536" y="3236"/>
                  <a:pt x="3236" y="2502"/>
                  <a:pt x="3236" y="1635"/>
                </a:cubicBezTo>
                <a:cubicBezTo>
                  <a:pt x="3236" y="734"/>
                  <a:pt x="2536" y="0"/>
                  <a:pt x="163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423;p25"/>
          <p:cNvSpPr/>
          <p:nvPr/>
        </p:nvSpPr>
        <p:spPr>
          <a:xfrm>
            <a:off x="3119539" y="3878962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5" y="1"/>
                  <a:pt x="1" y="735"/>
                  <a:pt x="1" y="1635"/>
                </a:cubicBezTo>
                <a:cubicBezTo>
                  <a:pt x="1" y="2536"/>
                  <a:pt x="735" y="3236"/>
                  <a:pt x="1635" y="3236"/>
                </a:cubicBezTo>
                <a:cubicBezTo>
                  <a:pt x="2503" y="3236"/>
                  <a:pt x="3236" y="2536"/>
                  <a:pt x="3236" y="1635"/>
                </a:cubicBezTo>
                <a:cubicBezTo>
                  <a:pt x="3236" y="735"/>
                  <a:pt x="2503" y="1"/>
                  <a:pt x="163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424;p25"/>
          <p:cNvSpPr/>
          <p:nvPr/>
        </p:nvSpPr>
        <p:spPr>
          <a:xfrm>
            <a:off x="3641382" y="3878962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01" y="1"/>
                </a:moveTo>
                <a:cubicBezTo>
                  <a:pt x="734" y="1"/>
                  <a:pt x="0" y="735"/>
                  <a:pt x="0" y="1635"/>
                </a:cubicBezTo>
                <a:cubicBezTo>
                  <a:pt x="0" y="2536"/>
                  <a:pt x="734" y="3236"/>
                  <a:pt x="1601" y="3236"/>
                </a:cubicBezTo>
                <a:cubicBezTo>
                  <a:pt x="2502" y="3236"/>
                  <a:pt x="3236" y="2536"/>
                  <a:pt x="3236" y="1635"/>
                </a:cubicBezTo>
                <a:cubicBezTo>
                  <a:pt x="3236" y="735"/>
                  <a:pt x="2502" y="1"/>
                  <a:pt x="16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425;p25"/>
          <p:cNvSpPr/>
          <p:nvPr/>
        </p:nvSpPr>
        <p:spPr>
          <a:xfrm>
            <a:off x="4163134" y="3878962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4" y="1"/>
                  <a:pt x="0" y="735"/>
                  <a:pt x="0" y="1635"/>
                </a:cubicBezTo>
                <a:cubicBezTo>
                  <a:pt x="0" y="2536"/>
                  <a:pt x="734" y="3236"/>
                  <a:pt x="1635" y="3236"/>
                </a:cubicBezTo>
                <a:cubicBezTo>
                  <a:pt x="2502" y="3236"/>
                  <a:pt x="3236" y="2536"/>
                  <a:pt x="3236" y="1635"/>
                </a:cubicBezTo>
                <a:cubicBezTo>
                  <a:pt x="3236" y="735"/>
                  <a:pt x="2502" y="1"/>
                  <a:pt x="163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426;p25"/>
          <p:cNvSpPr/>
          <p:nvPr/>
        </p:nvSpPr>
        <p:spPr>
          <a:xfrm>
            <a:off x="4684886" y="3878962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35" y="1"/>
                  <a:pt x="1" y="735"/>
                  <a:pt x="1" y="1635"/>
                </a:cubicBezTo>
                <a:cubicBezTo>
                  <a:pt x="1" y="2536"/>
                  <a:pt x="735" y="3236"/>
                  <a:pt x="1602" y="3236"/>
                </a:cubicBezTo>
                <a:cubicBezTo>
                  <a:pt x="2503" y="3236"/>
                  <a:pt x="3236" y="2536"/>
                  <a:pt x="3236" y="1635"/>
                </a:cubicBezTo>
                <a:cubicBezTo>
                  <a:pt x="3236" y="735"/>
                  <a:pt x="2503" y="1"/>
                  <a:pt x="16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427;p25"/>
          <p:cNvSpPr/>
          <p:nvPr/>
        </p:nvSpPr>
        <p:spPr>
          <a:xfrm>
            <a:off x="5206729" y="3878962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01" y="1"/>
                </a:moveTo>
                <a:cubicBezTo>
                  <a:pt x="701" y="1"/>
                  <a:pt x="0" y="735"/>
                  <a:pt x="0" y="1635"/>
                </a:cubicBezTo>
                <a:cubicBezTo>
                  <a:pt x="0" y="2536"/>
                  <a:pt x="701" y="3236"/>
                  <a:pt x="1601" y="3236"/>
                </a:cubicBezTo>
                <a:cubicBezTo>
                  <a:pt x="2502" y="3236"/>
                  <a:pt x="3236" y="2536"/>
                  <a:pt x="3236" y="1635"/>
                </a:cubicBezTo>
                <a:cubicBezTo>
                  <a:pt x="3236" y="735"/>
                  <a:pt x="2502" y="1"/>
                  <a:pt x="16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428;p25"/>
          <p:cNvSpPr/>
          <p:nvPr/>
        </p:nvSpPr>
        <p:spPr>
          <a:xfrm>
            <a:off x="5728479" y="3878962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34" y="1"/>
                  <a:pt x="1" y="735"/>
                  <a:pt x="1" y="1635"/>
                </a:cubicBezTo>
                <a:cubicBezTo>
                  <a:pt x="1" y="2536"/>
                  <a:pt x="734" y="3236"/>
                  <a:pt x="1602" y="3236"/>
                </a:cubicBezTo>
                <a:cubicBezTo>
                  <a:pt x="2502" y="3236"/>
                  <a:pt x="3236" y="2536"/>
                  <a:pt x="3236" y="1635"/>
                </a:cubicBezTo>
                <a:cubicBezTo>
                  <a:pt x="3236" y="735"/>
                  <a:pt x="2502" y="1"/>
                  <a:pt x="16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429;p25"/>
          <p:cNvSpPr/>
          <p:nvPr/>
        </p:nvSpPr>
        <p:spPr>
          <a:xfrm>
            <a:off x="6250231" y="3878962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01" y="1"/>
                  <a:pt x="1" y="735"/>
                  <a:pt x="1" y="1635"/>
                </a:cubicBezTo>
                <a:cubicBezTo>
                  <a:pt x="1" y="2536"/>
                  <a:pt x="701" y="3236"/>
                  <a:pt x="1602" y="3236"/>
                </a:cubicBezTo>
                <a:cubicBezTo>
                  <a:pt x="2503" y="3236"/>
                  <a:pt x="3237" y="2536"/>
                  <a:pt x="3237" y="1635"/>
                </a:cubicBezTo>
                <a:cubicBezTo>
                  <a:pt x="3237" y="735"/>
                  <a:pt x="2503" y="1"/>
                  <a:pt x="160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Google Shape;430;p25"/>
          <p:cNvSpPr/>
          <p:nvPr/>
        </p:nvSpPr>
        <p:spPr>
          <a:xfrm>
            <a:off x="6772074" y="3878962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01" y="1"/>
                </a:moveTo>
                <a:cubicBezTo>
                  <a:pt x="701" y="1"/>
                  <a:pt x="0" y="735"/>
                  <a:pt x="0" y="1635"/>
                </a:cubicBezTo>
                <a:cubicBezTo>
                  <a:pt x="0" y="2536"/>
                  <a:pt x="701" y="3236"/>
                  <a:pt x="1601" y="3236"/>
                </a:cubicBezTo>
                <a:cubicBezTo>
                  <a:pt x="2502" y="3236"/>
                  <a:pt x="3236" y="2536"/>
                  <a:pt x="3236" y="1635"/>
                </a:cubicBezTo>
                <a:cubicBezTo>
                  <a:pt x="3236" y="735"/>
                  <a:pt x="2502" y="1"/>
                  <a:pt x="160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431;p25"/>
          <p:cNvSpPr/>
          <p:nvPr/>
        </p:nvSpPr>
        <p:spPr>
          <a:xfrm>
            <a:off x="7290824" y="3878962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35" y="1"/>
                </a:moveTo>
                <a:cubicBezTo>
                  <a:pt x="734" y="1"/>
                  <a:pt x="0" y="735"/>
                  <a:pt x="0" y="1635"/>
                </a:cubicBezTo>
                <a:cubicBezTo>
                  <a:pt x="0" y="2536"/>
                  <a:pt x="734" y="3236"/>
                  <a:pt x="1635" y="3236"/>
                </a:cubicBezTo>
                <a:cubicBezTo>
                  <a:pt x="2535" y="3236"/>
                  <a:pt x="3236" y="2536"/>
                  <a:pt x="3236" y="1635"/>
                </a:cubicBezTo>
                <a:cubicBezTo>
                  <a:pt x="3236" y="735"/>
                  <a:pt x="2535" y="1"/>
                  <a:pt x="1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432;p25"/>
          <p:cNvSpPr/>
          <p:nvPr/>
        </p:nvSpPr>
        <p:spPr>
          <a:xfrm>
            <a:off x="7812576" y="3878962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4" y="1"/>
                  <a:pt x="1" y="735"/>
                  <a:pt x="1" y="1635"/>
                </a:cubicBezTo>
                <a:cubicBezTo>
                  <a:pt x="1" y="2536"/>
                  <a:pt x="734" y="3236"/>
                  <a:pt x="1635" y="3236"/>
                </a:cubicBezTo>
                <a:cubicBezTo>
                  <a:pt x="2536" y="3236"/>
                  <a:pt x="3236" y="2536"/>
                  <a:pt x="3236" y="1635"/>
                </a:cubicBezTo>
                <a:cubicBezTo>
                  <a:pt x="3236" y="735"/>
                  <a:pt x="2536" y="1"/>
                  <a:pt x="1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436;p25"/>
          <p:cNvSpPr/>
          <p:nvPr/>
        </p:nvSpPr>
        <p:spPr>
          <a:xfrm>
            <a:off x="3119539" y="4990650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5" y="1"/>
                  <a:pt x="1" y="735"/>
                  <a:pt x="1" y="1602"/>
                </a:cubicBezTo>
                <a:cubicBezTo>
                  <a:pt x="1" y="2503"/>
                  <a:pt x="735" y="3237"/>
                  <a:pt x="1635" y="3237"/>
                </a:cubicBezTo>
                <a:cubicBezTo>
                  <a:pt x="2503" y="3237"/>
                  <a:pt x="3236" y="2503"/>
                  <a:pt x="3236" y="1602"/>
                </a:cubicBezTo>
                <a:cubicBezTo>
                  <a:pt x="3236" y="735"/>
                  <a:pt x="2503" y="1"/>
                  <a:pt x="16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437;p25"/>
          <p:cNvSpPr/>
          <p:nvPr/>
        </p:nvSpPr>
        <p:spPr>
          <a:xfrm>
            <a:off x="3641382" y="4990650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35" y="1"/>
                </a:moveTo>
                <a:cubicBezTo>
                  <a:pt x="734" y="1"/>
                  <a:pt x="0" y="735"/>
                  <a:pt x="0" y="1602"/>
                </a:cubicBezTo>
                <a:cubicBezTo>
                  <a:pt x="0" y="2503"/>
                  <a:pt x="734" y="3237"/>
                  <a:pt x="1635" y="3237"/>
                </a:cubicBezTo>
                <a:cubicBezTo>
                  <a:pt x="2502" y="3237"/>
                  <a:pt x="3236" y="2503"/>
                  <a:pt x="3236" y="1602"/>
                </a:cubicBezTo>
                <a:cubicBezTo>
                  <a:pt x="3236" y="735"/>
                  <a:pt x="2502" y="1"/>
                  <a:pt x="16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" name="Google Shape;438;p25"/>
          <p:cNvSpPr/>
          <p:nvPr/>
        </p:nvSpPr>
        <p:spPr>
          <a:xfrm>
            <a:off x="4163134" y="4990650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4" y="1"/>
                  <a:pt x="0" y="735"/>
                  <a:pt x="0" y="1602"/>
                </a:cubicBezTo>
                <a:cubicBezTo>
                  <a:pt x="0" y="2503"/>
                  <a:pt x="734" y="3237"/>
                  <a:pt x="1635" y="3237"/>
                </a:cubicBezTo>
                <a:cubicBezTo>
                  <a:pt x="2502" y="3237"/>
                  <a:pt x="3236" y="2503"/>
                  <a:pt x="3236" y="1602"/>
                </a:cubicBezTo>
                <a:cubicBezTo>
                  <a:pt x="3236" y="735"/>
                  <a:pt x="2502" y="1"/>
                  <a:pt x="16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439;p25"/>
          <p:cNvSpPr/>
          <p:nvPr/>
        </p:nvSpPr>
        <p:spPr>
          <a:xfrm>
            <a:off x="4684886" y="4990650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35" y="1"/>
                  <a:pt x="1" y="735"/>
                  <a:pt x="1" y="1602"/>
                </a:cubicBezTo>
                <a:cubicBezTo>
                  <a:pt x="1" y="2503"/>
                  <a:pt x="735" y="3237"/>
                  <a:pt x="1602" y="3237"/>
                </a:cubicBezTo>
                <a:cubicBezTo>
                  <a:pt x="2503" y="3237"/>
                  <a:pt x="3236" y="2503"/>
                  <a:pt x="3236" y="1602"/>
                </a:cubicBezTo>
                <a:cubicBezTo>
                  <a:pt x="3236" y="735"/>
                  <a:pt x="2503" y="1"/>
                  <a:pt x="160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" name="Google Shape;440;p25"/>
          <p:cNvSpPr/>
          <p:nvPr/>
        </p:nvSpPr>
        <p:spPr>
          <a:xfrm>
            <a:off x="5206729" y="4990650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01" y="1"/>
                </a:moveTo>
                <a:cubicBezTo>
                  <a:pt x="734" y="1"/>
                  <a:pt x="0" y="735"/>
                  <a:pt x="0" y="1602"/>
                </a:cubicBezTo>
                <a:cubicBezTo>
                  <a:pt x="0" y="2503"/>
                  <a:pt x="734" y="3237"/>
                  <a:pt x="1601" y="3237"/>
                </a:cubicBezTo>
                <a:cubicBezTo>
                  <a:pt x="2502" y="3237"/>
                  <a:pt x="3236" y="2503"/>
                  <a:pt x="3236" y="1602"/>
                </a:cubicBezTo>
                <a:cubicBezTo>
                  <a:pt x="3236" y="735"/>
                  <a:pt x="2502" y="1"/>
                  <a:pt x="16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" name="Google Shape;441;p25"/>
          <p:cNvSpPr/>
          <p:nvPr/>
        </p:nvSpPr>
        <p:spPr>
          <a:xfrm>
            <a:off x="5728479" y="4990650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34" y="1"/>
                  <a:pt x="1" y="735"/>
                  <a:pt x="1" y="1602"/>
                </a:cubicBezTo>
                <a:cubicBezTo>
                  <a:pt x="1" y="2503"/>
                  <a:pt x="734" y="3237"/>
                  <a:pt x="1602" y="3237"/>
                </a:cubicBezTo>
                <a:cubicBezTo>
                  <a:pt x="2502" y="3237"/>
                  <a:pt x="3236" y="2503"/>
                  <a:pt x="3236" y="1602"/>
                </a:cubicBezTo>
                <a:cubicBezTo>
                  <a:pt x="3236" y="735"/>
                  <a:pt x="2502" y="1"/>
                  <a:pt x="160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442;p25"/>
          <p:cNvSpPr/>
          <p:nvPr/>
        </p:nvSpPr>
        <p:spPr>
          <a:xfrm>
            <a:off x="6250231" y="4990650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01" y="1"/>
                  <a:pt x="1" y="735"/>
                  <a:pt x="1" y="1602"/>
                </a:cubicBezTo>
                <a:cubicBezTo>
                  <a:pt x="1" y="2503"/>
                  <a:pt x="701" y="3237"/>
                  <a:pt x="1602" y="3237"/>
                </a:cubicBezTo>
                <a:cubicBezTo>
                  <a:pt x="2503" y="3237"/>
                  <a:pt x="3237" y="2503"/>
                  <a:pt x="3237" y="1602"/>
                </a:cubicBezTo>
                <a:cubicBezTo>
                  <a:pt x="3237" y="735"/>
                  <a:pt x="2503" y="1"/>
                  <a:pt x="160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443;p25"/>
          <p:cNvSpPr/>
          <p:nvPr/>
        </p:nvSpPr>
        <p:spPr>
          <a:xfrm>
            <a:off x="6772074" y="4990650"/>
            <a:ext cx="294271" cy="294361"/>
          </a:xfrm>
          <a:custGeom>
            <a:avLst/>
            <a:gdLst/>
            <a:ahLst/>
            <a:cxnLst/>
            <a:rect l="l" t="t" r="r" b="b"/>
            <a:pathLst>
              <a:path w="3236" h="3237" extrusionOk="0">
                <a:moveTo>
                  <a:pt x="1601" y="1"/>
                </a:moveTo>
                <a:cubicBezTo>
                  <a:pt x="701" y="1"/>
                  <a:pt x="0" y="735"/>
                  <a:pt x="0" y="1602"/>
                </a:cubicBezTo>
                <a:cubicBezTo>
                  <a:pt x="0" y="2503"/>
                  <a:pt x="701" y="3237"/>
                  <a:pt x="1601" y="3237"/>
                </a:cubicBezTo>
                <a:cubicBezTo>
                  <a:pt x="2502" y="3237"/>
                  <a:pt x="3236" y="2503"/>
                  <a:pt x="3236" y="1602"/>
                </a:cubicBezTo>
                <a:cubicBezTo>
                  <a:pt x="3236" y="735"/>
                  <a:pt x="2502" y="1"/>
                  <a:pt x="160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2" name="Google Shape;444;p25"/>
          <p:cNvSpPr/>
          <p:nvPr/>
        </p:nvSpPr>
        <p:spPr>
          <a:xfrm>
            <a:off x="7293826" y="4990650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02" y="1"/>
                </a:moveTo>
                <a:cubicBezTo>
                  <a:pt x="701" y="1"/>
                  <a:pt x="1" y="735"/>
                  <a:pt x="1" y="1602"/>
                </a:cubicBezTo>
                <a:cubicBezTo>
                  <a:pt x="1" y="2503"/>
                  <a:pt x="701" y="3237"/>
                  <a:pt x="1602" y="3237"/>
                </a:cubicBezTo>
                <a:cubicBezTo>
                  <a:pt x="2502" y="3237"/>
                  <a:pt x="3236" y="2503"/>
                  <a:pt x="3236" y="1602"/>
                </a:cubicBezTo>
                <a:cubicBezTo>
                  <a:pt x="3236" y="735"/>
                  <a:pt x="2502" y="1"/>
                  <a:pt x="160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3" name="Google Shape;445;p25"/>
          <p:cNvSpPr/>
          <p:nvPr/>
        </p:nvSpPr>
        <p:spPr>
          <a:xfrm>
            <a:off x="7812576" y="4990650"/>
            <a:ext cx="294361" cy="294361"/>
          </a:xfrm>
          <a:custGeom>
            <a:avLst/>
            <a:gdLst/>
            <a:ahLst/>
            <a:cxnLst/>
            <a:rect l="l" t="t" r="r" b="b"/>
            <a:pathLst>
              <a:path w="3237" h="3237" extrusionOk="0">
                <a:moveTo>
                  <a:pt x="1635" y="1"/>
                </a:moveTo>
                <a:cubicBezTo>
                  <a:pt x="734" y="1"/>
                  <a:pt x="1" y="735"/>
                  <a:pt x="1" y="1602"/>
                </a:cubicBezTo>
                <a:cubicBezTo>
                  <a:pt x="1" y="2503"/>
                  <a:pt x="734" y="3237"/>
                  <a:pt x="1635" y="3237"/>
                </a:cubicBezTo>
                <a:cubicBezTo>
                  <a:pt x="2536" y="3237"/>
                  <a:pt x="3236" y="2503"/>
                  <a:pt x="3236" y="1602"/>
                </a:cubicBezTo>
                <a:cubicBezTo>
                  <a:pt x="3236" y="735"/>
                  <a:pt x="2536" y="1"/>
                  <a:pt x="163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4" name="Google Shape;978;p41"/>
          <p:cNvSpPr/>
          <p:nvPr/>
        </p:nvSpPr>
        <p:spPr>
          <a:xfrm>
            <a:off x="845763" y="1561398"/>
            <a:ext cx="2046294" cy="494926"/>
          </a:xfrm>
          <a:prstGeom prst="roundRect">
            <a:avLst>
              <a:gd name="adj" fmla="val 50000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r>
              <a:rPr lang="en-GB" sz="1400" kern="0">
                <a:solidFill>
                  <a:srgbClr val="000000"/>
                </a:solidFill>
                <a:latin typeface="Arial"/>
                <a:cs typeface="Arial"/>
                <a:sym typeface="Fira Sans Extra Condensed Medium"/>
              </a:rPr>
              <a:t> 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Fira Sans Extra Condensed Medium"/>
            </a:endParaRPr>
          </a:p>
        </p:txBody>
      </p:sp>
      <p:sp>
        <p:nvSpPr>
          <p:cNvPr id="45" name="iṩļïḓè"/>
          <p:cNvSpPr txBox="1"/>
          <p:nvPr/>
        </p:nvSpPr>
        <p:spPr bwMode="auto">
          <a:xfrm>
            <a:off x="1062670" y="1639534"/>
            <a:ext cx="1534794" cy="338653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46" name="Google Shape;978;p41"/>
          <p:cNvSpPr/>
          <p:nvPr/>
        </p:nvSpPr>
        <p:spPr>
          <a:xfrm>
            <a:off x="845763" y="2647850"/>
            <a:ext cx="2046294" cy="494926"/>
          </a:xfrm>
          <a:prstGeom prst="roundRect">
            <a:avLst>
              <a:gd name="adj" fmla="val 50000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r>
              <a:rPr lang="en-GB" sz="1400" kern="0">
                <a:solidFill>
                  <a:srgbClr val="000000"/>
                </a:solidFill>
                <a:latin typeface="Arial"/>
                <a:cs typeface="Arial"/>
                <a:sym typeface="Fira Sans Extra Condensed Medium"/>
              </a:rPr>
              <a:t> 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Fira Sans Extra Condensed Medium"/>
            </a:endParaRPr>
          </a:p>
        </p:txBody>
      </p:sp>
      <p:sp>
        <p:nvSpPr>
          <p:cNvPr id="47" name="iṩļïḓè"/>
          <p:cNvSpPr txBox="1"/>
          <p:nvPr/>
        </p:nvSpPr>
        <p:spPr bwMode="auto">
          <a:xfrm>
            <a:off x="1062670" y="2725986"/>
            <a:ext cx="1534794" cy="338653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48" name="Google Shape;978;p41"/>
          <p:cNvSpPr/>
          <p:nvPr/>
        </p:nvSpPr>
        <p:spPr>
          <a:xfrm>
            <a:off x="845763" y="3756534"/>
            <a:ext cx="2046294" cy="494926"/>
          </a:xfrm>
          <a:prstGeom prst="roundRect">
            <a:avLst>
              <a:gd name="adj" fmla="val 50000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r>
              <a:rPr lang="en-GB" sz="1400" kern="0">
                <a:solidFill>
                  <a:srgbClr val="000000"/>
                </a:solidFill>
                <a:latin typeface="Arial"/>
                <a:cs typeface="Arial"/>
                <a:sym typeface="Fira Sans Extra Condensed Medium"/>
              </a:rPr>
              <a:t> 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Fira Sans Extra Condensed Medium"/>
            </a:endParaRPr>
          </a:p>
        </p:txBody>
      </p:sp>
      <p:sp>
        <p:nvSpPr>
          <p:cNvPr id="49" name="iṩļïḓè"/>
          <p:cNvSpPr txBox="1"/>
          <p:nvPr/>
        </p:nvSpPr>
        <p:spPr bwMode="auto">
          <a:xfrm>
            <a:off x="1062670" y="3834670"/>
            <a:ext cx="1534794" cy="338653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50" name="Google Shape;978;p41"/>
          <p:cNvSpPr/>
          <p:nvPr/>
        </p:nvSpPr>
        <p:spPr>
          <a:xfrm>
            <a:off x="845763" y="4842820"/>
            <a:ext cx="2046294" cy="494926"/>
          </a:xfrm>
          <a:prstGeom prst="roundRect">
            <a:avLst>
              <a:gd name="adj" fmla="val 50000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r>
              <a:rPr lang="en-GB" sz="1400" kern="0">
                <a:solidFill>
                  <a:srgbClr val="000000"/>
                </a:solidFill>
                <a:latin typeface="Arial"/>
                <a:cs typeface="Arial"/>
                <a:sym typeface="Fira Sans Extra Condensed Medium"/>
              </a:rPr>
              <a:t> </a:t>
            </a:r>
            <a:endParaRPr sz="1400" kern="0">
              <a:solidFill>
                <a:srgbClr val="000000"/>
              </a:solidFill>
              <a:latin typeface="Arial"/>
              <a:cs typeface="Arial"/>
              <a:sym typeface="Fira Sans Extra Condensed Medium"/>
            </a:endParaRPr>
          </a:p>
        </p:txBody>
      </p:sp>
      <p:sp>
        <p:nvSpPr>
          <p:cNvPr id="51" name="iṩļïḓè"/>
          <p:cNvSpPr txBox="1"/>
          <p:nvPr/>
        </p:nvSpPr>
        <p:spPr bwMode="auto">
          <a:xfrm>
            <a:off x="1062670" y="4920956"/>
            <a:ext cx="1534794" cy="338653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0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grpSp>
        <p:nvGrpSpPr>
          <p:cNvPr id="52" name="Google Shape;434;p34"/>
          <p:cNvGrpSpPr/>
          <p:nvPr/>
        </p:nvGrpSpPr>
        <p:grpSpPr>
          <a:xfrm rot="4911471" flipV="1">
            <a:off x="-51074" y="-1054930"/>
            <a:ext cx="1793673" cy="2891297"/>
            <a:chOff x="6634300" y="1683989"/>
            <a:chExt cx="1789666" cy="2884836"/>
          </a:xfrm>
        </p:grpSpPr>
        <p:sp>
          <p:nvSpPr>
            <p:cNvPr id="53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4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61" name="Synergistically utilize technically sound portals with frictionless chains. Dramatically customize…"/>
          <p:cNvSpPr txBox="1"/>
          <p:nvPr/>
        </p:nvSpPr>
        <p:spPr>
          <a:xfrm>
            <a:off x="9009596" y="1314590"/>
            <a:ext cx="2232671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</a:t>
            </a:r>
          </a:p>
        </p:txBody>
      </p:sp>
      <p:sp>
        <p:nvSpPr>
          <p:cNvPr id="62" name="Synergistically utilize technically sound portals with frictionless chains. Dramatically customize…"/>
          <p:cNvSpPr txBox="1"/>
          <p:nvPr/>
        </p:nvSpPr>
        <p:spPr>
          <a:xfrm>
            <a:off x="9009594" y="2454983"/>
            <a:ext cx="2232671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</a:t>
            </a:r>
          </a:p>
        </p:txBody>
      </p:sp>
      <p:sp>
        <p:nvSpPr>
          <p:cNvPr id="63" name="Synergistically utilize technically sound portals with frictionless chains. Dramatically customize…"/>
          <p:cNvSpPr txBox="1"/>
          <p:nvPr/>
        </p:nvSpPr>
        <p:spPr>
          <a:xfrm>
            <a:off x="9009595" y="3595377"/>
            <a:ext cx="2232671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</a:t>
            </a:r>
          </a:p>
        </p:txBody>
      </p:sp>
      <p:sp>
        <p:nvSpPr>
          <p:cNvPr id="64" name="Synergistically utilize technically sound portals with frictionless chains. Dramatically customize…"/>
          <p:cNvSpPr txBox="1"/>
          <p:nvPr/>
        </p:nvSpPr>
        <p:spPr>
          <a:xfrm>
            <a:off x="9009594" y="4623337"/>
            <a:ext cx="2232671" cy="73462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  <p:cond evt="onBegin" delay="0">
                          <p:tn val="25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  <p:cond evt="onBegin" delay="0">
                          <p:tn val="30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  <p:cond evt="onBegin" delay="0">
                          <p:tn val="35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  <p:cond evt="onBegin" delay="0">
                          <p:tn val="40"/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7" grpId="0"/>
      <p:bldP spid="49" grpId="0"/>
      <p:bldP spid="51" grpId="0"/>
      <p:bldP spid="61" grpId="0" animBg="1"/>
      <p:bldP spid="62" grpId="0" animBg="1"/>
      <p:bldP spid="63" grpId="0" animBg="1"/>
      <p:bldP spid="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20"/>
          <p:cNvSpPr/>
          <p:nvPr/>
        </p:nvSpPr>
        <p:spPr>
          <a:xfrm>
            <a:off x="791810" y="4159828"/>
            <a:ext cx="10972455" cy="39935"/>
          </a:xfrm>
          <a:custGeom>
            <a:avLst/>
            <a:gdLst/>
            <a:ahLst/>
            <a:cxnLst/>
            <a:rect l="l" t="t" r="r" b="b"/>
            <a:pathLst>
              <a:path w="287513" h="942" extrusionOk="0">
                <a:moveTo>
                  <a:pt x="476" y="0"/>
                </a:moveTo>
                <a:cubicBezTo>
                  <a:pt x="215" y="0"/>
                  <a:pt x="0" y="203"/>
                  <a:pt x="0" y="465"/>
                </a:cubicBezTo>
                <a:cubicBezTo>
                  <a:pt x="0" y="727"/>
                  <a:pt x="215" y="941"/>
                  <a:pt x="476" y="941"/>
                </a:cubicBezTo>
                <a:lnTo>
                  <a:pt x="287036" y="941"/>
                </a:lnTo>
                <a:cubicBezTo>
                  <a:pt x="287298" y="941"/>
                  <a:pt x="287512" y="727"/>
                  <a:pt x="287512" y="465"/>
                </a:cubicBezTo>
                <a:cubicBezTo>
                  <a:pt x="287512" y="203"/>
                  <a:pt x="287298" y="0"/>
                  <a:pt x="287036" y="0"/>
                </a:cubicBezTo>
                <a:close/>
              </a:path>
            </a:pathLst>
          </a:cu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171;p20"/>
          <p:cNvSpPr/>
          <p:nvPr/>
        </p:nvSpPr>
        <p:spPr>
          <a:xfrm>
            <a:off x="4346727" y="2505893"/>
            <a:ext cx="41940" cy="72728"/>
          </a:xfrm>
          <a:custGeom>
            <a:avLst/>
            <a:gdLst/>
            <a:ahLst/>
            <a:cxnLst/>
            <a:rect l="l" t="t" r="r" b="b"/>
            <a:pathLst>
              <a:path w="989" h="1714" extrusionOk="0">
                <a:moveTo>
                  <a:pt x="0" y="0"/>
                </a:moveTo>
                <a:lnTo>
                  <a:pt x="0" y="1715"/>
                </a:lnTo>
                <a:lnTo>
                  <a:pt x="988" y="1715"/>
                </a:lnTo>
                <a:lnTo>
                  <a:pt x="988" y="0"/>
                </a:lnTo>
                <a:close/>
              </a:path>
            </a:pathLst>
          </a:custGeom>
          <a:solidFill>
            <a:srgbClr val="0D37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Google Shape;172;p20"/>
          <p:cNvSpPr/>
          <p:nvPr/>
        </p:nvSpPr>
        <p:spPr>
          <a:xfrm>
            <a:off x="3496272" y="2533159"/>
            <a:ext cx="156565" cy="156565"/>
          </a:xfrm>
          <a:custGeom>
            <a:avLst/>
            <a:gdLst/>
            <a:ahLst/>
            <a:cxnLst/>
            <a:rect l="l" t="t" r="r" b="b"/>
            <a:pathLst>
              <a:path w="3692" h="3692" extrusionOk="0">
                <a:moveTo>
                  <a:pt x="1846" y="0"/>
                </a:moveTo>
                <a:cubicBezTo>
                  <a:pt x="834" y="0"/>
                  <a:pt x="0" y="822"/>
                  <a:pt x="0" y="1846"/>
                </a:cubicBezTo>
                <a:cubicBezTo>
                  <a:pt x="0" y="2858"/>
                  <a:pt x="834" y="3691"/>
                  <a:pt x="1846" y="3691"/>
                </a:cubicBezTo>
                <a:cubicBezTo>
                  <a:pt x="2870" y="3691"/>
                  <a:pt x="3691" y="2858"/>
                  <a:pt x="3691" y="1846"/>
                </a:cubicBezTo>
                <a:cubicBezTo>
                  <a:pt x="3691" y="822"/>
                  <a:pt x="2870" y="0"/>
                  <a:pt x="1846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Google Shape;173;p20"/>
          <p:cNvSpPr/>
          <p:nvPr/>
        </p:nvSpPr>
        <p:spPr>
          <a:xfrm>
            <a:off x="3512938" y="2549825"/>
            <a:ext cx="123233" cy="123233"/>
          </a:xfrm>
          <a:custGeom>
            <a:avLst/>
            <a:gdLst/>
            <a:ahLst/>
            <a:cxnLst/>
            <a:rect l="l" t="t" r="r" b="b"/>
            <a:pathLst>
              <a:path w="2906" h="2906" extrusionOk="0">
                <a:moveTo>
                  <a:pt x="1453" y="0"/>
                </a:moveTo>
                <a:cubicBezTo>
                  <a:pt x="655" y="0"/>
                  <a:pt x="0" y="643"/>
                  <a:pt x="0" y="1453"/>
                </a:cubicBezTo>
                <a:cubicBezTo>
                  <a:pt x="0" y="2250"/>
                  <a:pt x="655" y="2905"/>
                  <a:pt x="1453" y="2905"/>
                </a:cubicBezTo>
                <a:cubicBezTo>
                  <a:pt x="2250" y="2905"/>
                  <a:pt x="2905" y="2250"/>
                  <a:pt x="2905" y="1453"/>
                </a:cubicBezTo>
                <a:cubicBezTo>
                  <a:pt x="2905" y="643"/>
                  <a:pt x="2250" y="0"/>
                  <a:pt x="1453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Google Shape;174;p20"/>
          <p:cNvSpPr/>
          <p:nvPr/>
        </p:nvSpPr>
        <p:spPr>
          <a:xfrm>
            <a:off x="7734631" y="2533159"/>
            <a:ext cx="156565" cy="156565"/>
          </a:xfrm>
          <a:custGeom>
            <a:avLst/>
            <a:gdLst/>
            <a:ahLst/>
            <a:cxnLst/>
            <a:rect l="l" t="t" r="r" b="b"/>
            <a:pathLst>
              <a:path w="3692" h="3692" extrusionOk="0">
                <a:moveTo>
                  <a:pt x="1846" y="0"/>
                </a:moveTo>
                <a:cubicBezTo>
                  <a:pt x="834" y="0"/>
                  <a:pt x="1" y="822"/>
                  <a:pt x="1" y="1846"/>
                </a:cubicBezTo>
                <a:cubicBezTo>
                  <a:pt x="1" y="2858"/>
                  <a:pt x="834" y="3691"/>
                  <a:pt x="1846" y="3691"/>
                </a:cubicBezTo>
                <a:cubicBezTo>
                  <a:pt x="2870" y="3691"/>
                  <a:pt x="3692" y="2858"/>
                  <a:pt x="3692" y="1846"/>
                </a:cubicBezTo>
                <a:cubicBezTo>
                  <a:pt x="3692" y="822"/>
                  <a:pt x="2870" y="0"/>
                  <a:pt x="1846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Google Shape;175;p20"/>
          <p:cNvSpPr/>
          <p:nvPr/>
        </p:nvSpPr>
        <p:spPr>
          <a:xfrm>
            <a:off x="7751297" y="2549825"/>
            <a:ext cx="123233" cy="123233"/>
          </a:xfrm>
          <a:custGeom>
            <a:avLst/>
            <a:gdLst/>
            <a:ahLst/>
            <a:cxnLst/>
            <a:rect l="l" t="t" r="r" b="b"/>
            <a:pathLst>
              <a:path w="2906" h="2906" extrusionOk="0">
                <a:moveTo>
                  <a:pt x="1453" y="0"/>
                </a:moveTo>
                <a:cubicBezTo>
                  <a:pt x="655" y="0"/>
                  <a:pt x="1" y="643"/>
                  <a:pt x="1" y="1453"/>
                </a:cubicBezTo>
                <a:cubicBezTo>
                  <a:pt x="1" y="2250"/>
                  <a:pt x="655" y="2905"/>
                  <a:pt x="1453" y="2905"/>
                </a:cubicBezTo>
                <a:cubicBezTo>
                  <a:pt x="2263" y="2905"/>
                  <a:pt x="2906" y="2250"/>
                  <a:pt x="2906" y="1453"/>
                </a:cubicBezTo>
                <a:cubicBezTo>
                  <a:pt x="2906" y="643"/>
                  <a:pt x="2263" y="0"/>
                  <a:pt x="1453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" name="Google Shape;176;p20"/>
          <p:cNvSpPr/>
          <p:nvPr/>
        </p:nvSpPr>
        <p:spPr>
          <a:xfrm>
            <a:off x="6364306" y="2505893"/>
            <a:ext cx="41940" cy="72728"/>
          </a:xfrm>
          <a:custGeom>
            <a:avLst/>
            <a:gdLst/>
            <a:ahLst/>
            <a:cxnLst/>
            <a:rect l="l" t="t" r="r" b="b"/>
            <a:pathLst>
              <a:path w="989" h="1714" extrusionOk="0">
                <a:moveTo>
                  <a:pt x="0" y="0"/>
                </a:moveTo>
                <a:lnTo>
                  <a:pt x="0" y="1715"/>
                </a:lnTo>
                <a:lnTo>
                  <a:pt x="988" y="1715"/>
                </a:lnTo>
                <a:lnTo>
                  <a:pt x="988" y="0"/>
                </a:lnTo>
                <a:close/>
              </a:path>
            </a:pathLst>
          </a:custGeom>
          <a:solidFill>
            <a:srgbClr val="0D37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Google Shape;177;p20"/>
          <p:cNvSpPr/>
          <p:nvPr/>
        </p:nvSpPr>
        <p:spPr>
          <a:xfrm>
            <a:off x="8483486" y="2505893"/>
            <a:ext cx="41940" cy="72728"/>
          </a:xfrm>
          <a:custGeom>
            <a:avLst/>
            <a:gdLst/>
            <a:ahLst/>
            <a:cxnLst/>
            <a:rect l="l" t="t" r="r" b="b"/>
            <a:pathLst>
              <a:path w="989" h="1714" extrusionOk="0">
                <a:moveTo>
                  <a:pt x="0" y="0"/>
                </a:moveTo>
                <a:lnTo>
                  <a:pt x="0" y="1715"/>
                </a:lnTo>
                <a:lnTo>
                  <a:pt x="989" y="1715"/>
                </a:lnTo>
                <a:lnTo>
                  <a:pt x="989" y="0"/>
                </a:lnTo>
                <a:close/>
              </a:path>
            </a:pathLst>
          </a:custGeom>
          <a:solidFill>
            <a:srgbClr val="0D378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178;p20"/>
          <p:cNvSpPr/>
          <p:nvPr/>
        </p:nvSpPr>
        <p:spPr>
          <a:xfrm>
            <a:off x="2392599" y="4074495"/>
            <a:ext cx="210549" cy="210592"/>
          </a:xfrm>
          <a:custGeom>
            <a:avLst/>
            <a:gdLst/>
            <a:ahLst/>
            <a:cxnLst/>
            <a:rect l="l" t="t" r="r" b="b"/>
            <a:pathLst>
              <a:path w="4965" h="4966" extrusionOk="0">
                <a:moveTo>
                  <a:pt x="2488" y="0"/>
                </a:moveTo>
                <a:cubicBezTo>
                  <a:pt x="1119" y="0"/>
                  <a:pt x="0" y="1108"/>
                  <a:pt x="0" y="2477"/>
                </a:cubicBezTo>
                <a:cubicBezTo>
                  <a:pt x="0" y="3858"/>
                  <a:pt x="1119" y="4965"/>
                  <a:pt x="2488" y="4965"/>
                </a:cubicBezTo>
                <a:cubicBezTo>
                  <a:pt x="3858" y="4965"/>
                  <a:pt x="4965" y="3858"/>
                  <a:pt x="4965" y="2477"/>
                </a:cubicBezTo>
                <a:cubicBezTo>
                  <a:pt x="4965" y="1108"/>
                  <a:pt x="3858" y="0"/>
                  <a:pt x="2488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179;p20"/>
          <p:cNvSpPr/>
          <p:nvPr/>
        </p:nvSpPr>
        <p:spPr>
          <a:xfrm>
            <a:off x="2415284" y="4096715"/>
            <a:ext cx="165640" cy="165640"/>
          </a:xfrm>
          <a:custGeom>
            <a:avLst/>
            <a:gdLst/>
            <a:ahLst/>
            <a:cxnLst/>
            <a:rect l="l" t="t" r="r" b="b"/>
            <a:pathLst>
              <a:path w="3905" h="3905" extrusionOk="0">
                <a:moveTo>
                  <a:pt x="1953" y="0"/>
                </a:moveTo>
                <a:cubicBezTo>
                  <a:pt x="870" y="0"/>
                  <a:pt x="1" y="881"/>
                  <a:pt x="1" y="1953"/>
                </a:cubicBezTo>
                <a:cubicBezTo>
                  <a:pt x="1" y="3036"/>
                  <a:pt x="870" y="3905"/>
                  <a:pt x="1953" y="3905"/>
                </a:cubicBezTo>
                <a:cubicBezTo>
                  <a:pt x="3037" y="3905"/>
                  <a:pt x="3906" y="3036"/>
                  <a:pt x="3906" y="1953"/>
                </a:cubicBezTo>
                <a:cubicBezTo>
                  <a:pt x="3906" y="881"/>
                  <a:pt x="3037" y="0"/>
                  <a:pt x="1953" y="0"/>
                </a:cubicBezTo>
                <a:close/>
              </a:path>
            </a:pathLst>
          </a:custGeom>
          <a:solidFill>
            <a:srgbClr val="FF5000"/>
          </a:solidFill>
          <a:ln w="19050" cap="flat" cmpd="sng">
            <a:solidFill>
              <a:srgbClr val="FF5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2" name="Google Shape;180;p20"/>
          <p:cNvSpPr/>
          <p:nvPr/>
        </p:nvSpPr>
        <p:spPr>
          <a:xfrm>
            <a:off x="2227505" y="2262542"/>
            <a:ext cx="41940" cy="72728"/>
          </a:xfrm>
          <a:custGeom>
            <a:avLst/>
            <a:gdLst/>
            <a:ahLst/>
            <a:cxnLst/>
            <a:rect l="l" t="t" r="r" b="b"/>
            <a:pathLst>
              <a:path w="989" h="1714" extrusionOk="0">
                <a:moveTo>
                  <a:pt x="1" y="0"/>
                </a:moveTo>
                <a:lnTo>
                  <a:pt x="1" y="1715"/>
                </a:lnTo>
                <a:lnTo>
                  <a:pt x="989" y="1715"/>
                </a:lnTo>
                <a:lnTo>
                  <a:pt x="9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3" name="Google Shape;181;p20"/>
          <p:cNvSpPr/>
          <p:nvPr/>
        </p:nvSpPr>
        <p:spPr>
          <a:xfrm>
            <a:off x="1911468" y="1774804"/>
            <a:ext cx="1663189" cy="3317771"/>
          </a:xfrm>
          <a:custGeom>
            <a:avLst/>
            <a:gdLst/>
            <a:ahLst/>
            <a:cxnLst/>
            <a:rect l="l" t="t" r="r" b="b"/>
            <a:pathLst>
              <a:path w="39220" h="78237" fill="none" extrusionOk="0">
                <a:moveTo>
                  <a:pt x="39220" y="19611"/>
                </a:moveTo>
                <a:cubicBezTo>
                  <a:pt x="39220" y="8788"/>
                  <a:pt x="30445" y="1"/>
                  <a:pt x="19610" y="1"/>
                </a:cubicBezTo>
                <a:cubicBezTo>
                  <a:pt x="8775" y="1"/>
                  <a:pt x="0" y="8788"/>
                  <a:pt x="0" y="19611"/>
                </a:cubicBezTo>
                <a:cubicBezTo>
                  <a:pt x="0" y="28374"/>
                  <a:pt x="5751" y="35803"/>
                  <a:pt x="13681" y="38315"/>
                </a:cubicBezTo>
                <a:lnTo>
                  <a:pt x="13681" y="78237"/>
                </a:lnTo>
              </a:path>
            </a:pathLst>
          </a:custGeom>
          <a:solidFill>
            <a:srgbClr val="FF5000"/>
          </a:solidFill>
          <a:ln w="28575" cap="flat" cmpd="sng">
            <a:solidFill>
              <a:srgbClr val="FF5000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4" name="Google Shape;182;p20"/>
          <p:cNvSpPr/>
          <p:nvPr/>
        </p:nvSpPr>
        <p:spPr>
          <a:xfrm>
            <a:off x="1996276" y="1859654"/>
            <a:ext cx="1493563" cy="1493520"/>
          </a:xfrm>
          <a:custGeom>
            <a:avLst/>
            <a:gdLst/>
            <a:ahLst/>
            <a:cxnLst/>
            <a:rect l="l" t="t" r="r" b="b"/>
            <a:pathLst>
              <a:path w="35220" h="35219" extrusionOk="0">
                <a:moveTo>
                  <a:pt x="17610" y="0"/>
                </a:moveTo>
                <a:cubicBezTo>
                  <a:pt x="7883" y="0"/>
                  <a:pt x="1" y="7894"/>
                  <a:pt x="1" y="17610"/>
                </a:cubicBezTo>
                <a:cubicBezTo>
                  <a:pt x="1" y="27337"/>
                  <a:pt x="7883" y="35219"/>
                  <a:pt x="17610" y="35219"/>
                </a:cubicBezTo>
                <a:cubicBezTo>
                  <a:pt x="27337" y="35219"/>
                  <a:pt x="35219" y="27337"/>
                  <a:pt x="35219" y="17610"/>
                </a:cubicBezTo>
                <a:cubicBezTo>
                  <a:pt x="35219" y="7894"/>
                  <a:pt x="27337" y="0"/>
                  <a:pt x="17610" y="0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FF5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183;p20"/>
          <p:cNvSpPr/>
          <p:nvPr/>
        </p:nvSpPr>
        <p:spPr>
          <a:xfrm>
            <a:off x="2254262" y="2125699"/>
            <a:ext cx="970476" cy="970476"/>
          </a:xfrm>
          <a:custGeom>
            <a:avLst/>
            <a:gdLst/>
            <a:ahLst/>
            <a:cxnLst/>
            <a:rect l="l" t="t" r="r" b="b"/>
            <a:pathLst>
              <a:path w="22885" h="22885" extrusionOk="0">
                <a:moveTo>
                  <a:pt x="11443" y="1"/>
                </a:moveTo>
                <a:cubicBezTo>
                  <a:pt x="5121" y="1"/>
                  <a:pt x="1" y="5120"/>
                  <a:pt x="1" y="11443"/>
                </a:cubicBezTo>
                <a:cubicBezTo>
                  <a:pt x="1" y="17765"/>
                  <a:pt x="5121" y="22885"/>
                  <a:pt x="11443" y="22885"/>
                </a:cubicBezTo>
                <a:cubicBezTo>
                  <a:pt x="17765" y="22885"/>
                  <a:pt x="22885" y="17765"/>
                  <a:pt x="22885" y="11443"/>
                </a:cubicBezTo>
                <a:cubicBezTo>
                  <a:pt x="22885" y="5120"/>
                  <a:pt x="17765" y="1"/>
                  <a:pt x="1144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4135" b="0" i="0" u="none" strike="noStrike" kern="0" cap="none" spc="0" normalizeH="0" baseline="0" noProof="0">
                <a:ln>
                  <a:noFill/>
                </a:ln>
                <a:solidFill>
                  <a:srgbClr val="FF5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1</a:t>
            </a:r>
            <a:endParaRPr kumimoji="0" sz="413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" name="Google Shape;185;p20"/>
          <p:cNvSpPr/>
          <p:nvPr/>
        </p:nvSpPr>
        <p:spPr>
          <a:xfrm>
            <a:off x="5615452" y="2533159"/>
            <a:ext cx="156565" cy="156565"/>
          </a:xfrm>
          <a:custGeom>
            <a:avLst/>
            <a:gdLst/>
            <a:ahLst/>
            <a:cxnLst/>
            <a:rect l="l" t="t" r="r" b="b"/>
            <a:pathLst>
              <a:path w="3692" h="3692" extrusionOk="0">
                <a:moveTo>
                  <a:pt x="1846" y="0"/>
                </a:moveTo>
                <a:cubicBezTo>
                  <a:pt x="834" y="0"/>
                  <a:pt x="0" y="822"/>
                  <a:pt x="0" y="1846"/>
                </a:cubicBezTo>
                <a:cubicBezTo>
                  <a:pt x="0" y="2858"/>
                  <a:pt x="834" y="3691"/>
                  <a:pt x="1846" y="3691"/>
                </a:cubicBezTo>
                <a:cubicBezTo>
                  <a:pt x="2870" y="3691"/>
                  <a:pt x="3691" y="2858"/>
                  <a:pt x="3691" y="1846"/>
                </a:cubicBezTo>
                <a:cubicBezTo>
                  <a:pt x="3691" y="822"/>
                  <a:pt x="2870" y="0"/>
                  <a:pt x="1846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7" name="Google Shape;186;p20"/>
          <p:cNvSpPr/>
          <p:nvPr/>
        </p:nvSpPr>
        <p:spPr>
          <a:xfrm>
            <a:off x="5632117" y="2549825"/>
            <a:ext cx="123233" cy="123233"/>
          </a:xfrm>
          <a:custGeom>
            <a:avLst/>
            <a:gdLst/>
            <a:ahLst/>
            <a:cxnLst/>
            <a:rect l="l" t="t" r="r" b="b"/>
            <a:pathLst>
              <a:path w="2906" h="2906" extrusionOk="0">
                <a:moveTo>
                  <a:pt x="1453" y="0"/>
                </a:moveTo>
                <a:cubicBezTo>
                  <a:pt x="655" y="0"/>
                  <a:pt x="0" y="643"/>
                  <a:pt x="0" y="1453"/>
                </a:cubicBezTo>
                <a:cubicBezTo>
                  <a:pt x="0" y="2250"/>
                  <a:pt x="655" y="2905"/>
                  <a:pt x="1453" y="2905"/>
                </a:cubicBezTo>
                <a:cubicBezTo>
                  <a:pt x="2263" y="2905"/>
                  <a:pt x="2905" y="2250"/>
                  <a:pt x="2905" y="1453"/>
                </a:cubicBezTo>
                <a:cubicBezTo>
                  <a:pt x="2905" y="643"/>
                  <a:pt x="2263" y="0"/>
                  <a:pt x="1453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8" name="Google Shape;187;p20"/>
          <p:cNvSpPr/>
          <p:nvPr/>
        </p:nvSpPr>
        <p:spPr>
          <a:xfrm>
            <a:off x="4512287" y="4074495"/>
            <a:ext cx="210083" cy="210592"/>
          </a:xfrm>
          <a:custGeom>
            <a:avLst/>
            <a:gdLst/>
            <a:ahLst/>
            <a:cxnLst/>
            <a:rect l="l" t="t" r="r" b="b"/>
            <a:pathLst>
              <a:path w="4954" h="4966" extrusionOk="0">
                <a:moveTo>
                  <a:pt x="2477" y="0"/>
                </a:moveTo>
                <a:cubicBezTo>
                  <a:pt x="1107" y="0"/>
                  <a:pt x="0" y="1108"/>
                  <a:pt x="0" y="2477"/>
                </a:cubicBezTo>
                <a:cubicBezTo>
                  <a:pt x="0" y="3858"/>
                  <a:pt x="1107" y="4965"/>
                  <a:pt x="2477" y="4965"/>
                </a:cubicBezTo>
                <a:cubicBezTo>
                  <a:pt x="3846" y="4965"/>
                  <a:pt x="4953" y="3858"/>
                  <a:pt x="4953" y="2477"/>
                </a:cubicBezTo>
                <a:cubicBezTo>
                  <a:pt x="4953" y="1108"/>
                  <a:pt x="3846" y="0"/>
                  <a:pt x="2477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9" name="Google Shape;188;p20"/>
          <p:cNvSpPr/>
          <p:nvPr/>
        </p:nvSpPr>
        <p:spPr>
          <a:xfrm>
            <a:off x="4534507" y="4096715"/>
            <a:ext cx="165640" cy="165640"/>
          </a:xfrm>
          <a:custGeom>
            <a:avLst/>
            <a:gdLst/>
            <a:ahLst/>
            <a:cxnLst/>
            <a:rect l="l" t="t" r="r" b="b"/>
            <a:pathLst>
              <a:path w="3905" h="3905" extrusionOk="0">
                <a:moveTo>
                  <a:pt x="1953" y="0"/>
                </a:moveTo>
                <a:cubicBezTo>
                  <a:pt x="869" y="0"/>
                  <a:pt x="0" y="881"/>
                  <a:pt x="0" y="1953"/>
                </a:cubicBezTo>
                <a:cubicBezTo>
                  <a:pt x="0" y="3036"/>
                  <a:pt x="869" y="3905"/>
                  <a:pt x="1953" y="3905"/>
                </a:cubicBezTo>
                <a:cubicBezTo>
                  <a:pt x="3036" y="3905"/>
                  <a:pt x="3905" y="3036"/>
                  <a:pt x="3905" y="1953"/>
                </a:cubicBezTo>
                <a:cubicBezTo>
                  <a:pt x="3905" y="881"/>
                  <a:pt x="3036" y="0"/>
                  <a:pt x="1953" y="0"/>
                </a:cubicBezTo>
                <a:close/>
              </a:path>
            </a:pathLst>
          </a:custGeom>
          <a:solidFill>
            <a:srgbClr val="FF5000"/>
          </a:solidFill>
          <a:ln w="19050" cap="flat" cmpd="sng">
            <a:solidFill>
              <a:srgbClr val="FF5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0" name="Google Shape;189;p20"/>
          <p:cNvSpPr/>
          <p:nvPr/>
        </p:nvSpPr>
        <p:spPr>
          <a:xfrm>
            <a:off x="4030647" y="1774804"/>
            <a:ext cx="1663189" cy="3317771"/>
          </a:xfrm>
          <a:custGeom>
            <a:avLst/>
            <a:gdLst/>
            <a:ahLst/>
            <a:cxnLst/>
            <a:rect l="l" t="t" r="r" b="b"/>
            <a:pathLst>
              <a:path w="39220" h="78237" fill="none" extrusionOk="0">
                <a:moveTo>
                  <a:pt x="39220" y="19611"/>
                </a:moveTo>
                <a:cubicBezTo>
                  <a:pt x="39220" y="8788"/>
                  <a:pt x="30445" y="1"/>
                  <a:pt x="19610" y="1"/>
                </a:cubicBezTo>
                <a:cubicBezTo>
                  <a:pt x="8776" y="1"/>
                  <a:pt x="1" y="8788"/>
                  <a:pt x="1" y="19611"/>
                </a:cubicBezTo>
                <a:cubicBezTo>
                  <a:pt x="1" y="28374"/>
                  <a:pt x="5751" y="35803"/>
                  <a:pt x="13681" y="38315"/>
                </a:cubicBezTo>
                <a:lnTo>
                  <a:pt x="13681" y="78237"/>
                </a:lnTo>
              </a:path>
            </a:pathLst>
          </a:custGeom>
          <a:solidFill>
            <a:srgbClr val="FF5000"/>
          </a:solidFill>
          <a:ln w="28575" cap="flat" cmpd="sng">
            <a:solidFill>
              <a:srgbClr val="FF5000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1" name="Google Shape;190;p20"/>
          <p:cNvSpPr/>
          <p:nvPr/>
        </p:nvSpPr>
        <p:spPr>
          <a:xfrm>
            <a:off x="4115483" y="1859654"/>
            <a:ext cx="1493563" cy="1493520"/>
          </a:xfrm>
          <a:custGeom>
            <a:avLst/>
            <a:gdLst/>
            <a:ahLst/>
            <a:cxnLst/>
            <a:rect l="l" t="t" r="r" b="b"/>
            <a:pathLst>
              <a:path w="35220" h="35219" extrusionOk="0">
                <a:moveTo>
                  <a:pt x="17610" y="0"/>
                </a:moveTo>
                <a:cubicBezTo>
                  <a:pt x="7883" y="0"/>
                  <a:pt x="1" y="7894"/>
                  <a:pt x="1" y="17610"/>
                </a:cubicBezTo>
                <a:cubicBezTo>
                  <a:pt x="1" y="27337"/>
                  <a:pt x="7883" y="35219"/>
                  <a:pt x="17610" y="35219"/>
                </a:cubicBezTo>
                <a:cubicBezTo>
                  <a:pt x="27338" y="35219"/>
                  <a:pt x="35220" y="27337"/>
                  <a:pt x="35220" y="17610"/>
                </a:cubicBezTo>
                <a:cubicBezTo>
                  <a:pt x="35220" y="7894"/>
                  <a:pt x="27338" y="0"/>
                  <a:pt x="17610" y="0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FF5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191;p20"/>
          <p:cNvSpPr/>
          <p:nvPr/>
        </p:nvSpPr>
        <p:spPr>
          <a:xfrm>
            <a:off x="4373483" y="2125699"/>
            <a:ext cx="970435" cy="970476"/>
          </a:xfrm>
          <a:custGeom>
            <a:avLst/>
            <a:gdLst/>
            <a:ahLst/>
            <a:cxnLst/>
            <a:rect l="l" t="t" r="r" b="b"/>
            <a:pathLst>
              <a:path w="22884" h="22885" extrusionOk="0">
                <a:moveTo>
                  <a:pt x="11442" y="1"/>
                </a:moveTo>
                <a:cubicBezTo>
                  <a:pt x="5120" y="1"/>
                  <a:pt x="0" y="5120"/>
                  <a:pt x="0" y="11443"/>
                </a:cubicBezTo>
                <a:cubicBezTo>
                  <a:pt x="0" y="17765"/>
                  <a:pt x="5120" y="22885"/>
                  <a:pt x="11442" y="22885"/>
                </a:cubicBezTo>
                <a:cubicBezTo>
                  <a:pt x="17764" y="22885"/>
                  <a:pt x="22884" y="17765"/>
                  <a:pt x="22884" y="11443"/>
                </a:cubicBezTo>
                <a:cubicBezTo>
                  <a:pt x="22884" y="5120"/>
                  <a:pt x="17764" y="1"/>
                  <a:pt x="114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4535" b="0" i="0" u="none" strike="noStrike" kern="0" cap="none" spc="0" normalizeH="0" baseline="0" noProof="0">
                <a:ln>
                  <a:noFill/>
                </a:ln>
                <a:solidFill>
                  <a:srgbClr val="FF5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</a:t>
            </a:r>
            <a:endParaRPr kumimoji="0" sz="453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" name="Google Shape;193;p20"/>
          <p:cNvSpPr/>
          <p:nvPr/>
        </p:nvSpPr>
        <p:spPr>
          <a:xfrm>
            <a:off x="6621883" y="4074495"/>
            <a:ext cx="210549" cy="210592"/>
          </a:xfrm>
          <a:custGeom>
            <a:avLst/>
            <a:gdLst/>
            <a:ahLst/>
            <a:cxnLst/>
            <a:rect l="l" t="t" r="r" b="b"/>
            <a:pathLst>
              <a:path w="4965" h="4966" extrusionOk="0">
                <a:moveTo>
                  <a:pt x="2477" y="0"/>
                </a:moveTo>
                <a:cubicBezTo>
                  <a:pt x="1107" y="0"/>
                  <a:pt x="0" y="1108"/>
                  <a:pt x="0" y="2477"/>
                </a:cubicBezTo>
                <a:cubicBezTo>
                  <a:pt x="0" y="3858"/>
                  <a:pt x="1107" y="4965"/>
                  <a:pt x="2477" y="4965"/>
                </a:cubicBezTo>
                <a:cubicBezTo>
                  <a:pt x="3858" y="4965"/>
                  <a:pt x="4965" y="3858"/>
                  <a:pt x="4965" y="2477"/>
                </a:cubicBezTo>
                <a:cubicBezTo>
                  <a:pt x="4965" y="1108"/>
                  <a:pt x="3858" y="0"/>
                  <a:pt x="2477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4" name="Google Shape;194;p20"/>
          <p:cNvSpPr/>
          <p:nvPr/>
        </p:nvSpPr>
        <p:spPr>
          <a:xfrm>
            <a:off x="6644103" y="4096715"/>
            <a:ext cx="166149" cy="165640"/>
          </a:xfrm>
          <a:custGeom>
            <a:avLst/>
            <a:gdLst/>
            <a:ahLst/>
            <a:cxnLst/>
            <a:rect l="l" t="t" r="r" b="b"/>
            <a:pathLst>
              <a:path w="3918" h="3905" extrusionOk="0">
                <a:moveTo>
                  <a:pt x="1953" y="0"/>
                </a:moveTo>
                <a:cubicBezTo>
                  <a:pt x="881" y="0"/>
                  <a:pt x="0" y="881"/>
                  <a:pt x="0" y="1953"/>
                </a:cubicBezTo>
                <a:cubicBezTo>
                  <a:pt x="0" y="3036"/>
                  <a:pt x="881" y="3905"/>
                  <a:pt x="1953" y="3905"/>
                </a:cubicBezTo>
                <a:cubicBezTo>
                  <a:pt x="3036" y="3905"/>
                  <a:pt x="3917" y="3036"/>
                  <a:pt x="3917" y="1953"/>
                </a:cubicBezTo>
                <a:cubicBezTo>
                  <a:pt x="3917" y="881"/>
                  <a:pt x="3036" y="0"/>
                  <a:pt x="1953" y="0"/>
                </a:cubicBezTo>
                <a:close/>
              </a:path>
            </a:pathLst>
          </a:custGeom>
          <a:solidFill>
            <a:srgbClr val="FF5000"/>
          </a:solidFill>
          <a:ln w="19050" cap="flat" cmpd="sng">
            <a:solidFill>
              <a:srgbClr val="FF5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5" name="Google Shape;195;p20"/>
          <p:cNvSpPr/>
          <p:nvPr/>
        </p:nvSpPr>
        <p:spPr>
          <a:xfrm>
            <a:off x="6149827" y="1774804"/>
            <a:ext cx="1663232" cy="3317771"/>
          </a:xfrm>
          <a:custGeom>
            <a:avLst/>
            <a:gdLst/>
            <a:ahLst/>
            <a:cxnLst/>
            <a:rect l="l" t="t" r="r" b="b"/>
            <a:pathLst>
              <a:path w="39221" h="78237" fill="none" extrusionOk="0">
                <a:moveTo>
                  <a:pt x="39220" y="19611"/>
                </a:moveTo>
                <a:cubicBezTo>
                  <a:pt x="39220" y="8788"/>
                  <a:pt x="30445" y="1"/>
                  <a:pt x="19611" y="1"/>
                </a:cubicBezTo>
                <a:cubicBezTo>
                  <a:pt x="8776" y="1"/>
                  <a:pt x="1" y="8788"/>
                  <a:pt x="1" y="19611"/>
                </a:cubicBezTo>
                <a:cubicBezTo>
                  <a:pt x="1" y="28374"/>
                  <a:pt x="5752" y="35803"/>
                  <a:pt x="13681" y="38315"/>
                </a:cubicBezTo>
                <a:lnTo>
                  <a:pt x="13681" y="78237"/>
                </a:lnTo>
              </a:path>
            </a:pathLst>
          </a:custGeom>
          <a:solidFill>
            <a:srgbClr val="FF5000"/>
          </a:solidFill>
          <a:ln w="28575" cap="flat" cmpd="sng">
            <a:solidFill>
              <a:srgbClr val="FF5000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6" name="Google Shape;196;p20"/>
          <p:cNvSpPr/>
          <p:nvPr/>
        </p:nvSpPr>
        <p:spPr>
          <a:xfrm>
            <a:off x="6234691" y="1859654"/>
            <a:ext cx="1493520" cy="1493520"/>
          </a:xfrm>
          <a:custGeom>
            <a:avLst/>
            <a:gdLst/>
            <a:ahLst/>
            <a:cxnLst/>
            <a:rect l="l" t="t" r="r" b="b"/>
            <a:pathLst>
              <a:path w="35219" h="35219" extrusionOk="0">
                <a:moveTo>
                  <a:pt x="17610" y="0"/>
                </a:moveTo>
                <a:cubicBezTo>
                  <a:pt x="7882" y="0"/>
                  <a:pt x="0" y="7894"/>
                  <a:pt x="0" y="17610"/>
                </a:cubicBezTo>
                <a:cubicBezTo>
                  <a:pt x="0" y="27337"/>
                  <a:pt x="7882" y="35219"/>
                  <a:pt x="17610" y="35219"/>
                </a:cubicBezTo>
                <a:cubicBezTo>
                  <a:pt x="27337" y="35219"/>
                  <a:pt x="35219" y="27337"/>
                  <a:pt x="35219" y="17610"/>
                </a:cubicBezTo>
                <a:cubicBezTo>
                  <a:pt x="35219" y="7894"/>
                  <a:pt x="27337" y="0"/>
                  <a:pt x="17610" y="0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FF5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197;p20"/>
          <p:cNvSpPr/>
          <p:nvPr/>
        </p:nvSpPr>
        <p:spPr>
          <a:xfrm>
            <a:off x="6492663" y="2125699"/>
            <a:ext cx="970435" cy="970476"/>
          </a:xfrm>
          <a:custGeom>
            <a:avLst/>
            <a:gdLst/>
            <a:ahLst/>
            <a:cxnLst/>
            <a:rect l="l" t="t" r="r" b="b"/>
            <a:pathLst>
              <a:path w="22884" h="22885" extrusionOk="0">
                <a:moveTo>
                  <a:pt x="11442" y="1"/>
                </a:moveTo>
                <a:cubicBezTo>
                  <a:pt x="5120" y="1"/>
                  <a:pt x="0" y="5120"/>
                  <a:pt x="0" y="11443"/>
                </a:cubicBezTo>
                <a:cubicBezTo>
                  <a:pt x="0" y="17765"/>
                  <a:pt x="5120" y="22885"/>
                  <a:pt x="11442" y="22885"/>
                </a:cubicBezTo>
                <a:cubicBezTo>
                  <a:pt x="17764" y="22885"/>
                  <a:pt x="22884" y="17765"/>
                  <a:pt x="22884" y="11443"/>
                </a:cubicBezTo>
                <a:cubicBezTo>
                  <a:pt x="22884" y="5120"/>
                  <a:pt x="17764" y="1"/>
                  <a:pt x="114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4535" b="0" i="0" u="none" strike="noStrike" kern="0" cap="none" spc="0" normalizeH="0" baseline="0" noProof="0">
                <a:ln>
                  <a:noFill/>
                </a:ln>
                <a:solidFill>
                  <a:srgbClr val="FF5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3</a:t>
            </a:r>
            <a:endParaRPr kumimoji="0" sz="453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8" name="Google Shape;199;p20"/>
          <p:cNvSpPr/>
          <p:nvPr/>
        </p:nvSpPr>
        <p:spPr>
          <a:xfrm>
            <a:off x="8741571" y="4074495"/>
            <a:ext cx="210592" cy="210592"/>
          </a:xfrm>
          <a:custGeom>
            <a:avLst/>
            <a:gdLst/>
            <a:ahLst/>
            <a:cxnLst/>
            <a:rect l="l" t="t" r="r" b="b"/>
            <a:pathLst>
              <a:path w="4966" h="4966" extrusionOk="0">
                <a:moveTo>
                  <a:pt x="2477" y="0"/>
                </a:moveTo>
                <a:cubicBezTo>
                  <a:pt x="1108" y="0"/>
                  <a:pt x="0" y="1108"/>
                  <a:pt x="0" y="2477"/>
                </a:cubicBezTo>
                <a:cubicBezTo>
                  <a:pt x="0" y="3858"/>
                  <a:pt x="1108" y="4965"/>
                  <a:pt x="2477" y="4965"/>
                </a:cubicBezTo>
                <a:cubicBezTo>
                  <a:pt x="3846" y="4965"/>
                  <a:pt x="4965" y="3858"/>
                  <a:pt x="4965" y="2477"/>
                </a:cubicBezTo>
                <a:cubicBezTo>
                  <a:pt x="4965" y="1108"/>
                  <a:pt x="3846" y="0"/>
                  <a:pt x="2477" y="0"/>
                </a:cubicBezTo>
                <a:close/>
              </a:path>
            </a:pathLst>
          </a:custGeom>
          <a:solidFill>
            <a:srgbClr val="FF5000"/>
          </a:solidFill>
          <a:ln w="19050" cap="flat" cmpd="sng">
            <a:solidFill>
              <a:srgbClr val="FF5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9" name="Google Shape;200;p20"/>
          <p:cNvSpPr/>
          <p:nvPr/>
        </p:nvSpPr>
        <p:spPr>
          <a:xfrm>
            <a:off x="8763791" y="4096715"/>
            <a:ext cx="165640" cy="165640"/>
          </a:xfrm>
          <a:custGeom>
            <a:avLst/>
            <a:gdLst/>
            <a:ahLst/>
            <a:cxnLst/>
            <a:rect l="l" t="t" r="r" b="b"/>
            <a:pathLst>
              <a:path w="3905" h="3905" extrusionOk="0">
                <a:moveTo>
                  <a:pt x="1953" y="0"/>
                </a:moveTo>
                <a:cubicBezTo>
                  <a:pt x="881" y="0"/>
                  <a:pt x="0" y="881"/>
                  <a:pt x="0" y="1953"/>
                </a:cubicBezTo>
                <a:cubicBezTo>
                  <a:pt x="0" y="3036"/>
                  <a:pt x="881" y="3905"/>
                  <a:pt x="1953" y="3905"/>
                </a:cubicBezTo>
                <a:cubicBezTo>
                  <a:pt x="3036" y="3905"/>
                  <a:pt x="3905" y="3036"/>
                  <a:pt x="3905" y="1953"/>
                </a:cubicBezTo>
                <a:cubicBezTo>
                  <a:pt x="3905" y="881"/>
                  <a:pt x="3036" y="0"/>
                  <a:pt x="1953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0" name="Google Shape;201;p20"/>
          <p:cNvSpPr/>
          <p:nvPr/>
        </p:nvSpPr>
        <p:spPr>
          <a:xfrm>
            <a:off x="8269048" y="1774804"/>
            <a:ext cx="1663189" cy="3317771"/>
          </a:xfrm>
          <a:custGeom>
            <a:avLst/>
            <a:gdLst/>
            <a:ahLst/>
            <a:cxnLst/>
            <a:rect l="l" t="t" r="r" b="b"/>
            <a:pathLst>
              <a:path w="39220" h="78237" fill="none" extrusionOk="0">
                <a:moveTo>
                  <a:pt x="39219" y="19611"/>
                </a:moveTo>
                <a:cubicBezTo>
                  <a:pt x="39219" y="8788"/>
                  <a:pt x="30444" y="1"/>
                  <a:pt x="19610" y="1"/>
                </a:cubicBezTo>
                <a:cubicBezTo>
                  <a:pt x="8775" y="1"/>
                  <a:pt x="0" y="8788"/>
                  <a:pt x="0" y="19611"/>
                </a:cubicBezTo>
                <a:cubicBezTo>
                  <a:pt x="0" y="28374"/>
                  <a:pt x="5751" y="35803"/>
                  <a:pt x="13680" y="38315"/>
                </a:cubicBezTo>
                <a:lnTo>
                  <a:pt x="13680" y="78237"/>
                </a:lnTo>
              </a:path>
            </a:pathLst>
          </a:custGeom>
          <a:solidFill>
            <a:srgbClr val="FF5000"/>
          </a:solidFill>
          <a:ln w="28575" cap="flat" cmpd="sng">
            <a:solidFill>
              <a:srgbClr val="FF5000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1" name="Google Shape;202;p20"/>
          <p:cNvSpPr/>
          <p:nvPr/>
        </p:nvSpPr>
        <p:spPr>
          <a:xfrm>
            <a:off x="9853811" y="2533159"/>
            <a:ext cx="156565" cy="156565"/>
          </a:xfrm>
          <a:custGeom>
            <a:avLst/>
            <a:gdLst/>
            <a:ahLst/>
            <a:cxnLst/>
            <a:rect l="l" t="t" r="r" b="b"/>
            <a:pathLst>
              <a:path w="3692" h="3692" extrusionOk="0">
                <a:moveTo>
                  <a:pt x="1846" y="0"/>
                </a:moveTo>
                <a:cubicBezTo>
                  <a:pt x="834" y="0"/>
                  <a:pt x="1" y="822"/>
                  <a:pt x="1" y="1846"/>
                </a:cubicBezTo>
                <a:cubicBezTo>
                  <a:pt x="1" y="2858"/>
                  <a:pt x="834" y="3691"/>
                  <a:pt x="1846" y="3691"/>
                </a:cubicBezTo>
                <a:cubicBezTo>
                  <a:pt x="2870" y="3691"/>
                  <a:pt x="3692" y="2858"/>
                  <a:pt x="3692" y="1846"/>
                </a:cubicBezTo>
                <a:cubicBezTo>
                  <a:pt x="3692" y="822"/>
                  <a:pt x="2870" y="0"/>
                  <a:pt x="1846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2" name="Google Shape;203;p20"/>
          <p:cNvSpPr/>
          <p:nvPr/>
        </p:nvSpPr>
        <p:spPr>
          <a:xfrm>
            <a:off x="9870476" y="2549825"/>
            <a:ext cx="123233" cy="123233"/>
          </a:xfrm>
          <a:custGeom>
            <a:avLst/>
            <a:gdLst/>
            <a:ahLst/>
            <a:cxnLst/>
            <a:rect l="l" t="t" r="r" b="b"/>
            <a:pathLst>
              <a:path w="2906" h="2906" extrusionOk="0">
                <a:moveTo>
                  <a:pt x="1453" y="0"/>
                </a:moveTo>
                <a:cubicBezTo>
                  <a:pt x="656" y="0"/>
                  <a:pt x="1" y="643"/>
                  <a:pt x="1" y="1453"/>
                </a:cubicBezTo>
                <a:cubicBezTo>
                  <a:pt x="1" y="2250"/>
                  <a:pt x="656" y="2905"/>
                  <a:pt x="1453" y="2905"/>
                </a:cubicBezTo>
                <a:cubicBezTo>
                  <a:pt x="2263" y="2905"/>
                  <a:pt x="2906" y="2250"/>
                  <a:pt x="2906" y="1453"/>
                </a:cubicBezTo>
                <a:cubicBezTo>
                  <a:pt x="2906" y="643"/>
                  <a:pt x="2263" y="0"/>
                  <a:pt x="1453" y="0"/>
                </a:cubicBezTo>
                <a:close/>
              </a:path>
            </a:pathLst>
          </a:custGeom>
          <a:solidFill>
            <a:srgbClr val="FF5000"/>
          </a:solidFill>
          <a:ln>
            <a:solidFill>
              <a:srgbClr val="FF50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3" name="Google Shape;204;p20"/>
          <p:cNvSpPr/>
          <p:nvPr/>
        </p:nvSpPr>
        <p:spPr>
          <a:xfrm>
            <a:off x="8353856" y="1859654"/>
            <a:ext cx="1493520" cy="1493520"/>
          </a:xfrm>
          <a:custGeom>
            <a:avLst/>
            <a:gdLst/>
            <a:ahLst/>
            <a:cxnLst/>
            <a:rect l="l" t="t" r="r" b="b"/>
            <a:pathLst>
              <a:path w="35219" h="35219" extrusionOk="0">
                <a:moveTo>
                  <a:pt x="17610" y="0"/>
                </a:moveTo>
                <a:cubicBezTo>
                  <a:pt x="7882" y="0"/>
                  <a:pt x="0" y="7894"/>
                  <a:pt x="0" y="17610"/>
                </a:cubicBezTo>
                <a:cubicBezTo>
                  <a:pt x="0" y="27337"/>
                  <a:pt x="7882" y="35219"/>
                  <a:pt x="17610" y="35219"/>
                </a:cubicBezTo>
                <a:cubicBezTo>
                  <a:pt x="27337" y="35219"/>
                  <a:pt x="35219" y="27337"/>
                  <a:pt x="35219" y="17610"/>
                </a:cubicBezTo>
                <a:cubicBezTo>
                  <a:pt x="35219" y="7894"/>
                  <a:pt x="27337" y="0"/>
                  <a:pt x="17610" y="0"/>
                </a:cubicBezTo>
                <a:close/>
              </a:path>
            </a:pathLst>
          </a:cu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FF5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205;p20"/>
          <p:cNvSpPr/>
          <p:nvPr/>
        </p:nvSpPr>
        <p:spPr>
          <a:xfrm>
            <a:off x="8611842" y="2125699"/>
            <a:ext cx="970476" cy="970476"/>
          </a:xfrm>
          <a:custGeom>
            <a:avLst/>
            <a:gdLst/>
            <a:ahLst/>
            <a:cxnLst/>
            <a:rect l="l" t="t" r="r" b="b"/>
            <a:pathLst>
              <a:path w="22885" h="22885" extrusionOk="0">
                <a:moveTo>
                  <a:pt x="11442" y="1"/>
                </a:moveTo>
                <a:cubicBezTo>
                  <a:pt x="5120" y="1"/>
                  <a:pt x="0" y="5120"/>
                  <a:pt x="0" y="11443"/>
                </a:cubicBezTo>
                <a:cubicBezTo>
                  <a:pt x="0" y="17765"/>
                  <a:pt x="5120" y="22885"/>
                  <a:pt x="11442" y="22885"/>
                </a:cubicBezTo>
                <a:cubicBezTo>
                  <a:pt x="17765" y="22885"/>
                  <a:pt x="22884" y="17765"/>
                  <a:pt x="22884" y="11443"/>
                </a:cubicBezTo>
                <a:cubicBezTo>
                  <a:pt x="22884" y="5120"/>
                  <a:pt x="17765" y="1"/>
                  <a:pt x="114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r>
              <a:rPr kumimoji="0" lang="en-GB" sz="4535" b="0" i="0" u="none" strike="noStrike" kern="0" cap="none" spc="0" normalizeH="0" baseline="0" noProof="0">
                <a:ln>
                  <a:noFill/>
                </a:ln>
                <a:solidFill>
                  <a:srgbClr val="FF5000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</a:t>
            </a:r>
            <a:endParaRPr kumimoji="0" sz="4535" b="0" i="0" u="none" strike="noStrike" kern="0" cap="none" spc="0" normalizeH="0" baseline="0" noProof="0">
              <a:ln>
                <a:noFill/>
              </a:ln>
              <a:solidFill>
                <a:srgbClr val="FF5000"/>
              </a:solidFill>
              <a:effectLst/>
              <a:uLnTx/>
              <a:uFillTx/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5" name="Google Shape;2062;p40"/>
          <p:cNvSpPr/>
          <p:nvPr/>
        </p:nvSpPr>
        <p:spPr>
          <a:xfrm>
            <a:off x="1426536" y="4612887"/>
            <a:ext cx="2069736" cy="1281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ym typeface="Roboto" panose="02000000000000000000"/>
              </a:rPr>
              <a:t> </a:t>
            </a:r>
            <a:endParaRPr>
              <a:sym typeface="Roboto" panose="02000000000000000000"/>
            </a:endParaRPr>
          </a:p>
        </p:txBody>
      </p:sp>
      <p:sp>
        <p:nvSpPr>
          <p:cNvPr id="36" name="Synergistically utilize technically sound portals with frictionless chains. Dramatically customize…"/>
          <p:cNvSpPr txBox="1"/>
          <p:nvPr/>
        </p:nvSpPr>
        <p:spPr>
          <a:xfrm>
            <a:off x="1703589" y="4766651"/>
            <a:ext cx="1588568" cy="124245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</a:t>
            </a:r>
          </a:p>
        </p:txBody>
      </p:sp>
      <p:sp>
        <p:nvSpPr>
          <p:cNvPr id="37" name="Google Shape;2062;p40"/>
          <p:cNvSpPr/>
          <p:nvPr/>
        </p:nvSpPr>
        <p:spPr>
          <a:xfrm>
            <a:off x="3769955" y="4598210"/>
            <a:ext cx="2069736" cy="1281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ym typeface="Roboto" panose="02000000000000000000"/>
              </a:rPr>
              <a:t> </a:t>
            </a:r>
            <a:endParaRPr>
              <a:sym typeface="Roboto" panose="02000000000000000000"/>
            </a:endParaRPr>
          </a:p>
        </p:txBody>
      </p:sp>
      <p:sp>
        <p:nvSpPr>
          <p:cNvPr id="38" name="Synergistically utilize technically sound portals with frictionless chains. Dramatically customize…"/>
          <p:cNvSpPr txBox="1"/>
          <p:nvPr/>
        </p:nvSpPr>
        <p:spPr>
          <a:xfrm>
            <a:off x="4047008" y="4751974"/>
            <a:ext cx="1588568" cy="124245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</a:t>
            </a:r>
          </a:p>
        </p:txBody>
      </p:sp>
      <p:sp>
        <p:nvSpPr>
          <p:cNvPr id="39" name="Google Shape;2062;p40"/>
          <p:cNvSpPr/>
          <p:nvPr/>
        </p:nvSpPr>
        <p:spPr>
          <a:xfrm>
            <a:off x="6109130" y="4611763"/>
            <a:ext cx="2069736" cy="1281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ym typeface="Roboto" panose="02000000000000000000"/>
              </a:rPr>
              <a:t> </a:t>
            </a:r>
            <a:endParaRPr>
              <a:sym typeface="Roboto" panose="02000000000000000000"/>
            </a:endParaRPr>
          </a:p>
        </p:txBody>
      </p:sp>
      <p:sp>
        <p:nvSpPr>
          <p:cNvPr id="40" name="Synergistically utilize technically sound portals with frictionless chains. Dramatically customize…"/>
          <p:cNvSpPr txBox="1"/>
          <p:nvPr/>
        </p:nvSpPr>
        <p:spPr>
          <a:xfrm>
            <a:off x="6386183" y="4765527"/>
            <a:ext cx="1588568" cy="124245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</a:t>
            </a:r>
          </a:p>
        </p:txBody>
      </p:sp>
      <p:sp>
        <p:nvSpPr>
          <p:cNvPr id="41" name="Google Shape;2062;p40"/>
          <p:cNvSpPr/>
          <p:nvPr/>
        </p:nvSpPr>
        <p:spPr>
          <a:xfrm>
            <a:off x="8468644" y="4611763"/>
            <a:ext cx="2069736" cy="1281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dist="50800" dir="15540000" algn="ctr" rotWithShape="0">
              <a:srgbClr val="000000">
                <a:alpha val="2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>
                <a:sym typeface="Roboto" panose="02000000000000000000"/>
              </a:rPr>
              <a:t> </a:t>
            </a:r>
            <a:endParaRPr>
              <a:sym typeface="Roboto" panose="02000000000000000000"/>
            </a:endParaRPr>
          </a:p>
        </p:txBody>
      </p:sp>
      <p:sp>
        <p:nvSpPr>
          <p:cNvPr id="42" name="Synergistically utilize technically sound portals with frictionless chains. Dramatically customize…"/>
          <p:cNvSpPr txBox="1"/>
          <p:nvPr/>
        </p:nvSpPr>
        <p:spPr>
          <a:xfrm>
            <a:off x="8745697" y="4765527"/>
            <a:ext cx="1588568" cy="124245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 animBg="1"/>
      <p:bldP spid="40" grpId="0" animBg="1"/>
      <p:bldP spid="4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6;p28"/>
          <p:cNvSpPr/>
          <p:nvPr/>
        </p:nvSpPr>
        <p:spPr>
          <a:xfrm flipH="1">
            <a:off x="8055980" y="1892280"/>
            <a:ext cx="1042622" cy="1382400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100" kern="0" dirty="0">
              <a:solidFill>
                <a:srgbClr val="254868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3" name="Google Shape;517;p28"/>
          <p:cNvSpPr/>
          <p:nvPr/>
        </p:nvSpPr>
        <p:spPr>
          <a:xfrm flipH="1">
            <a:off x="8534337" y="1914208"/>
            <a:ext cx="3657600" cy="138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100" kern="0" dirty="0">
              <a:solidFill>
                <a:srgbClr val="254868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4" name="Google Shape;518;p28"/>
          <p:cNvSpPr txBox="1"/>
          <p:nvPr/>
        </p:nvSpPr>
        <p:spPr>
          <a:xfrm>
            <a:off x="9098601" y="2006637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GB" sz="3200" kern="0" dirty="0">
                <a:solidFill>
                  <a:srgbClr val="254868"/>
                </a:solidFill>
                <a:latin typeface="思源宋体 CN Heavy" pitchFamily="18" charset="-122"/>
                <a:ea typeface="思源宋体 CN Heavy" pitchFamily="18" charset="-122"/>
                <a:cs typeface="Bebas Neue"/>
                <a:sym typeface="Bebas Neue"/>
              </a:rPr>
              <a:t>60%</a:t>
            </a:r>
            <a:endParaRPr sz="3200" kern="0" dirty="0">
              <a:solidFill>
                <a:srgbClr val="254868"/>
              </a:solidFill>
              <a:latin typeface="思源宋体 CN Heavy" pitchFamily="18" charset="-122"/>
              <a:ea typeface="思源宋体 CN Heavy" pitchFamily="18" charset="-122"/>
              <a:cs typeface="Bebas Neue"/>
              <a:sym typeface="Bebas Neue"/>
            </a:endParaRPr>
          </a:p>
        </p:txBody>
      </p:sp>
      <p:sp>
        <p:nvSpPr>
          <p:cNvPr id="5" name="Google Shape;524;p28"/>
          <p:cNvSpPr/>
          <p:nvPr/>
        </p:nvSpPr>
        <p:spPr>
          <a:xfrm>
            <a:off x="1726948" y="1892304"/>
            <a:ext cx="1252800" cy="1382400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100" kern="0" dirty="0">
              <a:solidFill>
                <a:srgbClr val="254868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6" name="Google Shape;525;p28"/>
          <p:cNvSpPr/>
          <p:nvPr/>
        </p:nvSpPr>
        <p:spPr>
          <a:xfrm>
            <a:off x="66" y="1892272"/>
            <a:ext cx="1726800" cy="138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100" kern="0" dirty="0">
              <a:solidFill>
                <a:srgbClr val="254868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7" name="Google Shape;526;p28"/>
          <p:cNvSpPr txBox="1"/>
          <p:nvPr/>
        </p:nvSpPr>
        <p:spPr>
          <a:xfrm>
            <a:off x="974545" y="1973807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GB" sz="3200" kern="0" dirty="0">
                <a:solidFill>
                  <a:srgbClr val="254868"/>
                </a:solidFill>
                <a:latin typeface="思源宋体 CN Heavy" pitchFamily="18" charset="-122"/>
                <a:ea typeface="思源宋体 CN Heavy" pitchFamily="18" charset="-122"/>
                <a:cs typeface="Bebas Neue"/>
                <a:sym typeface="Bebas Neue"/>
              </a:rPr>
              <a:t>40%</a:t>
            </a:r>
            <a:endParaRPr sz="3200" kern="0" dirty="0">
              <a:solidFill>
                <a:srgbClr val="254868"/>
              </a:solidFill>
              <a:latin typeface="思源宋体 CN Heavy" pitchFamily="18" charset="-122"/>
              <a:ea typeface="思源宋体 CN Heavy" pitchFamily="18" charset="-122"/>
              <a:cs typeface="Bebas Neue"/>
              <a:sym typeface="Bebas Neue"/>
            </a:endParaRPr>
          </a:p>
        </p:txBody>
      </p:sp>
      <p:sp>
        <p:nvSpPr>
          <p:cNvPr id="8" name="Google Shape;533;p28"/>
          <p:cNvSpPr/>
          <p:nvPr/>
        </p:nvSpPr>
        <p:spPr>
          <a:xfrm flipH="1">
            <a:off x="9098601" y="4396270"/>
            <a:ext cx="693879" cy="1382258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100" kern="0" dirty="0">
              <a:solidFill>
                <a:srgbClr val="254868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9" name="Google Shape;534;p28"/>
          <p:cNvSpPr/>
          <p:nvPr/>
        </p:nvSpPr>
        <p:spPr>
          <a:xfrm flipH="1">
            <a:off x="9772826" y="4396224"/>
            <a:ext cx="2419090" cy="13822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100" kern="0" dirty="0">
              <a:solidFill>
                <a:srgbClr val="254868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10" name="Google Shape;535;p28"/>
          <p:cNvSpPr txBox="1"/>
          <p:nvPr/>
        </p:nvSpPr>
        <p:spPr>
          <a:xfrm>
            <a:off x="9857105" y="4477764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GB" sz="3200" kern="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  <a:cs typeface="Bebas Neue"/>
                <a:sym typeface="Bebas Neue"/>
              </a:rPr>
              <a:t>50%</a:t>
            </a:r>
            <a:endParaRPr sz="3200" kern="0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  <a:cs typeface="Bebas Neue"/>
              <a:sym typeface="Bebas Neue"/>
            </a:endParaRPr>
          </a:p>
        </p:txBody>
      </p:sp>
      <p:sp>
        <p:nvSpPr>
          <p:cNvPr id="11" name="Google Shape;542;p28"/>
          <p:cNvSpPr/>
          <p:nvPr/>
        </p:nvSpPr>
        <p:spPr>
          <a:xfrm>
            <a:off x="2399450" y="4396234"/>
            <a:ext cx="1252792" cy="1382259"/>
          </a:xfrm>
          <a:prstGeom prst="flowChartDelay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100" kern="0" dirty="0">
              <a:solidFill>
                <a:srgbClr val="FFE3DA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12" name="Google Shape;543;p28"/>
          <p:cNvSpPr/>
          <p:nvPr/>
        </p:nvSpPr>
        <p:spPr>
          <a:xfrm>
            <a:off x="83" y="4396234"/>
            <a:ext cx="2419090" cy="138225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100" kern="0" dirty="0">
              <a:solidFill>
                <a:srgbClr val="FFE3DA"/>
              </a:solidFill>
              <a:latin typeface="思源宋体 CN Heavy" pitchFamily="18" charset="-122"/>
              <a:ea typeface="思源宋体 CN Heavy" pitchFamily="18" charset="-122"/>
              <a:cs typeface="Arial"/>
              <a:sym typeface="Arial"/>
            </a:endParaRPr>
          </a:p>
        </p:txBody>
      </p:sp>
      <p:sp>
        <p:nvSpPr>
          <p:cNvPr id="13" name="Google Shape;544;p28"/>
          <p:cNvSpPr txBox="1"/>
          <p:nvPr/>
        </p:nvSpPr>
        <p:spPr>
          <a:xfrm>
            <a:off x="1283839" y="4511564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en-GB" sz="3200" kern="0" dirty="0">
                <a:solidFill>
                  <a:srgbClr val="FFE3DA"/>
                </a:solidFill>
                <a:latin typeface="思源宋体 CN Heavy" pitchFamily="18" charset="-122"/>
                <a:ea typeface="思源宋体 CN Heavy" pitchFamily="18" charset="-122"/>
                <a:cs typeface="Bebas Neue"/>
                <a:sym typeface="Bebas Neue"/>
              </a:rPr>
              <a:t>50%</a:t>
            </a:r>
            <a:endParaRPr sz="3200" kern="0" dirty="0">
              <a:solidFill>
                <a:srgbClr val="FFE3DA"/>
              </a:solidFill>
              <a:latin typeface="思源宋体 CN Heavy" pitchFamily="18" charset="-122"/>
              <a:ea typeface="思源宋体 CN Heavy" pitchFamily="18" charset="-122"/>
              <a:cs typeface="Bebas Neue"/>
              <a:sym typeface="Bebas Neue"/>
            </a:endParaRPr>
          </a:p>
        </p:txBody>
      </p:sp>
      <p:sp>
        <p:nvSpPr>
          <p:cNvPr id="14" name="Synergistically utilize technically sound portals with frictionless chains. Dramatically customize…"/>
          <p:cNvSpPr txBox="1"/>
          <p:nvPr/>
        </p:nvSpPr>
        <p:spPr>
          <a:xfrm>
            <a:off x="3229863" y="2089137"/>
            <a:ext cx="2232671" cy="9885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 Synergistically utilize technically</a:t>
            </a:r>
          </a:p>
        </p:txBody>
      </p:sp>
      <p:sp>
        <p:nvSpPr>
          <p:cNvPr id="15" name="Synergistically utilize technically sound portals with frictionless chains. Dramatically customize…"/>
          <p:cNvSpPr txBox="1"/>
          <p:nvPr/>
        </p:nvSpPr>
        <p:spPr>
          <a:xfrm>
            <a:off x="3907583" y="4593083"/>
            <a:ext cx="2232671" cy="9885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 Synergistically utilize technically</a:t>
            </a:r>
          </a:p>
        </p:txBody>
      </p:sp>
      <p:sp>
        <p:nvSpPr>
          <p:cNvPr id="16" name="Synergistically utilize technically sound portals with frictionless chains. Dramatically customize…"/>
          <p:cNvSpPr txBox="1"/>
          <p:nvPr/>
        </p:nvSpPr>
        <p:spPr>
          <a:xfrm>
            <a:off x="5731792" y="2089137"/>
            <a:ext cx="2232671" cy="9885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 Synergistically utilize technically</a:t>
            </a:r>
          </a:p>
        </p:txBody>
      </p:sp>
      <p:sp>
        <p:nvSpPr>
          <p:cNvPr id="17" name="Synergistically utilize technically sound portals with frictionless chains. Dramatically customize…"/>
          <p:cNvSpPr txBox="1"/>
          <p:nvPr/>
        </p:nvSpPr>
        <p:spPr>
          <a:xfrm>
            <a:off x="6580609" y="4651987"/>
            <a:ext cx="2232671" cy="9885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 Synergistically utilize technically</a:t>
            </a:r>
          </a:p>
        </p:txBody>
      </p:sp>
      <p:grpSp>
        <p:nvGrpSpPr>
          <p:cNvPr id="18" name="Google Shape;443;p34"/>
          <p:cNvGrpSpPr/>
          <p:nvPr/>
        </p:nvGrpSpPr>
        <p:grpSpPr>
          <a:xfrm rot="13008096" flipH="1" flipV="1">
            <a:off x="736250" y="-351235"/>
            <a:ext cx="1834397" cy="2956940"/>
            <a:chOff x="6634300" y="1683989"/>
            <a:chExt cx="1789666" cy="2884836"/>
          </a:xfrm>
        </p:grpSpPr>
        <p:sp>
          <p:nvSpPr>
            <p:cNvPr id="19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434;p34"/>
          <p:cNvGrpSpPr/>
          <p:nvPr/>
        </p:nvGrpSpPr>
        <p:grpSpPr>
          <a:xfrm rot="4911471" flipV="1">
            <a:off x="8890381" y="-301482"/>
            <a:ext cx="1793673" cy="2891297"/>
            <a:chOff x="6634300" y="1683989"/>
            <a:chExt cx="1789666" cy="2884836"/>
          </a:xfrm>
        </p:grpSpPr>
        <p:sp>
          <p:nvSpPr>
            <p:cNvPr id="28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6"/>
          <p:cNvSpPr/>
          <p:nvPr/>
        </p:nvSpPr>
        <p:spPr>
          <a:xfrm rot="10800000" flipH="1">
            <a:off x="1149179" y="1593580"/>
            <a:ext cx="2313600" cy="4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Google Shape;68;p16"/>
          <p:cNvSpPr/>
          <p:nvPr/>
        </p:nvSpPr>
        <p:spPr>
          <a:xfrm rot="10800000" flipH="1">
            <a:off x="3655540" y="1593580"/>
            <a:ext cx="2313600" cy="4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Google Shape;69;p16"/>
          <p:cNvSpPr/>
          <p:nvPr/>
        </p:nvSpPr>
        <p:spPr>
          <a:xfrm rot="10800000">
            <a:off x="8668261" y="1593580"/>
            <a:ext cx="2313600" cy="4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945E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Google Shape;70;p16"/>
          <p:cNvSpPr/>
          <p:nvPr/>
        </p:nvSpPr>
        <p:spPr>
          <a:xfrm rot="10800000">
            <a:off x="6161900" y="1593580"/>
            <a:ext cx="2313600" cy="4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5000"/>
          </a:solidFill>
          <a:ln>
            <a:noFill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914400">
              <a:buClr>
                <a:srgbClr val="000000"/>
              </a:buClr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Google Shape;81;p16"/>
          <p:cNvSpPr/>
          <p:nvPr/>
        </p:nvSpPr>
        <p:spPr>
          <a:xfrm>
            <a:off x="2112569" y="2352496"/>
            <a:ext cx="387123" cy="550597"/>
          </a:xfrm>
          <a:custGeom>
            <a:avLst/>
            <a:gdLst/>
            <a:ahLst/>
            <a:cxnLst/>
            <a:rect l="l" t="t" r="r" b="b"/>
            <a:pathLst>
              <a:path w="13588" h="19326" extrusionOk="0">
                <a:moveTo>
                  <a:pt x="11891" y="1133"/>
                </a:moveTo>
                <a:cubicBezTo>
                  <a:pt x="12202" y="1133"/>
                  <a:pt x="12455" y="1387"/>
                  <a:pt x="12455" y="1701"/>
                </a:cubicBezTo>
                <a:lnTo>
                  <a:pt x="12455" y="2265"/>
                </a:lnTo>
                <a:lnTo>
                  <a:pt x="1132" y="2265"/>
                </a:lnTo>
                <a:lnTo>
                  <a:pt x="1132" y="1701"/>
                </a:lnTo>
                <a:cubicBezTo>
                  <a:pt x="1132" y="1387"/>
                  <a:pt x="1386" y="1133"/>
                  <a:pt x="1700" y="1133"/>
                </a:cubicBezTo>
                <a:close/>
                <a:moveTo>
                  <a:pt x="12455" y="3398"/>
                </a:moveTo>
                <a:lnTo>
                  <a:pt x="12455" y="14796"/>
                </a:lnTo>
                <a:lnTo>
                  <a:pt x="1132" y="14796"/>
                </a:lnTo>
                <a:lnTo>
                  <a:pt x="1132" y="3398"/>
                </a:lnTo>
                <a:close/>
                <a:moveTo>
                  <a:pt x="12455" y="15928"/>
                </a:moveTo>
                <a:lnTo>
                  <a:pt x="12455" y="17628"/>
                </a:lnTo>
                <a:cubicBezTo>
                  <a:pt x="12455" y="17939"/>
                  <a:pt x="12202" y="18193"/>
                  <a:pt x="11891" y="18193"/>
                </a:cubicBezTo>
                <a:lnTo>
                  <a:pt x="1700" y="18193"/>
                </a:lnTo>
                <a:cubicBezTo>
                  <a:pt x="1386" y="18193"/>
                  <a:pt x="1132" y="17939"/>
                  <a:pt x="1132" y="17628"/>
                </a:cubicBezTo>
                <a:lnTo>
                  <a:pt x="1132" y="15928"/>
                </a:lnTo>
                <a:close/>
                <a:moveTo>
                  <a:pt x="1700" y="1"/>
                </a:moveTo>
                <a:cubicBezTo>
                  <a:pt x="761" y="1"/>
                  <a:pt x="0" y="762"/>
                  <a:pt x="0" y="1701"/>
                </a:cubicBezTo>
                <a:lnTo>
                  <a:pt x="0" y="17628"/>
                </a:lnTo>
                <a:cubicBezTo>
                  <a:pt x="0" y="18564"/>
                  <a:pt x="761" y="19325"/>
                  <a:pt x="1700" y="19325"/>
                </a:cubicBezTo>
                <a:lnTo>
                  <a:pt x="11891" y="19325"/>
                </a:lnTo>
                <a:cubicBezTo>
                  <a:pt x="12827" y="19325"/>
                  <a:pt x="13588" y="18564"/>
                  <a:pt x="13588" y="17628"/>
                </a:cubicBezTo>
                <a:lnTo>
                  <a:pt x="13588" y="1701"/>
                </a:lnTo>
                <a:cubicBezTo>
                  <a:pt x="13588" y="762"/>
                  <a:pt x="12827" y="1"/>
                  <a:pt x="1189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" name="Google Shape;82;p16"/>
          <p:cNvSpPr/>
          <p:nvPr/>
        </p:nvSpPr>
        <p:spPr>
          <a:xfrm>
            <a:off x="2248552" y="2824603"/>
            <a:ext cx="115128" cy="32279"/>
          </a:xfrm>
          <a:custGeom>
            <a:avLst/>
            <a:gdLst/>
            <a:ahLst/>
            <a:cxnLst/>
            <a:rect l="l" t="t" r="r" b="b"/>
            <a:pathLst>
              <a:path w="4040" h="1133" extrusionOk="0">
                <a:moveTo>
                  <a:pt x="568" y="1"/>
                </a:moveTo>
                <a:cubicBezTo>
                  <a:pt x="254" y="1"/>
                  <a:pt x="1" y="251"/>
                  <a:pt x="1" y="565"/>
                </a:cubicBezTo>
                <a:cubicBezTo>
                  <a:pt x="1" y="879"/>
                  <a:pt x="254" y="1133"/>
                  <a:pt x="568" y="1133"/>
                </a:cubicBezTo>
                <a:lnTo>
                  <a:pt x="3473" y="1133"/>
                </a:lnTo>
                <a:cubicBezTo>
                  <a:pt x="3787" y="1133"/>
                  <a:pt x="4041" y="879"/>
                  <a:pt x="4041" y="565"/>
                </a:cubicBezTo>
                <a:cubicBezTo>
                  <a:pt x="4041" y="251"/>
                  <a:pt x="3787" y="1"/>
                  <a:pt x="34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" name="Google Shape;83;p16"/>
          <p:cNvSpPr/>
          <p:nvPr/>
        </p:nvSpPr>
        <p:spPr>
          <a:xfrm>
            <a:off x="4586530" y="2352404"/>
            <a:ext cx="451652" cy="550597"/>
          </a:xfrm>
          <a:custGeom>
            <a:avLst/>
            <a:gdLst/>
            <a:ahLst/>
            <a:cxnLst/>
            <a:rect l="l" t="t" r="r" b="b"/>
            <a:pathLst>
              <a:path w="15853" h="19326" extrusionOk="0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9" name="Google Shape;84;p16"/>
          <p:cNvSpPr/>
          <p:nvPr/>
        </p:nvSpPr>
        <p:spPr>
          <a:xfrm flipH="1">
            <a:off x="9549746" y="2369574"/>
            <a:ext cx="550597" cy="516181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" name="Google Shape;85;p16"/>
          <p:cNvSpPr/>
          <p:nvPr/>
        </p:nvSpPr>
        <p:spPr>
          <a:xfrm flipH="1">
            <a:off x="7043384" y="2369591"/>
            <a:ext cx="550597" cy="516181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defRPr/>
            </a:pPr>
            <a:endParaRPr kumimoji="0" sz="1865" b="0" i="0" u="none" strike="noStrike" kern="0" cap="none" spc="0" normalizeH="0" baseline="0" noProof="0">
              <a:ln>
                <a:noFill/>
              </a:ln>
              <a:solidFill>
                <a:srgbClr val="435D74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" name="Synergistically utilize technically sound portals with frictionless chains. Dramatically customize…"/>
          <p:cNvSpPr txBox="1"/>
          <p:nvPr/>
        </p:nvSpPr>
        <p:spPr>
          <a:xfrm>
            <a:off x="1347706" y="3662009"/>
            <a:ext cx="1801691" cy="118596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</a:t>
            </a:r>
          </a:p>
        </p:txBody>
      </p:sp>
      <p:sp>
        <p:nvSpPr>
          <p:cNvPr id="12" name="iṩļïḓè"/>
          <p:cNvSpPr txBox="1"/>
          <p:nvPr/>
        </p:nvSpPr>
        <p:spPr bwMode="auto">
          <a:xfrm>
            <a:off x="1431276" y="3170909"/>
            <a:ext cx="1718121" cy="516181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13" name="Synergistically utilize technically sound portals with frictionless chains. Dramatically customize…"/>
          <p:cNvSpPr txBox="1"/>
          <p:nvPr/>
        </p:nvSpPr>
        <p:spPr>
          <a:xfrm>
            <a:off x="3911494" y="3779239"/>
            <a:ext cx="1801691" cy="118596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</a:t>
            </a:r>
          </a:p>
        </p:txBody>
      </p:sp>
      <p:sp>
        <p:nvSpPr>
          <p:cNvPr id="14" name="iṩļïḓè"/>
          <p:cNvSpPr txBox="1"/>
          <p:nvPr/>
        </p:nvSpPr>
        <p:spPr bwMode="auto">
          <a:xfrm>
            <a:off x="3995064" y="3288139"/>
            <a:ext cx="1718121" cy="516181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15" name="Synergistically utilize technically sound portals with frictionless chains. Dramatically customize…"/>
          <p:cNvSpPr txBox="1"/>
          <p:nvPr/>
        </p:nvSpPr>
        <p:spPr>
          <a:xfrm>
            <a:off x="6417855" y="3809029"/>
            <a:ext cx="1801691" cy="118596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</a:t>
            </a:r>
          </a:p>
        </p:txBody>
      </p:sp>
      <p:sp>
        <p:nvSpPr>
          <p:cNvPr id="16" name="iṩļïḓè"/>
          <p:cNvSpPr txBox="1"/>
          <p:nvPr/>
        </p:nvSpPr>
        <p:spPr bwMode="auto">
          <a:xfrm>
            <a:off x="6501425" y="3317929"/>
            <a:ext cx="1718121" cy="516181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  <p:sp>
        <p:nvSpPr>
          <p:cNvPr id="17" name="Synergistically utilize technically sound portals with frictionless chains. Dramatically customize…"/>
          <p:cNvSpPr txBox="1"/>
          <p:nvPr/>
        </p:nvSpPr>
        <p:spPr>
          <a:xfrm>
            <a:off x="8959033" y="3834110"/>
            <a:ext cx="1801691" cy="1185966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Synergistically utilize</a:t>
            </a:r>
          </a:p>
        </p:txBody>
      </p:sp>
      <p:sp>
        <p:nvSpPr>
          <p:cNvPr id="18" name="iṩļïḓè"/>
          <p:cNvSpPr txBox="1"/>
          <p:nvPr/>
        </p:nvSpPr>
        <p:spPr bwMode="auto">
          <a:xfrm>
            <a:off x="9042603" y="3343010"/>
            <a:ext cx="1718121" cy="516181"/>
          </a:xfrm>
          <a:prstGeom prst="roundRect">
            <a:avLst>
              <a:gd name="adj" fmla="val 50000"/>
            </a:avLst>
          </a:prstGeom>
          <a:noFill/>
          <a:ln w="9525">
            <a:noFill/>
            <a:miter lim="800000"/>
          </a:ln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dist">
              <a:spcBef>
                <a:spcPct val="0"/>
              </a:spcBef>
            </a:pPr>
            <a:r>
              <a:rPr lang="en-US" altLang="zh-CN" sz="1100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4"/>
          <p:cNvSpPr txBox="1"/>
          <p:nvPr/>
        </p:nvSpPr>
        <p:spPr>
          <a:xfrm>
            <a:off x="1001341" y="1865416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 rot="10800000" flipH="1">
            <a:off x="5354963" y="3655733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434" name="Google Shape;434;p34"/>
          <p:cNvGrpSpPr/>
          <p:nvPr/>
        </p:nvGrpSpPr>
        <p:grpSpPr>
          <a:xfrm rot="8560047">
            <a:off x="5220154" y="135768"/>
            <a:ext cx="2034492" cy="3279483"/>
            <a:chOff x="6634300" y="1683989"/>
            <a:chExt cx="1789666" cy="2884836"/>
          </a:xfrm>
        </p:grpSpPr>
        <p:sp>
          <p:nvSpPr>
            <p:cNvPr id="435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43" name="Google Shape;443;p34"/>
          <p:cNvGrpSpPr/>
          <p:nvPr/>
        </p:nvGrpSpPr>
        <p:grpSpPr>
          <a:xfrm rot="18059551">
            <a:off x="774442" y="3313544"/>
            <a:ext cx="2034293" cy="3279161"/>
            <a:chOff x="6634300" y="1683989"/>
            <a:chExt cx="1789666" cy="2884836"/>
          </a:xfrm>
        </p:grpSpPr>
        <p:sp>
          <p:nvSpPr>
            <p:cNvPr id="444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784784" y="2439775"/>
            <a:ext cx="39944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u="sng" dirty="0">
                <a:solidFill>
                  <a:srgbClr val="34596C"/>
                </a:solidFill>
                <a:latin typeface="思源宋体 CN Heavy" pitchFamily="18" charset="-122"/>
                <a:ea typeface="思源宋体 CN Heavy" pitchFamily="18" charset="-122"/>
              </a:rPr>
              <a:t>Part 04</a:t>
            </a:r>
          </a:p>
        </p:txBody>
      </p:sp>
      <p:sp>
        <p:nvSpPr>
          <p:cNvPr id="29" name="Synergistically utilize technically sound portals with frictionless chains. Dramatically customize…"/>
          <p:cNvSpPr txBox="1"/>
          <p:nvPr/>
        </p:nvSpPr>
        <p:spPr>
          <a:xfrm>
            <a:off x="2415070" y="3621072"/>
            <a:ext cx="2810448" cy="66781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799" y="988962"/>
            <a:ext cx="4094757" cy="5264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2" name="Google Shape;2542;p39"/>
          <p:cNvGrpSpPr/>
          <p:nvPr/>
        </p:nvGrpSpPr>
        <p:grpSpPr>
          <a:xfrm>
            <a:off x="1934242" y="1329067"/>
            <a:ext cx="2031452" cy="1051283"/>
            <a:chOff x="2796475" y="996800"/>
            <a:chExt cx="1523589" cy="788462"/>
          </a:xfrm>
        </p:grpSpPr>
        <p:sp>
          <p:nvSpPr>
            <p:cNvPr id="2543" name="Google Shape;2543;p39"/>
            <p:cNvSpPr/>
            <p:nvPr/>
          </p:nvSpPr>
          <p:spPr>
            <a:xfrm>
              <a:off x="2796475" y="996800"/>
              <a:ext cx="1523589" cy="788462"/>
            </a:xfrm>
            <a:custGeom>
              <a:avLst/>
              <a:gdLst/>
              <a:ahLst/>
              <a:cxnLst/>
              <a:rect l="l" t="t" r="r" b="b"/>
              <a:pathLst>
                <a:path w="23276" h="11955" extrusionOk="0">
                  <a:moveTo>
                    <a:pt x="1" y="1"/>
                  </a:moveTo>
                  <a:lnTo>
                    <a:pt x="1" y="7736"/>
                  </a:lnTo>
                  <a:lnTo>
                    <a:pt x="11637" y="11954"/>
                  </a:lnTo>
                  <a:lnTo>
                    <a:pt x="23276" y="7736"/>
                  </a:lnTo>
                  <a:lnTo>
                    <a:pt x="232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544" name="Google Shape;2544;p39"/>
            <p:cNvGrpSpPr/>
            <p:nvPr/>
          </p:nvGrpSpPr>
          <p:grpSpPr>
            <a:xfrm>
              <a:off x="3413453" y="1186973"/>
              <a:ext cx="289712" cy="220789"/>
              <a:chOff x="1573043" y="2546624"/>
              <a:chExt cx="827277" cy="630645"/>
            </a:xfrm>
          </p:grpSpPr>
          <p:sp>
            <p:nvSpPr>
              <p:cNvPr id="2545" name="Google Shape;2545;p39"/>
              <p:cNvSpPr/>
              <p:nvPr/>
            </p:nvSpPr>
            <p:spPr>
              <a:xfrm>
                <a:off x="1662579" y="2546624"/>
                <a:ext cx="568459" cy="568181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7" extrusionOk="0">
                    <a:moveTo>
                      <a:pt x="1" y="0"/>
                    </a:moveTo>
                    <a:lnTo>
                      <a:pt x="1" y="1973"/>
                    </a:lnTo>
                    <a:cubicBezTo>
                      <a:pt x="1" y="3063"/>
                      <a:pt x="885" y="3947"/>
                      <a:pt x="1975" y="3947"/>
                    </a:cubicBezTo>
                    <a:cubicBezTo>
                      <a:pt x="3064" y="3947"/>
                      <a:pt x="3948" y="3063"/>
                      <a:pt x="3948" y="1973"/>
                    </a:cubicBezTo>
                    <a:lnTo>
                      <a:pt x="39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p39"/>
              <p:cNvSpPr/>
              <p:nvPr/>
            </p:nvSpPr>
            <p:spPr>
              <a:xfrm>
                <a:off x="1573043" y="3083412"/>
                <a:ext cx="747388" cy="93857"/>
              </a:xfrm>
              <a:custGeom>
                <a:avLst/>
                <a:gdLst/>
                <a:ahLst/>
                <a:cxnLst/>
                <a:rect l="l" t="t" r="r" b="b"/>
                <a:pathLst>
                  <a:path w="5192" h="652" extrusionOk="0">
                    <a:moveTo>
                      <a:pt x="1" y="1"/>
                    </a:moveTo>
                    <a:lnTo>
                      <a:pt x="587" y="652"/>
                    </a:lnTo>
                    <a:lnTo>
                      <a:pt x="4606" y="652"/>
                    </a:lnTo>
                    <a:lnTo>
                      <a:pt x="51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47" name="Google Shape;2547;p39"/>
              <p:cNvSpPr/>
              <p:nvPr/>
            </p:nvSpPr>
            <p:spPr>
              <a:xfrm>
                <a:off x="2017412" y="2603484"/>
                <a:ext cx="382907" cy="324469"/>
              </a:xfrm>
              <a:custGeom>
                <a:avLst/>
                <a:gdLst/>
                <a:ahLst/>
                <a:cxnLst/>
                <a:rect l="l" t="t" r="r" b="b"/>
                <a:pathLst>
                  <a:path w="2660" h="2254" extrusionOk="0">
                    <a:moveTo>
                      <a:pt x="1330" y="468"/>
                    </a:moveTo>
                    <a:cubicBezTo>
                      <a:pt x="2189" y="468"/>
                      <a:pt x="2189" y="731"/>
                      <a:pt x="2189" y="1126"/>
                    </a:cubicBezTo>
                    <a:cubicBezTo>
                      <a:pt x="2189" y="1289"/>
                      <a:pt x="2189" y="1783"/>
                      <a:pt x="1330" y="1783"/>
                    </a:cubicBezTo>
                    <a:cubicBezTo>
                      <a:pt x="856" y="1783"/>
                      <a:pt x="470" y="1489"/>
                      <a:pt x="470" y="1126"/>
                    </a:cubicBezTo>
                    <a:cubicBezTo>
                      <a:pt x="470" y="764"/>
                      <a:pt x="855" y="468"/>
                      <a:pt x="1330" y="468"/>
                    </a:cubicBezTo>
                    <a:close/>
                    <a:moveTo>
                      <a:pt x="1330" y="0"/>
                    </a:moveTo>
                    <a:cubicBezTo>
                      <a:pt x="597" y="0"/>
                      <a:pt x="1" y="505"/>
                      <a:pt x="1" y="1127"/>
                    </a:cubicBezTo>
                    <a:cubicBezTo>
                      <a:pt x="1" y="1749"/>
                      <a:pt x="597" y="2253"/>
                      <a:pt x="1330" y="2253"/>
                    </a:cubicBezTo>
                    <a:cubicBezTo>
                      <a:pt x="2529" y="2253"/>
                      <a:pt x="2659" y="1465"/>
                      <a:pt x="2659" y="1127"/>
                    </a:cubicBezTo>
                    <a:cubicBezTo>
                      <a:pt x="2659" y="451"/>
                      <a:pt x="2432" y="0"/>
                      <a:pt x="13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49" name="Google Shape;2549;p39"/>
          <p:cNvGrpSpPr/>
          <p:nvPr/>
        </p:nvGrpSpPr>
        <p:grpSpPr>
          <a:xfrm>
            <a:off x="8209042" y="1329067"/>
            <a:ext cx="2031452" cy="1051283"/>
            <a:chOff x="6591261" y="996800"/>
            <a:chExt cx="1523589" cy="788462"/>
          </a:xfrm>
        </p:grpSpPr>
        <p:sp>
          <p:nvSpPr>
            <p:cNvPr id="2550" name="Google Shape;2550;p39"/>
            <p:cNvSpPr/>
            <p:nvPr/>
          </p:nvSpPr>
          <p:spPr>
            <a:xfrm>
              <a:off x="6591261" y="996800"/>
              <a:ext cx="1523589" cy="788462"/>
            </a:xfrm>
            <a:custGeom>
              <a:avLst/>
              <a:gdLst/>
              <a:ahLst/>
              <a:cxnLst/>
              <a:rect l="l" t="t" r="r" b="b"/>
              <a:pathLst>
                <a:path w="23276" h="11955" extrusionOk="0">
                  <a:moveTo>
                    <a:pt x="1" y="1"/>
                  </a:moveTo>
                  <a:lnTo>
                    <a:pt x="1" y="7736"/>
                  </a:lnTo>
                  <a:lnTo>
                    <a:pt x="11637" y="11954"/>
                  </a:lnTo>
                  <a:lnTo>
                    <a:pt x="23276" y="7736"/>
                  </a:lnTo>
                  <a:lnTo>
                    <a:pt x="2327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551" name="Google Shape;2551;p39"/>
            <p:cNvGrpSpPr/>
            <p:nvPr/>
          </p:nvGrpSpPr>
          <p:grpSpPr>
            <a:xfrm>
              <a:off x="7251119" y="1089812"/>
              <a:ext cx="203857" cy="415163"/>
              <a:chOff x="6723527" y="1812193"/>
              <a:chExt cx="673686" cy="1371985"/>
            </a:xfrm>
          </p:grpSpPr>
          <p:sp>
            <p:nvSpPr>
              <p:cNvPr id="2552" name="Google Shape;2552;p39"/>
              <p:cNvSpPr/>
              <p:nvPr/>
            </p:nvSpPr>
            <p:spPr>
              <a:xfrm>
                <a:off x="7004227" y="2288235"/>
                <a:ext cx="89969" cy="478354"/>
              </a:xfrm>
              <a:custGeom>
                <a:avLst/>
                <a:gdLst/>
                <a:ahLst/>
                <a:cxnLst/>
                <a:rect l="l" t="t" r="r" b="b"/>
                <a:pathLst>
                  <a:path w="625" h="3323" extrusionOk="0">
                    <a:moveTo>
                      <a:pt x="242" y="1"/>
                    </a:moveTo>
                    <a:cubicBezTo>
                      <a:pt x="130" y="1526"/>
                      <a:pt x="9" y="3173"/>
                      <a:pt x="1" y="3295"/>
                    </a:cubicBezTo>
                    <a:lnTo>
                      <a:pt x="381" y="3323"/>
                    </a:lnTo>
                    <a:cubicBezTo>
                      <a:pt x="385" y="3292"/>
                      <a:pt x="508" y="1576"/>
                      <a:pt x="6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2553" name="Google Shape;2553;p39"/>
              <p:cNvGrpSpPr/>
              <p:nvPr/>
            </p:nvGrpSpPr>
            <p:grpSpPr>
              <a:xfrm>
                <a:off x="6723527" y="1812193"/>
                <a:ext cx="673686" cy="1371985"/>
                <a:chOff x="6723527" y="1812193"/>
                <a:chExt cx="673686" cy="1371985"/>
              </a:xfrm>
            </p:grpSpPr>
            <p:sp>
              <p:nvSpPr>
                <p:cNvPr id="2554" name="Google Shape;2554;p39"/>
                <p:cNvSpPr/>
                <p:nvPr/>
              </p:nvSpPr>
              <p:spPr>
                <a:xfrm>
                  <a:off x="6772038" y="2282477"/>
                  <a:ext cx="577240" cy="85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0" h="5960" extrusionOk="0">
                      <a:moveTo>
                        <a:pt x="0" y="1"/>
                      </a:moveTo>
                      <a:lnTo>
                        <a:pt x="35" y="314"/>
                      </a:lnTo>
                      <a:lnTo>
                        <a:pt x="135" y="1221"/>
                      </a:lnTo>
                      <a:lnTo>
                        <a:pt x="469" y="4238"/>
                      </a:lnTo>
                      <a:lnTo>
                        <a:pt x="490" y="4445"/>
                      </a:lnTo>
                      <a:lnTo>
                        <a:pt x="658" y="5960"/>
                      </a:lnTo>
                      <a:lnTo>
                        <a:pt x="3350" y="5960"/>
                      </a:lnTo>
                      <a:lnTo>
                        <a:pt x="3518" y="4445"/>
                      </a:lnTo>
                      <a:lnTo>
                        <a:pt x="3541" y="4238"/>
                      </a:lnTo>
                      <a:lnTo>
                        <a:pt x="3873" y="1221"/>
                      </a:lnTo>
                      <a:lnTo>
                        <a:pt x="3974" y="314"/>
                      </a:lnTo>
                      <a:lnTo>
                        <a:pt x="4009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5" name="Google Shape;2555;p39"/>
                <p:cNvSpPr/>
                <p:nvPr/>
              </p:nvSpPr>
              <p:spPr>
                <a:xfrm>
                  <a:off x="6882735" y="3116376"/>
                  <a:ext cx="355557" cy="6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0" h="471" extrusionOk="0">
                      <a:moveTo>
                        <a:pt x="1" y="0"/>
                      </a:moveTo>
                      <a:lnTo>
                        <a:pt x="1" y="471"/>
                      </a:lnTo>
                      <a:lnTo>
                        <a:pt x="2470" y="471"/>
                      </a:lnTo>
                      <a:lnTo>
                        <a:pt x="247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6" name="Google Shape;2556;p39"/>
                <p:cNvSpPr/>
                <p:nvPr/>
              </p:nvSpPr>
              <p:spPr>
                <a:xfrm>
                  <a:off x="6823284" y="2282477"/>
                  <a:ext cx="470860" cy="610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1" h="4238" extrusionOk="0">
                      <a:moveTo>
                        <a:pt x="0" y="1"/>
                      </a:moveTo>
                      <a:lnTo>
                        <a:pt x="28" y="314"/>
                      </a:lnTo>
                      <a:lnTo>
                        <a:pt x="110" y="1221"/>
                      </a:lnTo>
                      <a:lnTo>
                        <a:pt x="381" y="4238"/>
                      </a:lnTo>
                      <a:lnTo>
                        <a:pt x="2888" y="4238"/>
                      </a:lnTo>
                      <a:lnTo>
                        <a:pt x="3161" y="1221"/>
                      </a:lnTo>
                      <a:lnTo>
                        <a:pt x="3243" y="314"/>
                      </a:lnTo>
                      <a:lnTo>
                        <a:pt x="327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7" name="Google Shape;2557;p39"/>
                <p:cNvSpPr/>
                <p:nvPr/>
              </p:nvSpPr>
              <p:spPr>
                <a:xfrm>
                  <a:off x="7038775" y="1812193"/>
                  <a:ext cx="323744" cy="47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9" h="3309" extrusionOk="0">
                      <a:moveTo>
                        <a:pt x="1114" y="0"/>
                      </a:moveTo>
                      <a:cubicBezTo>
                        <a:pt x="780" y="0"/>
                        <a:pt x="251" y="145"/>
                        <a:pt x="198" y="714"/>
                      </a:cubicBezTo>
                      <a:cubicBezTo>
                        <a:pt x="178" y="912"/>
                        <a:pt x="93" y="2071"/>
                        <a:pt x="0" y="3309"/>
                      </a:cubicBezTo>
                      <a:lnTo>
                        <a:pt x="383" y="3309"/>
                      </a:lnTo>
                      <a:cubicBezTo>
                        <a:pt x="473" y="2082"/>
                        <a:pt x="558" y="943"/>
                        <a:pt x="576" y="750"/>
                      </a:cubicBezTo>
                      <a:cubicBezTo>
                        <a:pt x="608" y="413"/>
                        <a:pt x="977" y="382"/>
                        <a:pt x="1119" y="382"/>
                      </a:cubicBezTo>
                      <a:cubicBezTo>
                        <a:pt x="1143" y="382"/>
                        <a:pt x="1161" y="383"/>
                        <a:pt x="1169" y="383"/>
                      </a:cubicBezTo>
                      <a:lnTo>
                        <a:pt x="1181" y="383"/>
                      </a:lnTo>
                      <a:lnTo>
                        <a:pt x="2244" y="396"/>
                      </a:lnTo>
                      <a:lnTo>
                        <a:pt x="2248" y="14"/>
                      </a:lnTo>
                      <a:lnTo>
                        <a:pt x="1191" y="3"/>
                      </a:lnTo>
                      <a:cubicBezTo>
                        <a:pt x="1167" y="1"/>
                        <a:pt x="1141" y="0"/>
                        <a:pt x="111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8" name="Google Shape;2558;p39"/>
                <p:cNvSpPr/>
                <p:nvPr/>
              </p:nvSpPr>
              <p:spPr>
                <a:xfrm>
                  <a:off x="6723527" y="1983925"/>
                  <a:ext cx="673686" cy="343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0" h="2388" extrusionOk="0">
                      <a:moveTo>
                        <a:pt x="2342" y="1"/>
                      </a:moveTo>
                      <a:cubicBezTo>
                        <a:pt x="1309" y="1"/>
                        <a:pt x="462" y="783"/>
                        <a:pt x="357" y="1787"/>
                      </a:cubicBezTo>
                      <a:lnTo>
                        <a:pt x="1" y="1787"/>
                      </a:lnTo>
                      <a:lnTo>
                        <a:pt x="1" y="2388"/>
                      </a:lnTo>
                      <a:lnTo>
                        <a:pt x="4680" y="2388"/>
                      </a:lnTo>
                      <a:lnTo>
                        <a:pt x="4680" y="1787"/>
                      </a:lnTo>
                      <a:lnTo>
                        <a:pt x="4326" y="1787"/>
                      </a:lnTo>
                      <a:cubicBezTo>
                        <a:pt x="4325" y="1769"/>
                        <a:pt x="4322" y="1751"/>
                        <a:pt x="4320" y="1733"/>
                      </a:cubicBezTo>
                      <a:lnTo>
                        <a:pt x="4299" y="1604"/>
                      </a:lnTo>
                      <a:cubicBezTo>
                        <a:pt x="4117" y="689"/>
                        <a:pt x="3310" y="1"/>
                        <a:pt x="234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59" name="Google Shape;2559;p39"/>
          <p:cNvGrpSpPr/>
          <p:nvPr/>
        </p:nvGrpSpPr>
        <p:grpSpPr>
          <a:xfrm>
            <a:off x="5070975" y="1329067"/>
            <a:ext cx="2031452" cy="1051283"/>
            <a:chOff x="4693868" y="996800"/>
            <a:chExt cx="1523589" cy="788462"/>
          </a:xfrm>
        </p:grpSpPr>
        <p:sp>
          <p:nvSpPr>
            <p:cNvPr id="2560" name="Google Shape;2560;p39"/>
            <p:cNvSpPr/>
            <p:nvPr/>
          </p:nvSpPr>
          <p:spPr>
            <a:xfrm>
              <a:off x="4693868" y="996800"/>
              <a:ext cx="1523589" cy="788462"/>
            </a:xfrm>
            <a:custGeom>
              <a:avLst/>
              <a:gdLst/>
              <a:ahLst/>
              <a:cxnLst/>
              <a:rect l="l" t="t" r="r" b="b"/>
              <a:pathLst>
                <a:path w="23276" h="11955" extrusionOk="0">
                  <a:moveTo>
                    <a:pt x="1" y="1"/>
                  </a:moveTo>
                  <a:lnTo>
                    <a:pt x="1" y="7736"/>
                  </a:lnTo>
                  <a:lnTo>
                    <a:pt x="11637" y="11954"/>
                  </a:lnTo>
                  <a:lnTo>
                    <a:pt x="23276" y="7736"/>
                  </a:lnTo>
                  <a:lnTo>
                    <a:pt x="23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561" name="Google Shape;2561;p39"/>
            <p:cNvGrpSpPr/>
            <p:nvPr/>
          </p:nvGrpSpPr>
          <p:grpSpPr>
            <a:xfrm>
              <a:off x="5334257" y="1109809"/>
              <a:ext cx="242817" cy="375121"/>
              <a:chOff x="4213926" y="2023943"/>
              <a:chExt cx="741199" cy="1145408"/>
            </a:xfrm>
          </p:grpSpPr>
          <p:sp>
            <p:nvSpPr>
              <p:cNvPr id="2562" name="Google Shape;2562;p39"/>
              <p:cNvSpPr/>
              <p:nvPr/>
            </p:nvSpPr>
            <p:spPr>
              <a:xfrm>
                <a:off x="4398036" y="3094640"/>
                <a:ext cx="391400" cy="74711"/>
              </a:xfrm>
              <a:custGeom>
                <a:avLst/>
                <a:gdLst/>
                <a:ahLst/>
                <a:cxnLst/>
                <a:rect l="l" t="t" r="r" b="b"/>
                <a:pathLst>
                  <a:path w="2719" h="519" extrusionOk="0">
                    <a:moveTo>
                      <a:pt x="1" y="1"/>
                    </a:moveTo>
                    <a:lnTo>
                      <a:pt x="1" y="518"/>
                    </a:lnTo>
                    <a:lnTo>
                      <a:pt x="2718" y="518"/>
                    </a:lnTo>
                    <a:lnTo>
                      <a:pt x="27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3" name="Google Shape;2563;p39"/>
              <p:cNvSpPr/>
              <p:nvPr/>
            </p:nvSpPr>
            <p:spPr>
              <a:xfrm>
                <a:off x="4348806" y="2881019"/>
                <a:ext cx="479641" cy="240257"/>
              </a:xfrm>
              <a:custGeom>
                <a:avLst/>
                <a:gdLst/>
                <a:ahLst/>
                <a:cxnLst/>
                <a:rect l="l" t="t" r="r" b="b"/>
                <a:pathLst>
                  <a:path w="3332" h="1669" extrusionOk="0">
                    <a:moveTo>
                      <a:pt x="1" y="0"/>
                    </a:moveTo>
                    <a:lnTo>
                      <a:pt x="184" y="1669"/>
                    </a:lnTo>
                    <a:lnTo>
                      <a:pt x="3147" y="1669"/>
                    </a:lnTo>
                    <a:lnTo>
                      <a:pt x="33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4" name="Google Shape;2564;p39"/>
              <p:cNvSpPr/>
              <p:nvPr/>
            </p:nvSpPr>
            <p:spPr>
              <a:xfrm>
                <a:off x="4271073" y="2177249"/>
                <a:ext cx="634963" cy="193472"/>
              </a:xfrm>
              <a:custGeom>
                <a:avLst/>
                <a:gdLst/>
                <a:ahLst/>
                <a:cxnLst/>
                <a:rect l="l" t="t" r="r" b="b"/>
                <a:pathLst>
                  <a:path w="4411" h="1344" extrusionOk="0">
                    <a:moveTo>
                      <a:pt x="1" y="0"/>
                    </a:moveTo>
                    <a:lnTo>
                      <a:pt x="149" y="1344"/>
                    </a:lnTo>
                    <a:lnTo>
                      <a:pt x="4262" y="1344"/>
                    </a:lnTo>
                    <a:lnTo>
                      <a:pt x="44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5" name="Google Shape;2565;p39"/>
              <p:cNvSpPr/>
              <p:nvPr/>
            </p:nvSpPr>
            <p:spPr>
              <a:xfrm>
                <a:off x="4292378" y="2370574"/>
                <a:ext cx="592354" cy="510600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3547" extrusionOk="0">
                    <a:moveTo>
                      <a:pt x="1" y="1"/>
                    </a:moveTo>
                    <a:lnTo>
                      <a:pt x="393" y="3546"/>
                    </a:lnTo>
                    <a:lnTo>
                      <a:pt x="3723" y="3546"/>
                    </a:lnTo>
                    <a:lnTo>
                      <a:pt x="411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6" name="Google Shape;2566;p39"/>
              <p:cNvSpPr/>
              <p:nvPr/>
            </p:nvSpPr>
            <p:spPr>
              <a:xfrm>
                <a:off x="4213926" y="2131761"/>
                <a:ext cx="741199" cy="95441"/>
              </a:xfrm>
              <a:custGeom>
                <a:avLst/>
                <a:gdLst/>
                <a:ahLst/>
                <a:cxnLst/>
                <a:rect l="l" t="t" r="r" b="b"/>
                <a:pathLst>
                  <a:path w="5149" h="663" extrusionOk="0">
                    <a:moveTo>
                      <a:pt x="1" y="0"/>
                    </a:moveTo>
                    <a:lnTo>
                      <a:pt x="1" y="662"/>
                    </a:lnTo>
                    <a:lnTo>
                      <a:pt x="5148" y="662"/>
                    </a:lnTo>
                    <a:lnTo>
                      <a:pt x="51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7" name="Google Shape;2567;p39"/>
              <p:cNvSpPr/>
              <p:nvPr/>
            </p:nvSpPr>
            <p:spPr>
              <a:xfrm>
                <a:off x="4271073" y="2023943"/>
                <a:ext cx="613659" cy="167993"/>
              </a:xfrm>
              <a:custGeom>
                <a:avLst/>
                <a:gdLst/>
                <a:ahLst/>
                <a:cxnLst/>
                <a:rect l="l" t="t" r="r" b="b"/>
                <a:pathLst>
                  <a:path w="4263" h="1167" extrusionOk="0">
                    <a:moveTo>
                      <a:pt x="337" y="0"/>
                    </a:moveTo>
                    <a:lnTo>
                      <a:pt x="1" y="1167"/>
                    </a:lnTo>
                    <a:lnTo>
                      <a:pt x="4262" y="1167"/>
                    </a:lnTo>
                    <a:lnTo>
                      <a:pt x="39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8" name="Google Shape;2568;p39"/>
              <p:cNvSpPr/>
              <p:nvPr/>
            </p:nvSpPr>
            <p:spPr>
              <a:xfrm>
                <a:off x="4292378" y="2370574"/>
                <a:ext cx="592354" cy="510600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3547" extrusionOk="0">
                    <a:moveTo>
                      <a:pt x="1" y="1"/>
                    </a:moveTo>
                    <a:lnTo>
                      <a:pt x="393" y="3546"/>
                    </a:lnTo>
                    <a:lnTo>
                      <a:pt x="3723" y="3546"/>
                    </a:lnTo>
                    <a:lnTo>
                      <a:pt x="41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69" name="Google Shape;2569;p39"/>
              <p:cNvSpPr/>
              <p:nvPr/>
            </p:nvSpPr>
            <p:spPr>
              <a:xfrm>
                <a:off x="4468427" y="2487893"/>
                <a:ext cx="244427" cy="244143"/>
              </a:xfrm>
              <a:custGeom>
                <a:avLst/>
                <a:gdLst/>
                <a:ahLst/>
                <a:cxnLst/>
                <a:rect l="l" t="t" r="r" b="b"/>
                <a:pathLst>
                  <a:path w="1698" h="1695" extrusionOk="0">
                    <a:moveTo>
                      <a:pt x="851" y="0"/>
                    </a:moveTo>
                    <a:cubicBezTo>
                      <a:pt x="850" y="0"/>
                      <a:pt x="849" y="0"/>
                      <a:pt x="849" y="0"/>
                    </a:cubicBezTo>
                    <a:cubicBezTo>
                      <a:pt x="380" y="0"/>
                      <a:pt x="1" y="380"/>
                      <a:pt x="1" y="848"/>
                    </a:cubicBezTo>
                    <a:cubicBezTo>
                      <a:pt x="1" y="1316"/>
                      <a:pt x="381" y="1696"/>
                      <a:pt x="849" y="1696"/>
                    </a:cubicBezTo>
                    <a:cubicBezTo>
                      <a:pt x="1317" y="1696"/>
                      <a:pt x="1697" y="1316"/>
                      <a:pt x="1697" y="848"/>
                    </a:cubicBezTo>
                    <a:cubicBezTo>
                      <a:pt x="1697" y="379"/>
                      <a:pt x="1317" y="0"/>
                      <a:pt x="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70" name="Google Shape;2570;p39"/>
          <p:cNvSpPr/>
          <p:nvPr/>
        </p:nvSpPr>
        <p:spPr>
          <a:xfrm>
            <a:off x="1934242" y="5363483"/>
            <a:ext cx="2140000" cy="610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72" name="Google Shape;2572;p39"/>
          <p:cNvSpPr/>
          <p:nvPr/>
        </p:nvSpPr>
        <p:spPr>
          <a:xfrm>
            <a:off x="5070975" y="5363483"/>
            <a:ext cx="2140000" cy="61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74" name="Google Shape;2574;p39"/>
          <p:cNvSpPr/>
          <p:nvPr/>
        </p:nvSpPr>
        <p:spPr>
          <a:xfrm>
            <a:off x="8209043" y="5363483"/>
            <a:ext cx="2140000" cy="6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575" name="Google Shape;2575;p39"/>
          <p:cNvSpPr txBox="1"/>
          <p:nvPr/>
        </p:nvSpPr>
        <p:spPr>
          <a:xfrm>
            <a:off x="2131654" y="5414090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$2.5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2576" name="Google Shape;2576;p39"/>
          <p:cNvSpPr txBox="1"/>
          <p:nvPr/>
        </p:nvSpPr>
        <p:spPr>
          <a:xfrm>
            <a:off x="5255520" y="5414090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$3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2577" name="Google Shape;2577;p39"/>
          <p:cNvSpPr txBox="1"/>
          <p:nvPr/>
        </p:nvSpPr>
        <p:spPr>
          <a:xfrm>
            <a:off x="8405120" y="5414090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$3.2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9" name="Synergistically utilize technically sound portals with frictionless chains. Dramatically customize…"/>
          <p:cNvSpPr txBox="1"/>
          <p:nvPr/>
        </p:nvSpPr>
        <p:spPr>
          <a:xfrm>
            <a:off x="1969917" y="2529941"/>
            <a:ext cx="2031453" cy="264021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sound, Synergistically utilize technically sound portals with, Synergistically utilize technically sound, , Synergistically utilize technically sound</a:t>
            </a:r>
          </a:p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endParaRPr lang="en-US" altLang="zh-CN" sz="1050" kern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Roboto Light" panose="02000000000000000000"/>
            </a:endParaRPr>
          </a:p>
        </p:txBody>
      </p:sp>
      <p:sp>
        <p:nvSpPr>
          <p:cNvPr id="40" name="Synergistically utilize technically sound portals with frictionless chains. Dramatically customize…"/>
          <p:cNvSpPr txBox="1"/>
          <p:nvPr/>
        </p:nvSpPr>
        <p:spPr>
          <a:xfrm>
            <a:off x="5070975" y="2529941"/>
            <a:ext cx="2031453" cy="264021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sound, Synergistically utilize technically sound portals with, Synergistically utilize technically sound, , Synergistically utilize technically sound</a:t>
            </a:r>
          </a:p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endParaRPr lang="en-US" altLang="zh-CN" sz="1050" kern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Roboto Light" panose="02000000000000000000"/>
            </a:endParaRPr>
          </a:p>
        </p:txBody>
      </p:sp>
      <p:sp>
        <p:nvSpPr>
          <p:cNvPr id="41" name="Synergistically utilize technically sound portals with frictionless chains. Dramatically customize…"/>
          <p:cNvSpPr txBox="1"/>
          <p:nvPr/>
        </p:nvSpPr>
        <p:spPr>
          <a:xfrm>
            <a:off x="8240654" y="2535436"/>
            <a:ext cx="2031453" cy="264021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sound, Synergistically utilize technically sound portals with, Synergistically utilize technically sound, , Synergistically utilize technically sound</a:t>
            </a:r>
          </a:p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endParaRPr lang="en-US" altLang="zh-CN" sz="1050" kern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Roboto Light" panose="020000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26;p54"/>
          <p:cNvSpPr txBox="1">
            <a:spLocks noGrp="1"/>
          </p:cNvSpPr>
          <p:nvPr>
            <p:ph type="title"/>
          </p:nvPr>
        </p:nvSpPr>
        <p:spPr>
          <a:xfrm>
            <a:off x="3977151" y="3163533"/>
            <a:ext cx="3428000" cy="1347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/>
              <a:t>386,000 km</a:t>
            </a:r>
          </a:p>
        </p:txBody>
      </p:sp>
      <p:sp>
        <p:nvSpPr>
          <p:cNvPr id="2828" name="Google Shape;2828;p54"/>
          <p:cNvSpPr txBox="1">
            <a:spLocks noGrp="1"/>
          </p:cNvSpPr>
          <p:nvPr>
            <p:ph type="title" idx="2"/>
          </p:nvPr>
        </p:nvSpPr>
        <p:spPr>
          <a:xfrm>
            <a:off x="6807486" y="1105818"/>
            <a:ext cx="3611200" cy="1347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/>
              <a:t>24h 37m 23s</a:t>
            </a:r>
          </a:p>
        </p:txBody>
      </p:sp>
      <p:sp>
        <p:nvSpPr>
          <p:cNvPr id="2830" name="Google Shape;2830;p54"/>
          <p:cNvSpPr txBox="1">
            <a:spLocks noGrp="1"/>
          </p:cNvSpPr>
          <p:nvPr>
            <p:ph type="title" idx="4"/>
          </p:nvPr>
        </p:nvSpPr>
        <p:spPr>
          <a:xfrm>
            <a:off x="1952370" y="939246"/>
            <a:ext cx="3170400" cy="1347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GB"/>
              <a:t>333,000.00</a:t>
            </a:r>
          </a:p>
        </p:txBody>
      </p:sp>
      <p:sp>
        <p:nvSpPr>
          <p:cNvPr id="14" name="Synergistically utilize technically sound portals with frictionless chains. Dramatically customize…"/>
          <p:cNvSpPr txBox="1"/>
          <p:nvPr/>
        </p:nvSpPr>
        <p:spPr>
          <a:xfrm>
            <a:off x="2084686" y="2230720"/>
            <a:ext cx="2232671" cy="9885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 Synergistically utilize technically</a:t>
            </a:r>
          </a:p>
        </p:txBody>
      </p:sp>
      <p:sp>
        <p:nvSpPr>
          <p:cNvPr id="15" name="Synergistically utilize technically sound portals with frictionless chains. Dramatically customize…"/>
          <p:cNvSpPr txBox="1"/>
          <p:nvPr/>
        </p:nvSpPr>
        <p:spPr>
          <a:xfrm>
            <a:off x="4574815" y="4510733"/>
            <a:ext cx="2232671" cy="9885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 Synergistically utilize technically</a:t>
            </a:r>
          </a:p>
        </p:txBody>
      </p:sp>
      <p:sp>
        <p:nvSpPr>
          <p:cNvPr id="16" name="Synergistically utilize technically sound portals with frictionless chains. Dramatically customize…"/>
          <p:cNvSpPr txBox="1"/>
          <p:nvPr/>
        </p:nvSpPr>
        <p:spPr>
          <a:xfrm>
            <a:off x="7069631" y="2479371"/>
            <a:ext cx="2232671" cy="988540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1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1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1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technically, Synergistically utilize technically</a:t>
            </a:r>
          </a:p>
        </p:txBody>
      </p:sp>
      <p:grpSp>
        <p:nvGrpSpPr>
          <p:cNvPr id="17" name="Google Shape;443;p34"/>
          <p:cNvGrpSpPr/>
          <p:nvPr/>
        </p:nvGrpSpPr>
        <p:grpSpPr>
          <a:xfrm rot="18059551">
            <a:off x="84511" y="3704925"/>
            <a:ext cx="2034293" cy="3279161"/>
            <a:chOff x="6634300" y="1683989"/>
            <a:chExt cx="1789666" cy="2884836"/>
          </a:xfrm>
        </p:grpSpPr>
        <p:sp>
          <p:nvSpPr>
            <p:cNvPr id="18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434;p34"/>
          <p:cNvGrpSpPr/>
          <p:nvPr/>
        </p:nvGrpSpPr>
        <p:grpSpPr>
          <a:xfrm rot="4911471" flipV="1">
            <a:off x="8885850" y="2844731"/>
            <a:ext cx="2171636" cy="3500551"/>
            <a:chOff x="6634300" y="1683989"/>
            <a:chExt cx="1789666" cy="2884836"/>
          </a:xfrm>
        </p:grpSpPr>
        <p:sp>
          <p:nvSpPr>
            <p:cNvPr id="27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40"/>
          <p:cNvSpPr/>
          <p:nvPr/>
        </p:nvSpPr>
        <p:spPr>
          <a:xfrm>
            <a:off x="4073400" y="1585377"/>
            <a:ext cx="4045200" cy="4045200"/>
          </a:xfrm>
          <a:prstGeom prst="ellipse">
            <a:avLst/>
          </a:prstGeom>
          <a:noFill/>
          <a:ln w="38100" cap="flat" cmpd="sng">
            <a:solidFill>
              <a:srgbClr val="D472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17" name="Google Shape;2617;p40"/>
          <p:cNvSpPr/>
          <p:nvPr/>
        </p:nvSpPr>
        <p:spPr>
          <a:xfrm>
            <a:off x="5897635" y="2096365"/>
            <a:ext cx="281757" cy="788627"/>
          </a:xfrm>
          <a:custGeom>
            <a:avLst/>
            <a:gdLst/>
            <a:ahLst/>
            <a:cxnLst/>
            <a:rect l="l" t="t" r="r" b="b"/>
            <a:pathLst>
              <a:path w="1961" h="5585" extrusionOk="0">
                <a:moveTo>
                  <a:pt x="993" y="5584"/>
                </a:moveTo>
                <a:cubicBezTo>
                  <a:pt x="993" y="5584"/>
                  <a:pt x="54" y="5294"/>
                  <a:pt x="27" y="3962"/>
                </a:cubicBezTo>
                <a:cubicBezTo>
                  <a:pt x="0" y="2628"/>
                  <a:pt x="1067" y="1111"/>
                  <a:pt x="1007" y="1"/>
                </a:cubicBezTo>
                <a:cubicBezTo>
                  <a:pt x="1961" y="436"/>
                  <a:pt x="1898" y="2165"/>
                  <a:pt x="1571" y="2756"/>
                </a:cubicBezTo>
                <a:cubicBezTo>
                  <a:pt x="1243" y="3350"/>
                  <a:pt x="594" y="4776"/>
                  <a:pt x="993" y="558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FFFFFF">
                  <a:alpha val="10196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18" name="Google Shape;2618;p40"/>
          <p:cNvSpPr/>
          <p:nvPr/>
        </p:nvSpPr>
        <p:spPr>
          <a:xfrm>
            <a:off x="6099650" y="2482561"/>
            <a:ext cx="278166" cy="671709"/>
          </a:xfrm>
          <a:custGeom>
            <a:avLst/>
            <a:gdLst/>
            <a:ahLst/>
            <a:cxnLst/>
            <a:rect l="l" t="t" r="r" b="b"/>
            <a:pathLst>
              <a:path w="1935" h="4757" extrusionOk="0">
                <a:moveTo>
                  <a:pt x="701" y="4757"/>
                </a:moveTo>
                <a:cubicBezTo>
                  <a:pt x="701" y="4757"/>
                  <a:pt x="0" y="3769"/>
                  <a:pt x="114" y="2834"/>
                </a:cubicBezTo>
                <a:cubicBezTo>
                  <a:pt x="229" y="1901"/>
                  <a:pt x="1182" y="1248"/>
                  <a:pt x="1194" y="1"/>
                </a:cubicBezTo>
                <a:cubicBezTo>
                  <a:pt x="1936" y="1723"/>
                  <a:pt x="1330" y="2661"/>
                  <a:pt x="1084" y="3009"/>
                </a:cubicBezTo>
                <a:cubicBezTo>
                  <a:pt x="838" y="3360"/>
                  <a:pt x="529" y="4128"/>
                  <a:pt x="701" y="4757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FFFFFF">
                  <a:alpha val="10196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20" name="Google Shape;2620;p40"/>
          <p:cNvSpPr/>
          <p:nvPr/>
        </p:nvSpPr>
        <p:spPr>
          <a:xfrm>
            <a:off x="5754242" y="2190407"/>
            <a:ext cx="179458" cy="391842"/>
          </a:xfrm>
          <a:custGeom>
            <a:avLst/>
            <a:gdLst/>
            <a:ahLst/>
            <a:cxnLst/>
            <a:rect l="l" t="t" r="r" b="b"/>
            <a:pathLst>
              <a:path w="1249" h="2775" extrusionOk="0">
                <a:moveTo>
                  <a:pt x="515" y="2775"/>
                </a:moveTo>
                <a:cubicBezTo>
                  <a:pt x="515" y="2775"/>
                  <a:pt x="1" y="2292"/>
                  <a:pt x="46" y="1745"/>
                </a:cubicBezTo>
                <a:cubicBezTo>
                  <a:pt x="91" y="1199"/>
                  <a:pt x="717" y="714"/>
                  <a:pt x="681" y="1"/>
                </a:cubicBezTo>
                <a:cubicBezTo>
                  <a:pt x="1249" y="898"/>
                  <a:pt x="868" y="1505"/>
                  <a:pt x="713" y="1732"/>
                </a:cubicBezTo>
                <a:cubicBezTo>
                  <a:pt x="558" y="1960"/>
                  <a:pt x="375" y="2436"/>
                  <a:pt x="515" y="2775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100000">
                <a:srgbClr val="FFFFFF">
                  <a:alpha val="10196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34" name="Google Shape;2634;p40"/>
          <p:cNvSpPr/>
          <p:nvPr/>
        </p:nvSpPr>
        <p:spPr>
          <a:xfrm>
            <a:off x="2945168" y="1283077"/>
            <a:ext cx="891600" cy="891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635" name="Google Shape;2635;p40"/>
          <p:cNvCxnSpPr>
            <a:stCxn id="2634" idx="6"/>
          </p:cNvCxnSpPr>
          <p:nvPr/>
        </p:nvCxnSpPr>
        <p:spPr>
          <a:xfrm rot="10800000" flipH="1">
            <a:off x="3836768" y="1714077"/>
            <a:ext cx="1514800" cy="14800"/>
          </a:xfrm>
          <a:prstGeom prst="straightConnector1">
            <a:avLst/>
          </a:prstGeom>
          <a:noFill/>
          <a:ln w="28575" cap="flat" cmpd="sng">
            <a:solidFill>
              <a:srgbClr val="FF945E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636" name="Google Shape;2636;p40"/>
          <p:cNvSpPr txBox="1"/>
          <p:nvPr/>
        </p:nvSpPr>
        <p:spPr>
          <a:xfrm>
            <a:off x="2945168" y="1471677"/>
            <a:ext cx="8916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01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2638" name="Google Shape;2638;p40"/>
          <p:cNvSpPr/>
          <p:nvPr/>
        </p:nvSpPr>
        <p:spPr>
          <a:xfrm>
            <a:off x="2945169" y="3088163"/>
            <a:ext cx="891600" cy="89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39" name="Google Shape;2639;p40"/>
          <p:cNvSpPr txBox="1"/>
          <p:nvPr/>
        </p:nvSpPr>
        <p:spPr>
          <a:xfrm>
            <a:off x="2945169" y="3273408"/>
            <a:ext cx="8916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02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cxnSp>
        <p:nvCxnSpPr>
          <p:cNvPr id="2640" name="Google Shape;2640;p40"/>
          <p:cNvCxnSpPr/>
          <p:nvPr/>
        </p:nvCxnSpPr>
        <p:spPr>
          <a:xfrm>
            <a:off x="3759020" y="3544810"/>
            <a:ext cx="397200" cy="4800"/>
          </a:xfrm>
          <a:prstGeom prst="straightConnector1">
            <a:avLst/>
          </a:prstGeom>
          <a:noFill/>
          <a:ln w="28575" cap="flat" cmpd="sng">
            <a:solidFill>
              <a:srgbClr val="D47248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642" name="Google Shape;2642;p40"/>
          <p:cNvSpPr/>
          <p:nvPr/>
        </p:nvSpPr>
        <p:spPr>
          <a:xfrm>
            <a:off x="2945168" y="4999771"/>
            <a:ext cx="891600" cy="89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43" name="Google Shape;2643;p40"/>
          <p:cNvSpPr txBox="1"/>
          <p:nvPr/>
        </p:nvSpPr>
        <p:spPr>
          <a:xfrm>
            <a:off x="2945168" y="5178075"/>
            <a:ext cx="8916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03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cxnSp>
        <p:nvCxnSpPr>
          <p:cNvPr id="2644" name="Google Shape;2644;p40"/>
          <p:cNvCxnSpPr/>
          <p:nvPr/>
        </p:nvCxnSpPr>
        <p:spPr>
          <a:xfrm>
            <a:off x="3720967" y="5440178"/>
            <a:ext cx="1542000" cy="108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646" name="Google Shape;2646;p40"/>
          <p:cNvSpPr/>
          <p:nvPr/>
        </p:nvSpPr>
        <p:spPr>
          <a:xfrm>
            <a:off x="8339146" y="4999771"/>
            <a:ext cx="891600" cy="891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47" name="Google Shape;2647;p40"/>
          <p:cNvSpPr txBox="1"/>
          <p:nvPr/>
        </p:nvSpPr>
        <p:spPr>
          <a:xfrm>
            <a:off x="8329969" y="5178075"/>
            <a:ext cx="8916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04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cxnSp>
        <p:nvCxnSpPr>
          <p:cNvPr id="2648" name="Google Shape;2648;p40"/>
          <p:cNvCxnSpPr/>
          <p:nvPr/>
        </p:nvCxnSpPr>
        <p:spPr>
          <a:xfrm flipH="1">
            <a:off x="6902834" y="5440178"/>
            <a:ext cx="1542000" cy="108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650" name="Google Shape;2650;p40"/>
          <p:cNvSpPr/>
          <p:nvPr/>
        </p:nvSpPr>
        <p:spPr>
          <a:xfrm>
            <a:off x="8339146" y="1283077"/>
            <a:ext cx="891600" cy="89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51" name="Google Shape;2651;p40"/>
          <p:cNvSpPr txBox="1"/>
          <p:nvPr/>
        </p:nvSpPr>
        <p:spPr>
          <a:xfrm>
            <a:off x="8329969" y="1471677"/>
            <a:ext cx="8916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06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cxnSp>
        <p:nvCxnSpPr>
          <p:cNvPr id="2652" name="Google Shape;2652;p40"/>
          <p:cNvCxnSpPr/>
          <p:nvPr/>
        </p:nvCxnSpPr>
        <p:spPr>
          <a:xfrm rot="10800000">
            <a:off x="6824335" y="1719077"/>
            <a:ext cx="1514800" cy="148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654" name="Google Shape;2654;p40"/>
          <p:cNvSpPr/>
          <p:nvPr/>
        </p:nvSpPr>
        <p:spPr>
          <a:xfrm>
            <a:off x="8339147" y="3088163"/>
            <a:ext cx="891600" cy="89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655" name="Google Shape;2655;p40"/>
          <p:cNvSpPr txBox="1"/>
          <p:nvPr/>
        </p:nvSpPr>
        <p:spPr>
          <a:xfrm>
            <a:off x="8329969" y="3273408"/>
            <a:ext cx="8916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05</a:t>
            </a:r>
            <a:endParaRPr sz="2135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cxnSp>
        <p:nvCxnSpPr>
          <p:cNvPr id="2656" name="Google Shape;2656;p40"/>
          <p:cNvCxnSpPr/>
          <p:nvPr/>
        </p:nvCxnSpPr>
        <p:spPr>
          <a:xfrm flipH="1">
            <a:off x="8067304" y="3571959"/>
            <a:ext cx="397200" cy="4800"/>
          </a:xfrm>
          <a:prstGeom prst="straightConnector1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7" name="Synergistically utilize technically sound portals with frictionless chains. Dramatically customize…"/>
          <p:cNvSpPr txBox="1"/>
          <p:nvPr/>
        </p:nvSpPr>
        <p:spPr>
          <a:xfrm>
            <a:off x="319297" y="1283077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80" name="Synergistically utilize technically sound portals with frictionless chains. Dramatically customize…"/>
          <p:cNvSpPr txBox="1"/>
          <p:nvPr/>
        </p:nvSpPr>
        <p:spPr>
          <a:xfrm>
            <a:off x="339548" y="3036171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81" name="Synergistically utilize technically sound portals with frictionless chains. Dramatically customize…"/>
          <p:cNvSpPr txBox="1"/>
          <p:nvPr/>
        </p:nvSpPr>
        <p:spPr>
          <a:xfrm>
            <a:off x="339548" y="4979182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82" name="Synergistically utilize technically sound portals with frictionless chains. Dramatically customize…"/>
          <p:cNvSpPr txBox="1"/>
          <p:nvPr/>
        </p:nvSpPr>
        <p:spPr>
          <a:xfrm>
            <a:off x="9412687" y="1272277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83" name="Synergistically utilize technically sound portals with frictionless chains. Dramatically customize…"/>
          <p:cNvSpPr txBox="1"/>
          <p:nvPr/>
        </p:nvSpPr>
        <p:spPr>
          <a:xfrm>
            <a:off x="9432938" y="3025371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84" name="Synergistically utilize technically sound portals with frictionless chains. Dramatically customize…"/>
          <p:cNvSpPr txBox="1"/>
          <p:nvPr/>
        </p:nvSpPr>
        <p:spPr>
          <a:xfrm>
            <a:off x="9432938" y="4968382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grpSp>
        <p:nvGrpSpPr>
          <p:cNvPr id="85" name="Google Shape;443;p34"/>
          <p:cNvGrpSpPr/>
          <p:nvPr/>
        </p:nvGrpSpPr>
        <p:grpSpPr>
          <a:xfrm rot="11989114" flipH="1" flipV="1">
            <a:off x="5041108" y="2160838"/>
            <a:ext cx="1834397" cy="2956940"/>
            <a:chOff x="6634300" y="1683989"/>
            <a:chExt cx="1789666" cy="2884836"/>
          </a:xfrm>
        </p:grpSpPr>
        <p:sp>
          <p:nvSpPr>
            <p:cNvPr id="86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0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0" grpId="0" animBg="1"/>
      <p:bldP spid="81" grpId="0" animBg="1"/>
      <p:bldP spid="82" grpId="0" animBg="1"/>
      <p:bldP spid="83" grpId="0" animBg="1"/>
      <p:bldP spid="8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9" name="Google Shape;3779;p52"/>
          <p:cNvSpPr txBox="1"/>
          <p:nvPr/>
        </p:nvSpPr>
        <p:spPr>
          <a:xfrm>
            <a:off x="9575606" y="3472136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4800" b="1" kern="0" dirty="0">
                <a:solidFill>
                  <a:srgbClr val="D9A8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B</a:t>
            </a:r>
            <a:endParaRPr sz="4800" b="1" kern="0" dirty="0">
              <a:solidFill>
                <a:srgbClr val="D9A8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780" name="Google Shape;3780;p52"/>
          <p:cNvSpPr txBox="1"/>
          <p:nvPr/>
        </p:nvSpPr>
        <p:spPr>
          <a:xfrm>
            <a:off x="9589485" y="1379218"/>
            <a:ext cx="1745200" cy="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4800" b="1" kern="0" dirty="0">
                <a:solidFill>
                  <a:srgbClr val="4C22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A</a:t>
            </a:r>
            <a:endParaRPr sz="4800" b="1" kern="0" dirty="0">
              <a:solidFill>
                <a:srgbClr val="4C22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grpSp>
        <p:nvGrpSpPr>
          <p:cNvPr id="3781" name="Google Shape;3781;p52"/>
          <p:cNvGrpSpPr/>
          <p:nvPr/>
        </p:nvGrpSpPr>
        <p:grpSpPr>
          <a:xfrm>
            <a:off x="783462" y="2400265"/>
            <a:ext cx="7193967" cy="2661867"/>
            <a:chOff x="1098811" y="2034586"/>
            <a:chExt cx="5395475" cy="1996400"/>
          </a:xfrm>
        </p:grpSpPr>
        <p:sp>
          <p:nvSpPr>
            <p:cNvPr id="3782" name="Google Shape;3782;p52"/>
            <p:cNvSpPr/>
            <p:nvPr/>
          </p:nvSpPr>
          <p:spPr>
            <a:xfrm>
              <a:off x="1099300" y="2034586"/>
              <a:ext cx="5394008" cy="1233447"/>
            </a:xfrm>
            <a:custGeom>
              <a:avLst/>
              <a:gdLst/>
              <a:ahLst/>
              <a:cxnLst/>
              <a:rect l="l" t="t" r="r" b="b"/>
              <a:pathLst>
                <a:path w="22058" h="5044" extrusionOk="0">
                  <a:moveTo>
                    <a:pt x="21930" y="0"/>
                  </a:moveTo>
                  <a:cubicBezTo>
                    <a:pt x="21901" y="0"/>
                    <a:pt x="21873" y="11"/>
                    <a:pt x="21851" y="31"/>
                  </a:cubicBezTo>
                  <a:cubicBezTo>
                    <a:pt x="20907" y="902"/>
                    <a:pt x="19835" y="1737"/>
                    <a:pt x="18667" y="2511"/>
                  </a:cubicBezTo>
                  <a:cubicBezTo>
                    <a:pt x="18604" y="2556"/>
                    <a:pt x="18538" y="2596"/>
                    <a:pt x="18475" y="2637"/>
                  </a:cubicBezTo>
                  <a:cubicBezTo>
                    <a:pt x="18323" y="2731"/>
                    <a:pt x="18174" y="2815"/>
                    <a:pt x="18027" y="2893"/>
                  </a:cubicBezTo>
                  <a:cubicBezTo>
                    <a:pt x="17348" y="3251"/>
                    <a:pt x="16712" y="3428"/>
                    <a:pt x="16101" y="3428"/>
                  </a:cubicBezTo>
                  <a:cubicBezTo>
                    <a:pt x="15523" y="3428"/>
                    <a:pt x="14968" y="3270"/>
                    <a:pt x="14420" y="2954"/>
                  </a:cubicBezTo>
                  <a:cubicBezTo>
                    <a:pt x="13882" y="2643"/>
                    <a:pt x="13393" y="2238"/>
                    <a:pt x="12922" y="1844"/>
                  </a:cubicBezTo>
                  <a:cubicBezTo>
                    <a:pt x="12824" y="1760"/>
                    <a:pt x="12722" y="1678"/>
                    <a:pt x="12621" y="1594"/>
                  </a:cubicBezTo>
                  <a:lnTo>
                    <a:pt x="12507" y="1498"/>
                  </a:lnTo>
                  <a:cubicBezTo>
                    <a:pt x="12122" y="1179"/>
                    <a:pt x="11639" y="778"/>
                    <a:pt x="11116" y="683"/>
                  </a:cubicBezTo>
                  <a:cubicBezTo>
                    <a:pt x="11038" y="670"/>
                    <a:pt x="10960" y="662"/>
                    <a:pt x="10881" y="662"/>
                  </a:cubicBezTo>
                  <a:cubicBezTo>
                    <a:pt x="10785" y="662"/>
                    <a:pt x="10688" y="673"/>
                    <a:pt x="10590" y="698"/>
                  </a:cubicBezTo>
                  <a:cubicBezTo>
                    <a:pt x="10514" y="716"/>
                    <a:pt x="10434" y="747"/>
                    <a:pt x="10354" y="786"/>
                  </a:cubicBezTo>
                  <a:cubicBezTo>
                    <a:pt x="9749" y="1084"/>
                    <a:pt x="9315" y="1813"/>
                    <a:pt x="8963" y="2402"/>
                  </a:cubicBezTo>
                  <a:cubicBezTo>
                    <a:pt x="8896" y="2517"/>
                    <a:pt x="8828" y="2629"/>
                    <a:pt x="8763" y="2734"/>
                  </a:cubicBezTo>
                  <a:cubicBezTo>
                    <a:pt x="8339" y="3409"/>
                    <a:pt x="7869" y="4102"/>
                    <a:pt x="7194" y="4511"/>
                  </a:cubicBezTo>
                  <a:cubicBezTo>
                    <a:pt x="6948" y="4659"/>
                    <a:pt x="6688" y="4751"/>
                    <a:pt x="6424" y="4790"/>
                  </a:cubicBezTo>
                  <a:cubicBezTo>
                    <a:pt x="6335" y="4803"/>
                    <a:pt x="6246" y="4810"/>
                    <a:pt x="6157" y="4810"/>
                  </a:cubicBezTo>
                  <a:cubicBezTo>
                    <a:pt x="6096" y="4810"/>
                    <a:pt x="6035" y="4807"/>
                    <a:pt x="5974" y="4800"/>
                  </a:cubicBezTo>
                  <a:cubicBezTo>
                    <a:pt x="5688" y="4771"/>
                    <a:pt x="5412" y="4675"/>
                    <a:pt x="5166" y="4509"/>
                  </a:cubicBezTo>
                  <a:cubicBezTo>
                    <a:pt x="4783" y="4250"/>
                    <a:pt x="4477" y="3816"/>
                    <a:pt x="4180" y="3396"/>
                  </a:cubicBezTo>
                  <a:cubicBezTo>
                    <a:pt x="4018" y="3169"/>
                    <a:pt x="3853" y="2934"/>
                    <a:pt x="3679" y="2734"/>
                  </a:cubicBezTo>
                  <a:cubicBezTo>
                    <a:pt x="3333" y="2339"/>
                    <a:pt x="2292" y="1280"/>
                    <a:pt x="1041" y="1280"/>
                  </a:cubicBezTo>
                  <a:cubicBezTo>
                    <a:pt x="744" y="1280"/>
                    <a:pt x="434" y="1340"/>
                    <a:pt x="119" y="1483"/>
                  </a:cubicBezTo>
                  <a:cubicBezTo>
                    <a:pt x="80" y="1498"/>
                    <a:pt x="43" y="1518"/>
                    <a:pt x="6" y="1537"/>
                  </a:cubicBezTo>
                  <a:cubicBezTo>
                    <a:pt x="2" y="1537"/>
                    <a:pt x="0" y="1539"/>
                    <a:pt x="0" y="1539"/>
                  </a:cubicBezTo>
                  <a:lnTo>
                    <a:pt x="0" y="1741"/>
                  </a:lnTo>
                  <a:cubicBezTo>
                    <a:pt x="17" y="1751"/>
                    <a:pt x="37" y="1756"/>
                    <a:pt x="57" y="1756"/>
                  </a:cubicBezTo>
                  <a:cubicBezTo>
                    <a:pt x="75" y="1756"/>
                    <a:pt x="94" y="1752"/>
                    <a:pt x="113" y="1743"/>
                  </a:cubicBezTo>
                  <a:cubicBezTo>
                    <a:pt x="115" y="1741"/>
                    <a:pt x="119" y="1741"/>
                    <a:pt x="119" y="1741"/>
                  </a:cubicBezTo>
                  <a:cubicBezTo>
                    <a:pt x="431" y="1581"/>
                    <a:pt x="741" y="1515"/>
                    <a:pt x="1039" y="1515"/>
                  </a:cubicBezTo>
                  <a:cubicBezTo>
                    <a:pt x="2196" y="1515"/>
                    <a:pt x="3178" y="2514"/>
                    <a:pt x="3501" y="2887"/>
                  </a:cubicBezTo>
                  <a:cubicBezTo>
                    <a:pt x="3668" y="3077"/>
                    <a:pt x="3824" y="3296"/>
                    <a:pt x="3988" y="3529"/>
                  </a:cubicBezTo>
                  <a:cubicBezTo>
                    <a:pt x="4296" y="3963"/>
                    <a:pt x="4616" y="4417"/>
                    <a:pt x="5033" y="4698"/>
                  </a:cubicBezTo>
                  <a:cubicBezTo>
                    <a:pt x="5307" y="4884"/>
                    <a:pt x="5616" y="4996"/>
                    <a:pt x="5939" y="5031"/>
                  </a:cubicBezTo>
                  <a:cubicBezTo>
                    <a:pt x="6011" y="5041"/>
                    <a:pt x="6085" y="5043"/>
                    <a:pt x="6156" y="5043"/>
                  </a:cubicBezTo>
                  <a:cubicBezTo>
                    <a:pt x="6259" y="5043"/>
                    <a:pt x="6365" y="5035"/>
                    <a:pt x="6467" y="5021"/>
                  </a:cubicBezTo>
                  <a:cubicBezTo>
                    <a:pt x="6760" y="4976"/>
                    <a:pt x="7046" y="4872"/>
                    <a:pt x="7316" y="4708"/>
                  </a:cubicBezTo>
                  <a:cubicBezTo>
                    <a:pt x="8034" y="4274"/>
                    <a:pt x="8525" y="3552"/>
                    <a:pt x="8963" y="2854"/>
                  </a:cubicBezTo>
                  <a:cubicBezTo>
                    <a:pt x="9031" y="2750"/>
                    <a:pt x="9096" y="2633"/>
                    <a:pt x="9168" y="2517"/>
                  </a:cubicBezTo>
                  <a:cubicBezTo>
                    <a:pt x="9520" y="1927"/>
                    <a:pt x="9917" y="1258"/>
                    <a:pt x="10463" y="992"/>
                  </a:cubicBezTo>
                  <a:cubicBezTo>
                    <a:pt x="10518" y="964"/>
                    <a:pt x="10575" y="941"/>
                    <a:pt x="10631" y="925"/>
                  </a:cubicBezTo>
                  <a:cubicBezTo>
                    <a:pt x="10718" y="901"/>
                    <a:pt x="10805" y="890"/>
                    <a:pt x="10890" y="890"/>
                  </a:cubicBezTo>
                  <a:cubicBezTo>
                    <a:pt x="10959" y="890"/>
                    <a:pt x="11027" y="897"/>
                    <a:pt x="11095" y="911"/>
                  </a:cubicBezTo>
                  <a:cubicBezTo>
                    <a:pt x="11547" y="997"/>
                    <a:pt x="11983" y="1361"/>
                    <a:pt x="12357" y="1670"/>
                  </a:cubicBezTo>
                  <a:lnTo>
                    <a:pt x="12472" y="1768"/>
                  </a:lnTo>
                  <a:cubicBezTo>
                    <a:pt x="12572" y="1850"/>
                    <a:pt x="12673" y="1934"/>
                    <a:pt x="12771" y="2015"/>
                  </a:cubicBezTo>
                  <a:cubicBezTo>
                    <a:pt x="13249" y="2414"/>
                    <a:pt x="13747" y="2828"/>
                    <a:pt x="14301" y="3149"/>
                  </a:cubicBezTo>
                  <a:cubicBezTo>
                    <a:pt x="14888" y="3487"/>
                    <a:pt x="15482" y="3657"/>
                    <a:pt x="16098" y="3657"/>
                  </a:cubicBezTo>
                  <a:cubicBezTo>
                    <a:pt x="16754" y="3657"/>
                    <a:pt x="17435" y="3464"/>
                    <a:pt x="18160" y="3077"/>
                  </a:cubicBezTo>
                  <a:cubicBezTo>
                    <a:pt x="18295" y="3006"/>
                    <a:pt x="18432" y="2926"/>
                    <a:pt x="18573" y="2838"/>
                  </a:cubicBezTo>
                  <a:cubicBezTo>
                    <a:pt x="18645" y="2795"/>
                    <a:pt x="18718" y="2746"/>
                    <a:pt x="18792" y="2699"/>
                  </a:cubicBezTo>
                  <a:cubicBezTo>
                    <a:pt x="19974" y="1917"/>
                    <a:pt x="21053" y="1074"/>
                    <a:pt x="22006" y="197"/>
                  </a:cubicBezTo>
                  <a:cubicBezTo>
                    <a:pt x="22055" y="154"/>
                    <a:pt x="22057" y="80"/>
                    <a:pt x="22016" y="39"/>
                  </a:cubicBezTo>
                  <a:cubicBezTo>
                    <a:pt x="21994" y="13"/>
                    <a:pt x="21962" y="0"/>
                    <a:pt x="219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3" name="Google Shape;3783;p52"/>
            <p:cNvSpPr/>
            <p:nvPr/>
          </p:nvSpPr>
          <p:spPr>
            <a:xfrm>
              <a:off x="2577026" y="3202737"/>
              <a:ext cx="88767" cy="88767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81" y="0"/>
                  </a:moveTo>
                  <a:cubicBezTo>
                    <a:pt x="81" y="0"/>
                    <a:pt x="1" y="80"/>
                    <a:pt x="1" y="180"/>
                  </a:cubicBezTo>
                  <a:cubicBezTo>
                    <a:pt x="1" y="283"/>
                    <a:pt x="81" y="363"/>
                    <a:pt x="181" y="363"/>
                  </a:cubicBezTo>
                  <a:cubicBezTo>
                    <a:pt x="283" y="363"/>
                    <a:pt x="363" y="283"/>
                    <a:pt x="363" y="180"/>
                  </a:cubicBezTo>
                  <a:cubicBezTo>
                    <a:pt x="363" y="80"/>
                    <a:pt x="283" y="0"/>
                    <a:pt x="181" y="0"/>
                  </a:cubicBezTo>
                  <a:close/>
                </a:path>
              </a:pathLst>
            </a:custGeom>
            <a:solidFill>
              <a:srgbClr val="774C2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4" name="Google Shape;3784;p52"/>
            <p:cNvSpPr/>
            <p:nvPr/>
          </p:nvSpPr>
          <p:spPr>
            <a:xfrm>
              <a:off x="2578004" y="3200292"/>
              <a:ext cx="89256" cy="88767"/>
            </a:xfrm>
            <a:custGeom>
              <a:avLst/>
              <a:gdLst/>
              <a:ahLst/>
              <a:cxnLst/>
              <a:rect l="l" t="t" r="r" b="b"/>
              <a:pathLst>
                <a:path w="365" h="363" extrusionOk="0">
                  <a:moveTo>
                    <a:pt x="183" y="0"/>
                  </a:moveTo>
                  <a:cubicBezTo>
                    <a:pt x="83" y="0"/>
                    <a:pt x="1" y="80"/>
                    <a:pt x="1" y="180"/>
                  </a:cubicBezTo>
                  <a:cubicBezTo>
                    <a:pt x="1" y="282"/>
                    <a:pt x="83" y="362"/>
                    <a:pt x="183" y="362"/>
                  </a:cubicBezTo>
                  <a:cubicBezTo>
                    <a:pt x="283" y="362"/>
                    <a:pt x="365" y="282"/>
                    <a:pt x="365" y="180"/>
                  </a:cubicBezTo>
                  <a:cubicBezTo>
                    <a:pt x="365" y="80"/>
                    <a:pt x="283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5" name="Google Shape;3785;p52"/>
            <p:cNvSpPr/>
            <p:nvPr/>
          </p:nvSpPr>
          <p:spPr>
            <a:xfrm>
              <a:off x="3699688" y="2155143"/>
              <a:ext cx="135474" cy="135229"/>
            </a:xfrm>
            <a:custGeom>
              <a:avLst/>
              <a:gdLst/>
              <a:ahLst/>
              <a:cxnLst/>
              <a:rect l="l" t="t" r="r" b="b"/>
              <a:pathLst>
                <a:path w="554" h="553" extrusionOk="0">
                  <a:moveTo>
                    <a:pt x="277" y="0"/>
                  </a:moveTo>
                  <a:cubicBezTo>
                    <a:pt x="124" y="0"/>
                    <a:pt x="1" y="123"/>
                    <a:pt x="1" y="276"/>
                  </a:cubicBezTo>
                  <a:cubicBezTo>
                    <a:pt x="1" y="430"/>
                    <a:pt x="124" y="553"/>
                    <a:pt x="277" y="553"/>
                  </a:cubicBezTo>
                  <a:cubicBezTo>
                    <a:pt x="430" y="553"/>
                    <a:pt x="553" y="430"/>
                    <a:pt x="553" y="276"/>
                  </a:cubicBezTo>
                  <a:cubicBezTo>
                    <a:pt x="553" y="123"/>
                    <a:pt x="430" y="0"/>
                    <a:pt x="2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6" name="Google Shape;3786;p52"/>
            <p:cNvSpPr/>
            <p:nvPr/>
          </p:nvSpPr>
          <p:spPr>
            <a:xfrm>
              <a:off x="3721207" y="2181553"/>
              <a:ext cx="89256" cy="88767"/>
            </a:xfrm>
            <a:custGeom>
              <a:avLst/>
              <a:gdLst/>
              <a:ahLst/>
              <a:cxnLst/>
              <a:rect l="l" t="t" r="r" b="b"/>
              <a:pathLst>
                <a:path w="365" h="363" extrusionOk="0">
                  <a:moveTo>
                    <a:pt x="183" y="1"/>
                  </a:moveTo>
                  <a:cubicBezTo>
                    <a:pt x="83" y="1"/>
                    <a:pt x="1" y="80"/>
                    <a:pt x="1" y="181"/>
                  </a:cubicBezTo>
                  <a:cubicBezTo>
                    <a:pt x="1" y="281"/>
                    <a:pt x="83" y="363"/>
                    <a:pt x="183" y="363"/>
                  </a:cubicBezTo>
                  <a:cubicBezTo>
                    <a:pt x="283" y="363"/>
                    <a:pt x="365" y="281"/>
                    <a:pt x="365" y="181"/>
                  </a:cubicBezTo>
                  <a:cubicBezTo>
                    <a:pt x="365" y="80"/>
                    <a:pt x="283" y="1"/>
                    <a:pt x="183" y="1"/>
                  </a:cubicBezTo>
                  <a:close/>
                </a:path>
              </a:pathLst>
            </a:custGeom>
            <a:solidFill>
              <a:srgbClr val="774C2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7" name="Google Shape;3787;p52"/>
            <p:cNvSpPr/>
            <p:nvPr/>
          </p:nvSpPr>
          <p:spPr>
            <a:xfrm>
              <a:off x="3722674" y="2178129"/>
              <a:ext cx="88767" cy="89256"/>
            </a:xfrm>
            <a:custGeom>
              <a:avLst/>
              <a:gdLst/>
              <a:ahLst/>
              <a:cxnLst/>
              <a:rect l="l" t="t" r="r" b="b"/>
              <a:pathLst>
                <a:path w="363" h="365" extrusionOk="0">
                  <a:moveTo>
                    <a:pt x="183" y="0"/>
                  </a:moveTo>
                  <a:cubicBezTo>
                    <a:pt x="83" y="0"/>
                    <a:pt x="1" y="82"/>
                    <a:pt x="1" y="182"/>
                  </a:cubicBezTo>
                  <a:cubicBezTo>
                    <a:pt x="1" y="283"/>
                    <a:pt x="83" y="365"/>
                    <a:pt x="183" y="365"/>
                  </a:cubicBezTo>
                  <a:cubicBezTo>
                    <a:pt x="281" y="365"/>
                    <a:pt x="363" y="283"/>
                    <a:pt x="363" y="182"/>
                  </a:cubicBezTo>
                  <a:cubicBezTo>
                    <a:pt x="363" y="82"/>
                    <a:pt x="285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8" name="Google Shape;3788;p52"/>
            <p:cNvSpPr/>
            <p:nvPr/>
          </p:nvSpPr>
          <p:spPr>
            <a:xfrm>
              <a:off x="5513894" y="2652775"/>
              <a:ext cx="135229" cy="135474"/>
            </a:xfrm>
            <a:custGeom>
              <a:avLst/>
              <a:gdLst/>
              <a:ahLst/>
              <a:cxnLst/>
              <a:rect l="l" t="t" r="r" b="b"/>
              <a:pathLst>
                <a:path w="553" h="554" extrusionOk="0">
                  <a:moveTo>
                    <a:pt x="276" y="1"/>
                  </a:moveTo>
                  <a:cubicBezTo>
                    <a:pt x="123" y="1"/>
                    <a:pt x="0" y="124"/>
                    <a:pt x="0" y="277"/>
                  </a:cubicBezTo>
                  <a:cubicBezTo>
                    <a:pt x="0" y="431"/>
                    <a:pt x="123" y="553"/>
                    <a:pt x="276" y="553"/>
                  </a:cubicBezTo>
                  <a:cubicBezTo>
                    <a:pt x="430" y="553"/>
                    <a:pt x="553" y="431"/>
                    <a:pt x="553" y="277"/>
                  </a:cubicBezTo>
                  <a:cubicBezTo>
                    <a:pt x="553" y="124"/>
                    <a:pt x="430" y="1"/>
                    <a:pt x="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89" name="Google Shape;3789;p52"/>
            <p:cNvSpPr/>
            <p:nvPr/>
          </p:nvSpPr>
          <p:spPr>
            <a:xfrm>
              <a:off x="5536392" y="2679429"/>
              <a:ext cx="88767" cy="88767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182" y="0"/>
                  </a:moveTo>
                  <a:cubicBezTo>
                    <a:pt x="80" y="0"/>
                    <a:pt x="0" y="80"/>
                    <a:pt x="0" y="180"/>
                  </a:cubicBezTo>
                  <a:cubicBezTo>
                    <a:pt x="0" y="281"/>
                    <a:pt x="80" y="362"/>
                    <a:pt x="182" y="362"/>
                  </a:cubicBezTo>
                  <a:cubicBezTo>
                    <a:pt x="283" y="362"/>
                    <a:pt x="362" y="281"/>
                    <a:pt x="362" y="180"/>
                  </a:cubicBezTo>
                  <a:cubicBezTo>
                    <a:pt x="362" y="80"/>
                    <a:pt x="283" y="0"/>
                    <a:pt x="182" y="0"/>
                  </a:cubicBezTo>
                  <a:close/>
                </a:path>
              </a:pathLst>
            </a:custGeom>
            <a:solidFill>
              <a:srgbClr val="774C2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90" name="Google Shape;3790;p52"/>
            <p:cNvSpPr/>
            <p:nvPr/>
          </p:nvSpPr>
          <p:spPr>
            <a:xfrm>
              <a:off x="5536881" y="2676006"/>
              <a:ext cx="89256" cy="89256"/>
            </a:xfrm>
            <a:custGeom>
              <a:avLst/>
              <a:gdLst/>
              <a:ahLst/>
              <a:cxnLst/>
              <a:rect l="l" t="t" r="r" b="b"/>
              <a:pathLst>
                <a:path w="365" h="365" extrusionOk="0">
                  <a:moveTo>
                    <a:pt x="182" y="0"/>
                  </a:moveTo>
                  <a:cubicBezTo>
                    <a:pt x="82" y="0"/>
                    <a:pt x="0" y="82"/>
                    <a:pt x="0" y="182"/>
                  </a:cubicBezTo>
                  <a:cubicBezTo>
                    <a:pt x="0" y="282"/>
                    <a:pt x="82" y="364"/>
                    <a:pt x="182" y="364"/>
                  </a:cubicBezTo>
                  <a:cubicBezTo>
                    <a:pt x="283" y="364"/>
                    <a:pt x="365" y="282"/>
                    <a:pt x="365" y="182"/>
                  </a:cubicBezTo>
                  <a:cubicBezTo>
                    <a:pt x="365" y="82"/>
                    <a:pt x="283" y="0"/>
                    <a:pt x="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791" name="Google Shape;3791;p52"/>
            <p:cNvGrpSpPr/>
            <p:nvPr/>
          </p:nvGrpSpPr>
          <p:grpSpPr>
            <a:xfrm>
              <a:off x="1098811" y="3154808"/>
              <a:ext cx="5395475" cy="876178"/>
              <a:chOff x="1098811" y="3154808"/>
              <a:chExt cx="5395475" cy="876178"/>
            </a:xfrm>
          </p:grpSpPr>
          <p:sp>
            <p:nvSpPr>
              <p:cNvPr id="3792" name="Google Shape;3792;p52"/>
              <p:cNvSpPr/>
              <p:nvPr/>
            </p:nvSpPr>
            <p:spPr>
              <a:xfrm>
                <a:off x="1098811" y="3154808"/>
                <a:ext cx="5395475" cy="876178"/>
              </a:xfrm>
              <a:custGeom>
                <a:avLst/>
                <a:gdLst/>
                <a:ahLst/>
                <a:cxnLst/>
                <a:rect l="l" t="t" r="r" b="b"/>
                <a:pathLst>
                  <a:path w="22064" h="3583" extrusionOk="0">
                    <a:moveTo>
                      <a:pt x="21935" y="1"/>
                    </a:moveTo>
                    <a:cubicBezTo>
                      <a:pt x="21893" y="1"/>
                      <a:pt x="21853" y="23"/>
                      <a:pt x="21832" y="61"/>
                    </a:cubicBezTo>
                    <a:cubicBezTo>
                      <a:pt x="21126" y="1285"/>
                      <a:pt x="19567" y="2334"/>
                      <a:pt x="18160" y="2570"/>
                    </a:cubicBezTo>
                    <a:cubicBezTo>
                      <a:pt x="18045" y="2590"/>
                      <a:pt x="17930" y="2602"/>
                      <a:pt x="17818" y="2611"/>
                    </a:cubicBezTo>
                    <a:cubicBezTo>
                      <a:pt x="17783" y="2613"/>
                      <a:pt x="17750" y="2615"/>
                      <a:pt x="17720" y="2615"/>
                    </a:cubicBezTo>
                    <a:cubicBezTo>
                      <a:pt x="17669" y="2617"/>
                      <a:pt x="17618" y="2618"/>
                      <a:pt x="17568" y="2618"/>
                    </a:cubicBezTo>
                    <a:cubicBezTo>
                      <a:pt x="16454" y="2618"/>
                      <a:pt x="15473" y="2090"/>
                      <a:pt x="14518" y="1579"/>
                    </a:cubicBezTo>
                    <a:cubicBezTo>
                      <a:pt x="13542" y="1056"/>
                      <a:pt x="12535" y="516"/>
                      <a:pt x="11375" y="516"/>
                    </a:cubicBezTo>
                    <a:cubicBezTo>
                      <a:pt x="11265" y="516"/>
                      <a:pt x="11150" y="522"/>
                      <a:pt x="11036" y="532"/>
                    </a:cubicBezTo>
                    <a:cubicBezTo>
                      <a:pt x="10980" y="536"/>
                      <a:pt x="10927" y="542"/>
                      <a:pt x="10874" y="548"/>
                    </a:cubicBezTo>
                    <a:cubicBezTo>
                      <a:pt x="9235" y="753"/>
                      <a:pt x="7785" y="1719"/>
                      <a:pt x="6698" y="2543"/>
                    </a:cubicBezTo>
                    <a:cubicBezTo>
                      <a:pt x="5989" y="3081"/>
                      <a:pt x="5257" y="3350"/>
                      <a:pt x="4512" y="3350"/>
                    </a:cubicBezTo>
                    <a:cubicBezTo>
                      <a:pt x="4316" y="3350"/>
                      <a:pt x="4118" y="3332"/>
                      <a:pt x="3920" y="3294"/>
                    </a:cubicBezTo>
                    <a:cubicBezTo>
                      <a:pt x="3273" y="3167"/>
                      <a:pt x="2680" y="2854"/>
                      <a:pt x="2163" y="2471"/>
                    </a:cubicBezTo>
                    <a:cubicBezTo>
                      <a:pt x="2038" y="2379"/>
                      <a:pt x="1915" y="2283"/>
                      <a:pt x="1800" y="2181"/>
                    </a:cubicBezTo>
                    <a:cubicBezTo>
                      <a:pt x="796" y="1322"/>
                      <a:pt x="172" y="299"/>
                      <a:pt x="162" y="282"/>
                    </a:cubicBezTo>
                    <a:cubicBezTo>
                      <a:pt x="147" y="266"/>
                      <a:pt x="133" y="252"/>
                      <a:pt x="117" y="241"/>
                    </a:cubicBezTo>
                    <a:cubicBezTo>
                      <a:pt x="99" y="231"/>
                      <a:pt x="79" y="225"/>
                      <a:pt x="58" y="225"/>
                    </a:cubicBezTo>
                    <a:cubicBezTo>
                      <a:pt x="39" y="225"/>
                      <a:pt x="19" y="230"/>
                      <a:pt x="0" y="241"/>
                    </a:cubicBezTo>
                    <a:lnTo>
                      <a:pt x="0" y="473"/>
                    </a:lnTo>
                    <a:cubicBezTo>
                      <a:pt x="29" y="516"/>
                      <a:pt x="65" y="575"/>
                      <a:pt x="117" y="649"/>
                    </a:cubicBezTo>
                    <a:cubicBezTo>
                      <a:pt x="366" y="1015"/>
                      <a:pt x="894" y="1721"/>
                      <a:pt x="1627" y="2349"/>
                    </a:cubicBezTo>
                    <a:cubicBezTo>
                      <a:pt x="1753" y="2459"/>
                      <a:pt x="1890" y="2570"/>
                      <a:pt x="2034" y="2672"/>
                    </a:cubicBezTo>
                    <a:cubicBezTo>
                      <a:pt x="2570" y="3065"/>
                      <a:pt x="3192" y="3390"/>
                      <a:pt x="3875" y="3521"/>
                    </a:cubicBezTo>
                    <a:cubicBezTo>
                      <a:pt x="4090" y="3562"/>
                      <a:pt x="4301" y="3582"/>
                      <a:pt x="4515" y="3582"/>
                    </a:cubicBezTo>
                    <a:cubicBezTo>
                      <a:pt x="5309" y="3582"/>
                      <a:pt x="6087" y="3296"/>
                      <a:pt x="6835" y="2727"/>
                    </a:cubicBezTo>
                    <a:cubicBezTo>
                      <a:pt x="7899" y="1919"/>
                      <a:pt x="9311" y="978"/>
                      <a:pt x="10893" y="779"/>
                    </a:cubicBezTo>
                    <a:cubicBezTo>
                      <a:pt x="10946" y="771"/>
                      <a:pt x="10999" y="767"/>
                      <a:pt x="11056" y="761"/>
                    </a:cubicBezTo>
                    <a:cubicBezTo>
                      <a:pt x="11169" y="751"/>
                      <a:pt x="11277" y="747"/>
                      <a:pt x="11386" y="747"/>
                    </a:cubicBezTo>
                    <a:cubicBezTo>
                      <a:pt x="12478" y="747"/>
                      <a:pt x="13415" y="1250"/>
                      <a:pt x="14403" y="1782"/>
                    </a:cubicBezTo>
                    <a:cubicBezTo>
                      <a:pt x="15384" y="2307"/>
                      <a:pt x="16394" y="2850"/>
                      <a:pt x="17563" y="2850"/>
                    </a:cubicBezTo>
                    <a:cubicBezTo>
                      <a:pt x="17607" y="2850"/>
                      <a:pt x="17651" y="2849"/>
                      <a:pt x="17695" y="2848"/>
                    </a:cubicBezTo>
                    <a:cubicBezTo>
                      <a:pt x="17740" y="2846"/>
                      <a:pt x="17783" y="2844"/>
                      <a:pt x="17830" y="2840"/>
                    </a:cubicBezTo>
                    <a:cubicBezTo>
                      <a:pt x="17961" y="2834"/>
                      <a:pt x="18094" y="2815"/>
                      <a:pt x="18227" y="2793"/>
                    </a:cubicBezTo>
                    <a:cubicBezTo>
                      <a:pt x="19704" y="2539"/>
                      <a:pt x="21286" y="1467"/>
                      <a:pt x="22033" y="176"/>
                    </a:cubicBezTo>
                    <a:cubicBezTo>
                      <a:pt x="22063" y="119"/>
                      <a:pt x="22045" y="47"/>
                      <a:pt x="21994" y="16"/>
                    </a:cubicBezTo>
                    <a:cubicBezTo>
                      <a:pt x="21975" y="6"/>
                      <a:pt x="21955" y="1"/>
                      <a:pt x="219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3" name="Google Shape;3793;p52"/>
              <p:cNvSpPr/>
              <p:nvPr/>
            </p:nvSpPr>
            <p:spPr>
              <a:xfrm>
                <a:off x="2555018" y="3176817"/>
                <a:ext cx="135474" cy="135229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3" extrusionOk="0">
                    <a:moveTo>
                      <a:pt x="277" y="0"/>
                    </a:moveTo>
                    <a:cubicBezTo>
                      <a:pt x="123" y="0"/>
                      <a:pt x="1" y="125"/>
                      <a:pt x="1" y="276"/>
                    </a:cubicBezTo>
                    <a:cubicBezTo>
                      <a:pt x="1" y="430"/>
                      <a:pt x="123" y="552"/>
                      <a:pt x="277" y="552"/>
                    </a:cubicBezTo>
                    <a:cubicBezTo>
                      <a:pt x="430" y="552"/>
                      <a:pt x="553" y="430"/>
                      <a:pt x="553" y="276"/>
                    </a:cubicBezTo>
                    <a:cubicBezTo>
                      <a:pt x="553" y="125"/>
                      <a:pt x="430" y="0"/>
                      <a:pt x="2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4" name="Google Shape;3794;p52"/>
              <p:cNvSpPr/>
              <p:nvPr/>
            </p:nvSpPr>
            <p:spPr>
              <a:xfrm>
                <a:off x="3762778" y="3243820"/>
                <a:ext cx="135229" cy="135229"/>
              </a:xfrm>
              <a:custGeom>
                <a:avLst/>
                <a:gdLst/>
                <a:ahLst/>
                <a:cxnLst/>
                <a:rect l="l" t="t" r="r" b="b"/>
                <a:pathLst>
                  <a:path w="553" h="553" extrusionOk="0">
                    <a:moveTo>
                      <a:pt x="277" y="0"/>
                    </a:moveTo>
                    <a:cubicBezTo>
                      <a:pt x="123" y="0"/>
                      <a:pt x="1" y="123"/>
                      <a:pt x="1" y="276"/>
                    </a:cubicBezTo>
                    <a:cubicBezTo>
                      <a:pt x="1" y="430"/>
                      <a:pt x="123" y="553"/>
                      <a:pt x="277" y="553"/>
                    </a:cubicBezTo>
                    <a:cubicBezTo>
                      <a:pt x="430" y="553"/>
                      <a:pt x="553" y="430"/>
                      <a:pt x="553" y="276"/>
                    </a:cubicBezTo>
                    <a:cubicBezTo>
                      <a:pt x="553" y="127"/>
                      <a:pt x="430" y="4"/>
                      <a:pt x="2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5" name="Google Shape;3795;p52"/>
              <p:cNvSpPr/>
              <p:nvPr/>
            </p:nvSpPr>
            <p:spPr>
              <a:xfrm>
                <a:off x="3784297" y="3270230"/>
                <a:ext cx="89256" cy="88767"/>
              </a:xfrm>
              <a:custGeom>
                <a:avLst/>
                <a:gdLst/>
                <a:ahLst/>
                <a:cxnLst/>
                <a:rect l="l" t="t" r="r" b="b"/>
                <a:pathLst>
                  <a:path w="365" h="363" extrusionOk="0">
                    <a:moveTo>
                      <a:pt x="183" y="1"/>
                    </a:moveTo>
                    <a:cubicBezTo>
                      <a:pt x="82" y="1"/>
                      <a:pt x="1" y="80"/>
                      <a:pt x="1" y="183"/>
                    </a:cubicBezTo>
                    <a:cubicBezTo>
                      <a:pt x="1" y="283"/>
                      <a:pt x="82" y="363"/>
                      <a:pt x="183" y="363"/>
                    </a:cubicBezTo>
                    <a:cubicBezTo>
                      <a:pt x="283" y="363"/>
                      <a:pt x="365" y="283"/>
                      <a:pt x="365" y="183"/>
                    </a:cubicBezTo>
                    <a:cubicBezTo>
                      <a:pt x="365" y="80"/>
                      <a:pt x="283" y="1"/>
                      <a:pt x="183" y="1"/>
                    </a:cubicBezTo>
                    <a:close/>
                  </a:path>
                </a:pathLst>
              </a:custGeom>
              <a:solidFill>
                <a:srgbClr val="774C2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6" name="Google Shape;3796;p52"/>
              <p:cNvSpPr/>
              <p:nvPr/>
            </p:nvSpPr>
            <p:spPr>
              <a:xfrm>
                <a:off x="3786253" y="3267295"/>
                <a:ext cx="89256" cy="88767"/>
              </a:xfrm>
              <a:custGeom>
                <a:avLst/>
                <a:gdLst/>
                <a:ahLst/>
                <a:cxnLst/>
                <a:rect l="l" t="t" r="r" b="b"/>
                <a:pathLst>
                  <a:path w="365" h="363" extrusionOk="0">
                    <a:moveTo>
                      <a:pt x="183" y="0"/>
                    </a:moveTo>
                    <a:cubicBezTo>
                      <a:pt x="83" y="0"/>
                      <a:pt x="1" y="82"/>
                      <a:pt x="1" y="180"/>
                    </a:cubicBezTo>
                    <a:cubicBezTo>
                      <a:pt x="1" y="281"/>
                      <a:pt x="83" y="362"/>
                      <a:pt x="183" y="362"/>
                    </a:cubicBezTo>
                    <a:cubicBezTo>
                      <a:pt x="283" y="362"/>
                      <a:pt x="365" y="281"/>
                      <a:pt x="365" y="180"/>
                    </a:cubicBezTo>
                    <a:cubicBezTo>
                      <a:pt x="365" y="82"/>
                      <a:pt x="283" y="0"/>
                      <a:pt x="1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7" name="Google Shape;3797;p52"/>
              <p:cNvSpPr/>
              <p:nvPr/>
            </p:nvSpPr>
            <p:spPr>
              <a:xfrm>
                <a:off x="5431731" y="3760526"/>
                <a:ext cx="135474" cy="135229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3" extrusionOk="0">
                    <a:moveTo>
                      <a:pt x="277" y="1"/>
                    </a:moveTo>
                    <a:cubicBezTo>
                      <a:pt x="124" y="1"/>
                      <a:pt x="1" y="123"/>
                      <a:pt x="1" y="277"/>
                    </a:cubicBezTo>
                    <a:cubicBezTo>
                      <a:pt x="1" y="430"/>
                      <a:pt x="124" y="553"/>
                      <a:pt x="277" y="553"/>
                    </a:cubicBezTo>
                    <a:cubicBezTo>
                      <a:pt x="430" y="553"/>
                      <a:pt x="553" y="430"/>
                      <a:pt x="553" y="277"/>
                    </a:cubicBezTo>
                    <a:cubicBezTo>
                      <a:pt x="553" y="123"/>
                      <a:pt x="430" y="1"/>
                      <a:pt x="2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8" name="Google Shape;3798;p52"/>
              <p:cNvSpPr/>
              <p:nvPr/>
            </p:nvSpPr>
            <p:spPr>
              <a:xfrm>
                <a:off x="5454228" y="3786446"/>
                <a:ext cx="88767" cy="89501"/>
              </a:xfrm>
              <a:custGeom>
                <a:avLst/>
                <a:gdLst/>
                <a:ahLst/>
                <a:cxnLst/>
                <a:rect l="l" t="t" r="r" b="b"/>
                <a:pathLst>
                  <a:path w="363" h="366" extrusionOk="0">
                    <a:moveTo>
                      <a:pt x="183" y="1"/>
                    </a:moveTo>
                    <a:cubicBezTo>
                      <a:pt x="83" y="1"/>
                      <a:pt x="1" y="83"/>
                      <a:pt x="1" y="183"/>
                    </a:cubicBezTo>
                    <a:cubicBezTo>
                      <a:pt x="1" y="283"/>
                      <a:pt x="83" y="365"/>
                      <a:pt x="183" y="365"/>
                    </a:cubicBezTo>
                    <a:cubicBezTo>
                      <a:pt x="283" y="365"/>
                      <a:pt x="363" y="283"/>
                      <a:pt x="363" y="183"/>
                    </a:cubicBezTo>
                    <a:cubicBezTo>
                      <a:pt x="363" y="83"/>
                      <a:pt x="283" y="1"/>
                      <a:pt x="183" y="1"/>
                    </a:cubicBezTo>
                    <a:close/>
                  </a:path>
                </a:pathLst>
              </a:custGeom>
              <a:solidFill>
                <a:srgbClr val="774C2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99" name="Google Shape;3799;p52"/>
              <p:cNvSpPr/>
              <p:nvPr/>
            </p:nvSpPr>
            <p:spPr>
              <a:xfrm>
                <a:off x="5455206" y="3783512"/>
                <a:ext cx="89501" cy="89256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5" extrusionOk="0">
                    <a:moveTo>
                      <a:pt x="183" y="1"/>
                    </a:moveTo>
                    <a:cubicBezTo>
                      <a:pt x="83" y="1"/>
                      <a:pt x="1" y="83"/>
                      <a:pt x="1" y="183"/>
                    </a:cubicBezTo>
                    <a:cubicBezTo>
                      <a:pt x="1" y="283"/>
                      <a:pt x="85" y="365"/>
                      <a:pt x="183" y="365"/>
                    </a:cubicBezTo>
                    <a:cubicBezTo>
                      <a:pt x="283" y="365"/>
                      <a:pt x="365" y="283"/>
                      <a:pt x="365" y="183"/>
                    </a:cubicBezTo>
                    <a:cubicBezTo>
                      <a:pt x="365" y="81"/>
                      <a:pt x="283" y="1"/>
                      <a:pt x="1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00" name="Google Shape;3800;p52"/>
              <p:cNvSpPr/>
              <p:nvPr/>
            </p:nvSpPr>
            <p:spPr>
              <a:xfrm>
                <a:off x="1500827" y="3693033"/>
                <a:ext cx="135474" cy="135229"/>
              </a:xfrm>
              <a:custGeom>
                <a:avLst/>
                <a:gdLst/>
                <a:ahLst/>
                <a:cxnLst/>
                <a:rect l="l" t="t" r="r" b="b"/>
                <a:pathLst>
                  <a:path w="554" h="553" extrusionOk="0">
                    <a:moveTo>
                      <a:pt x="277" y="0"/>
                    </a:moveTo>
                    <a:cubicBezTo>
                      <a:pt x="124" y="0"/>
                      <a:pt x="1" y="123"/>
                      <a:pt x="1" y="277"/>
                    </a:cubicBezTo>
                    <a:cubicBezTo>
                      <a:pt x="1" y="430"/>
                      <a:pt x="124" y="553"/>
                      <a:pt x="277" y="553"/>
                    </a:cubicBezTo>
                    <a:cubicBezTo>
                      <a:pt x="431" y="553"/>
                      <a:pt x="553" y="430"/>
                      <a:pt x="553" y="277"/>
                    </a:cubicBezTo>
                    <a:cubicBezTo>
                      <a:pt x="553" y="123"/>
                      <a:pt x="431" y="0"/>
                      <a:pt x="2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01" name="Google Shape;3801;p52"/>
              <p:cNvSpPr/>
              <p:nvPr/>
            </p:nvSpPr>
            <p:spPr>
              <a:xfrm>
                <a:off x="1522346" y="3718954"/>
                <a:ext cx="89501" cy="89256"/>
              </a:xfrm>
              <a:custGeom>
                <a:avLst/>
                <a:gdLst/>
                <a:ahLst/>
                <a:cxnLst/>
                <a:rect l="l" t="t" r="r" b="b"/>
                <a:pathLst>
                  <a:path w="366" h="365" extrusionOk="0">
                    <a:moveTo>
                      <a:pt x="183" y="1"/>
                    </a:moveTo>
                    <a:cubicBezTo>
                      <a:pt x="83" y="1"/>
                      <a:pt x="1" y="83"/>
                      <a:pt x="1" y="183"/>
                    </a:cubicBezTo>
                    <a:cubicBezTo>
                      <a:pt x="1" y="283"/>
                      <a:pt x="83" y="365"/>
                      <a:pt x="183" y="365"/>
                    </a:cubicBezTo>
                    <a:cubicBezTo>
                      <a:pt x="283" y="365"/>
                      <a:pt x="365" y="283"/>
                      <a:pt x="365" y="183"/>
                    </a:cubicBezTo>
                    <a:cubicBezTo>
                      <a:pt x="365" y="81"/>
                      <a:pt x="283" y="1"/>
                      <a:pt x="183" y="1"/>
                    </a:cubicBezTo>
                    <a:close/>
                  </a:path>
                </a:pathLst>
              </a:custGeom>
              <a:solidFill>
                <a:srgbClr val="774C2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02" name="Google Shape;3802;p52"/>
              <p:cNvSpPr/>
              <p:nvPr/>
            </p:nvSpPr>
            <p:spPr>
              <a:xfrm>
                <a:off x="1524057" y="3716020"/>
                <a:ext cx="88767" cy="88767"/>
              </a:xfrm>
              <a:custGeom>
                <a:avLst/>
                <a:gdLst/>
                <a:ahLst/>
                <a:cxnLst/>
                <a:rect l="l" t="t" r="r" b="b"/>
                <a:pathLst>
                  <a:path w="363" h="363" extrusionOk="0">
                    <a:moveTo>
                      <a:pt x="180" y="1"/>
                    </a:moveTo>
                    <a:cubicBezTo>
                      <a:pt x="80" y="1"/>
                      <a:pt x="0" y="82"/>
                      <a:pt x="0" y="183"/>
                    </a:cubicBezTo>
                    <a:cubicBezTo>
                      <a:pt x="0" y="283"/>
                      <a:pt x="80" y="363"/>
                      <a:pt x="180" y="363"/>
                    </a:cubicBezTo>
                    <a:cubicBezTo>
                      <a:pt x="282" y="363"/>
                      <a:pt x="362" y="283"/>
                      <a:pt x="362" y="183"/>
                    </a:cubicBezTo>
                    <a:cubicBezTo>
                      <a:pt x="362" y="82"/>
                      <a:pt x="282" y="1"/>
                      <a:pt x="1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03" name="Google Shape;3803;p52"/>
            <p:cNvSpPr/>
            <p:nvPr/>
          </p:nvSpPr>
          <p:spPr>
            <a:xfrm>
              <a:off x="2578236" y="3200454"/>
              <a:ext cx="88767" cy="89256"/>
            </a:xfrm>
            <a:custGeom>
              <a:avLst/>
              <a:gdLst/>
              <a:ahLst/>
              <a:cxnLst/>
              <a:rect l="l" t="t" r="r" b="b"/>
              <a:pathLst>
                <a:path w="363" h="365" extrusionOk="0">
                  <a:moveTo>
                    <a:pt x="183" y="0"/>
                  </a:moveTo>
                  <a:cubicBezTo>
                    <a:pt x="83" y="0"/>
                    <a:pt x="1" y="82"/>
                    <a:pt x="1" y="182"/>
                  </a:cubicBezTo>
                  <a:cubicBezTo>
                    <a:pt x="1" y="283"/>
                    <a:pt x="83" y="365"/>
                    <a:pt x="183" y="365"/>
                  </a:cubicBezTo>
                  <a:cubicBezTo>
                    <a:pt x="281" y="365"/>
                    <a:pt x="363" y="283"/>
                    <a:pt x="363" y="182"/>
                  </a:cubicBezTo>
                  <a:cubicBezTo>
                    <a:pt x="363" y="82"/>
                    <a:pt x="285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804" name="Google Shape;3804;p52"/>
          <p:cNvSpPr txBox="1"/>
          <p:nvPr/>
        </p:nvSpPr>
        <p:spPr>
          <a:xfrm>
            <a:off x="4925713" y="5465020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DD9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04</a:t>
            </a:r>
            <a:endParaRPr sz="2135" b="1" kern="0" dirty="0">
              <a:solidFill>
                <a:srgbClr val="DD9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05" name="Google Shape;3805;p52"/>
          <p:cNvSpPr txBox="1"/>
          <p:nvPr/>
        </p:nvSpPr>
        <p:spPr>
          <a:xfrm>
            <a:off x="1081697" y="5465020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DD9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01</a:t>
            </a:r>
            <a:endParaRPr sz="2135" b="1" kern="0" dirty="0">
              <a:solidFill>
                <a:srgbClr val="DD9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06" name="Google Shape;3806;p52"/>
          <p:cNvSpPr txBox="1"/>
          <p:nvPr/>
        </p:nvSpPr>
        <p:spPr>
          <a:xfrm>
            <a:off x="2402503" y="5465020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DD9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02</a:t>
            </a:r>
            <a:endParaRPr sz="2135" b="1" kern="0" dirty="0">
              <a:solidFill>
                <a:srgbClr val="DD9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07" name="Google Shape;3807;p52"/>
          <p:cNvSpPr txBox="1">
            <a:spLocks noGrp="1"/>
          </p:cNvSpPr>
          <p:nvPr>
            <p:ph type="body" idx="1"/>
          </p:nvPr>
        </p:nvSpPr>
        <p:spPr>
          <a:xfrm>
            <a:off x="3723308" y="5465020"/>
            <a:ext cx="658800" cy="52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spcAft>
                <a:spcPts val="2135"/>
              </a:spcAft>
              <a:buNone/>
            </a:pPr>
            <a:r>
              <a:rPr lang="en-GB" sz="2135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03</a:t>
            </a:r>
            <a:endParaRPr sz="2135" b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08" name="Google Shape;3808;p52"/>
          <p:cNvSpPr txBox="1"/>
          <p:nvPr/>
        </p:nvSpPr>
        <p:spPr>
          <a:xfrm>
            <a:off x="6246519" y="5465020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DD95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05</a:t>
            </a:r>
            <a:endParaRPr sz="2135" b="1" kern="0" dirty="0">
              <a:solidFill>
                <a:srgbClr val="DD955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09" name="Google Shape;3809;p52"/>
          <p:cNvSpPr/>
          <p:nvPr/>
        </p:nvSpPr>
        <p:spPr>
          <a:xfrm>
            <a:off x="7977397" y="2064554"/>
            <a:ext cx="228835" cy="323996"/>
          </a:xfrm>
          <a:custGeom>
            <a:avLst/>
            <a:gdLst/>
            <a:ahLst/>
            <a:cxnLst/>
            <a:rect l="l" t="t" r="r" b="b"/>
            <a:pathLst>
              <a:path w="2103" h="2978" extrusionOk="0">
                <a:moveTo>
                  <a:pt x="1051" y="0"/>
                </a:moveTo>
                <a:cubicBezTo>
                  <a:pt x="471" y="0"/>
                  <a:pt x="0" y="666"/>
                  <a:pt x="0" y="1489"/>
                </a:cubicBezTo>
                <a:cubicBezTo>
                  <a:pt x="0" y="2212"/>
                  <a:pt x="365" y="2816"/>
                  <a:pt x="849" y="2949"/>
                </a:cubicBezTo>
                <a:cubicBezTo>
                  <a:pt x="737" y="2686"/>
                  <a:pt x="648" y="2206"/>
                  <a:pt x="979" y="1521"/>
                </a:cubicBezTo>
                <a:cubicBezTo>
                  <a:pt x="1339" y="771"/>
                  <a:pt x="1165" y="227"/>
                  <a:pt x="1054" y="0"/>
                </a:cubicBezTo>
                <a:close/>
                <a:moveTo>
                  <a:pt x="1237" y="23"/>
                </a:moveTo>
                <a:cubicBezTo>
                  <a:pt x="1297" y="170"/>
                  <a:pt x="1354" y="381"/>
                  <a:pt x="1354" y="645"/>
                </a:cubicBezTo>
                <a:cubicBezTo>
                  <a:pt x="1354" y="911"/>
                  <a:pt x="1296" y="1229"/>
                  <a:pt x="1123" y="1590"/>
                </a:cubicBezTo>
                <a:cubicBezTo>
                  <a:pt x="771" y="2322"/>
                  <a:pt x="930" y="2784"/>
                  <a:pt x="1040" y="2978"/>
                </a:cubicBezTo>
                <a:lnTo>
                  <a:pt x="1051" y="2978"/>
                </a:lnTo>
                <a:cubicBezTo>
                  <a:pt x="1631" y="2978"/>
                  <a:pt x="2102" y="2312"/>
                  <a:pt x="2102" y="1489"/>
                </a:cubicBezTo>
                <a:cubicBezTo>
                  <a:pt x="2103" y="756"/>
                  <a:pt x="1729" y="149"/>
                  <a:pt x="1237" y="2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10" name="Google Shape;3810;p52"/>
          <p:cNvSpPr/>
          <p:nvPr/>
        </p:nvSpPr>
        <p:spPr>
          <a:xfrm>
            <a:off x="8033480" y="3611854"/>
            <a:ext cx="228835" cy="323996"/>
          </a:xfrm>
          <a:custGeom>
            <a:avLst/>
            <a:gdLst/>
            <a:ahLst/>
            <a:cxnLst/>
            <a:rect l="l" t="t" r="r" b="b"/>
            <a:pathLst>
              <a:path w="2103" h="2978" extrusionOk="0">
                <a:moveTo>
                  <a:pt x="1051" y="0"/>
                </a:moveTo>
                <a:cubicBezTo>
                  <a:pt x="471" y="0"/>
                  <a:pt x="0" y="666"/>
                  <a:pt x="0" y="1489"/>
                </a:cubicBezTo>
                <a:cubicBezTo>
                  <a:pt x="0" y="2212"/>
                  <a:pt x="365" y="2816"/>
                  <a:pt x="849" y="2949"/>
                </a:cubicBezTo>
                <a:cubicBezTo>
                  <a:pt x="737" y="2686"/>
                  <a:pt x="648" y="2206"/>
                  <a:pt x="979" y="1521"/>
                </a:cubicBezTo>
                <a:cubicBezTo>
                  <a:pt x="1339" y="771"/>
                  <a:pt x="1165" y="227"/>
                  <a:pt x="1054" y="0"/>
                </a:cubicBezTo>
                <a:close/>
                <a:moveTo>
                  <a:pt x="1237" y="23"/>
                </a:moveTo>
                <a:cubicBezTo>
                  <a:pt x="1297" y="170"/>
                  <a:pt x="1354" y="381"/>
                  <a:pt x="1354" y="645"/>
                </a:cubicBezTo>
                <a:cubicBezTo>
                  <a:pt x="1354" y="911"/>
                  <a:pt x="1296" y="1229"/>
                  <a:pt x="1123" y="1590"/>
                </a:cubicBezTo>
                <a:cubicBezTo>
                  <a:pt x="771" y="2322"/>
                  <a:pt x="930" y="2784"/>
                  <a:pt x="1040" y="2978"/>
                </a:cubicBezTo>
                <a:lnTo>
                  <a:pt x="1051" y="2978"/>
                </a:lnTo>
                <a:cubicBezTo>
                  <a:pt x="1631" y="2978"/>
                  <a:pt x="2102" y="2312"/>
                  <a:pt x="2102" y="1489"/>
                </a:cubicBezTo>
                <a:cubicBezTo>
                  <a:pt x="2103" y="756"/>
                  <a:pt x="1729" y="149"/>
                  <a:pt x="1237" y="2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811" name="Google Shape;3811;p52"/>
          <p:cNvSpPr txBox="1"/>
          <p:nvPr/>
        </p:nvSpPr>
        <p:spPr>
          <a:xfrm>
            <a:off x="4019564" y="3414653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D9A8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240</a:t>
            </a:r>
            <a:endParaRPr sz="2135" b="1" kern="0" dirty="0">
              <a:solidFill>
                <a:srgbClr val="D9A8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12" name="Google Shape;3812;p52"/>
          <p:cNvSpPr txBox="1"/>
          <p:nvPr/>
        </p:nvSpPr>
        <p:spPr>
          <a:xfrm>
            <a:off x="1004513" y="3935853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D9A8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125</a:t>
            </a:r>
            <a:endParaRPr sz="2135" b="1" kern="0" dirty="0">
              <a:solidFill>
                <a:srgbClr val="D9A8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13" name="Google Shape;3813;p52"/>
          <p:cNvSpPr txBox="1"/>
          <p:nvPr/>
        </p:nvSpPr>
        <p:spPr>
          <a:xfrm>
            <a:off x="2402520" y="3117337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4C22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250</a:t>
            </a:r>
            <a:endParaRPr sz="2135" b="1" kern="0" dirty="0">
              <a:solidFill>
                <a:srgbClr val="4C22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14" name="Google Shape;3814;p52"/>
          <p:cNvSpPr txBox="1">
            <a:spLocks noGrp="1"/>
          </p:cNvSpPr>
          <p:nvPr>
            <p:ph type="body" idx="1"/>
          </p:nvPr>
        </p:nvSpPr>
        <p:spPr>
          <a:xfrm>
            <a:off x="4019592" y="1831253"/>
            <a:ext cx="658800" cy="521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spcAft>
                <a:spcPts val="2135"/>
              </a:spcAft>
              <a:buNone/>
            </a:pPr>
            <a:r>
              <a:rPr lang="en-GB" sz="2135" b="1" dirty="0"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480</a:t>
            </a:r>
            <a:endParaRPr sz="2135" b="1" dirty="0"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15" name="Google Shape;3815;p52"/>
          <p:cNvSpPr txBox="1"/>
          <p:nvPr/>
        </p:nvSpPr>
        <p:spPr>
          <a:xfrm>
            <a:off x="6375569" y="2608153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4C22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310</a:t>
            </a:r>
            <a:endParaRPr sz="2135" b="1" kern="0" dirty="0">
              <a:solidFill>
                <a:srgbClr val="4C22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sp>
        <p:nvSpPr>
          <p:cNvPr id="3816" name="Google Shape;3816;p52"/>
          <p:cNvSpPr txBox="1"/>
          <p:nvPr/>
        </p:nvSpPr>
        <p:spPr>
          <a:xfrm>
            <a:off x="6246503" y="4110887"/>
            <a:ext cx="777200" cy="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t" anchorCtr="0">
            <a:noAutofit/>
          </a:bodyPr>
          <a:lstStyle/>
          <a:p>
            <a:pPr algn="ctr" defTabSz="1219200">
              <a:lnSpc>
                <a:spcPct val="115000"/>
              </a:lnSpc>
              <a:spcAft>
                <a:spcPts val="2135"/>
              </a:spcAft>
              <a:buClr>
                <a:srgbClr val="000000"/>
              </a:buClr>
            </a:pPr>
            <a:r>
              <a:rPr lang="en-GB" sz="2135" b="1" kern="0" dirty="0">
                <a:solidFill>
                  <a:srgbClr val="D9A8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ira Sans Extra Condensed"/>
                <a:sym typeface="Fira Sans Extra Condensed"/>
              </a:rPr>
              <a:t>102</a:t>
            </a:r>
            <a:endParaRPr sz="2135" b="1" kern="0" dirty="0">
              <a:solidFill>
                <a:srgbClr val="D9A8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ira Sans Extra Condensed"/>
              <a:sym typeface="Fira Sans Extra Condensed"/>
            </a:endParaRPr>
          </a:p>
        </p:txBody>
      </p:sp>
      <p:grpSp>
        <p:nvGrpSpPr>
          <p:cNvPr id="3817" name="Google Shape;3817;p52"/>
          <p:cNvGrpSpPr/>
          <p:nvPr/>
        </p:nvGrpSpPr>
        <p:grpSpPr>
          <a:xfrm>
            <a:off x="627481" y="1244351"/>
            <a:ext cx="7944665" cy="4204799"/>
            <a:chOff x="600825" y="1167650"/>
            <a:chExt cx="5958499" cy="3153599"/>
          </a:xfrm>
        </p:grpSpPr>
        <p:sp>
          <p:nvSpPr>
            <p:cNvPr id="3818" name="Google Shape;3818;p52"/>
            <p:cNvSpPr/>
            <p:nvPr/>
          </p:nvSpPr>
          <p:spPr>
            <a:xfrm>
              <a:off x="6394506" y="4067419"/>
              <a:ext cx="164818" cy="253830"/>
            </a:xfrm>
            <a:custGeom>
              <a:avLst/>
              <a:gdLst/>
              <a:ahLst/>
              <a:cxnLst/>
              <a:rect l="l" t="t" r="r" b="b"/>
              <a:pathLst>
                <a:path w="674" h="1038" extrusionOk="0">
                  <a:moveTo>
                    <a:pt x="69" y="0"/>
                  </a:moveTo>
                  <a:cubicBezTo>
                    <a:pt x="52" y="0"/>
                    <a:pt x="36" y="8"/>
                    <a:pt x="25" y="22"/>
                  </a:cubicBezTo>
                  <a:cubicBezTo>
                    <a:pt x="0" y="45"/>
                    <a:pt x="4" y="84"/>
                    <a:pt x="29" y="104"/>
                  </a:cubicBezTo>
                  <a:lnTo>
                    <a:pt x="526" y="528"/>
                  </a:lnTo>
                  <a:lnTo>
                    <a:pt x="31" y="935"/>
                  </a:lnTo>
                  <a:cubicBezTo>
                    <a:pt x="6" y="955"/>
                    <a:pt x="2" y="990"/>
                    <a:pt x="25" y="1017"/>
                  </a:cubicBezTo>
                  <a:cubicBezTo>
                    <a:pt x="37" y="1029"/>
                    <a:pt x="51" y="1037"/>
                    <a:pt x="70" y="1037"/>
                  </a:cubicBezTo>
                  <a:cubicBezTo>
                    <a:pt x="82" y="1037"/>
                    <a:pt x="96" y="1031"/>
                    <a:pt x="107" y="1027"/>
                  </a:cubicBezTo>
                  <a:lnTo>
                    <a:pt x="653" y="577"/>
                  </a:lnTo>
                  <a:cubicBezTo>
                    <a:pt x="665" y="564"/>
                    <a:pt x="673" y="548"/>
                    <a:pt x="673" y="530"/>
                  </a:cubicBezTo>
                  <a:cubicBezTo>
                    <a:pt x="673" y="513"/>
                    <a:pt x="665" y="495"/>
                    <a:pt x="653" y="485"/>
                  </a:cubicBezTo>
                  <a:lnTo>
                    <a:pt x="107" y="14"/>
                  </a:lnTo>
                  <a:cubicBezTo>
                    <a:pt x="96" y="5"/>
                    <a:pt x="82" y="0"/>
                    <a:pt x="6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19" name="Google Shape;3819;p52"/>
            <p:cNvSpPr/>
            <p:nvPr/>
          </p:nvSpPr>
          <p:spPr>
            <a:xfrm>
              <a:off x="716099" y="1327631"/>
              <a:ext cx="5679873" cy="2880407"/>
            </a:xfrm>
            <a:custGeom>
              <a:avLst/>
              <a:gdLst/>
              <a:ahLst/>
              <a:cxnLst/>
              <a:rect l="l" t="t" r="r" b="b"/>
              <a:pathLst>
                <a:path w="23227" h="11779" extrusionOk="0">
                  <a:moveTo>
                    <a:pt x="60" y="0"/>
                  </a:moveTo>
                  <a:cubicBezTo>
                    <a:pt x="27" y="0"/>
                    <a:pt x="1" y="29"/>
                    <a:pt x="1" y="60"/>
                  </a:cubicBezTo>
                  <a:lnTo>
                    <a:pt x="1" y="11719"/>
                  </a:lnTo>
                  <a:cubicBezTo>
                    <a:pt x="1" y="11752"/>
                    <a:pt x="27" y="11779"/>
                    <a:pt x="60" y="11779"/>
                  </a:cubicBezTo>
                  <a:lnTo>
                    <a:pt x="23167" y="11779"/>
                  </a:lnTo>
                  <a:cubicBezTo>
                    <a:pt x="23200" y="11779"/>
                    <a:pt x="23226" y="11752"/>
                    <a:pt x="23226" y="11719"/>
                  </a:cubicBezTo>
                  <a:cubicBezTo>
                    <a:pt x="23226" y="11689"/>
                    <a:pt x="23200" y="11662"/>
                    <a:pt x="23167" y="11660"/>
                  </a:cubicBezTo>
                  <a:lnTo>
                    <a:pt x="120" y="11660"/>
                  </a:lnTo>
                  <a:lnTo>
                    <a:pt x="120" y="60"/>
                  </a:lnTo>
                  <a:cubicBezTo>
                    <a:pt x="120" y="29"/>
                    <a:pt x="93" y="0"/>
                    <a:pt x="60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20" name="Google Shape;3820;p52"/>
            <p:cNvSpPr/>
            <p:nvPr/>
          </p:nvSpPr>
          <p:spPr>
            <a:xfrm rot="-5400000">
              <a:off x="645331" y="1123144"/>
              <a:ext cx="164818" cy="253830"/>
            </a:xfrm>
            <a:custGeom>
              <a:avLst/>
              <a:gdLst/>
              <a:ahLst/>
              <a:cxnLst/>
              <a:rect l="l" t="t" r="r" b="b"/>
              <a:pathLst>
                <a:path w="674" h="1038" extrusionOk="0">
                  <a:moveTo>
                    <a:pt x="69" y="0"/>
                  </a:moveTo>
                  <a:cubicBezTo>
                    <a:pt x="52" y="0"/>
                    <a:pt x="36" y="8"/>
                    <a:pt x="25" y="22"/>
                  </a:cubicBezTo>
                  <a:cubicBezTo>
                    <a:pt x="0" y="45"/>
                    <a:pt x="4" y="84"/>
                    <a:pt x="29" y="104"/>
                  </a:cubicBezTo>
                  <a:lnTo>
                    <a:pt x="526" y="528"/>
                  </a:lnTo>
                  <a:lnTo>
                    <a:pt x="31" y="935"/>
                  </a:lnTo>
                  <a:cubicBezTo>
                    <a:pt x="6" y="955"/>
                    <a:pt x="2" y="990"/>
                    <a:pt x="25" y="1017"/>
                  </a:cubicBezTo>
                  <a:cubicBezTo>
                    <a:pt x="37" y="1029"/>
                    <a:pt x="51" y="1037"/>
                    <a:pt x="70" y="1037"/>
                  </a:cubicBezTo>
                  <a:cubicBezTo>
                    <a:pt x="82" y="1037"/>
                    <a:pt x="96" y="1031"/>
                    <a:pt x="107" y="1027"/>
                  </a:cubicBezTo>
                  <a:lnTo>
                    <a:pt x="653" y="577"/>
                  </a:lnTo>
                  <a:cubicBezTo>
                    <a:pt x="665" y="564"/>
                    <a:pt x="673" y="548"/>
                    <a:pt x="673" y="530"/>
                  </a:cubicBezTo>
                  <a:cubicBezTo>
                    <a:pt x="673" y="513"/>
                    <a:pt x="665" y="495"/>
                    <a:pt x="653" y="485"/>
                  </a:cubicBezTo>
                  <a:lnTo>
                    <a:pt x="107" y="14"/>
                  </a:lnTo>
                  <a:cubicBezTo>
                    <a:pt x="96" y="5"/>
                    <a:pt x="82" y="0"/>
                    <a:pt x="69" y="0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47" name="Synergistically utilize technically sound portals with frictionless chains. Dramatically customize…"/>
          <p:cNvSpPr txBox="1"/>
          <p:nvPr/>
        </p:nvSpPr>
        <p:spPr>
          <a:xfrm>
            <a:off x="8912048" y="2401887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48" name="Synergistically utilize technically sound portals with frictionless chains. Dramatically customize…"/>
          <p:cNvSpPr txBox="1"/>
          <p:nvPr/>
        </p:nvSpPr>
        <p:spPr>
          <a:xfrm>
            <a:off x="9014599" y="4505558"/>
            <a:ext cx="2306207" cy="1183337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50" kern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 utilize technically sound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8390"/>
            <a:ext cx="12192000" cy="6868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Google Shape;235;p29"/>
          <p:cNvSpPr/>
          <p:nvPr/>
        </p:nvSpPr>
        <p:spPr>
          <a:xfrm>
            <a:off x="1341435" y="2048839"/>
            <a:ext cx="9440400" cy="262150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83" name="Google Shape;283;p29"/>
          <p:cNvGrpSpPr/>
          <p:nvPr/>
        </p:nvGrpSpPr>
        <p:grpSpPr>
          <a:xfrm>
            <a:off x="9876001" y="1562109"/>
            <a:ext cx="1201447" cy="1304320"/>
            <a:chOff x="6817499" y="1037952"/>
            <a:chExt cx="901085" cy="978240"/>
          </a:xfrm>
        </p:grpSpPr>
        <p:sp>
          <p:nvSpPr>
            <p:cNvPr id="284" name="Google Shape;284;p29"/>
            <p:cNvSpPr/>
            <p:nvPr/>
          </p:nvSpPr>
          <p:spPr>
            <a:xfrm>
              <a:off x="7192057" y="1203600"/>
              <a:ext cx="41712" cy="25418"/>
            </a:xfrm>
            <a:custGeom>
              <a:avLst/>
              <a:gdLst/>
              <a:ahLst/>
              <a:cxnLst/>
              <a:rect l="l" t="t" r="r" b="b"/>
              <a:pathLst>
                <a:path w="6573" h="4006" extrusionOk="0">
                  <a:moveTo>
                    <a:pt x="1449" y="1"/>
                  </a:moveTo>
                  <a:cubicBezTo>
                    <a:pt x="905" y="1"/>
                    <a:pt x="371" y="323"/>
                    <a:pt x="206" y="883"/>
                  </a:cubicBezTo>
                  <a:cubicBezTo>
                    <a:pt x="1" y="1540"/>
                    <a:pt x="371" y="2321"/>
                    <a:pt x="1028" y="2526"/>
                  </a:cubicBezTo>
                  <a:cubicBezTo>
                    <a:pt x="1028" y="2526"/>
                    <a:pt x="2383" y="2978"/>
                    <a:pt x="4561" y="3882"/>
                  </a:cubicBezTo>
                  <a:cubicBezTo>
                    <a:pt x="4848" y="4005"/>
                    <a:pt x="5054" y="4005"/>
                    <a:pt x="5259" y="4005"/>
                  </a:cubicBezTo>
                  <a:cubicBezTo>
                    <a:pt x="5711" y="3964"/>
                    <a:pt x="6122" y="3677"/>
                    <a:pt x="6327" y="3184"/>
                  </a:cubicBezTo>
                  <a:cubicBezTo>
                    <a:pt x="6574" y="2526"/>
                    <a:pt x="6286" y="1746"/>
                    <a:pt x="5588" y="1499"/>
                  </a:cubicBezTo>
                  <a:cubicBezTo>
                    <a:pt x="3246" y="513"/>
                    <a:pt x="1890" y="61"/>
                    <a:pt x="1849" y="61"/>
                  </a:cubicBezTo>
                  <a:cubicBezTo>
                    <a:pt x="1719" y="21"/>
                    <a:pt x="1584" y="1"/>
                    <a:pt x="1449" y="1"/>
                  </a:cubicBezTo>
                  <a:close/>
                </a:path>
              </a:pathLst>
            </a:custGeom>
            <a:solidFill>
              <a:srgbClr val="E5E6E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7645591" y="1661729"/>
              <a:ext cx="34675" cy="63126"/>
            </a:xfrm>
            <a:custGeom>
              <a:avLst/>
              <a:gdLst/>
              <a:ahLst/>
              <a:cxnLst/>
              <a:rect l="l" t="t" r="r" b="b"/>
              <a:pathLst>
                <a:path w="5465" h="9949" extrusionOk="0">
                  <a:moveTo>
                    <a:pt x="1473" y="1"/>
                  </a:moveTo>
                  <a:cubicBezTo>
                    <a:pt x="1326" y="1"/>
                    <a:pt x="1176" y="25"/>
                    <a:pt x="1028" y="77"/>
                  </a:cubicBezTo>
                  <a:cubicBezTo>
                    <a:pt x="371" y="365"/>
                    <a:pt x="1" y="1104"/>
                    <a:pt x="288" y="1803"/>
                  </a:cubicBezTo>
                  <a:cubicBezTo>
                    <a:pt x="1151" y="4144"/>
                    <a:pt x="1973" y="6609"/>
                    <a:pt x="2753" y="9033"/>
                  </a:cubicBezTo>
                  <a:cubicBezTo>
                    <a:pt x="2940" y="9592"/>
                    <a:pt x="3396" y="9948"/>
                    <a:pt x="3940" y="9948"/>
                  </a:cubicBezTo>
                  <a:cubicBezTo>
                    <a:pt x="3995" y="9948"/>
                    <a:pt x="4052" y="9944"/>
                    <a:pt x="4109" y="9937"/>
                  </a:cubicBezTo>
                  <a:cubicBezTo>
                    <a:pt x="4232" y="9937"/>
                    <a:pt x="4273" y="9937"/>
                    <a:pt x="4396" y="9896"/>
                  </a:cubicBezTo>
                  <a:cubicBezTo>
                    <a:pt x="5054" y="9690"/>
                    <a:pt x="5465" y="8992"/>
                    <a:pt x="5259" y="8252"/>
                  </a:cubicBezTo>
                  <a:cubicBezTo>
                    <a:pt x="4479" y="5747"/>
                    <a:pt x="3657" y="3282"/>
                    <a:pt x="2753" y="858"/>
                  </a:cubicBezTo>
                  <a:cubicBezTo>
                    <a:pt x="2527" y="340"/>
                    <a:pt x="2019" y="1"/>
                    <a:pt x="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7675045" y="1755914"/>
              <a:ext cx="28419" cy="64801"/>
            </a:xfrm>
            <a:custGeom>
              <a:avLst/>
              <a:gdLst/>
              <a:ahLst/>
              <a:cxnLst/>
              <a:rect l="l" t="t" r="r" b="b"/>
              <a:pathLst>
                <a:path w="4479" h="10213" extrusionOk="0">
                  <a:moveTo>
                    <a:pt x="1330" y="1"/>
                  </a:moveTo>
                  <a:cubicBezTo>
                    <a:pt x="1244" y="1"/>
                    <a:pt x="1157" y="8"/>
                    <a:pt x="1069" y="22"/>
                  </a:cubicBezTo>
                  <a:cubicBezTo>
                    <a:pt x="412" y="187"/>
                    <a:pt x="1" y="885"/>
                    <a:pt x="124" y="1624"/>
                  </a:cubicBezTo>
                  <a:cubicBezTo>
                    <a:pt x="740" y="4089"/>
                    <a:pt x="1274" y="6595"/>
                    <a:pt x="1726" y="9142"/>
                  </a:cubicBezTo>
                  <a:cubicBezTo>
                    <a:pt x="1844" y="9772"/>
                    <a:pt x="2452" y="10213"/>
                    <a:pt x="3081" y="10213"/>
                  </a:cubicBezTo>
                  <a:cubicBezTo>
                    <a:pt x="3109" y="10213"/>
                    <a:pt x="3136" y="10212"/>
                    <a:pt x="3164" y="10210"/>
                  </a:cubicBezTo>
                  <a:lnTo>
                    <a:pt x="3287" y="10210"/>
                  </a:lnTo>
                  <a:cubicBezTo>
                    <a:pt x="3986" y="10046"/>
                    <a:pt x="4479" y="9389"/>
                    <a:pt x="4314" y="8649"/>
                  </a:cubicBezTo>
                  <a:cubicBezTo>
                    <a:pt x="3862" y="6102"/>
                    <a:pt x="3287" y="3514"/>
                    <a:pt x="2671" y="1008"/>
                  </a:cubicBezTo>
                  <a:cubicBezTo>
                    <a:pt x="2526" y="393"/>
                    <a:pt x="1967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7701376" y="1950242"/>
              <a:ext cx="17208" cy="65950"/>
            </a:xfrm>
            <a:custGeom>
              <a:avLst/>
              <a:gdLst/>
              <a:ahLst/>
              <a:cxnLst/>
              <a:rect l="l" t="t" r="r" b="b"/>
              <a:pathLst>
                <a:path w="2712" h="10394" extrusionOk="0">
                  <a:moveTo>
                    <a:pt x="1274" y="0"/>
                  </a:moveTo>
                  <a:cubicBezTo>
                    <a:pt x="575" y="82"/>
                    <a:pt x="0" y="616"/>
                    <a:pt x="0" y="1356"/>
                  </a:cubicBezTo>
                  <a:cubicBezTo>
                    <a:pt x="41" y="3862"/>
                    <a:pt x="82" y="6491"/>
                    <a:pt x="41" y="9038"/>
                  </a:cubicBezTo>
                  <a:cubicBezTo>
                    <a:pt x="41" y="9777"/>
                    <a:pt x="616" y="10393"/>
                    <a:pt x="1356" y="10393"/>
                  </a:cubicBezTo>
                  <a:lnTo>
                    <a:pt x="1479" y="10393"/>
                  </a:lnTo>
                  <a:cubicBezTo>
                    <a:pt x="2177" y="10352"/>
                    <a:pt x="2670" y="9777"/>
                    <a:pt x="2670" y="9120"/>
                  </a:cubicBezTo>
                  <a:cubicBezTo>
                    <a:pt x="2711" y="6491"/>
                    <a:pt x="2670" y="3862"/>
                    <a:pt x="2629" y="1315"/>
                  </a:cubicBezTo>
                  <a:cubicBezTo>
                    <a:pt x="2629" y="575"/>
                    <a:pt x="2013" y="0"/>
                    <a:pt x="1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7693033" y="1852440"/>
              <a:ext cx="22423" cy="65239"/>
            </a:xfrm>
            <a:custGeom>
              <a:avLst/>
              <a:gdLst/>
              <a:ahLst/>
              <a:cxnLst/>
              <a:rect l="l" t="t" r="r" b="b"/>
              <a:pathLst>
                <a:path w="3534" h="10282" extrusionOk="0">
                  <a:moveTo>
                    <a:pt x="1393" y="0"/>
                  </a:moveTo>
                  <a:cubicBezTo>
                    <a:pt x="1340" y="0"/>
                    <a:pt x="1287" y="3"/>
                    <a:pt x="1233" y="9"/>
                  </a:cubicBezTo>
                  <a:cubicBezTo>
                    <a:pt x="493" y="132"/>
                    <a:pt x="0" y="789"/>
                    <a:pt x="83" y="1447"/>
                  </a:cubicBezTo>
                  <a:cubicBezTo>
                    <a:pt x="247" y="2638"/>
                    <a:pt x="411" y="3829"/>
                    <a:pt x="493" y="5021"/>
                  </a:cubicBezTo>
                  <a:cubicBezTo>
                    <a:pt x="658" y="6335"/>
                    <a:pt x="740" y="7732"/>
                    <a:pt x="863" y="9129"/>
                  </a:cubicBezTo>
                  <a:cubicBezTo>
                    <a:pt x="903" y="9800"/>
                    <a:pt x="1473" y="10281"/>
                    <a:pt x="2174" y="10281"/>
                  </a:cubicBezTo>
                  <a:cubicBezTo>
                    <a:pt x="2202" y="10281"/>
                    <a:pt x="2231" y="10281"/>
                    <a:pt x="2260" y="10279"/>
                  </a:cubicBezTo>
                  <a:lnTo>
                    <a:pt x="2301" y="10279"/>
                  </a:lnTo>
                  <a:cubicBezTo>
                    <a:pt x="2999" y="10238"/>
                    <a:pt x="3533" y="9622"/>
                    <a:pt x="3492" y="8923"/>
                  </a:cubicBezTo>
                  <a:cubicBezTo>
                    <a:pt x="3369" y="7527"/>
                    <a:pt x="3205" y="6130"/>
                    <a:pt x="3123" y="4733"/>
                  </a:cubicBezTo>
                  <a:cubicBezTo>
                    <a:pt x="2999" y="3583"/>
                    <a:pt x="2876" y="2351"/>
                    <a:pt x="2712" y="1159"/>
                  </a:cubicBezTo>
                  <a:cubicBezTo>
                    <a:pt x="2597" y="474"/>
                    <a:pt x="2060" y="0"/>
                    <a:pt x="1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7605973" y="1572201"/>
              <a:ext cx="40411" cy="60855"/>
            </a:xfrm>
            <a:custGeom>
              <a:avLst/>
              <a:gdLst/>
              <a:ahLst/>
              <a:cxnLst/>
              <a:rect l="l" t="t" r="r" b="b"/>
              <a:pathLst>
                <a:path w="6369" h="9591" extrusionOk="0">
                  <a:moveTo>
                    <a:pt x="1418" y="1"/>
                  </a:moveTo>
                  <a:cubicBezTo>
                    <a:pt x="1229" y="1"/>
                    <a:pt x="1039" y="44"/>
                    <a:pt x="863" y="138"/>
                  </a:cubicBezTo>
                  <a:cubicBezTo>
                    <a:pt x="247" y="508"/>
                    <a:pt x="1" y="1247"/>
                    <a:pt x="288" y="1863"/>
                  </a:cubicBezTo>
                  <a:cubicBezTo>
                    <a:pt x="1439" y="4205"/>
                    <a:pt x="2548" y="6505"/>
                    <a:pt x="3657" y="8806"/>
                  </a:cubicBezTo>
                  <a:cubicBezTo>
                    <a:pt x="3888" y="9306"/>
                    <a:pt x="4335" y="9590"/>
                    <a:pt x="4864" y="9590"/>
                  </a:cubicBezTo>
                  <a:cubicBezTo>
                    <a:pt x="4899" y="9590"/>
                    <a:pt x="4935" y="9589"/>
                    <a:pt x="4971" y="9586"/>
                  </a:cubicBezTo>
                  <a:cubicBezTo>
                    <a:pt x="5136" y="9586"/>
                    <a:pt x="5218" y="9545"/>
                    <a:pt x="5382" y="9463"/>
                  </a:cubicBezTo>
                  <a:cubicBezTo>
                    <a:pt x="6040" y="9176"/>
                    <a:pt x="6368" y="8395"/>
                    <a:pt x="6040" y="7738"/>
                  </a:cubicBezTo>
                  <a:cubicBezTo>
                    <a:pt x="4971" y="5355"/>
                    <a:pt x="3862" y="3014"/>
                    <a:pt x="2630" y="713"/>
                  </a:cubicBezTo>
                  <a:cubicBezTo>
                    <a:pt x="2366" y="273"/>
                    <a:pt x="1892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7259568" y="1233035"/>
              <a:ext cx="62302" cy="40386"/>
            </a:xfrm>
            <a:custGeom>
              <a:avLst/>
              <a:gdLst/>
              <a:ahLst/>
              <a:cxnLst/>
              <a:rect l="l" t="t" r="r" b="b"/>
              <a:pathLst>
                <a:path w="9819" h="6365" extrusionOk="0">
                  <a:moveTo>
                    <a:pt x="1501" y="1"/>
                  </a:moveTo>
                  <a:cubicBezTo>
                    <a:pt x="1032" y="1"/>
                    <a:pt x="571" y="251"/>
                    <a:pt x="370" y="681"/>
                  </a:cubicBezTo>
                  <a:cubicBezTo>
                    <a:pt x="1" y="1420"/>
                    <a:pt x="247" y="2201"/>
                    <a:pt x="945" y="2488"/>
                  </a:cubicBezTo>
                  <a:cubicBezTo>
                    <a:pt x="3205" y="3639"/>
                    <a:pt x="5464" y="4912"/>
                    <a:pt x="7641" y="6185"/>
                  </a:cubicBezTo>
                  <a:cubicBezTo>
                    <a:pt x="7861" y="6311"/>
                    <a:pt x="8057" y="6365"/>
                    <a:pt x="8265" y="6365"/>
                  </a:cubicBezTo>
                  <a:cubicBezTo>
                    <a:pt x="8330" y="6365"/>
                    <a:pt x="8395" y="6360"/>
                    <a:pt x="8463" y="6350"/>
                  </a:cubicBezTo>
                  <a:cubicBezTo>
                    <a:pt x="8874" y="6309"/>
                    <a:pt x="9243" y="6103"/>
                    <a:pt x="9449" y="5734"/>
                  </a:cubicBezTo>
                  <a:cubicBezTo>
                    <a:pt x="9819" y="5117"/>
                    <a:pt x="9613" y="4296"/>
                    <a:pt x="8997" y="3926"/>
                  </a:cubicBezTo>
                  <a:cubicBezTo>
                    <a:pt x="6738" y="2612"/>
                    <a:pt x="4437" y="1297"/>
                    <a:pt x="2096" y="147"/>
                  </a:cubicBezTo>
                  <a:cubicBezTo>
                    <a:pt x="1909" y="47"/>
                    <a:pt x="1705" y="1"/>
                    <a:pt x="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7344280" y="1283268"/>
              <a:ext cx="58913" cy="45481"/>
            </a:xfrm>
            <a:custGeom>
              <a:avLst/>
              <a:gdLst/>
              <a:ahLst/>
              <a:cxnLst/>
              <a:rect l="l" t="t" r="r" b="b"/>
              <a:pathLst>
                <a:path w="9285" h="7168" extrusionOk="0">
                  <a:moveTo>
                    <a:pt x="1454" y="1"/>
                  </a:moveTo>
                  <a:cubicBezTo>
                    <a:pt x="1049" y="1"/>
                    <a:pt x="662" y="193"/>
                    <a:pt x="411" y="569"/>
                  </a:cubicBezTo>
                  <a:cubicBezTo>
                    <a:pt x="0" y="1185"/>
                    <a:pt x="165" y="1966"/>
                    <a:pt x="781" y="2376"/>
                  </a:cubicBezTo>
                  <a:cubicBezTo>
                    <a:pt x="2876" y="3814"/>
                    <a:pt x="4971" y="5375"/>
                    <a:pt x="6984" y="6895"/>
                  </a:cubicBezTo>
                  <a:cubicBezTo>
                    <a:pt x="7178" y="7057"/>
                    <a:pt x="7448" y="7168"/>
                    <a:pt x="7714" y="7168"/>
                  </a:cubicBezTo>
                  <a:cubicBezTo>
                    <a:pt x="7787" y="7168"/>
                    <a:pt x="7859" y="7159"/>
                    <a:pt x="7929" y="7142"/>
                  </a:cubicBezTo>
                  <a:cubicBezTo>
                    <a:pt x="8258" y="7101"/>
                    <a:pt x="8586" y="6936"/>
                    <a:pt x="8833" y="6649"/>
                  </a:cubicBezTo>
                  <a:cubicBezTo>
                    <a:pt x="9285" y="6074"/>
                    <a:pt x="9161" y="5252"/>
                    <a:pt x="8586" y="4800"/>
                  </a:cubicBezTo>
                  <a:cubicBezTo>
                    <a:pt x="6532" y="3198"/>
                    <a:pt x="4355" y="1678"/>
                    <a:pt x="2219" y="240"/>
                  </a:cubicBezTo>
                  <a:cubicBezTo>
                    <a:pt x="1978" y="80"/>
                    <a:pt x="1713" y="1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9"/>
            <p:cNvSpPr/>
            <p:nvPr/>
          </p:nvSpPr>
          <p:spPr>
            <a:xfrm>
              <a:off x="7493114" y="1411710"/>
              <a:ext cx="50570" cy="53850"/>
            </a:xfrm>
            <a:custGeom>
              <a:avLst/>
              <a:gdLst/>
              <a:ahLst/>
              <a:cxnLst/>
              <a:rect l="l" t="t" r="r" b="b"/>
              <a:pathLst>
                <a:path w="7970" h="8487" extrusionOk="0">
                  <a:moveTo>
                    <a:pt x="1446" y="1"/>
                  </a:moveTo>
                  <a:cubicBezTo>
                    <a:pt x="1134" y="1"/>
                    <a:pt x="820" y="106"/>
                    <a:pt x="575" y="332"/>
                  </a:cubicBezTo>
                  <a:cubicBezTo>
                    <a:pt x="82" y="784"/>
                    <a:pt x="0" y="1647"/>
                    <a:pt x="493" y="2181"/>
                  </a:cubicBezTo>
                  <a:cubicBezTo>
                    <a:pt x="2218" y="4070"/>
                    <a:pt x="3862" y="6001"/>
                    <a:pt x="5464" y="8014"/>
                  </a:cubicBezTo>
                  <a:cubicBezTo>
                    <a:pt x="5703" y="8321"/>
                    <a:pt x="6027" y="8487"/>
                    <a:pt x="6412" y="8487"/>
                  </a:cubicBezTo>
                  <a:cubicBezTo>
                    <a:pt x="6491" y="8487"/>
                    <a:pt x="6572" y="8480"/>
                    <a:pt x="6655" y="8466"/>
                  </a:cubicBezTo>
                  <a:cubicBezTo>
                    <a:pt x="6902" y="8466"/>
                    <a:pt x="7107" y="8384"/>
                    <a:pt x="7312" y="8219"/>
                  </a:cubicBezTo>
                  <a:cubicBezTo>
                    <a:pt x="7887" y="7768"/>
                    <a:pt x="7970" y="6946"/>
                    <a:pt x="7518" y="6371"/>
                  </a:cubicBezTo>
                  <a:cubicBezTo>
                    <a:pt x="5875" y="4358"/>
                    <a:pt x="4190" y="2386"/>
                    <a:pt x="2424" y="414"/>
                  </a:cubicBezTo>
                  <a:cubicBezTo>
                    <a:pt x="2179" y="147"/>
                    <a:pt x="1814" y="1"/>
                    <a:pt x="14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9"/>
            <p:cNvSpPr/>
            <p:nvPr/>
          </p:nvSpPr>
          <p:spPr>
            <a:xfrm>
              <a:off x="7423256" y="1342924"/>
              <a:ext cx="54224" cy="49916"/>
            </a:xfrm>
            <a:custGeom>
              <a:avLst/>
              <a:gdLst/>
              <a:ahLst/>
              <a:cxnLst/>
              <a:rect l="l" t="t" r="r" b="b"/>
              <a:pathLst>
                <a:path w="8546" h="7867" extrusionOk="0">
                  <a:moveTo>
                    <a:pt x="1431" y="1"/>
                  </a:moveTo>
                  <a:cubicBezTo>
                    <a:pt x="1061" y="1"/>
                    <a:pt x="701" y="158"/>
                    <a:pt x="453" y="451"/>
                  </a:cubicBezTo>
                  <a:cubicBezTo>
                    <a:pt x="1" y="1026"/>
                    <a:pt x="42" y="1848"/>
                    <a:pt x="617" y="2300"/>
                  </a:cubicBezTo>
                  <a:cubicBezTo>
                    <a:pt x="2466" y="3984"/>
                    <a:pt x="4355" y="5709"/>
                    <a:pt x="6204" y="7517"/>
                  </a:cubicBezTo>
                  <a:cubicBezTo>
                    <a:pt x="6440" y="7720"/>
                    <a:pt x="6733" y="7867"/>
                    <a:pt x="7035" y="7867"/>
                  </a:cubicBezTo>
                  <a:cubicBezTo>
                    <a:pt x="7100" y="7867"/>
                    <a:pt x="7165" y="7860"/>
                    <a:pt x="7231" y="7846"/>
                  </a:cubicBezTo>
                  <a:cubicBezTo>
                    <a:pt x="7518" y="7804"/>
                    <a:pt x="7806" y="7722"/>
                    <a:pt x="8052" y="7435"/>
                  </a:cubicBezTo>
                  <a:cubicBezTo>
                    <a:pt x="8545" y="6942"/>
                    <a:pt x="8545" y="6120"/>
                    <a:pt x="8052" y="5586"/>
                  </a:cubicBezTo>
                  <a:cubicBezTo>
                    <a:pt x="6204" y="3820"/>
                    <a:pt x="4232" y="2012"/>
                    <a:pt x="2301" y="328"/>
                  </a:cubicBezTo>
                  <a:cubicBezTo>
                    <a:pt x="2042" y="106"/>
                    <a:pt x="1733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9"/>
            <p:cNvSpPr/>
            <p:nvPr/>
          </p:nvSpPr>
          <p:spPr>
            <a:xfrm>
              <a:off x="7554363" y="1488129"/>
              <a:ext cx="46147" cy="57873"/>
            </a:xfrm>
            <a:custGeom>
              <a:avLst/>
              <a:gdLst/>
              <a:ahLst/>
              <a:cxnLst/>
              <a:rect l="l" t="t" r="r" b="b"/>
              <a:pathLst>
                <a:path w="7272" h="9121" extrusionOk="0">
                  <a:moveTo>
                    <a:pt x="1500" y="0"/>
                  </a:moveTo>
                  <a:cubicBezTo>
                    <a:pt x="1235" y="0"/>
                    <a:pt x="969" y="79"/>
                    <a:pt x="740" y="242"/>
                  </a:cubicBezTo>
                  <a:cubicBezTo>
                    <a:pt x="165" y="653"/>
                    <a:pt x="1" y="1475"/>
                    <a:pt x="412" y="2009"/>
                  </a:cubicBezTo>
                  <a:cubicBezTo>
                    <a:pt x="1850" y="4186"/>
                    <a:pt x="3287" y="6363"/>
                    <a:pt x="4643" y="8499"/>
                  </a:cubicBezTo>
                  <a:cubicBezTo>
                    <a:pt x="4869" y="8914"/>
                    <a:pt x="5336" y="9121"/>
                    <a:pt x="5761" y="9121"/>
                  </a:cubicBezTo>
                  <a:cubicBezTo>
                    <a:pt x="5799" y="9121"/>
                    <a:pt x="5838" y="9119"/>
                    <a:pt x="5875" y="9116"/>
                  </a:cubicBezTo>
                  <a:cubicBezTo>
                    <a:pt x="6081" y="9116"/>
                    <a:pt x="6245" y="9034"/>
                    <a:pt x="6450" y="8910"/>
                  </a:cubicBezTo>
                  <a:cubicBezTo>
                    <a:pt x="7067" y="8541"/>
                    <a:pt x="7272" y="7719"/>
                    <a:pt x="6861" y="7103"/>
                  </a:cubicBezTo>
                  <a:cubicBezTo>
                    <a:pt x="5506" y="4884"/>
                    <a:pt x="4068" y="2707"/>
                    <a:pt x="2548" y="530"/>
                  </a:cubicBezTo>
                  <a:cubicBezTo>
                    <a:pt x="2300" y="183"/>
                    <a:pt x="1903" y="0"/>
                    <a:pt x="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9"/>
            <p:cNvSpPr/>
            <p:nvPr/>
          </p:nvSpPr>
          <p:spPr>
            <a:xfrm>
              <a:off x="6817499" y="1037952"/>
              <a:ext cx="443903" cy="134241"/>
            </a:xfrm>
            <a:custGeom>
              <a:avLst/>
              <a:gdLst/>
              <a:ahLst/>
              <a:cxnLst/>
              <a:rect l="l" t="t" r="r" b="b"/>
              <a:pathLst>
                <a:path w="69961" h="21157" extrusionOk="0">
                  <a:moveTo>
                    <a:pt x="69960" y="0"/>
                  </a:moveTo>
                  <a:lnTo>
                    <a:pt x="1" y="617"/>
                  </a:lnTo>
                  <a:lnTo>
                    <a:pt x="64291" y="21157"/>
                  </a:lnTo>
                  <a:lnTo>
                    <a:pt x="699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9"/>
            <p:cNvSpPr/>
            <p:nvPr/>
          </p:nvSpPr>
          <p:spPr>
            <a:xfrm>
              <a:off x="6817499" y="1041860"/>
              <a:ext cx="407933" cy="191067"/>
            </a:xfrm>
            <a:custGeom>
              <a:avLst/>
              <a:gdLst/>
              <a:ahLst/>
              <a:cxnLst/>
              <a:rect l="l" t="t" r="r" b="b"/>
              <a:pathLst>
                <a:path w="64292" h="30113" extrusionOk="0">
                  <a:moveTo>
                    <a:pt x="1" y="1"/>
                  </a:moveTo>
                  <a:lnTo>
                    <a:pt x="60881" y="25676"/>
                  </a:lnTo>
                  <a:lnTo>
                    <a:pt x="61046" y="25758"/>
                  </a:lnTo>
                  <a:lnTo>
                    <a:pt x="63675" y="30112"/>
                  </a:lnTo>
                  <a:lnTo>
                    <a:pt x="64291" y="205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7185280" y="1205288"/>
              <a:ext cx="36236" cy="27639"/>
            </a:xfrm>
            <a:custGeom>
              <a:avLst/>
              <a:gdLst/>
              <a:ahLst/>
              <a:cxnLst/>
              <a:rect l="l" t="t" r="r" b="b"/>
              <a:pathLst>
                <a:path w="5711" h="4356" extrusionOk="0">
                  <a:moveTo>
                    <a:pt x="3082" y="1"/>
                  </a:moveTo>
                  <a:lnTo>
                    <a:pt x="1" y="3411"/>
                  </a:lnTo>
                  <a:lnTo>
                    <a:pt x="5711" y="4355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9"/>
            <p:cNvSpPr/>
            <p:nvPr/>
          </p:nvSpPr>
          <p:spPr>
            <a:xfrm>
              <a:off x="6817499" y="1041860"/>
              <a:ext cx="387337" cy="276039"/>
            </a:xfrm>
            <a:custGeom>
              <a:avLst/>
              <a:gdLst/>
              <a:ahLst/>
              <a:cxnLst/>
              <a:rect l="l" t="t" r="r" b="b"/>
              <a:pathLst>
                <a:path w="61046" h="43505" extrusionOk="0">
                  <a:moveTo>
                    <a:pt x="1" y="1"/>
                  </a:moveTo>
                  <a:lnTo>
                    <a:pt x="45271" y="43505"/>
                  </a:lnTo>
                  <a:lnTo>
                    <a:pt x="61046" y="25758"/>
                  </a:lnTo>
                  <a:lnTo>
                    <a:pt x="53405" y="225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29"/>
          <p:cNvGrpSpPr/>
          <p:nvPr/>
        </p:nvGrpSpPr>
        <p:grpSpPr>
          <a:xfrm>
            <a:off x="969423" y="3976036"/>
            <a:ext cx="1201447" cy="1304320"/>
            <a:chOff x="1353541" y="3414607"/>
            <a:chExt cx="901085" cy="978240"/>
          </a:xfrm>
        </p:grpSpPr>
        <p:sp>
          <p:nvSpPr>
            <p:cNvPr id="300" name="Google Shape;300;p29"/>
            <p:cNvSpPr/>
            <p:nvPr/>
          </p:nvSpPr>
          <p:spPr>
            <a:xfrm rot="10800000">
              <a:off x="1838356" y="4201781"/>
              <a:ext cx="41712" cy="25418"/>
            </a:xfrm>
            <a:custGeom>
              <a:avLst/>
              <a:gdLst/>
              <a:ahLst/>
              <a:cxnLst/>
              <a:rect l="l" t="t" r="r" b="b"/>
              <a:pathLst>
                <a:path w="6573" h="4006" extrusionOk="0">
                  <a:moveTo>
                    <a:pt x="1449" y="1"/>
                  </a:moveTo>
                  <a:cubicBezTo>
                    <a:pt x="905" y="1"/>
                    <a:pt x="371" y="323"/>
                    <a:pt x="206" y="883"/>
                  </a:cubicBezTo>
                  <a:cubicBezTo>
                    <a:pt x="1" y="1540"/>
                    <a:pt x="371" y="2321"/>
                    <a:pt x="1028" y="2526"/>
                  </a:cubicBezTo>
                  <a:cubicBezTo>
                    <a:pt x="1028" y="2526"/>
                    <a:pt x="2383" y="2978"/>
                    <a:pt x="4561" y="3882"/>
                  </a:cubicBezTo>
                  <a:cubicBezTo>
                    <a:pt x="4848" y="4005"/>
                    <a:pt x="5054" y="4005"/>
                    <a:pt x="5259" y="4005"/>
                  </a:cubicBezTo>
                  <a:cubicBezTo>
                    <a:pt x="5711" y="3964"/>
                    <a:pt x="6122" y="3677"/>
                    <a:pt x="6327" y="3184"/>
                  </a:cubicBezTo>
                  <a:cubicBezTo>
                    <a:pt x="6574" y="2526"/>
                    <a:pt x="6286" y="1746"/>
                    <a:pt x="5588" y="1499"/>
                  </a:cubicBezTo>
                  <a:cubicBezTo>
                    <a:pt x="3246" y="513"/>
                    <a:pt x="1890" y="61"/>
                    <a:pt x="1849" y="61"/>
                  </a:cubicBezTo>
                  <a:cubicBezTo>
                    <a:pt x="1719" y="21"/>
                    <a:pt x="1584" y="1"/>
                    <a:pt x="1449" y="1"/>
                  </a:cubicBezTo>
                  <a:close/>
                </a:path>
              </a:pathLst>
            </a:custGeom>
            <a:solidFill>
              <a:srgbClr val="E5E6E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9"/>
            <p:cNvSpPr/>
            <p:nvPr/>
          </p:nvSpPr>
          <p:spPr>
            <a:xfrm rot="10800000">
              <a:off x="1391859" y="3705944"/>
              <a:ext cx="34675" cy="63126"/>
            </a:xfrm>
            <a:custGeom>
              <a:avLst/>
              <a:gdLst/>
              <a:ahLst/>
              <a:cxnLst/>
              <a:rect l="l" t="t" r="r" b="b"/>
              <a:pathLst>
                <a:path w="5465" h="9949" extrusionOk="0">
                  <a:moveTo>
                    <a:pt x="1473" y="1"/>
                  </a:moveTo>
                  <a:cubicBezTo>
                    <a:pt x="1326" y="1"/>
                    <a:pt x="1176" y="25"/>
                    <a:pt x="1028" y="77"/>
                  </a:cubicBezTo>
                  <a:cubicBezTo>
                    <a:pt x="371" y="365"/>
                    <a:pt x="1" y="1104"/>
                    <a:pt x="288" y="1803"/>
                  </a:cubicBezTo>
                  <a:cubicBezTo>
                    <a:pt x="1151" y="4144"/>
                    <a:pt x="1973" y="6609"/>
                    <a:pt x="2753" y="9033"/>
                  </a:cubicBezTo>
                  <a:cubicBezTo>
                    <a:pt x="2940" y="9592"/>
                    <a:pt x="3396" y="9948"/>
                    <a:pt x="3940" y="9948"/>
                  </a:cubicBezTo>
                  <a:cubicBezTo>
                    <a:pt x="3995" y="9948"/>
                    <a:pt x="4052" y="9944"/>
                    <a:pt x="4109" y="9937"/>
                  </a:cubicBezTo>
                  <a:cubicBezTo>
                    <a:pt x="4232" y="9937"/>
                    <a:pt x="4273" y="9937"/>
                    <a:pt x="4396" y="9896"/>
                  </a:cubicBezTo>
                  <a:cubicBezTo>
                    <a:pt x="5054" y="9690"/>
                    <a:pt x="5465" y="8992"/>
                    <a:pt x="5259" y="8252"/>
                  </a:cubicBezTo>
                  <a:cubicBezTo>
                    <a:pt x="4479" y="5747"/>
                    <a:pt x="3657" y="3282"/>
                    <a:pt x="2753" y="858"/>
                  </a:cubicBezTo>
                  <a:cubicBezTo>
                    <a:pt x="2527" y="340"/>
                    <a:pt x="2019" y="1"/>
                    <a:pt x="1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9"/>
            <p:cNvSpPr/>
            <p:nvPr/>
          </p:nvSpPr>
          <p:spPr>
            <a:xfrm rot="10800000">
              <a:off x="1368661" y="3610084"/>
              <a:ext cx="28419" cy="64801"/>
            </a:xfrm>
            <a:custGeom>
              <a:avLst/>
              <a:gdLst/>
              <a:ahLst/>
              <a:cxnLst/>
              <a:rect l="l" t="t" r="r" b="b"/>
              <a:pathLst>
                <a:path w="4479" h="10213" extrusionOk="0">
                  <a:moveTo>
                    <a:pt x="1330" y="1"/>
                  </a:moveTo>
                  <a:cubicBezTo>
                    <a:pt x="1244" y="1"/>
                    <a:pt x="1157" y="8"/>
                    <a:pt x="1069" y="22"/>
                  </a:cubicBezTo>
                  <a:cubicBezTo>
                    <a:pt x="412" y="187"/>
                    <a:pt x="1" y="885"/>
                    <a:pt x="124" y="1624"/>
                  </a:cubicBezTo>
                  <a:cubicBezTo>
                    <a:pt x="740" y="4089"/>
                    <a:pt x="1274" y="6595"/>
                    <a:pt x="1726" y="9142"/>
                  </a:cubicBezTo>
                  <a:cubicBezTo>
                    <a:pt x="1844" y="9772"/>
                    <a:pt x="2452" y="10213"/>
                    <a:pt x="3081" y="10213"/>
                  </a:cubicBezTo>
                  <a:cubicBezTo>
                    <a:pt x="3109" y="10213"/>
                    <a:pt x="3136" y="10212"/>
                    <a:pt x="3164" y="10210"/>
                  </a:cubicBezTo>
                  <a:lnTo>
                    <a:pt x="3287" y="10210"/>
                  </a:lnTo>
                  <a:cubicBezTo>
                    <a:pt x="3986" y="10046"/>
                    <a:pt x="4479" y="9389"/>
                    <a:pt x="4314" y="8649"/>
                  </a:cubicBezTo>
                  <a:cubicBezTo>
                    <a:pt x="3862" y="6102"/>
                    <a:pt x="3287" y="3514"/>
                    <a:pt x="2671" y="1008"/>
                  </a:cubicBezTo>
                  <a:cubicBezTo>
                    <a:pt x="2526" y="393"/>
                    <a:pt x="1967" y="1"/>
                    <a:pt x="1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9"/>
            <p:cNvSpPr/>
            <p:nvPr/>
          </p:nvSpPr>
          <p:spPr>
            <a:xfrm rot="10800000">
              <a:off x="1353541" y="3414607"/>
              <a:ext cx="17208" cy="65950"/>
            </a:xfrm>
            <a:custGeom>
              <a:avLst/>
              <a:gdLst/>
              <a:ahLst/>
              <a:cxnLst/>
              <a:rect l="l" t="t" r="r" b="b"/>
              <a:pathLst>
                <a:path w="2712" h="10394" extrusionOk="0">
                  <a:moveTo>
                    <a:pt x="1274" y="0"/>
                  </a:moveTo>
                  <a:cubicBezTo>
                    <a:pt x="575" y="82"/>
                    <a:pt x="0" y="616"/>
                    <a:pt x="0" y="1356"/>
                  </a:cubicBezTo>
                  <a:cubicBezTo>
                    <a:pt x="41" y="3862"/>
                    <a:pt x="82" y="6491"/>
                    <a:pt x="41" y="9038"/>
                  </a:cubicBezTo>
                  <a:cubicBezTo>
                    <a:pt x="41" y="9777"/>
                    <a:pt x="616" y="10393"/>
                    <a:pt x="1356" y="10393"/>
                  </a:cubicBezTo>
                  <a:lnTo>
                    <a:pt x="1479" y="10393"/>
                  </a:lnTo>
                  <a:cubicBezTo>
                    <a:pt x="2177" y="10352"/>
                    <a:pt x="2670" y="9777"/>
                    <a:pt x="2670" y="9120"/>
                  </a:cubicBezTo>
                  <a:cubicBezTo>
                    <a:pt x="2711" y="6491"/>
                    <a:pt x="2670" y="3862"/>
                    <a:pt x="2629" y="1315"/>
                  </a:cubicBezTo>
                  <a:cubicBezTo>
                    <a:pt x="2629" y="575"/>
                    <a:pt x="2013" y="0"/>
                    <a:pt x="1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9"/>
            <p:cNvSpPr/>
            <p:nvPr/>
          </p:nvSpPr>
          <p:spPr>
            <a:xfrm rot="10800000">
              <a:off x="1356669" y="3513120"/>
              <a:ext cx="22423" cy="65239"/>
            </a:xfrm>
            <a:custGeom>
              <a:avLst/>
              <a:gdLst/>
              <a:ahLst/>
              <a:cxnLst/>
              <a:rect l="l" t="t" r="r" b="b"/>
              <a:pathLst>
                <a:path w="3534" h="10282" extrusionOk="0">
                  <a:moveTo>
                    <a:pt x="1393" y="0"/>
                  </a:moveTo>
                  <a:cubicBezTo>
                    <a:pt x="1340" y="0"/>
                    <a:pt x="1287" y="3"/>
                    <a:pt x="1233" y="9"/>
                  </a:cubicBezTo>
                  <a:cubicBezTo>
                    <a:pt x="493" y="132"/>
                    <a:pt x="0" y="789"/>
                    <a:pt x="83" y="1447"/>
                  </a:cubicBezTo>
                  <a:cubicBezTo>
                    <a:pt x="247" y="2638"/>
                    <a:pt x="411" y="3829"/>
                    <a:pt x="493" y="5021"/>
                  </a:cubicBezTo>
                  <a:cubicBezTo>
                    <a:pt x="658" y="6335"/>
                    <a:pt x="740" y="7732"/>
                    <a:pt x="863" y="9129"/>
                  </a:cubicBezTo>
                  <a:cubicBezTo>
                    <a:pt x="903" y="9800"/>
                    <a:pt x="1473" y="10281"/>
                    <a:pt x="2174" y="10281"/>
                  </a:cubicBezTo>
                  <a:cubicBezTo>
                    <a:pt x="2202" y="10281"/>
                    <a:pt x="2231" y="10281"/>
                    <a:pt x="2260" y="10279"/>
                  </a:cubicBezTo>
                  <a:lnTo>
                    <a:pt x="2301" y="10279"/>
                  </a:lnTo>
                  <a:cubicBezTo>
                    <a:pt x="2999" y="10238"/>
                    <a:pt x="3533" y="9622"/>
                    <a:pt x="3492" y="8923"/>
                  </a:cubicBezTo>
                  <a:cubicBezTo>
                    <a:pt x="3369" y="7527"/>
                    <a:pt x="3205" y="6130"/>
                    <a:pt x="3123" y="4733"/>
                  </a:cubicBezTo>
                  <a:cubicBezTo>
                    <a:pt x="2999" y="3583"/>
                    <a:pt x="2876" y="2351"/>
                    <a:pt x="2712" y="1159"/>
                  </a:cubicBezTo>
                  <a:cubicBezTo>
                    <a:pt x="2597" y="474"/>
                    <a:pt x="2060" y="0"/>
                    <a:pt x="1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9"/>
            <p:cNvSpPr/>
            <p:nvPr/>
          </p:nvSpPr>
          <p:spPr>
            <a:xfrm rot="10800000">
              <a:off x="1425741" y="3797744"/>
              <a:ext cx="40411" cy="60855"/>
            </a:xfrm>
            <a:custGeom>
              <a:avLst/>
              <a:gdLst/>
              <a:ahLst/>
              <a:cxnLst/>
              <a:rect l="l" t="t" r="r" b="b"/>
              <a:pathLst>
                <a:path w="6369" h="9591" extrusionOk="0">
                  <a:moveTo>
                    <a:pt x="1418" y="1"/>
                  </a:moveTo>
                  <a:cubicBezTo>
                    <a:pt x="1229" y="1"/>
                    <a:pt x="1039" y="44"/>
                    <a:pt x="863" y="138"/>
                  </a:cubicBezTo>
                  <a:cubicBezTo>
                    <a:pt x="247" y="508"/>
                    <a:pt x="1" y="1247"/>
                    <a:pt x="288" y="1863"/>
                  </a:cubicBezTo>
                  <a:cubicBezTo>
                    <a:pt x="1439" y="4205"/>
                    <a:pt x="2548" y="6505"/>
                    <a:pt x="3657" y="8806"/>
                  </a:cubicBezTo>
                  <a:cubicBezTo>
                    <a:pt x="3888" y="9306"/>
                    <a:pt x="4335" y="9590"/>
                    <a:pt x="4864" y="9590"/>
                  </a:cubicBezTo>
                  <a:cubicBezTo>
                    <a:pt x="4899" y="9590"/>
                    <a:pt x="4935" y="9589"/>
                    <a:pt x="4971" y="9586"/>
                  </a:cubicBezTo>
                  <a:cubicBezTo>
                    <a:pt x="5136" y="9586"/>
                    <a:pt x="5218" y="9545"/>
                    <a:pt x="5382" y="9463"/>
                  </a:cubicBezTo>
                  <a:cubicBezTo>
                    <a:pt x="6040" y="9176"/>
                    <a:pt x="6368" y="8395"/>
                    <a:pt x="6040" y="7738"/>
                  </a:cubicBezTo>
                  <a:cubicBezTo>
                    <a:pt x="4971" y="5355"/>
                    <a:pt x="3862" y="3014"/>
                    <a:pt x="2630" y="713"/>
                  </a:cubicBezTo>
                  <a:cubicBezTo>
                    <a:pt x="2366" y="273"/>
                    <a:pt x="1892" y="1"/>
                    <a:pt x="14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9"/>
            <p:cNvSpPr/>
            <p:nvPr/>
          </p:nvSpPr>
          <p:spPr>
            <a:xfrm rot="10800000">
              <a:off x="1750256" y="4157379"/>
              <a:ext cx="62302" cy="40386"/>
            </a:xfrm>
            <a:custGeom>
              <a:avLst/>
              <a:gdLst/>
              <a:ahLst/>
              <a:cxnLst/>
              <a:rect l="l" t="t" r="r" b="b"/>
              <a:pathLst>
                <a:path w="9819" h="6365" extrusionOk="0">
                  <a:moveTo>
                    <a:pt x="1501" y="1"/>
                  </a:moveTo>
                  <a:cubicBezTo>
                    <a:pt x="1032" y="1"/>
                    <a:pt x="571" y="251"/>
                    <a:pt x="370" y="681"/>
                  </a:cubicBezTo>
                  <a:cubicBezTo>
                    <a:pt x="1" y="1420"/>
                    <a:pt x="247" y="2201"/>
                    <a:pt x="945" y="2488"/>
                  </a:cubicBezTo>
                  <a:cubicBezTo>
                    <a:pt x="3205" y="3639"/>
                    <a:pt x="5464" y="4912"/>
                    <a:pt x="7641" y="6185"/>
                  </a:cubicBezTo>
                  <a:cubicBezTo>
                    <a:pt x="7861" y="6311"/>
                    <a:pt x="8057" y="6365"/>
                    <a:pt x="8265" y="6365"/>
                  </a:cubicBezTo>
                  <a:cubicBezTo>
                    <a:pt x="8330" y="6365"/>
                    <a:pt x="8395" y="6360"/>
                    <a:pt x="8463" y="6350"/>
                  </a:cubicBezTo>
                  <a:cubicBezTo>
                    <a:pt x="8874" y="6309"/>
                    <a:pt x="9243" y="6103"/>
                    <a:pt x="9449" y="5734"/>
                  </a:cubicBezTo>
                  <a:cubicBezTo>
                    <a:pt x="9819" y="5117"/>
                    <a:pt x="9613" y="4296"/>
                    <a:pt x="8997" y="3926"/>
                  </a:cubicBezTo>
                  <a:cubicBezTo>
                    <a:pt x="6738" y="2612"/>
                    <a:pt x="4437" y="1297"/>
                    <a:pt x="2096" y="147"/>
                  </a:cubicBezTo>
                  <a:cubicBezTo>
                    <a:pt x="1909" y="47"/>
                    <a:pt x="1705" y="1"/>
                    <a:pt x="1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9"/>
            <p:cNvSpPr/>
            <p:nvPr/>
          </p:nvSpPr>
          <p:spPr>
            <a:xfrm rot="10800000">
              <a:off x="1668932" y="4102050"/>
              <a:ext cx="58913" cy="45481"/>
            </a:xfrm>
            <a:custGeom>
              <a:avLst/>
              <a:gdLst/>
              <a:ahLst/>
              <a:cxnLst/>
              <a:rect l="l" t="t" r="r" b="b"/>
              <a:pathLst>
                <a:path w="9285" h="7168" extrusionOk="0">
                  <a:moveTo>
                    <a:pt x="1454" y="1"/>
                  </a:moveTo>
                  <a:cubicBezTo>
                    <a:pt x="1049" y="1"/>
                    <a:pt x="662" y="193"/>
                    <a:pt x="411" y="569"/>
                  </a:cubicBezTo>
                  <a:cubicBezTo>
                    <a:pt x="0" y="1185"/>
                    <a:pt x="165" y="1966"/>
                    <a:pt x="781" y="2376"/>
                  </a:cubicBezTo>
                  <a:cubicBezTo>
                    <a:pt x="2876" y="3814"/>
                    <a:pt x="4971" y="5375"/>
                    <a:pt x="6984" y="6895"/>
                  </a:cubicBezTo>
                  <a:cubicBezTo>
                    <a:pt x="7178" y="7057"/>
                    <a:pt x="7448" y="7168"/>
                    <a:pt x="7714" y="7168"/>
                  </a:cubicBezTo>
                  <a:cubicBezTo>
                    <a:pt x="7787" y="7168"/>
                    <a:pt x="7859" y="7159"/>
                    <a:pt x="7929" y="7142"/>
                  </a:cubicBezTo>
                  <a:cubicBezTo>
                    <a:pt x="8258" y="7101"/>
                    <a:pt x="8586" y="6936"/>
                    <a:pt x="8833" y="6649"/>
                  </a:cubicBezTo>
                  <a:cubicBezTo>
                    <a:pt x="9285" y="6074"/>
                    <a:pt x="9161" y="5252"/>
                    <a:pt x="8586" y="4800"/>
                  </a:cubicBezTo>
                  <a:cubicBezTo>
                    <a:pt x="6532" y="3198"/>
                    <a:pt x="4355" y="1678"/>
                    <a:pt x="2219" y="240"/>
                  </a:cubicBezTo>
                  <a:cubicBezTo>
                    <a:pt x="1978" y="80"/>
                    <a:pt x="1713" y="1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9"/>
            <p:cNvSpPr/>
            <p:nvPr/>
          </p:nvSpPr>
          <p:spPr>
            <a:xfrm rot="10800000">
              <a:off x="1528441" y="3965239"/>
              <a:ext cx="50570" cy="53850"/>
            </a:xfrm>
            <a:custGeom>
              <a:avLst/>
              <a:gdLst/>
              <a:ahLst/>
              <a:cxnLst/>
              <a:rect l="l" t="t" r="r" b="b"/>
              <a:pathLst>
                <a:path w="7970" h="8487" extrusionOk="0">
                  <a:moveTo>
                    <a:pt x="1446" y="1"/>
                  </a:moveTo>
                  <a:cubicBezTo>
                    <a:pt x="1134" y="1"/>
                    <a:pt x="820" y="106"/>
                    <a:pt x="575" y="332"/>
                  </a:cubicBezTo>
                  <a:cubicBezTo>
                    <a:pt x="82" y="784"/>
                    <a:pt x="0" y="1647"/>
                    <a:pt x="493" y="2181"/>
                  </a:cubicBezTo>
                  <a:cubicBezTo>
                    <a:pt x="2218" y="4070"/>
                    <a:pt x="3862" y="6001"/>
                    <a:pt x="5464" y="8014"/>
                  </a:cubicBezTo>
                  <a:cubicBezTo>
                    <a:pt x="5703" y="8321"/>
                    <a:pt x="6027" y="8487"/>
                    <a:pt x="6412" y="8487"/>
                  </a:cubicBezTo>
                  <a:cubicBezTo>
                    <a:pt x="6491" y="8487"/>
                    <a:pt x="6572" y="8480"/>
                    <a:pt x="6655" y="8466"/>
                  </a:cubicBezTo>
                  <a:cubicBezTo>
                    <a:pt x="6902" y="8466"/>
                    <a:pt x="7107" y="8384"/>
                    <a:pt x="7312" y="8219"/>
                  </a:cubicBezTo>
                  <a:cubicBezTo>
                    <a:pt x="7887" y="7768"/>
                    <a:pt x="7970" y="6946"/>
                    <a:pt x="7518" y="6371"/>
                  </a:cubicBezTo>
                  <a:cubicBezTo>
                    <a:pt x="5875" y="4358"/>
                    <a:pt x="4190" y="2386"/>
                    <a:pt x="2424" y="414"/>
                  </a:cubicBezTo>
                  <a:cubicBezTo>
                    <a:pt x="2179" y="147"/>
                    <a:pt x="1814" y="1"/>
                    <a:pt x="14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9"/>
            <p:cNvSpPr/>
            <p:nvPr/>
          </p:nvSpPr>
          <p:spPr>
            <a:xfrm rot="10800000">
              <a:off x="1594645" y="4037959"/>
              <a:ext cx="54224" cy="49916"/>
            </a:xfrm>
            <a:custGeom>
              <a:avLst/>
              <a:gdLst/>
              <a:ahLst/>
              <a:cxnLst/>
              <a:rect l="l" t="t" r="r" b="b"/>
              <a:pathLst>
                <a:path w="8546" h="7867" extrusionOk="0">
                  <a:moveTo>
                    <a:pt x="1431" y="1"/>
                  </a:moveTo>
                  <a:cubicBezTo>
                    <a:pt x="1061" y="1"/>
                    <a:pt x="701" y="158"/>
                    <a:pt x="453" y="451"/>
                  </a:cubicBezTo>
                  <a:cubicBezTo>
                    <a:pt x="1" y="1026"/>
                    <a:pt x="42" y="1848"/>
                    <a:pt x="617" y="2300"/>
                  </a:cubicBezTo>
                  <a:cubicBezTo>
                    <a:pt x="2466" y="3984"/>
                    <a:pt x="4355" y="5709"/>
                    <a:pt x="6204" y="7517"/>
                  </a:cubicBezTo>
                  <a:cubicBezTo>
                    <a:pt x="6440" y="7720"/>
                    <a:pt x="6733" y="7867"/>
                    <a:pt x="7035" y="7867"/>
                  </a:cubicBezTo>
                  <a:cubicBezTo>
                    <a:pt x="7100" y="7867"/>
                    <a:pt x="7165" y="7860"/>
                    <a:pt x="7231" y="7846"/>
                  </a:cubicBezTo>
                  <a:cubicBezTo>
                    <a:pt x="7518" y="7804"/>
                    <a:pt x="7806" y="7722"/>
                    <a:pt x="8052" y="7435"/>
                  </a:cubicBezTo>
                  <a:cubicBezTo>
                    <a:pt x="8545" y="6942"/>
                    <a:pt x="8545" y="6120"/>
                    <a:pt x="8052" y="5586"/>
                  </a:cubicBezTo>
                  <a:cubicBezTo>
                    <a:pt x="6204" y="3820"/>
                    <a:pt x="4232" y="2012"/>
                    <a:pt x="2301" y="328"/>
                  </a:cubicBezTo>
                  <a:cubicBezTo>
                    <a:pt x="2042" y="106"/>
                    <a:pt x="1733" y="1"/>
                    <a:pt x="1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 rot="10800000">
              <a:off x="1471615" y="3884797"/>
              <a:ext cx="46147" cy="57873"/>
            </a:xfrm>
            <a:custGeom>
              <a:avLst/>
              <a:gdLst/>
              <a:ahLst/>
              <a:cxnLst/>
              <a:rect l="l" t="t" r="r" b="b"/>
              <a:pathLst>
                <a:path w="7272" h="9121" extrusionOk="0">
                  <a:moveTo>
                    <a:pt x="1500" y="0"/>
                  </a:moveTo>
                  <a:cubicBezTo>
                    <a:pt x="1235" y="0"/>
                    <a:pt x="969" y="79"/>
                    <a:pt x="740" y="242"/>
                  </a:cubicBezTo>
                  <a:cubicBezTo>
                    <a:pt x="165" y="653"/>
                    <a:pt x="1" y="1475"/>
                    <a:pt x="412" y="2009"/>
                  </a:cubicBezTo>
                  <a:cubicBezTo>
                    <a:pt x="1850" y="4186"/>
                    <a:pt x="3287" y="6363"/>
                    <a:pt x="4643" y="8499"/>
                  </a:cubicBezTo>
                  <a:cubicBezTo>
                    <a:pt x="4869" y="8914"/>
                    <a:pt x="5336" y="9121"/>
                    <a:pt x="5761" y="9121"/>
                  </a:cubicBezTo>
                  <a:cubicBezTo>
                    <a:pt x="5799" y="9121"/>
                    <a:pt x="5838" y="9119"/>
                    <a:pt x="5875" y="9116"/>
                  </a:cubicBezTo>
                  <a:cubicBezTo>
                    <a:pt x="6081" y="9116"/>
                    <a:pt x="6245" y="9034"/>
                    <a:pt x="6450" y="8910"/>
                  </a:cubicBezTo>
                  <a:cubicBezTo>
                    <a:pt x="7067" y="8541"/>
                    <a:pt x="7272" y="7719"/>
                    <a:pt x="6861" y="7103"/>
                  </a:cubicBezTo>
                  <a:cubicBezTo>
                    <a:pt x="5506" y="4884"/>
                    <a:pt x="4068" y="2707"/>
                    <a:pt x="2548" y="530"/>
                  </a:cubicBezTo>
                  <a:cubicBezTo>
                    <a:pt x="2300" y="183"/>
                    <a:pt x="1903" y="0"/>
                    <a:pt x="1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 rot="10800000">
              <a:off x="1810724" y="4258607"/>
              <a:ext cx="443903" cy="134241"/>
            </a:xfrm>
            <a:custGeom>
              <a:avLst/>
              <a:gdLst/>
              <a:ahLst/>
              <a:cxnLst/>
              <a:rect l="l" t="t" r="r" b="b"/>
              <a:pathLst>
                <a:path w="69961" h="21157" extrusionOk="0">
                  <a:moveTo>
                    <a:pt x="69960" y="0"/>
                  </a:moveTo>
                  <a:lnTo>
                    <a:pt x="1" y="617"/>
                  </a:lnTo>
                  <a:lnTo>
                    <a:pt x="64291" y="21157"/>
                  </a:lnTo>
                  <a:lnTo>
                    <a:pt x="699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 rot="10800000">
              <a:off x="1846694" y="4197872"/>
              <a:ext cx="407933" cy="191067"/>
            </a:xfrm>
            <a:custGeom>
              <a:avLst/>
              <a:gdLst/>
              <a:ahLst/>
              <a:cxnLst/>
              <a:rect l="l" t="t" r="r" b="b"/>
              <a:pathLst>
                <a:path w="64292" h="30113" extrusionOk="0">
                  <a:moveTo>
                    <a:pt x="1" y="1"/>
                  </a:moveTo>
                  <a:lnTo>
                    <a:pt x="60881" y="25676"/>
                  </a:lnTo>
                  <a:lnTo>
                    <a:pt x="61046" y="25758"/>
                  </a:lnTo>
                  <a:lnTo>
                    <a:pt x="63675" y="30112"/>
                  </a:lnTo>
                  <a:lnTo>
                    <a:pt x="64291" y="205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9"/>
            <p:cNvSpPr/>
            <p:nvPr/>
          </p:nvSpPr>
          <p:spPr>
            <a:xfrm rot="10800000">
              <a:off x="1850609" y="4197872"/>
              <a:ext cx="36236" cy="27639"/>
            </a:xfrm>
            <a:custGeom>
              <a:avLst/>
              <a:gdLst/>
              <a:ahLst/>
              <a:cxnLst/>
              <a:rect l="l" t="t" r="r" b="b"/>
              <a:pathLst>
                <a:path w="5711" h="4356" extrusionOk="0">
                  <a:moveTo>
                    <a:pt x="3082" y="1"/>
                  </a:moveTo>
                  <a:lnTo>
                    <a:pt x="1" y="3411"/>
                  </a:lnTo>
                  <a:lnTo>
                    <a:pt x="5711" y="4355"/>
                  </a:lnTo>
                  <a:lnTo>
                    <a:pt x="30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9"/>
            <p:cNvSpPr/>
            <p:nvPr/>
          </p:nvSpPr>
          <p:spPr>
            <a:xfrm rot="10800000">
              <a:off x="1867290" y="4112900"/>
              <a:ext cx="387337" cy="276039"/>
            </a:xfrm>
            <a:custGeom>
              <a:avLst/>
              <a:gdLst/>
              <a:ahLst/>
              <a:cxnLst/>
              <a:rect l="l" t="t" r="r" b="b"/>
              <a:pathLst>
                <a:path w="61046" h="43505" extrusionOk="0">
                  <a:moveTo>
                    <a:pt x="1" y="1"/>
                  </a:moveTo>
                  <a:lnTo>
                    <a:pt x="45271" y="43505"/>
                  </a:lnTo>
                  <a:lnTo>
                    <a:pt x="61046" y="25758"/>
                  </a:lnTo>
                  <a:lnTo>
                    <a:pt x="53405" y="225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4" name="文本框 93"/>
          <p:cNvSpPr txBox="1"/>
          <p:nvPr/>
        </p:nvSpPr>
        <p:spPr>
          <a:xfrm>
            <a:off x="2576032" y="2560710"/>
            <a:ext cx="70556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u="sng" dirty="0">
                <a:solidFill>
                  <a:srgbClr val="34596C"/>
                </a:solidFill>
                <a:latin typeface="思源宋体 CN Heavy" pitchFamily="18" charset="-122"/>
                <a:ea typeface="思源宋体 CN Heavy" pitchFamily="18" charset="-122"/>
              </a:rPr>
              <a:t>THANK YOU</a:t>
            </a:r>
          </a:p>
        </p:txBody>
      </p:sp>
      <p:grpSp>
        <p:nvGrpSpPr>
          <p:cNvPr id="95" name="Google Shape;443;p34"/>
          <p:cNvGrpSpPr/>
          <p:nvPr/>
        </p:nvGrpSpPr>
        <p:grpSpPr>
          <a:xfrm rot="18059551">
            <a:off x="-519304" y="4339906"/>
            <a:ext cx="2034293" cy="3279161"/>
            <a:chOff x="6634300" y="1683989"/>
            <a:chExt cx="1789666" cy="2884836"/>
          </a:xfrm>
        </p:grpSpPr>
        <p:sp>
          <p:nvSpPr>
            <p:cNvPr id="96" name="Google Shape;444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445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" name="Google Shape;446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9" name="Google Shape;447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0" name="Google Shape;448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1" name="Google Shape;449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2" name="Google Shape;450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" name="Google Shape;451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434;p34"/>
          <p:cNvGrpSpPr/>
          <p:nvPr/>
        </p:nvGrpSpPr>
        <p:grpSpPr>
          <a:xfrm rot="5964363">
            <a:off x="10095519" y="-655262"/>
            <a:ext cx="2034492" cy="3279483"/>
            <a:chOff x="6634300" y="1683989"/>
            <a:chExt cx="1789666" cy="2884836"/>
          </a:xfrm>
        </p:grpSpPr>
        <p:sp>
          <p:nvSpPr>
            <p:cNvPr id="105" name="Google Shape;435;p34"/>
            <p:cNvSpPr/>
            <p:nvPr/>
          </p:nvSpPr>
          <p:spPr>
            <a:xfrm>
              <a:off x="6634300" y="1683989"/>
              <a:ext cx="1789666" cy="2547231"/>
            </a:xfrm>
            <a:custGeom>
              <a:avLst/>
              <a:gdLst/>
              <a:ahLst/>
              <a:cxnLst/>
              <a:rect l="l" t="t" r="r" b="b"/>
              <a:pathLst>
                <a:path w="29484" h="41966" extrusionOk="0">
                  <a:moveTo>
                    <a:pt x="26257" y="0"/>
                  </a:moveTo>
                  <a:cubicBezTo>
                    <a:pt x="25395" y="0"/>
                    <a:pt x="23869" y="591"/>
                    <a:pt x="22189" y="3971"/>
                  </a:cubicBezTo>
                  <a:cubicBezTo>
                    <a:pt x="19575" y="9229"/>
                    <a:pt x="18572" y="12208"/>
                    <a:pt x="18572" y="12208"/>
                  </a:cubicBezTo>
                  <a:cubicBezTo>
                    <a:pt x="18572" y="12208"/>
                    <a:pt x="18191" y="12849"/>
                    <a:pt x="17677" y="12849"/>
                  </a:cubicBezTo>
                  <a:cubicBezTo>
                    <a:pt x="17511" y="12849"/>
                    <a:pt x="17330" y="12782"/>
                    <a:pt x="17144" y="12603"/>
                  </a:cubicBezTo>
                  <a:cubicBezTo>
                    <a:pt x="16446" y="11933"/>
                    <a:pt x="15518" y="10188"/>
                    <a:pt x="14383" y="10188"/>
                  </a:cubicBezTo>
                  <a:cubicBezTo>
                    <a:pt x="14282" y="10188"/>
                    <a:pt x="14179" y="10202"/>
                    <a:pt x="14074" y="10232"/>
                  </a:cubicBezTo>
                  <a:cubicBezTo>
                    <a:pt x="12736" y="10627"/>
                    <a:pt x="12311" y="12117"/>
                    <a:pt x="12584" y="14275"/>
                  </a:cubicBezTo>
                  <a:cubicBezTo>
                    <a:pt x="12858" y="16433"/>
                    <a:pt x="13253" y="21175"/>
                    <a:pt x="13314" y="21630"/>
                  </a:cubicBezTo>
                  <a:cubicBezTo>
                    <a:pt x="13338" y="21962"/>
                    <a:pt x="13195" y="22423"/>
                    <a:pt x="12843" y="22423"/>
                  </a:cubicBezTo>
                  <a:cubicBezTo>
                    <a:pt x="12744" y="22423"/>
                    <a:pt x="12627" y="22386"/>
                    <a:pt x="12493" y="22299"/>
                  </a:cubicBezTo>
                  <a:cubicBezTo>
                    <a:pt x="11998" y="21953"/>
                    <a:pt x="9652" y="19412"/>
                    <a:pt x="7894" y="19412"/>
                  </a:cubicBezTo>
                  <a:cubicBezTo>
                    <a:pt x="7492" y="19412"/>
                    <a:pt x="7120" y="19545"/>
                    <a:pt x="6809" y="19868"/>
                  </a:cubicBezTo>
                  <a:cubicBezTo>
                    <a:pt x="5137" y="21570"/>
                    <a:pt x="6870" y="27497"/>
                    <a:pt x="7022" y="28135"/>
                  </a:cubicBezTo>
                  <a:cubicBezTo>
                    <a:pt x="7235" y="28773"/>
                    <a:pt x="7083" y="29047"/>
                    <a:pt x="6779" y="29229"/>
                  </a:cubicBezTo>
                  <a:cubicBezTo>
                    <a:pt x="6758" y="29244"/>
                    <a:pt x="6734" y="29251"/>
                    <a:pt x="6707" y="29251"/>
                  </a:cubicBezTo>
                  <a:cubicBezTo>
                    <a:pt x="6335" y="29251"/>
                    <a:pt x="5371" y="27946"/>
                    <a:pt x="4408" y="27011"/>
                  </a:cubicBezTo>
                  <a:cubicBezTo>
                    <a:pt x="3688" y="26290"/>
                    <a:pt x="2835" y="25570"/>
                    <a:pt x="2075" y="25570"/>
                  </a:cubicBezTo>
                  <a:cubicBezTo>
                    <a:pt x="1745" y="25570"/>
                    <a:pt x="1432" y="25706"/>
                    <a:pt x="1156" y="26038"/>
                  </a:cubicBezTo>
                  <a:cubicBezTo>
                    <a:pt x="274" y="27102"/>
                    <a:pt x="1" y="31570"/>
                    <a:pt x="4286" y="38774"/>
                  </a:cubicBezTo>
                  <a:lnTo>
                    <a:pt x="6505" y="41965"/>
                  </a:lnTo>
                  <a:lnTo>
                    <a:pt x="10426" y="41692"/>
                  </a:lnTo>
                  <a:cubicBezTo>
                    <a:pt x="18724" y="40689"/>
                    <a:pt x="22068" y="37710"/>
                    <a:pt x="22372" y="36372"/>
                  </a:cubicBezTo>
                  <a:cubicBezTo>
                    <a:pt x="22676" y="35005"/>
                    <a:pt x="21065" y="34549"/>
                    <a:pt x="19606" y="34397"/>
                  </a:cubicBezTo>
                  <a:cubicBezTo>
                    <a:pt x="18177" y="34245"/>
                    <a:pt x="16445" y="34245"/>
                    <a:pt x="16414" y="33910"/>
                  </a:cubicBezTo>
                  <a:cubicBezTo>
                    <a:pt x="16354" y="33576"/>
                    <a:pt x="16505" y="33302"/>
                    <a:pt x="17144" y="33029"/>
                  </a:cubicBezTo>
                  <a:cubicBezTo>
                    <a:pt x="17752" y="32786"/>
                    <a:pt x="23496" y="30536"/>
                    <a:pt x="23831" y="28135"/>
                  </a:cubicBezTo>
                  <a:cubicBezTo>
                    <a:pt x="24165" y="25734"/>
                    <a:pt x="19120" y="25369"/>
                    <a:pt x="18420" y="25126"/>
                  </a:cubicBezTo>
                  <a:cubicBezTo>
                    <a:pt x="17752" y="24913"/>
                    <a:pt x="18086" y="24336"/>
                    <a:pt x="18481" y="24123"/>
                  </a:cubicBezTo>
                  <a:cubicBezTo>
                    <a:pt x="18846" y="23880"/>
                    <a:pt x="22828" y="21266"/>
                    <a:pt x="24712" y="20172"/>
                  </a:cubicBezTo>
                  <a:cubicBezTo>
                    <a:pt x="26566" y="19047"/>
                    <a:pt x="27478" y="17801"/>
                    <a:pt x="26992" y="16524"/>
                  </a:cubicBezTo>
                  <a:cubicBezTo>
                    <a:pt x="26475" y="15308"/>
                    <a:pt x="24256" y="15703"/>
                    <a:pt x="23253" y="15521"/>
                  </a:cubicBezTo>
                  <a:cubicBezTo>
                    <a:pt x="22220" y="15369"/>
                    <a:pt x="22676" y="14153"/>
                    <a:pt x="22676" y="14153"/>
                  </a:cubicBezTo>
                  <a:cubicBezTo>
                    <a:pt x="22676" y="14153"/>
                    <a:pt x="24469" y="11539"/>
                    <a:pt x="26992" y="6250"/>
                  </a:cubicBezTo>
                  <a:cubicBezTo>
                    <a:pt x="29484" y="962"/>
                    <a:pt x="26992" y="110"/>
                    <a:pt x="26992" y="110"/>
                  </a:cubicBezTo>
                  <a:lnTo>
                    <a:pt x="26992" y="171"/>
                  </a:lnTo>
                  <a:cubicBezTo>
                    <a:pt x="26992" y="171"/>
                    <a:pt x="26720" y="0"/>
                    <a:pt x="262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6" name="Google Shape;436;p34"/>
            <p:cNvSpPr/>
            <p:nvPr/>
          </p:nvSpPr>
          <p:spPr>
            <a:xfrm>
              <a:off x="6864955" y="1980320"/>
              <a:ext cx="1265664" cy="2588506"/>
            </a:xfrm>
            <a:custGeom>
              <a:avLst/>
              <a:gdLst/>
              <a:ahLst/>
              <a:cxnLst/>
              <a:rect l="l" t="t" r="r" b="b"/>
              <a:pathLst>
                <a:path w="20852" h="42646" extrusionOk="0">
                  <a:moveTo>
                    <a:pt x="20852" y="1"/>
                  </a:moveTo>
                  <a:lnTo>
                    <a:pt x="20791" y="92"/>
                  </a:lnTo>
                  <a:lnTo>
                    <a:pt x="20639" y="396"/>
                  </a:lnTo>
                  <a:cubicBezTo>
                    <a:pt x="20487" y="700"/>
                    <a:pt x="20304" y="1095"/>
                    <a:pt x="20031" y="1642"/>
                  </a:cubicBezTo>
                  <a:cubicBezTo>
                    <a:pt x="19484" y="2706"/>
                    <a:pt x="18724" y="4256"/>
                    <a:pt x="17782" y="6201"/>
                  </a:cubicBezTo>
                  <a:cubicBezTo>
                    <a:pt x="15927" y="10061"/>
                    <a:pt x="13313" y="15350"/>
                    <a:pt x="10365" y="21247"/>
                  </a:cubicBezTo>
                  <a:cubicBezTo>
                    <a:pt x="7447" y="27144"/>
                    <a:pt x="4833" y="32463"/>
                    <a:pt x="2979" y="36323"/>
                  </a:cubicBezTo>
                  <a:cubicBezTo>
                    <a:pt x="2006" y="38269"/>
                    <a:pt x="1246" y="39819"/>
                    <a:pt x="760" y="40913"/>
                  </a:cubicBezTo>
                  <a:cubicBezTo>
                    <a:pt x="547" y="41460"/>
                    <a:pt x="334" y="41886"/>
                    <a:pt x="182" y="42190"/>
                  </a:cubicBezTo>
                  <a:cubicBezTo>
                    <a:pt x="122" y="42342"/>
                    <a:pt x="91" y="42433"/>
                    <a:pt x="30" y="42524"/>
                  </a:cubicBezTo>
                  <a:cubicBezTo>
                    <a:pt x="0" y="42585"/>
                    <a:pt x="0" y="42646"/>
                    <a:pt x="0" y="42646"/>
                  </a:cubicBezTo>
                  <a:cubicBezTo>
                    <a:pt x="0" y="42646"/>
                    <a:pt x="30" y="42585"/>
                    <a:pt x="91" y="42524"/>
                  </a:cubicBezTo>
                  <a:lnTo>
                    <a:pt x="243" y="42220"/>
                  </a:lnTo>
                  <a:cubicBezTo>
                    <a:pt x="395" y="41916"/>
                    <a:pt x="578" y="41490"/>
                    <a:pt x="851" y="40974"/>
                  </a:cubicBezTo>
                  <a:cubicBezTo>
                    <a:pt x="1368" y="39910"/>
                    <a:pt x="2128" y="38329"/>
                    <a:pt x="3070" y="36414"/>
                  </a:cubicBezTo>
                  <a:cubicBezTo>
                    <a:pt x="4955" y="32554"/>
                    <a:pt x="7569" y="27235"/>
                    <a:pt x="10487" y="21369"/>
                  </a:cubicBezTo>
                  <a:cubicBezTo>
                    <a:pt x="13405" y="15502"/>
                    <a:pt x="16049" y="10183"/>
                    <a:pt x="17903" y="6323"/>
                  </a:cubicBezTo>
                  <a:cubicBezTo>
                    <a:pt x="18845" y="4377"/>
                    <a:pt x="19605" y="2827"/>
                    <a:pt x="20092" y="1703"/>
                  </a:cubicBezTo>
                  <a:cubicBezTo>
                    <a:pt x="20335" y="1186"/>
                    <a:pt x="20517" y="760"/>
                    <a:pt x="20669" y="456"/>
                  </a:cubicBezTo>
                  <a:cubicBezTo>
                    <a:pt x="20760" y="304"/>
                    <a:pt x="20791" y="183"/>
                    <a:pt x="20821" y="122"/>
                  </a:cubicBezTo>
                  <a:cubicBezTo>
                    <a:pt x="20852" y="31"/>
                    <a:pt x="20852" y="1"/>
                    <a:pt x="208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437;p34"/>
            <p:cNvSpPr/>
            <p:nvPr/>
          </p:nvSpPr>
          <p:spPr>
            <a:xfrm>
              <a:off x="7571548" y="2483997"/>
              <a:ext cx="112594" cy="416992"/>
            </a:xfrm>
            <a:custGeom>
              <a:avLst/>
              <a:gdLst/>
              <a:ahLst/>
              <a:cxnLst/>
              <a:rect l="l" t="t" r="r" b="b"/>
              <a:pathLst>
                <a:path w="1855" h="6870" extrusionOk="0">
                  <a:moveTo>
                    <a:pt x="1" y="1"/>
                  </a:moveTo>
                  <a:cubicBezTo>
                    <a:pt x="1" y="1"/>
                    <a:pt x="1" y="92"/>
                    <a:pt x="31" y="304"/>
                  </a:cubicBezTo>
                  <a:cubicBezTo>
                    <a:pt x="61" y="487"/>
                    <a:pt x="153" y="700"/>
                    <a:pt x="213" y="1004"/>
                  </a:cubicBezTo>
                  <a:cubicBezTo>
                    <a:pt x="365" y="1672"/>
                    <a:pt x="609" y="2493"/>
                    <a:pt x="821" y="3435"/>
                  </a:cubicBezTo>
                  <a:cubicBezTo>
                    <a:pt x="1095" y="4408"/>
                    <a:pt x="1277" y="5259"/>
                    <a:pt x="1490" y="5867"/>
                  </a:cubicBezTo>
                  <a:cubicBezTo>
                    <a:pt x="1551" y="6171"/>
                    <a:pt x="1612" y="6414"/>
                    <a:pt x="1703" y="6596"/>
                  </a:cubicBezTo>
                  <a:cubicBezTo>
                    <a:pt x="1764" y="6779"/>
                    <a:pt x="1824" y="6870"/>
                    <a:pt x="1824" y="6870"/>
                  </a:cubicBezTo>
                  <a:cubicBezTo>
                    <a:pt x="1855" y="6870"/>
                    <a:pt x="1824" y="6779"/>
                    <a:pt x="1764" y="6596"/>
                  </a:cubicBezTo>
                  <a:cubicBezTo>
                    <a:pt x="1703" y="6353"/>
                    <a:pt x="1672" y="6140"/>
                    <a:pt x="1581" y="5836"/>
                  </a:cubicBezTo>
                  <a:cubicBezTo>
                    <a:pt x="1399" y="5198"/>
                    <a:pt x="1216" y="4347"/>
                    <a:pt x="973" y="3405"/>
                  </a:cubicBezTo>
                  <a:cubicBezTo>
                    <a:pt x="761" y="2463"/>
                    <a:pt x="517" y="1581"/>
                    <a:pt x="335" y="973"/>
                  </a:cubicBezTo>
                  <a:cubicBezTo>
                    <a:pt x="244" y="669"/>
                    <a:pt x="183" y="456"/>
                    <a:pt x="92" y="244"/>
                  </a:cubicBezTo>
                  <a:cubicBezTo>
                    <a:pt x="31" y="6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438;p34"/>
            <p:cNvSpPr/>
            <p:nvPr/>
          </p:nvSpPr>
          <p:spPr>
            <a:xfrm>
              <a:off x="7700715" y="2762483"/>
              <a:ext cx="479753" cy="142336"/>
            </a:xfrm>
            <a:custGeom>
              <a:avLst/>
              <a:gdLst/>
              <a:ahLst/>
              <a:cxnLst/>
              <a:rect l="l" t="t" r="r" b="b"/>
              <a:pathLst>
                <a:path w="7903" h="2345" extrusionOk="0">
                  <a:moveTo>
                    <a:pt x="7868" y="1"/>
                  </a:moveTo>
                  <a:cubicBezTo>
                    <a:pt x="7768" y="1"/>
                    <a:pt x="6045" y="477"/>
                    <a:pt x="3921" y="1097"/>
                  </a:cubicBezTo>
                  <a:cubicBezTo>
                    <a:pt x="1763" y="1735"/>
                    <a:pt x="0" y="2282"/>
                    <a:pt x="0" y="2343"/>
                  </a:cubicBezTo>
                  <a:cubicBezTo>
                    <a:pt x="1" y="2344"/>
                    <a:pt x="4" y="2344"/>
                    <a:pt x="8" y="2344"/>
                  </a:cubicBezTo>
                  <a:cubicBezTo>
                    <a:pt x="136" y="2344"/>
                    <a:pt x="1859" y="1868"/>
                    <a:pt x="3982" y="1248"/>
                  </a:cubicBezTo>
                  <a:cubicBezTo>
                    <a:pt x="6140" y="610"/>
                    <a:pt x="7903" y="33"/>
                    <a:pt x="7873" y="2"/>
                  </a:cubicBezTo>
                  <a:cubicBezTo>
                    <a:pt x="7873" y="1"/>
                    <a:pt x="7871" y="1"/>
                    <a:pt x="78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9" name="Google Shape;439;p34"/>
            <p:cNvSpPr/>
            <p:nvPr/>
          </p:nvSpPr>
          <p:spPr>
            <a:xfrm>
              <a:off x="7405537" y="3419424"/>
              <a:ext cx="444670" cy="27739"/>
            </a:xfrm>
            <a:custGeom>
              <a:avLst/>
              <a:gdLst/>
              <a:ahLst/>
              <a:cxnLst/>
              <a:rect l="l" t="t" r="r" b="b"/>
              <a:pathLst>
                <a:path w="7326" h="457" extrusionOk="0">
                  <a:moveTo>
                    <a:pt x="7021" y="0"/>
                  </a:moveTo>
                  <a:cubicBezTo>
                    <a:pt x="6839" y="30"/>
                    <a:pt x="6565" y="30"/>
                    <a:pt x="6262" y="91"/>
                  </a:cubicBezTo>
                  <a:cubicBezTo>
                    <a:pt x="5562" y="152"/>
                    <a:pt x="4651" y="243"/>
                    <a:pt x="3678" y="274"/>
                  </a:cubicBezTo>
                  <a:cubicBezTo>
                    <a:pt x="2644" y="334"/>
                    <a:pt x="1733" y="334"/>
                    <a:pt x="1094" y="334"/>
                  </a:cubicBezTo>
                  <a:lnTo>
                    <a:pt x="0" y="334"/>
                  </a:lnTo>
                  <a:cubicBezTo>
                    <a:pt x="0" y="395"/>
                    <a:pt x="91" y="395"/>
                    <a:pt x="334" y="426"/>
                  </a:cubicBezTo>
                  <a:cubicBezTo>
                    <a:pt x="517" y="426"/>
                    <a:pt x="790" y="456"/>
                    <a:pt x="1125" y="456"/>
                  </a:cubicBezTo>
                  <a:cubicBezTo>
                    <a:pt x="1824" y="456"/>
                    <a:pt x="2736" y="456"/>
                    <a:pt x="3708" y="426"/>
                  </a:cubicBezTo>
                  <a:cubicBezTo>
                    <a:pt x="4742" y="334"/>
                    <a:pt x="5654" y="274"/>
                    <a:pt x="6292" y="182"/>
                  </a:cubicBezTo>
                  <a:cubicBezTo>
                    <a:pt x="6596" y="152"/>
                    <a:pt x="6869" y="122"/>
                    <a:pt x="7052" y="91"/>
                  </a:cubicBezTo>
                  <a:cubicBezTo>
                    <a:pt x="7204" y="30"/>
                    <a:pt x="7325" y="0"/>
                    <a:pt x="73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0" name="Google Shape;440;p34"/>
            <p:cNvSpPr/>
            <p:nvPr/>
          </p:nvSpPr>
          <p:spPr>
            <a:xfrm>
              <a:off x="7202561" y="30854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1" name="Google Shape;441;p34"/>
            <p:cNvSpPr/>
            <p:nvPr/>
          </p:nvSpPr>
          <p:spPr>
            <a:xfrm>
              <a:off x="7147204" y="3915697"/>
              <a:ext cx="562787" cy="45523"/>
            </a:xfrm>
            <a:custGeom>
              <a:avLst/>
              <a:gdLst/>
              <a:ahLst/>
              <a:cxnLst/>
              <a:rect l="l" t="t" r="r" b="b"/>
              <a:pathLst>
                <a:path w="9272" h="750" extrusionOk="0">
                  <a:moveTo>
                    <a:pt x="9271" y="0"/>
                  </a:moveTo>
                  <a:lnTo>
                    <a:pt x="9271" y="0"/>
                  </a:lnTo>
                  <a:cubicBezTo>
                    <a:pt x="9271" y="0"/>
                    <a:pt x="9119" y="1"/>
                    <a:pt x="8876" y="31"/>
                  </a:cubicBezTo>
                  <a:cubicBezTo>
                    <a:pt x="8603" y="61"/>
                    <a:pt x="8268" y="92"/>
                    <a:pt x="7904" y="152"/>
                  </a:cubicBezTo>
                  <a:cubicBezTo>
                    <a:pt x="7052" y="274"/>
                    <a:pt x="5867" y="365"/>
                    <a:pt x="4621" y="456"/>
                  </a:cubicBezTo>
                  <a:cubicBezTo>
                    <a:pt x="3344" y="578"/>
                    <a:pt x="2189" y="608"/>
                    <a:pt x="1368" y="639"/>
                  </a:cubicBezTo>
                  <a:cubicBezTo>
                    <a:pt x="973" y="639"/>
                    <a:pt x="639" y="669"/>
                    <a:pt x="365" y="669"/>
                  </a:cubicBezTo>
                  <a:cubicBezTo>
                    <a:pt x="92" y="669"/>
                    <a:pt x="1" y="730"/>
                    <a:pt x="1" y="730"/>
                  </a:cubicBezTo>
                  <a:cubicBezTo>
                    <a:pt x="1" y="743"/>
                    <a:pt x="27" y="750"/>
                    <a:pt x="75" y="750"/>
                  </a:cubicBezTo>
                  <a:cubicBezTo>
                    <a:pt x="142" y="750"/>
                    <a:pt x="253" y="735"/>
                    <a:pt x="396" y="700"/>
                  </a:cubicBezTo>
                  <a:lnTo>
                    <a:pt x="1399" y="700"/>
                  </a:lnTo>
                  <a:cubicBezTo>
                    <a:pt x="2250" y="700"/>
                    <a:pt x="3405" y="639"/>
                    <a:pt x="4682" y="548"/>
                  </a:cubicBezTo>
                  <a:cubicBezTo>
                    <a:pt x="5958" y="456"/>
                    <a:pt x="7083" y="335"/>
                    <a:pt x="7934" y="213"/>
                  </a:cubicBezTo>
                  <a:cubicBezTo>
                    <a:pt x="8359" y="152"/>
                    <a:pt x="8694" y="92"/>
                    <a:pt x="8937" y="61"/>
                  </a:cubicBezTo>
                  <a:cubicBezTo>
                    <a:pt x="9150" y="31"/>
                    <a:pt x="9271" y="0"/>
                    <a:pt x="92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442;p34"/>
            <p:cNvSpPr/>
            <p:nvPr/>
          </p:nvSpPr>
          <p:spPr>
            <a:xfrm>
              <a:off x="6997686" y="3629160"/>
              <a:ext cx="204854" cy="352470"/>
            </a:xfrm>
            <a:custGeom>
              <a:avLst/>
              <a:gdLst/>
              <a:ahLst/>
              <a:cxnLst/>
              <a:rect l="l" t="t" r="r" b="b"/>
              <a:pathLst>
                <a:path w="3375" h="5807" extrusionOk="0">
                  <a:moveTo>
                    <a:pt x="0" y="0"/>
                  </a:moveTo>
                  <a:lnTo>
                    <a:pt x="92" y="213"/>
                  </a:lnTo>
                  <a:cubicBezTo>
                    <a:pt x="183" y="365"/>
                    <a:pt x="304" y="608"/>
                    <a:pt x="456" y="882"/>
                  </a:cubicBezTo>
                  <a:cubicBezTo>
                    <a:pt x="760" y="1399"/>
                    <a:pt x="1156" y="2128"/>
                    <a:pt x="1611" y="2918"/>
                  </a:cubicBezTo>
                  <a:cubicBezTo>
                    <a:pt x="2067" y="3709"/>
                    <a:pt x="2523" y="4438"/>
                    <a:pt x="2827" y="4955"/>
                  </a:cubicBezTo>
                  <a:cubicBezTo>
                    <a:pt x="2979" y="5229"/>
                    <a:pt x="3131" y="5441"/>
                    <a:pt x="3222" y="5593"/>
                  </a:cubicBezTo>
                  <a:cubicBezTo>
                    <a:pt x="3283" y="5745"/>
                    <a:pt x="3374" y="5806"/>
                    <a:pt x="3374" y="5806"/>
                  </a:cubicBezTo>
                  <a:lnTo>
                    <a:pt x="3253" y="5593"/>
                  </a:lnTo>
                  <a:cubicBezTo>
                    <a:pt x="3192" y="5441"/>
                    <a:pt x="3070" y="5198"/>
                    <a:pt x="2918" y="4925"/>
                  </a:cubicBezTo>
                  <a:cubicBezTo>
                    <a:pt x="2615" y="4408"/>
                    <a:pt x="2189" y="3678"/>
                    <a:pt x="1733" y="2888"/>
                  </a:cubicBezTo>
                  <a:cubicBezTo>
                    <a:pt x="1277" y="2098"/>
                    <a:pt x="821" y="1368"/>
                    <a:pt x="517" y="821"/>
                  </a:cubicBezTo>
                  <a:cubicBezTo>
                    <a:pt x="365" y="578"/>
                    <a:pt x="213" y="365"/>
                    <a:pt x="152" y="213"/>
                  </a:cubicBezTo>
                  <a:cubicBezTo>
                    <a:pt x="61" y="6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432;p34"/>
          <p:cNvSpPr txBox="1"/>
          <p:nvPr/>
        </p:nvSpPr>
        <p:spPr>
          <a:xfrm>
            <a:off x="1795822" y="1863539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4" name="Google Shape;433;p34"/>
          <p:cNvSpPr txBox="1"/>
          <p:nvPr/>
        </p:nvSpPr>
        <p:spPr>
          <a:xfrm rot="10800000" flipH="1">
            <a:off x="9328820" y="3470018"/>
            <a:ext cx="1074400" cy="10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12800" b="1" kern="0">
                <a:solidFill>
                  <a:srgbClr val="34596C"/>
                </a:solidFill>
                <a:latin typeface="Merriweather"/>
                <a:ea typeface="Merriweather"/>
                <a:cs typeface="Merriweather"/>
                <a:sym typeface="Merriweather"/>
              </a:rPr>
              <a:t>“</a:t>
            </a:r>
            <a:endParaRPr sz="12800" b="1" kern="0">
              <a:solidFill>
                <a:srgbClr val="34596C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" name="Synergistically utilize technically sound portals with frictionless chains. Dramatically customize…"/>
          <p:cNvSpPr txBox="1"/>
          <p:nvPr/>
        </p:nvSpPr>
        <p:spPr>
          <a:xfrm>
            <a:off x="4723043" y="3767812"/>
            <a:ext cx="2810448" cy="667812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12750" hangingPunct="0">
              <a:lnSpc>
                <a:spcPct val="150000"/>
              </a:lnSpc>
              <a:defRPr sz="2000" b="0">
                <a:solidFill>
                  <a:srgbClr val="1C1F25"/>
                </a:solidFill>
                <a:latin typeface="Roboto Bold"/>
                <a:ea typeface="Roboto Bold"/>
                <a:cs typeface="Roboto Bold"/>
                <a:sym typeface="Roboto Bold"/>
              </a:defRPr>
            </a:pPr>
            <a:r>
              <a:rPr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Synergistically utilize technically sound portals with</a:t>
            </a:r>
            <a:r>
              <a:rPr lang="en-US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,</a:t>
            </a:r>
            <a:r>
              <a:rPr lang="en-US" altLang="zh-CN" sz="1000" kern="0" dirty="0">
                <a:solidFill>
                  <a:srgbClr val="34596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Roboto Light" panose="02000000000000000000"/>
              </a:rPr>
              <a:t> Synergistically utilize technically sound, , Synergistically</a:t>
            </a:r>
          </a:p>
        </p:txBody>
      </p:sp>
      <p:sp>
        <p:nvSpPr>
          <p:cNvPr id="116" name="Oval 18"/>
          <p:cNvSpPr/>
          <p:nvPr/>
        </p:nvSpPr>
        <p:spPr>
          <a:xfrm>
            <a:off x="3880156" y="5084529"/>
            <a:ext cx="176245" cy="17624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9"/>
          <p:cNvSpPr/>
          <p:nvPr/>
        </p:nvSpPr>
        <p:spPr>
          <a:xfrm>
            <a:off x="4166271" y="5064929"/>
            <a:ext cx="127163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D" sz="1400" dirty="0">
                <a:latin typeface="微软雅黑" panose="020B0503020204020204" pitchFamily="34" charset="-122"/>
              </a:rPr>
              <a:t>Lorem Ipsum</a:t>
            </a:r>
            <a:endParaRPr lang="en-US" sz="1400" dirty="0">
              <a:latin typeface="微软雅黑" panose="020B0503020204020204" pitchFamily="34" charset="-122"/>
            </a:endParaRPr>
          </a:p>
        </p:txBody>
      </p:sp>
      <p:sp>
        <p:nvSpPr>
          <p:cNvPr id="118" name="Oval 22"/>
          <p:cNvSpPr/>
          <p:nvPr/>
        </p:nvSpPr>
        <p:spPr>
          <a:xfrm>
            <a:off x="5437911" y="5084529"/>
            <a:ext cx="176245" cy="176245"/>
          </a:xfrm>
          <a:prstGeom prst="ellipse">
            <a:avLst/>
          </a:prstGeom>
          <a:solidFill>
            <a:srgbClr val="F39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23"/>
          <p:cNvSpPr/>
          <p:nvPr/>
        </p:nvSpPr>
        <p:spPr>
          <a:xfrm>
            <a:off x="5724026" y="5064929"/>
            <a:ext cx="127163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D" sz="1400" dirty="0">
                <a:latin typeface="微软雅黑" panose="020B0503020204020204" pitchFamily="34" charset="-122"/>
              </a:rPr>
              <a:t>Lorem Ipsum</a:t>
            </a:r>
            <a:endParaRPr lang="en-US" sz="1400" dirty="0">
              <a:latin typeface="微软雅黑" panose="020B0503020204020204" pitchFamily="34" charset="-122"/>
            </a:endParaRPr>
          </a:p>
        </p:txBody>
      </p:sp>
      <p:sp>
        <p:nvSpPr>
          <p:cNvPr id="120" name="Oval 25"/>
          <p:cNvSpPr/>
          <p:nvPr/>
        </p:nvSpPr>
        <p:spPr>
          <a:xfrm>
            <a:off x="6995666" y="5084529"/>
            <a:ext cx="176245" cy="176245"/>
          </a:xfrm>
          <a:prstGeom prst="ellipse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26"/>
          <p:cNvSpPr/>
          <p:nvPr/>
        </p:nvSpPr>
        <p:spPr>
          <a:xfrm>
            <a:off x="7281781" y="5064929"/>
            <a:ext cx="1271639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ID" sz="1400" dirty="0">
                <a:latin typeface="微软雅黑" panose="020B0503020204020204" pitchFamily="34" charset="-122"/>
              </a:rPr>
              <a:t>Lorem Ipsum</a:t>
            </a:r>
            <a:endParaRPr lang="en-US" sz="1400" dirty="0">
              <a:latin typeface="微软雅黑" panose="020B0503020204020204" pitchFamily="34" charset="-122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691543" y="1391155"/>
            <a:ext cx="2463084" cy="369332"/>
          </a:xfrm>
          <a:prstGeom prst="rect">
            <a:avLst/>
          </a:prstGeom>
          <a:solidFill>
            <a:srgbClr val="FF5000"/>
          </a:solidFill>
        </p:spPr>
        <p:txBody>
          <a:bodyPr wrap="square" rtlCol="0">
            <a:spAutoFit/>
          </a:bodyPr>
          <a:lstStyle/>
          <a:p>
            <a:pPr algn="dist"/>
            <a:r>
              <a:rPr lang="en-US" altLang="zh-CN" dirty="0">
                <a:solidFill>
                  <a:schemeClr val="bg1"/>
                </a:solidFill>
                <a:latin typeface="思源宋体 CN Heavy" pitchFamily="18" charset="-122"/>
                <a:ea typeface="思源宋体 CN Heavy" pitchFamily="18" charset="-122"/>
              </a:rPr>
              <a:t>www.1ppt.com</a:t>
            </a:r>
            <a:endParaRPr lang="zh-CN" altLang="en-US" dirty="0">
              <a:solidFill>
                <a:schemeClr val="bg1"/>
              </a:solidFill>
              <a:latin typeface="思源宋体 CN Heavy" pitchFamily="18" charset="-122"/>
              <a:ea typeface="思源宋体 CN Heavy" pitchFamily="18" charset="-122"/>
            </a:endParaRPr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646" y="3284626"/>
            <a:ext cx="2810349" cy="3612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1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5309" y="0"/>
            <a:ext cx="7893049" cy="2998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/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YjNkNDYxMmIwNmM5NTY2OTdkODYxNGM2OGY2YmI2OGYifQ=="/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Simple Light">
      <a:dk1>
        <a:srgbClr val="34596C"/>
      </a:dk1>
      <a:lt1>
        <a:srgbClr val="FFFFFF"/>
      </a:lt1>
      <a:dk2>
        <a:srgbClr val="FF5000"/>
      </a:dk2>
      <a:lt2>
        <a:srgbClr val="F4F4F5"/>
      </a:lt2>
      <a:accent1>
        <a:srgbClr val="FF945E"/>
      </a:accent1>
      <a:accent2>
        <a:srgbClr val="FFAC88"/>
      </a:accent2>
      <a:accent3>
        <a:srgbClr val="FFCEB5"/>
      </a:accent3>
      <a:accent4>
        <a:srgbClr val="FFE3DA"/>
      </a:accent4>
      <a:accent5>
        <a:srgbClr val="F4F4F5"/>
      </a:accent5>
      <a:accent6>
        <a:srgbClr val="29343E"/>
      </a:accent6>
      <a:hlink>
        <a:srgbClr val="34596C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14</TotalTime>
  <Words>1442</Words>
  <Application>Microsoft Office PowerPoint</Application>
  <PresentationFormat>自定义</PresentationFormat>
  <Paragraphs>211</Paragraphs>
  <Slides>26</Slides>
  <Notes>15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28" baseType="lpstr">
      <vt:lpstr>第一PPT，www.1ppt.com</vt:lpstr>
      <vt:lpstr>第一PPT，www.1ppt.com 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386,000 km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名著分享</dc:title>
  <dc:creator>第一PPT</dc:creator>
  <cp:keywords>www.1ppt.com</cp:keywords>
  <dc:description>www.1ppt.com</dc:description>
  <cp:lastModifiedBy>123</cp:lastModifiedBy>
  <cp:revision>265</cp:revision>
  <dcterms:created xsi:type="dcterms:W3CDTF">2019-03-29T12:25:00Z</dcterms:created>
  <dcterms:modified xsi:type="dcterms:W3CDTF">2025-06-11T09:31:37Z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D6DD84A80E754BFFA4358C625FF45C4E_12</vt:lpwstr>
  </property>
  <property fmtid="{D5CDD505-2E9C-101B-9397-08002B2CF9AE}" pid="3" name="KSOProductBuildVer">
    <vt:lpwstr>2052-12.1.0.21171</vt:lpwstr>
  </property>
</Properties>
</file>