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5.svg" ContentType="image/svg+xml"/>
  <Override PartName="/ppt/media/image6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</p:sldMasterIdLst>
  <p:notesMasterIdLst>
    <p:notesMasterId r:id="rId35"/>
  </p:notesMasterIdLst>
  <p:sldIdLst>
    <p:sldId id="274" r:id="rId4"/>
    <p:sldId id="11088892" r:id="rId5"/>
    <p:sldId id="11088899" r:id="rId6"/>
    <p:sldId id="11088903" r:id="rId7"/>
    <p:sldId id="11088891" r:id="rId8"/>
    <p:sldId id="11090502" r:id="rId9"/>
    <p:sldId id="11088890" r:id="rId10"/>
    <p:sldId id="11088898" r:id="rId11"/>
    <p:sldId id="11088905" r:id="rId12"/>
    <p:sldId id="11088902" r:id="rId13"/>
    <p:sldId id="11090503" r:id="rId14"/>
    <p:sldId id="11088897" r:id="rId15"/>
    <p:sldId id="11088893" r:id="rId16"/>
    <p:sldId id="11088900" r:id="rId17"/>
    <p:sldId id="11088901" r:id="rId18"/>
    <p:sldId id="11090518" r:id="rId19"/>
    <p:sldId id="11088894" r:id="rId20"/>
    <p:sldId id="11090520" r:id="rId21"/>
    <p:sldId id="11090522" r:id="rId22"/>
    <p:sldId id="11090521" r:id="rId23"/>
    <p:sldId id="11090523" r:id="rId24"/>
    <p:sldId id="11090524" r:id="rId25"/>
    <p:sldId id="11090525" r:id="rId26"/>
    <p:sldId id="11090526" r:id="rId27"/>
    <p:sldId id="11090528" r:id="rId28"/>
    <p:sldId id="11090530" r:id="rId29"/>
    <p:sldId id="11090531" r:id="rId30"/>
    <p:sldId id="11090532" r:id="rId31"/>
    <p:sldId id="11090534" r:id="rId32"/>
    <p:sldId id="11090535" r:id="rId33"/>
    <p:sldId id="11090538" r:id="rId34"/>
  </p:sldIdLst>
  <p:sldSz cx="12192000" cy="6858000"/>
  <p:notesSz cx="6858000" cy="9144000"/>
  <p:embeddedFontLst>
    <p:embeddedFont>
      <p:font typeface="汉仪雅酷黑 65W" panose="020B0604020202020204" pitchFamily="34" charset="-122"/>
      <p:regular r:id="rId39"/>
    </p:embeddedFont>
    <p:embeddedFont>
      <p:font typeface="方正正粗黑简体" panose="02000500000000000000" charset="-122"/>
      <p:regular r:id="rId40"/>
    </p:embeddedFont>
    <p:embeddedFont>
      <p:font typeface="方正粗黑宋简体" panose="02000000000000000000" pitchFamily="2" charset="-122"/>
      <p:regular r:id="rId41"/>
    </p:embeddedFont>
    <p:embeddedFont>
      <p:font typeface="华文琥珀" panose="02010800040101010101" pitchFamily="2" charset="-122"/>
      <p:regular r:id="rId42"/>
    </p:embeddedFont>
    <p:embeddedFont>
      <p:font typeface="微软雅黑" panose="020B0503020204020204" charset="-122"/>
      <p:regular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等线 Light" panose="02010600030101010101" charset="-122"/>
      <p:regular r:id="rId48"/>
    </p:embeddedFont>
    <p:embeddedFont>
      <p:font typeface="等线" panose="02010600030101010101" charset="-122"/>
      <p:regular r:id="rId49"/>
    </p:embeddedFont>
    <p:embeddedFont>
      <p:font typeface="微软雅黑 Light" panose="020B0502040204020203" pitchFamily="34" charset="-122"/>
      <p:regular r:id="rId50"/>
    </p:embeddedFont>
  </p:embeddedFontLst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415"/>
    <a:srgbClr val="3C49B9"/>
    <a:srgbClr val="F8D0B5"/>
    <a:srgbClr val="F09050"/>
    <a:srgbClr val="EB6B15"/>
    <a:srgbClr val="EB6D19"/>
    <a:srgbClr val="FFC000"/>
    <a:srgbClr val="81A2D7"/>
    <a:srgbClr val="7C88D5"/>
    <a:srgbClr val="515F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32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246.xml"/><Relationship Id="rId50" Type="http://schemas.openxmlformats.org/officeDocument/2006/relationships/font" Target="fonts/font12.fntdata"/><Relationship Id="rId5" Type="http://schemas.openxmlformats.org/officeDocument/2006/relationships/slide" Target="slides/slide2.xml"/><Relationship Id="rId49" Type="http://schemas.openxmlformats.org/officeDocument/2006/relationships/font" Target="fonts/font11.fntdata"/><Relationship Id="rId48" Type="http://schemas.openxmlformats.org/officeDocument/2006/relationships/font" Target="fonts/font10.fntdata"/><Relationship Id="rId47" Type="http://schemas.openxmlformats.org/officeDocument/2006/relationships/font" Target="fonts/font9.fntdata"/><Relationship Id="rId46" Type="http://schemas.openxmlformats.org/officeDocument/2006/relationships/font" Target="fonts/font8.fntdata"/><Relationship Id="rId45" Type="http://schemas.openxmlformats.org/officeDocument/2006/relationships/font" Target="fonts/font7.fntdata"/><Relationship Id="rId44" Type="http://schemas.openxmlformats.org/officeDocument/2006/relationships/font" Target="fonts/font6.fntdata"/><Relationship Id="rId43" Type="http://schemas.openxmlformats.org/officeDocument/2006/relationships/font" Target="fonts/font5.fntdata"/><Relationship Id="rId42" Type="http://schemas.openxmlformats.org/officeDocument/2006/relationships/font" Target="fonts/font4.fntdata"/><Relationship Id="rId41" Type="http://schemas.openxmlformats.org/officeDocument/2006/relationships/font" Target="fonts/font3.fntdata"/><Relationship Id="rId40" Type="http://schemas.openxmlformats.org/officeDocument/2006/relationships/font" Target="fonts/font2.fntdata"/><Relationship Id="rId4" Type="http://schemas.openxmlformats.org/officeDocument/2006/relationships/slide" Target="slides/slide1.xml"/><Relationship Id="rId39" Type="http://schemas.openxmlformats.org/officeDocument/2006/relationships/font" Target="fonts/font1.fntdata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达人投放占比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81A2D7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3C49B9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515FC7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7C88D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460572226099093"/>
                  <c:y val="-0.09897490279250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753663642707606"/>
                  <c:y val="0.056557087310003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21004884856943"/>
                  <c:y val="0.1166489925768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753663642707606"/>
                  <c:y val="0.010604453870625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404745289602233"/>
                  <c:y val="-0.084835630965005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头部</c:v>
                </c:pt>
                <c:pt idx="1">
                  <c:v>肩部</c:v>
                </c:pt>
                <c:pt idx="2">
                  <c:v>腰部</c:v>
                </c:pt>
                <c:pt idx="3">
                  <c:v>尾部</c:v>
                </c:pt>
                <c:pt idx="4">
                  <c:v>脚部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0.128</c:v>
                </c:pt>
                <c:pt idx="1">
                  <c:v>0.167</c:v>
                </c:pt>
                <c:pt idx="2">
                  <c:v>0.464</c:v>
                </c:pt>
                <c:pt idx="3">
                  <c:v>0.149</c:v>
                </c:pt>
                <c:pt idx="4">
                  <c:v>0.091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列1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F8D0B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EB6B1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F09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128897751994199"/>
                  <c:y val="0.031260976466455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68346627991298"/>
                  <c:y val="0.11310151036178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100616388687455"/>
                  <c:y val="0.035124692658939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106780275562001"/>
                  <c:y val="-0.042852125043905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199419869470631"/>
                  <c:y val="-0.10252724024322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头部</c:v>
                </c:pt>
                <c:pt idx="1">
                  <c:v>肩部</c:v>
                </c:pt>
                <c:pt idx="2">
                  <c:v>腰部</c:v>
                </c:pt>
                <c:pt idx="3">
                  <c:v>尾部</c:v>
                </c:pt>
                <c:pt idx="4">
                  <c:v>脚部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0.354</c:v>
                </c:pt>
                <c:pt idx="1">
                  <c:v>0.094</c:v>
                </c:pt>
                <c:pt idx="2">
                  <c:v>0.396</c:v>
                </c:pt>
                <c:pt idx="3">
                  <c:v>0.091</c:v>
                </c:pt>
                <c:pt idx="4">
                  <c:v>0.064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74039-BF7E-0E4C-8B6B-62DEA3B10C95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DD6CD-B488-654A-9536-40AE17D28974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87F8-5169-B548-AA0E-3C5B90865762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D87AA-A1D1-F343-A89E-38157516E886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3.xml"/><Relationship Id="rId3" Type="http://schemas.openxmlformats.org/officeDocument/2006/relationships/image" Target="../media/image3.svg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1.png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image" Target="../media/image2.png"/><Relationship Id="rId19" Type="http://schemas.openxmlformats.org/officeDocument/2006/relationships/tags" Target="../tags/tag12.xml"/><Relationship Id="rId18" Type="http://schemas.openxmlformats.org/officeDocument/2006/relationships/image" Target="../media/image9.svg"/><Relationship Id="rId17" Type="http://schemas.openxmlformats.org/officeDocument/2006/relationships/image" Target="../media/image8.png"/><Relationship Id="rId16" Type="http://schemas.openxmlformats.org/officeDocument/2006/relationships/tags" Target="../tags/tag11.xml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19.xml"/><Relationship Id="rId7" Type="http://schemas.openxmlformats.org/officeDocument/2006/relationships/image" Target="../media/image13.png"/><Relationship Id="rId6" Type="http://schemas.openxmlformats.org/officeDocument/2006/relationships/tags" Target="../tags/tag18.xml"/><Relationship Id="rId5" Type="http://schemas.openxmlformats.org/officeDocument/2006/relationships/image" Target="../media/image12.png"/><Relationship Id="rId4" Type="http://schemas.openxmlformats.org/officeDocument/2006/relationships/tags" Target="../tags/tag17.xml"/><Relationship Id="rId37" Type="http://schemas.openxmlformats.org/officeDocument/2006/relationships/slideLayout" Target="../slideLayouts/slideLayout7.xml"/><Relationship Id="rId36" Type="http://schemas.openxmlformats.org/officeDocument/2006/relationships/image" Target="../media/image29.png"/><Relationship Id="rId35" Type="http://schemas.openxmlformats.org/officeDocument/2006/relationships/image" Target="../media/image28.png"/><Relationship Id="rId34" Type="http://schemas.openxmlformats.org/officeDocument/2006/relationships/image" Target="../media/image27.png"/><Relationship Id="rId33" Type="http://schemas.openxmlformats.org/officeDocument/2006/relationships/image" Target="../media/image26.png"/><Relationship Id="rId32" Type="http://schemas.openxmlformats.org/officeDocument/2006/relationships/tags" Target="../tags/tag31.xml"/><Relationship Id="rId31" Type="http://schemas.openxmlformats.org/officeDocument/2006/relationships/image" Target="../media/image25.png"/><Relationship Id="rId30" Type="http://schemas.openxmlformats.org/officeDocument/2006/relationships/tags" Target="../tags/tag30.xml"/><Relationship Id="rId3" Type="http://schemas.openxmlformats.org/officeDocument/2006/relationships/image" Target="../media/image11.png"/><Relationship Id="rId29" Type="http://schemas.openxmlformats.org/officeDocument/2006/relationships/image" Target="../media/image24.png"/><Relationship Id="rId28" Type="http://schemas.openxmlformats.org/officeDocument/2006/relationships/tags" Target="../tags/tag29.xml"/><Relationship Id="rId27" Type="http://schemas.openxmlformats.org/officeDocument/2006/relationships/image" Target="../media/image23.png"/><Relationship Id="rId26" Type="http://schemas.openxmlformats.org/officeDocument/2006/relationships/tags" Target="../tags/tag28.xml"/><Relationship Id="rId25" Type="http://schemas.openxmlformats.org/officeDocument/2006/relationships/image" Target="../media/image22.png"/><Relationship Id="rId24" Type="http://schemas.openxmlformats.org/officeDocument/2006/relationships/tags" Target="../tags/tag27.xml"/><Relationship Id="rId23" Type="http://schemas.openxmlformats.org/officeDocument/2006/relationships/image" Target="../media/image21.png"/><Relationship Id="rId22" Type="http://schemas.openxmlformats.org/officeDocument/2006/relationships/tags" Target="../tags/tag26.xml"/><Relationship Id="rId21" Type="http://schemas.openxmlformats.org/officeDocument/2006/relationships/image" Target="../media/image20.png"/><Relationship Id="rId20" Type="http://schemas.openxmlformats.org/officeDocument/2006/relationships/tags" Target="../tags/tag25.xml"/><Relationship Id="rId2" Type="http://schemas.openxmlformats.org/officeDocument/2006/relationships/tags" Target="../tags/tag16.xml"/><Relationship Id="rId19" Type="http://schemas.openxmlformats.org/officeDocument/2006/relationships/image" Target="../media/image19.png"/><Relationship Id="rId18" Type="http://schemas.openxmlformats.org/officeDocument/2006/relationships/tags" Target="../tags/tag24.xml"/><Relationship Id="rId17" Type="http://schemas.openxmlformats.org/officeDocument/2006/relationships/image" Target="../media/image18.png"/><Relationship Id="rId16" Type="http://schemas.openxmlformats.org/officeDocument/2006/relationships/tags" Target="../tags/tag23.xml"/><Relationship Id="rId15" Type="http://schemas.openxmlformats.org/officeDocument/2006/relationships/image" Target="../media/image17.png"/><Relationship Id="rId14" Type="http://schemas.openxmlformats.org/officeDocument/2006/relationships/tags" Target="../tags/tag22.xml"/><Relationship Id="rId13" Type="http://schemas.openxmlformats.org/officeDocument/2006/relationships/image" Target="../media/image16.png"/><Relationship Id="rId12" Type="http://schemas.openxmlformats.org/officeDocument/2006/relationships/tags" Target="../tags/tag21.xml"/><Relationship Id="rId11" Type="http://schemas.openxmlformats.org/officeDocument/2006/relationships/image" Target="../media/image15.png"/><Relationship Id="rId10" Type="http://schemas.openxmlformats.org/officeDocument/2006/relationships/tags" Target="../tags/tag20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35.svg"/><Relationship Id="rId14" Type="http://schemas.openxmlformats.org/officeDocument/2006/relationships/image" Target="../media/image34.png"/><Relationship Id="rId13" Type="http://schemas.openxmlformats.org/officeDocument/2006/relationships/image" Target="../media/image33.svg"/><Relationship Id="rId12" Type="http://schemas.openxmlformats.org/officeDocument/2006/relationships/image" Target="../media/image32.png"/><Relationship Id="rId11" Type="http://schemas.openxmlformats.org/officeDocument/2006/relationships/image" Target="../media/image31.svg"/><Relationship Id="rId10" Type="http://schemas.openxmlformats.org/officeDocument/2006/relationships/image" Target="../media/image30.png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0" Type="http://schemas.openxmlformats.org/officeDocument/2006/relationships/slideLayout" Target="../slideLayouts/slideLayout7.xml"/><Relationship Id="rId8" Type="http://schemas.openxmlformats.org/officeDocument/2006/relationships/tags" Target="../tags/tag48.xml"/><Relationship Id="rId79" Type="http://schemas.openxmlformats.org/officeDocument/2006/relationships/image" Target="../media/image41.svg"/><Relationship Id="rId78" Type="http://schemas.openxmlformats.org/officeDocument/2006/relationships/image" Target="../media/image40.png"/><Relationship Id="rId77" Type="http://schemas.openxmlformats.org/officeDocument/2006/relationships/image" Target="../media/image39.svg"/><Relationship Id="rId76" Type="http://schemas.openxmlformats.org/officeDocument/2006/relationships/image" Target="../media/image38.png"/><Relationship Id="rId75" Type="http://schemas.openxmlformats.org/officeDocument/2006/relationships/image" Target="../media/image37.svg"/><Relationship Id="rId74" Type="http://schemas.openxmlformats.org/officeDocument/2006/relationships/image" Target="../media/image36.png"/><Relationship Id="rId73" Type="http://schemas.openxmlformats.org/officeDocument/2006/relationships/tags" Target="../tags/tag113.xml"/><Relationship Id="rId72" Type="http://schemas.openxmlformats.org/officeDocument/2006/relationships/tags" Target="../tags/tag112.xml"/><Relationship Id="rId71" Type="http://schemas.openxmlformats.org/officeDocument/2006/relationships/tags" Target="../tags/tag111.xml"/><Relationship Id="rId70" Type="http://schemas.openxmlformats.org/officeDocument/2006/relationships/tags" Target="../tags/tag110.xml"/><Relationship Id="rId7" Type="http://schemas.openxmlformats.org/officeDocument/2006/relationships/tags" Target="../tags/tag47.xml"/><Relationship Id="rId69" Type="http://schemas.openxmlformats.org/officeDocument/2006/relationships/tags" Target="../tags/tag109.xml"/><Relationship Id="rId68" Type="http://schemas.openxmlformats.org/officeDocument/2006/relationships/tags" Target="../tags/tag108.xml"/><Relationship Id="rId67" Type="http://schemas.openxmlformats.org/officeDocument/2006/relationships/tags" Target="../tags/tag107.xml"/><Relationship Id="rId66" Type="http://schemas.openxmlformats.org/officeDocument/2006/relationships/tags" Target="../tags/tag106.xml"/><Relationship Id="rId65" Type="http://schemas.openxmlformats.org/officeDocument/2006/relationships/tags" Target="../tags/tag105.xml"/><Relationship Id="rId64" Type="http://schemas.openxmlformats.org/officeDocument/2006/relationships/tags" Target="../tags/tag104.xml"/><Relationship Id="rId63" Type="http://schemas.openxmlformats.org/officeDocument/2006/relationships/tags" Target="../tags/tag103.xml"/><Relationship Id="rId62" Type="http://schemas.openxmlformats.org/officeDocument/2006/relationships/tags" Target="../tags/tag102.xml"/><Relationship Id="rId61" Type="http://schemas.openxmlformats.org/officeDocument/2006/relationships/tags" Target="../tags/tag101.xml"/><Relationship Id="rId60" Type="http://schemas.openxmlformats.org/officeDocument/2006/relationships/tags" Target="../tags/tag100.xml"/><Relationship Id="rId6" Type="http://schemas.openxmlformats.org/officeDocument/2006/relationships/tags" Target="../tags/tag46.xml"/><Relationship Id="rId59" Type="http://schemas.openxmlformats.org/officeDocument/2006/relationships/tags" Target="../tags/tag99.xml"/><Relationship Id="rId58" Type="http://schemas.openxmlformats.org/officeDocument/2006/relationships/tags" Target="../tags/tag98.xml"/><Relationship Id="rId57" Type="http://schemas.openxmlformats.org/officeDocument/2006/relationships/tags" Target="../tags/tag97.xml"/><Relationship Id="rId56" Type="http://schemas.openxmlformats.org/officeDocument/2006/relationships/tags" Target="../tags/tag96.xml"/><Relationship Id="rId55" Type="http://schemas.openxmlformats.org/officeDocument/2006/relationships/tags" Target="../tags/tag95.xml"/><Relationship Id="rId54" Type="http://schemas.openxmlformats.org/officeDocument/2006/relationships/tags" Target="../tags/tag94.xml"/><Relationship Id="rId53" Type="http://schemas.openxmlformats.org/officeDocument/2006/relationships/tags" Target="../tags/tag93.xml"/><Relationship Id="rId52" Type="http://schemas.openxmlformats.org/officeDocument/2006/relationships/tags" Target="../tags/tag92.xml"/><Relationship Id="rId51" Type="http://schemas.openxmlformats.org/officeDocument/2006/relationships/tags" Target="../tags/tag91.xml"/><Relationship Id="rId50" Type="http://schemas.openxmlformats.org/officeDocument/2006/relationships/tags" Target="../tags/tag90.xml"/><Relationship Id="rId5" Type="http://schemas.openxmlformats.org/officeDocument/2006/relationships/tags" Target="../tags/tag45.xml"/><Relationship Id="rId49" Type="http://schemas.openxmlformats.org/officeDocument/2006/relationships/tags" Target="../tags/tag89.xml"/><Relationship Id="rId48" Type="http://schemas.openxmlformats.org/officeDocument/2006/relationships/tags" Target="../tags/tag88.xml"/><Relationship Id="rId47" Type="http://schemas.openxmlformats.org/officeDocument/2006/relationships/tags" Target="../tags/tag87.xml"/><Relationship Id="rId46" Type="http://schemas.openxmlformats.org/officeDocument/2006/relationships/tags" Target="../tags/tag86.xml"/><Relationship Id="rId45" Type="http://schemas.openxmlformats.org/officeDocument/2006/relationships/tags" Target="../tags/tag85.xml"/><Relationship Id="rId44" Type="http://schemas.openxmlformats.org/officeDocument/2006/relationships/tags" Target="../tags/tag84.xml"/><Relationship Id="rId43" Type="http://schemas.openxmlformats.org/officeDocument/2006/relationships/tags" Target="../tags/tag83.xml"/><Relationship Id="rId42" Type="http://schemas.openxmlformats.org/officeDocument/2006/relationships/tags" Target="../tags/tag82.xml"/><Relationship Id="rId41" Type="http://schemas.openxmlformats.org/officeDocument/2006/relationships/tags" Target="../tags/tag81.xml"/><Relationship Id="rId40" Type="http://schemas.openxmlformats.org/officeDocument/2006/relationships/tags" Target="../tags/tag80.xml"/><Relationship Id="rId4" Type="http://schemas.openxmlformats.org/officeDocument/2006/relationships/tags" Target="../tags/tag44.xml"/><Relationship Id="rId39" Type="http://schemas.openxmlformats.org/officeDocument/2006/relationships/tags" Target="../tags/tag79.xml"/><Relationship Id="rId38" Type="http://schemas.openxmlformats.org/officeDocument/2006/relationships/tags" Target="../tags/tag78.xml"/><Relationship Id="rId37" Type="http://schemas.openxmlformats.org/officeDocument/2006/relationships/tags" Target="../tags/tag77.xml"/><Relationship Id="rId36" Type="http://schemas.openxmlformats.org/officeDocument/2006/relationships/tags" Target="../tags/tag76.xml"/><Relationship Id="rId35" Type="http://schemas.openxmlformats.org/officeDocument/2006/relationships/tags" Target="../tags/tag75.xml"/><Relationship Id="rId34" Type="http://schemas.openxmlformats.org/officeDocument/2006/relationships/tags" Target="../tags/tag74.xml"/><Relationship Id="rId33" Type="http://schemas.openxmlformats.org/officeDocument/2006/relationships/tags" Target="../tags/tag73.xml"/><Relationship Id="rId32" Type="http://schemas.openxmlformats.org/officeDocument/2006/relationships/tags" Target="../tags/tag72.xml"/><Relationship Id="rId31" Type="http://schemas.openxmlformats.org/officeDocument/2006/relationships/tags" Target="../tags/tag71.xml"/><Relationship Id="rId30" Type="http://schemas.openxmlformats.org/officeDocument/2006/relationships/tags" Target="../tags/tag70.xml"/><Relationship Id="rId3" Type="http://schemas.openxmlformats.org/officeDocument/2006/relationships/tags" Target="../tags/tag43.xml"/><Relationship Id="rId29" Type="http://schemas.openxmlformats.org/officeDocument/2006/relationships/tags" Target="../tags/tag69.xml"/><Relationship Id="rId28" Type="http://schemas.openxmlformats.org/officeDocument/2006/relationships/tags" Target="../tags/tag68.xml"/><Relationship Id="rId27" Type="http://schemas.openxmlformats.org/officeDocument/2006/relationships/tags" Target="../tags/tag67.xml"/><Relationship Id="rId26" Type="http://schemas.openxmlformats.org/officeDocument/2006/relationships/tags" Target="../tags/tag66.xml"/><Relationship Id="rId25" Type="http://schemas.openxmlformats.org/officeDocument/2006/relationships/tags" Target="../tags/tag65.xml"/><Relationship Id="rId24" Type="http://schemas.openxmlformats.org/officeDocument/2006/relationships/tags" Target="../tags/tag64.xml"/><Relationship Id="rId23" Type="http://schemas.openxmlformats.org/officeDocument/2006/relationships/tags" Target="../tags/tag63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63.png"/><Relationship Id="rId21" Type="http://schemas.openxmlformats.org/officeDocument/2006/relationships/image" Target="../media/image62.png"/><Relationship Id="rId20" Type="http://schemas.openxmlformats.org/officeDocument/2006/relationships/image" Target="../media/image61.png"/><Relationship Id="rId2" Type="http://schemas.openxmlformats.org/officeDocument/2006/relationships/image" Target="../media/image43.png"/><Relationship Id="rId19" Type="http://schemas.openxmlformats.org/officeDocument/2006/relationships/image" Target="../media/image60.png"/><Relationship Id="rId18" Type="http://schemas.openxmlformats.org/officeDocument/2006/relationships/image" Target="../media/image59.png"/><Relationship Id="rId17" Type="http://schemas.openxmlformats.org/officeDocument/2006/relationships/image" Target="../media/image58.png"/><Relationship Id="rId16" Type="http://schemas.openxmlformats.org/officeDocument/2006/relationships/image" Target="../media/image57.png"/><Relationship Id="rId15" Type="http://schemas.openxmlformats.org/officeDocument/2006/relationships/image" Target="../media/image56.png"/><Relationship Id="rId14" Type="http://schemas.openxmlformats.org/officeDocument/2006/relationships/image" Target="../media/image55.png"/><Relationship Id="rId13" Type="http://schemas.openxmlformats.org/officeDocument/2006/relationships/image" Target="../media/image54.png"/><Relationship Id="rId12" Type="http://schemas.openxmlformats.org/officeDocument/2006/relationships/image" Target="../media/image53.png"/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1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0.xml"/><Relationship Id="rId2" Type="http://schemas.openxmlformats.org/officeDocument/2006/relationships/image" Target="../media/image1.png"/><Relationship Id="rId1" Type="http://schemas.openxmlformats.org/officeDocument/2006/relationships/tags" Target="../tags/tag13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image" Target="../media/image1.png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49.xml"/><Relationship Id="rId1" Type="http://schemas.openxmlformats.org/officeDocument/2006/relationships/tags" Target="../tags/tag14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image" Target="../media/image1.png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58.xml"/><Relationship Id="rId1" Type="http://schemas.openxmlformats.org/officeDocument/2006/relationships/tags" Target="../tags/tag1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6" Type="http://schemas.openxmlformats.org/officeDocument/2006/relationships/tags" Target="../tags/tag162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7.png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5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1.png"/><Relationship Id="rId6" Type="http://schemas.openxmlformats.org/officeDocument/2006/relationships/tags" Target="../tags/tag177.xml"/><Relationship Id="rId5" Type="http://schemas.microsoft.com/office/2007/relationships/hdphoto" Target="../media/image70.wdp"/><Relationship Id="rId4" Type="http://schemas.openxmlformats.org/officeDocument/2006/relationships/image" Target="../media/image69.png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image" Target="../media/image72.png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7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image" Target="../media/image73.png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20.xml"/><Relationship Id="rId26" Type="http://schemas.openxmlformats.org/officeDocument/2006/relationships/tags" Target="../tags/tag219.xml"/><Relationship Id="rId25" Type="http://schemas.openxmlformats.org/officeDocument/2006/relationships/tags" Target="../tags/tag218.xml"/><Relationship Id="rId24" Type="http://schemas.openxmlformats.org/officeDocument/2006/relationships/tags" Target="../tags/tag217.xml"/><Relationship Id="rId23" Type="http://schemas.openxmlformats.org/officeDocument/2006/relationships/tags" Target="../tags/tag216.xml"/><Relationship Id="rId22" Type="http://schemas.openxmlformats.org/officeDocument/2006/relationships/tags" Target="../tags/tag215.xml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195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36.xml"/><Relationship Id="rId15" Type="http://schemas.openxmlformats.org/officeDocument/2006/relationships/tags" Target="../tags/tag235.xml"/><Relationship Id="rId14" Type="http://schemas.openxmlformats.org/officeDocument/2006/relationships/tags" Target="../tags/tag234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tags" Target="../tags/tag22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2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形状 9"/>
          <p:cNvSpPr/>
          <p:nvPr/>
        </p:nvSpPr>
        <p:spPr>
          <a:xfrm>
            <a:off x="7439656" y="1486752"/>
            <a:ext cx="4752345" cy="5371249"/>
          </a:xfrm>
          <a:custGeom>
            <a:avLst/>
            <a:gdLst>
              <a:gd name="connsiteX0" fmla="*/ 4165116 w 4752345"/>
              <a:gd name="connsiteY0" fmla="*/ 0 h 5371249"/>
              <a:gd name="connsiteX1" fmla="*/ 4590975 w 4752345"/>
              <a:gd name="connsiteY1" fmla="*/ 21504 h 5371249"/>
              <a:gd name="connsiteX2" fmla="*/ 4752345 w 4752345"/>
              <a:gd name="connsiteY2" fmla="*/ 42010 h 5371249"/>
              <a:gd name="connsiteX3" fmla="*/ 4752345 w 4752345"/>
              <a:gd name="connsiteY3" fmla="*/ 5371249 h 5371249"/>
              <a:gd name="connsiteX4" fmla="*/ 178042 w 4752345"/>
              <a:gd name="connsiteY4" fmla="*/ 5371249 h 5371249"/>
              <a:gd name="connsiteX5" fmla="*/ 131129 w 4752345"/>
              <a:gd name="connsiteY5" fmla="*/ 5206044 h 5371249"/>
              <a:gd name="connsiteX6" fmla="*/ 0 w 4752345"/>
              <a:gd name="connsiteY6" fmla="*/ 4165116 h 5371249"/>
              <a:gd name="connsiteX7" fmla="*/ 4165116 w 4752345"/>
              <a:gd name="connsiteY7" fmla="*/ 0 h 5371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2345" h="5371249">
                <a:moveTo>
                  <a:pt x="4165116" y="0"/>
                </a:moveTo>
                <a:cubicBezTo>
                  <a:pt x="4308887" y="0"/>
                  <a:pt x="4450956" y="7285"/>
                  <a:pt x="4590975" y="21504"/>
                </a:cubicBezTo>
                <a:lnTo>
                  <a:pt x="4752345" y="42010"/>
                </a:lnTo>
                <a:lnTo>
                  <a:pt x="4752345" y="5371249"/>
                </a:lnTo>
                <a:lnTo>
                  <a:pt x="178042" y="5371249"/>
                </a:lnTo>
                <a:lnTo>
                  <a:pt x="131129" y="5206044"/>
                </a:lnTo>
                <a:cubicBezTo>
                  <a:pt x="45527" y="4873336"/>
                  <a:pt x="0" y="4524543"/>
                  <a:pt x="0" y="4165116"/>
                </a:cubicBezTo>
                <a:cubicBezTo>
                  <a:pt x="0" y="1864786"/>
                  <a:pt x="1864786" y="0"/>
                  <a:pt x="4165116" y="0"/>
                </a:cubicBez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2" name="任意形状 11"/>
          <p:cNvSpPr/>
          <p:nvPr/>
        </p:nvSpPr>
        <p:spPr>
          <a:xfrm flipH="1" flipV="1">
            <a:off x="-1" y="0"/>
            <a:ext cx="2553525" cy="2886074"/>
          </a:xfrm>
          <a:custGeom>
            <a:avLst/>
            <a:gdLst>
              <a:gd name="connsiteX0" fmla="*/ 4165116 w 4752345"/>
              <a:gd name="connsiteY0" fmla="*/ 0 h 5371249"/>
              <a:gd name="connsiteX1" fmla="*/ 4590975 w 4752345"/>
              <a:gd name="connsiteY1" fmla="*/ 21504 h 5371249"/>
              <a:gd name="connsiteX2" fmla="*/ 4752345 w 4752345"/>
              <a:gd name="connsiteY2" fmla="*/ 42010 h 5371249"/>
              <a:gd name="connsiteX3" fmla="*/ 4752345 w 4752345"/>
              <a:gd name="connsiteY3" fmla="*/ 5371249 h 5371249"/>
              <a:gd name="connsiteX4" fmla="*/ 178042 w 4752345"/>
              <a:gd name="connsiteY4" fmla="*/ 5371249 h 5371249"/>
              <a:gd name="connsiteX5" fmla="*/ 131129 w 4752345"/>
              <a:gd name="connsiteY5" fmla="*/ 5206044 h 5371249"/>
              <a:gd name="connsiteX6" fmla="*/ 0 w 4752345"/>
              <a:gd name="connsiteY6" fmla="*/ 4165116 h 5371249"/>
              <a:gd name="connsiteX7" fmla="*/ 4165116 w 4752345"/>
              <a:gd name="connsiteY7" fmla="*/ 0 h 5371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2345" h="5371249">
                <a:moveTo>
                  <a:pt x="4165116" y="0"/>
                </a:moveTo>
                <a:cubicBezTo>
                  <a:pt x="4308887" y="0"/>
                  <a:pt x="4450956" y="7285"/>
                  <a:pt x="4590975" y="21504"/>
                </a:cubicBezTo>
                <a:lnTo>
                  <a:pt x="4752345" y="42010"/>
                </a:lnTo>
                <a:lnTo>
                  <a:pt x="4752345" y="5371249"/>
                </a:lnTo>
                <a:lnTo>
                  <a:pt x="178042" y="5371249"/>
                </a:lnTo>
                <a:lnTo>
                  <a:pt x="131129" y="5206044"/>
                </a:lnTo>
                <a:cubicBezTo>
                  <a:pt x="45527" y="4873336"/>
                  <a:pt x="0" y="4524543"/>
                  <a:pt x="0" y="4165116"/>
                </a:cubicBezTo>
                <a:cubicBezTo>
                  <a:pt x="0" y="1864786"/>
                  <a:pt x="1864786" y="0"/>
                  <a:pt x="4165116" y="0"/>
                </a:cubicBezTo>
                <a:close/>
              </a:path>
            </a:pathLst>
          </a:custGeom>
          <a:solidFill>
            <a:srgbClr val="FFC9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3" name="任意形状 12"/>
          <p:cNvSpPr/>
          <p:nvPr/>
        </p:nvSpPr>
        <p:spPr>
          <a:xfrm>
            <a:off x="2918026" y="3210952"/>
            <a:ext cx="3654054" cy="3647048"/>
          </a:xfrm>
          <a:custGeom>
            <a:avLst/>
            <a:gdLst>
              <a:gd name="connsiteX0" fmla="*/ 456431 w 541867"/>
              <a:gd name="connsiteY0" fmla="*/ 85263 h 540828"/>
              <a:gd name="connsiteX1" fmla="*/ 378308 w 541867"/>
              <a:gd name="connsiteY1" fmla="*/ 81 h 540828"/>
              <a:gd name="connsiteX2" fmla="*/ 292951 w 541867"/>
              <a:gd name="connsiteY2" fmla="*/ 78045 h 540828"/>
              <a:gd name="connsiteX3" fmla="*/ 316795 w 541867"/>
              <a:gd name="connsiteY3" fmla="*/ 139350 h 540828"/>
              <a:gd name="connsiteX4" fmla="*/ 318985 w 541867"/>
              <a:gd name="connsiteY4" fmla="*/ 141441 h 540828"/>
              <a:gd name="connsiteX5" fmla="*/ 141725 w 541867"/>
              <a:gd name="connsiteY5" fmla="*/ 318339 h 540828"/>
              <a:gd name="connsiteX6" fmla="*/ 139630 w 541867"/>
              <a:gd name="connsiteY6" fmla="*/ 316152 h 540828"/>
              <a:gd name="connsiteX7" fmla="*/ 23919 w 541867"/>
              <a:gd name="connsiteY7" fmla="*/ 316243 h 540828"/>
              <a:gd name="connsiteX8" fmla="*/ 24010 w 541867"/>
              <a:gd name="connsiteY8" fmla="*/ 431717 h 540828"/>
              <a:gd name="connsiteX9" fmla="*/ 85528 w 541867"/>
              <a:gd name="connsiteY9" fmla="*/ 455503 h 540828"/>
              <a:gd name="connsiteX10" fmla="*/ 109340 w 541867"/>
              <a:gd name="connsiteY10" fmla="*/ 516909 h 540828"/>
              <a:gd name="connsiteX11" fmla="*/ 225069 w 541867"/>
              <a:gd name="connsiteY11" fmla="*/ 516909 h 540828"/>
              <a:gd name="connsiteX12" fmla="*/ 225069 w 541867"/>
              <a:gd name="connsiteY12" fmla="*/ 401417 h 540828"/>
              <a:gd name="connsiteX13" fmla="*/ 222878 w 541867"/>
              <a:gd name="connsiteY13" fmla="*/ 399326 h 540828"/>
              <a:gd name="connsiteX14" fmla="*/ 400138 w 541867"/>
              <a:gd name="connsiteY14" fmla="*/ 222808 h 540828"/>
              <a:gd name="connsiteX15" fmla="*/ 402234 w 541867"/>
              <a:gd name="connsiteY15" fmla="*/ 224994 h 540828"/>
              <a:gd name="connsiteX16" fmla="*/ 517944 w 541867"/>
              <a:gd name="connsiteY16" fmla="*/ 224912 h 540828"/>
              <a:gd name="connsiteX17" fmla="*/ 517862 w 541867"/>
              <a:gd name="connsiteY17" fmla="*/ 109438 h 540828"/>
              <a:gd name="connsiteX18" fmla="*/ 456431 w 541867"/>
              <a:gd name="connsiteY18" fmla="*/ 85643 h 54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867" h="540828">
                <a:moveTo>
                  <a:pt x="456431" y="85263"/>
                </a:moveTo>
                <a:cubicBezTo>
                  <a:pt x="458428" y="40212"/>
                  <a:pt x="423452" y="2075"/>
                  <a:pt x="378308" y="81"/>
                </a:cubicBezTo>
                <a:cubicBezTo>
                  <a:pt x="333164" y="-1912"/>
                  <a:pt x="294949" y="32993"/>
                  <a:pt x="292951" y="78045"/>
                </a:cubicBezTo>
                <a:cubicBezTo>
                  <a:pt x="291938" y="100911"/>
                  <a:pt x="300588" y="123153"/>
                  <a:pt x="316795" y="139350"/>
                </a:cubicBezTo>
                <a:lnTo>
                  <a:pt x="318985" y="141441"/>
                </a:lnTo>
                <a:lnTo>
                  <a:pt x="141725" y="318339"/>
                </a:lnTo>
                <a:lnTo>
                  <a:pt x="139630" y="316152"/>
                </a:lnTo>
                <a:cubicBezTo>
                  <a:pt x="107652" y="284290"/>
                  <a:pt x="55846" y="284331"/>
                  <a:pt x="23919" y="316243"/>
                </a:cubicBezTo>
                <a:cubicBezTo>
                  <a:pt x="-8009" y="348155"/>
                  <a:pt x="-7968" y="399855"/>
                  <a:pt x="24010" y="431717"/>
                </a:cubicBezTo>
                <a:cubicBezTo>
                  <a:pt x="40262" y="447910"/>
                  <a:pt x="62585" y="456542"/>
                  <a:pt x="85528" y="455503"/>
                </a:cubicBezTo>
                <a:cubicBezTo>
                  <a:pt x="84381" y="478415"/>
                  <a:pt x="93037" y="500736"/>
                  <a:pt x="109340" y="516909"/>
                </a:cubicBezTo>
                <a:cubicBezTo>
                  <a:pt x="141298" y="548801"/>
                  <a:pt x="193111" y="548801"/>
                  <a:pt x="225069" y="516909"/>
                </a:cubicBezTo>
                <a:cubicBezTo>
                  <a:pt x="257026" y="485017"/>
                  <a:pt x="257026" y="433309"/>
                  <a:pt x="225069" y="401417"/>
                </a:cubicBezTo>
                <a:lnTo>
                  <a:pt x="222878" y="399326"/>
                </a:lnTo>
                <a:lnTo>
                  <a:pt x="400138" y="222808"/>
                </a:lnTo>
                <a:lnTo>
                  <a:pt x="402234" y="224994"/>
                </a:lnTo>
                <a:cubicBezTo>
                  <a:pt x="434209" y="256859"/>
                  <a:pt x="486015" y="256822"/>
                  <a:pt x="517944" y="224912"/>
                </a:cubicBezTo>
                <a:cubicBezTo>
                  <a:pt x="549874" y="193001"/>
                  <a:pt x="549837" y="141302"/>
                  <a:pt x="517862" y="109438"/>
                </a:cubicBezTo>
                <a:cubicBezTo>
                  <a:pt x="501632" y="93264"/>
                  <a:pt x="479345" y="84632"/>
                  <a:pt x="456431" y="85643"/>
                </a:cubicBezTo>
                <a:close/>
              </a:path>
            </a:pathLst>
          </a:custGeom>
          <a:noFill/>
          <a:ln w="9525" cap="flat">
            <a:solidFill>
              <a:srgbClr val="FF941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22" name="任意形状 21"/>
          <p:cNvSpPr/>
          <p:nvPr/>
        </p:nvSpPr>
        <p:spPr>
          <a:xfrm rot="2084690">
            <a:off x="9956375" y="272978"/>
            <a:ext cx="949770" cy="872927"/>
          </a:xfrm>
          <a:custGeom>
            <a:avLst/>
            <a:gdLst>
              <a:gd name="connsiteX0" fmla="*/ 606601 w 718552"/>
              <a:gd name="connsiteY0" fmla="*/ 561712 h 660416"/>
              <a:gd name="connsiteX1" fmla="*/ 487729 w 718552"/>
              <a:gd name="connsiteY1" fmla="*/ 657433 h 660416"/>
              <a:gd name="connsiteX2" fmla="*/ 359522 w 718552"/>
              <a:gd name="connsiteY2" fmla="*/ 643840 h 660416"/>
              <a:gd name="connsiteX3" fmla="*/ 230935 w 718552"/>
              <a:gd name="connsiteY3" fmla="*/ 657243 h 660416"/>
              <a:gd name="connsiteX4" fmla="*/ 111968 w 718552"/>
              <a:gd name="connsiteY4" fmla="*/ 561522 h 660416"/>
              <a:gd name="connsiteX5" fmla="*/ 238650 w 718552"/>
              <a:gd name="connsiteY5" fmla="*/ 358674 h 660416"/>
              <a:gd name="connsiteX6" fmla="*/ 359522 w 718552"/>
              <a:gd name="connsiteY6" fmla="*/ 247555 h 660416"/>
              <a:gd name="connsiteX7" fmla="*/ 480204 w 718552"/>
              <a:gd name="connsiteY7" fmla="*/ 358674 h 660416"/>
              <a:gd name="connsiteX8" fmla="*/ 606601 w 718552"/>
              <a:gd name="connsiteY8" fmla="*/ 561712 h 660416"/>
              <a:gd name="connsiteX9" fmla="*/ 448010 w 718552"/>
              <a:gd name="connsiteY9" fmla="*/ 239950 h 660416"/>
              <a:gd name="connsiteX10" fmla="*/ 576216 w 718552"/>
              <a:gd name="connsiteY10" fmla="*/ 148507 h 660416"/>
              <a:gd name="connsiteX11" fmla="*/ 516494 w 718552"/>
              <a:gd name="connsiteY11" fmla="*/ 3073 h 660416"/>
              <a:gd name="connsiteX12" fmla="*/ 388288 w 718552"/>
              <a:gd name="connsiteY12" fmla="*/ 94516 h 660416"/>
              <a:gd name="connsiteX13" fmla="*/ 448010 w 718552"/>
              <a:gd name="connsiteY13" fmla="*/ 239950 h 660416"/>
              <a:gd name="connsiteX14" fmla="*/ 663274 w 718552"/>
              <a:gd name="connsiteY14" fmla="*/ 216091 h 660416"/>
              <a:gd name="connsiteX15" fmla="*/ 526114 w 718552"/>
              <a:gd name="connsiteY15" fmla="*/ 293371 h 660416"/>
              <a:gd name="connsiteX16" fmla="*/ 569930 w 718552"/>
              <a:gd name="connsiteY16" fmla="*/ 444319 h 660416"/>
              <a:gd name="connsiteX17" fmla="*/ 707185 w 718552"/>
              <a:gd name="connsiteY17" fmla="*/ 367134 h 660416"/>
              <a:gd name="connsiteX18" fmla="*/ 663274 w 718552"/>
              <a:gd name="connsiteY18" fmla="*/ 216091 h 660416"/>
              <a:gd name="connsiteX19" fmla="*/ 270559 w 718552"/>
              <a:gd name="connsiteY19" fmla="*/ 239950 h 660416"/>
              <a:gd name="connsiteX20" fmla="*/ 330280 w 718552"/>
              <a:gd name="connsiteY20" fmla="*/ 94516 h 660416"/>
              <a:gd name="connsiteX21" fmla="*/ 202074 w 718552"/>
              <a:gd name="connsiteY21" fmla="*/ 3168 h 660416"/>
              <a:gd name="connsiteX22" fmla="*/ 142257 w 718552"/>
              <a:gd name="connsiteY22" fmla="*/ 148602 h 660416"/>
              <a:gd name="connsiteX23" fmla="*/ 270559 w 718552"/>
              <a:gd name="connsiteY23" fmla="*/ 239950 h 660416"/>
              <a:gd name="connsiteX24" fmla="*/ 148639 w 718552"/>
              <a:gd name="connsiteY24" fmla="*/ 444224 h 660416"/>
              <a:gd name="connsiteX25" fmla="*/ 192549 w 718552"/>
              <a:gd name="connsiteY25" fmla="*/ 293276 h 660416"/>
              <a:gd name="connsiteX26" fmla="*/ 55294 w 718552"/>
              <a:gd name="connsiteY26" fmla="*/ 216091 h 660416"/>
              <a:gd name="connsiteX27" fmla="*/ 11479 w 718552"/>
              <a:gd name="connsiteY27" fmla="*/ 367134 h 660416"/>
              <a:gd name="connsiteX28" fmla="*/ 148639 w 718552"/>
              <a:gd name="connsiteY28" fmla="*/ 444224 h 66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8552" h="660416">
                <a:moveTo>
                  <a:pt x="606601" y="561712"/>
                </a:moveTo>
                <a:cubicBezTo>
                  <a:pt x="625651" y="649733"/>
                  <a:pt x="530401" y="668839"/>
                  <a:pt x="487729" y="657433"/>
                </a:cubicBezTo>
                <a:cubicBezTo>
                  <a:pt x="445057" y="646026"/>
                  <a:pt x="359522" y="643840"/>
                  <a:pt x="359522" y="643840"/>
                </a:cubicBezTo>
                <a:cubicBezTo>
                  <a:pt x="359522" y="643840"/>
                  <a:pt x="273130" y="645741"/>
                  <a:pt x="230935" y="657243"/>
                </a:cubicBezTo>
                <a:cubicBezTo>
                  <a:pt x="188739" y="668744"/>
                  <a:pt x="92822" y="649543"/>
                  <a:pt x="111968" y="561522"/>
                </a:cubicBezTo>
                <a:cubicBezTo>
                  <a:pt x="131113" y="473501"/>
                  <a:pt x="215504" y="477493"/>
                  <a:pt x="238650" y="358674"/>
                </a:cubicBezTo>
                <a:cubicBezTo>
                  <a:pt x="261796" y="239855"/>
                  <a:pt x="359522" y="247555"/>
                  <a:pt x="359522" y="247555"/>
                </a:cubicBezTo>
                <a:cubicBezTo>
                  <a:pt x="359522" y="247555"/>
                  <a:pt x="457154" y="239950"/>
                  <a:pt x="480204" y="358674"/>
                </a:cubicBezTo>
                <a:cubicBezTo>
                  <a:pt x="503255" y="477398"/>
                  <a:pt x="587455" y="473596"/>
                  <a:pt x="606601" y="561712"/>
                </a:cubicBezTo>
                <a:close/>
                <a:moveTo>
                  <a:pt x="448010" y="239950"/>
                </a:moveTo>
                <a:cubicBezTo>
                  <a:pt x="500016" y="254874"/>
                  <a:pt x="557356" y="214000"/>
                  <a:pt x="576216" y="148507"/>
                </a:cubicBezTo>
                <a:cubicBezTo>
                  <a:pt x="595075" y="83014"/>
                  <a:pt x="568405" y="17996"/>
                  <a:pt x="516494" y="3073"/>
                </a:cubicBezTo>
                <a:cubicBezTo>
                  <a:pt x="464583" y="-11851"/>
                  <a:pt x="407147" y="29023"/>
                  <a:pt x="388288" y="94516"/>
                </a:cubicBezTo>
                <a:cubicBezTo>
                  <a:pt x="369428" y="160009"/>
                  <a:pt x="396098" y="224932"/>
                  <a:pt x="448010" y="239950"/>
                </a:cubicBezTo>
                <a:close/>
                <a:moveTo>
                  <a:pt x="663274" y="216091"/>
                </a:moveTo>
                <a:cubicBezTo>
                  <a:pt x="613268" y="195750"/>
                  <a:pt x="551832" y="230350"/>
                  <a:pt x="526114" y="293371"/>
                </a:cubicBezTo>
                <a:cubicBezTo>
                  <a:pt x="500397" y="356393"/>
                  <a:pt x="519923" y="424072"/>
                  <a:pt x="569930" y="444319"/>
                </a:cubicBezTo>
                <a:cubicBezTo>
                  <a:pt x="619936" y="464566"/>
                  <a:pt x="681372" y="430156"/>
                  <a:pt x="707185" y="367134"/>
                </a:cubicBezTo>
                <a:cubicBezTo>
                  <a:pt x="732997" y="304113"/>
                  <a:pt x="713376" y="236528"/>
                  <a:pt x="663274" y="216091"/>
                </a:cubicBezTo>
                <a:close/>
                <a:moveTo>
                  <a:pt x="270559" y="239950"/>
                </a:moveTo>
                <a:cubicBezTo>
                  <a:pt x="322470" y="224932"/>
                  <a:pt x="349140" y="159819"/>
                  <a:pt x="330280" y="94516"/>
                </a:cubicBezTo>
                <a:cubicBezTo>
                  <a:pt x="311421" y="29213"/>
                  <a:pt x="254080" y="-11851"/>
                  <a:pt x="202074" y="3168"/>
                </a:cubicBezTo>
                <a:cubicBezTo>
                  <a:pt x="150068" y="18187"/>
                  <a:pt x="123397" y="83204"/>
                  <a:pt x="142257" y="148602"/>
                </a:cubicBezTo>
                <a:cubicBezTo>
                  <a:pt x="161116" y="214000"/>
                  <a:pt x="218552" y="254874"/>
                  <a:pt x="270559" y="239950"/>
                </a:cubicBezTo>
                <a:close/>
                <a:moveTo>
                  <a:pt x="148639" y="444224"/>
                </a:moveTo>
                <a:cubicBezTo>
                  <a:pt x="198740" y="423882"/>
                  <a:pt x="218362" y="356298"/>
                  <a:pt x="192549" y="293276"/>
                </a:cubicBezTo>
                <a:cubicBezTo>
                  <a:pt x="166736" y="230255"/>
                  <a:pt x="105871" y="195750"/>
                  <a:pt x="55294" y="216091"/>
                </a:cubicBezTo>
                <a:cubicBezTo>
                  <a:pt x="4716" y="236433"/>
                  <a:pt x="-14334" y="304113"/>
                  <a:pt x="11479" y="367134"/>
                </a:cubicBezTo>
                <a:cubicBezTo>
                  <a:pt x="37291" y="430156"/>
                  <a:pt x="98632" y="464756"/>
                  <a:pt x="148639" y="44422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24" name="任意形状 23"/>
          <p:cNvSpPr/>
          <p:nvPr/>
        </p:nvSpPr>
        <p:spPr>
          <a:xfrm rot="4312870">
            <a:off x="11187237" y="511516"/>
            <a:ext cx="949770" cy="872927"/>
          </a:xfrm>
          <a:custGeom>
            <a:avLst/>
            <a:gdLst>
              <a:gd name="connsiteX0" fmla="*/ 606601 w 718552"/>
              <a:gd name="connsiteY0" fmla="*/ 561712 h 660416"/>
              <a:gd name="connsiteX1" fmla="*/ 487729 w 718552"/>
              <a:gd name="connsiteY1" fmla="*/ 657433 h 660416"/>
              <a:gd name="connsiteX2" fmla="*/ 359522 w 718552"/>
              <a:gd name="connsiteY2" fmla="*/ 643840 h 660416"/>
              <a:gd name="connsiteX3" fmla="*/ 230935 w 718552"/>
              <a:gd name="connsiteY3" fmla="*/ 657243 h 660416"/>
              <a:gd name="connsiteX4" fmla="*/ 111968 w 718552"/>
              <a:gd name="connsiteY4" fmla="*/ 561522 h 660416"/>
              <a:gd name="connsiteX5" fmla="*/ 238650 w 718552"/>
              <a:gd name="connsiteY5" fmla="*/ 358674 h 660416"/>
              <a:gd name="connsiteX6" fmla="*/ 359522 w 718552"/>
              <a:gd name="connsiteY6" fmla="*/ 247555 h 660416"/>
              <a:gd name="connsiteX7" fmla="*/ 480204 w 718552"/>
              <a:gd name="connsiteY7" fmla="*/ 358674 h 660416"/>
              <a:gd name="connsiteX8" fmla="*/ 606601 w 718552"/>
              <a:gd name="connsiteY8" fmla="*/ 561712 h 660416"/>
              <a:gd name="connsiteX9" fmla="*/ 448010 w 718552"/>
              <a:gd name="connsiteY9" fmla="*/ 239950 h 660416"/>
              <a:gd name="connsiteX10" fmla="*/ 576216 w 718552"/>
              <a:gd name="connsiteY10" fmla="*/ 148507 h 660416"/>
              <a:gd name="connsiteX11" fmla="*/ 516494 w 718552"/>
              <a:gd name="connsiteY11" fmla="*/ 3073 h 660416"/>
              <a:gd name="connsiteX12" fmla="*/ 388288 w 718552"/>
              <a:gd name="connsiteY12" fmla="*/ 94516 h 660416"/>
              <a:gd name="connsiteX13" fmla="*/ 448010 w 718552"/>
              <a:gd name="connsiteY13" fmla="*/ 239950 h 660416"/>
              <a:gd name="connsiteX14" fmla="*/ 663274 w 718552"/>
              <a:gd name="connsiteY14" fmla="*/ 216091 h 660416"/>
              <a:gd name="connsiteX15" fmla="*/ 526114 w 718552"/>
              <a:gd name="connsiteY15" fmla="*/ 293371 h 660416"/>
              <a:gd name="connsiteX16" fmla="*/ 569930 w 718552"/>
              <a:gd name="connsiteY16" fmla="*/ 444319 h 660416"/>
              <a:gd name="connsiteX17" fmla="*/ 707185 w 718552"/>
              <a:gd name="connsiteY17" fmla="*/ 367134 h 660416"/>
              <a:gd name="connsiteX18" fmla="*/ 663274 w 718552"/>
              <a:gd name="connsiteY18" fmla="*/ 216091 h 660416"/>
              <a:gd name="connsiteX19" fmla="*/ 270559 w 718552"/>
              <a:gd name="connsiteY19" fmla="*/ 239950 h 660416"/>
              <a:gd name="connsiteX20" fmla="*/ 330280 w 718552"/>
              <a:gd name="connsiteY20" fmla="*/ 94516 h 660416"/>
              <a:gd name="connsiteX21" fmla="*/ 202074 w 718552"/>
              <a:gd name="connsiteY21" fmla="*/ 3168 h 660416"/>
              <a:gd name="connsiteX22" fmla="*/ 142257 w 718552"/>
              <a:gd name="connsiteY22" fmla="*/ 148602 h 660416"/>
              <a:gd name="connsiteX23" fmla="*/ 270559 w 718552"/>
              <a:gd name="connsiteY23" fmla="*/ 239950 h 660416"/>
              <a:gd name="connsiteX24" fmla="*/ 148639 w 718552"/>
              <a:gd name="connsiteY24" fmla="*/ 444224 h 660416"/>
              <a:gd name="connsiteX25" fmla="*/ 192549 w 718552"/>
              <a:gd name="connsiteY25" fmla="*/ 293276 h 660416"/>
              <a:gd name="connsiteX26" fmla="*/ 55294 w 718552"/>
              <a:gd name="connsiteY26" fmla="*/ 216091 h 660416"/>
              <a:gd name="connsiteX27" fmla="*/ 11479 w 718552"/>
              <a:gd name="connsiteY27" fmla="*/ 367134 h 660416"/>
              <a:gd name="connsiteX28" fmla="*/ 148639 w 718552"/>
              <a:gd name="connsiteY28" fmla="*/ 444224 h 66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8552" h="660416">
                <a:moveTo>
                  <a:pt x="606601" y="561712"/>
                </a:moveTo>
                <a:cubicBezTo>
                  <a:pt x="625651" y="649733"/>
                  <a:pt x="530401" y="668839"/>
                  <a:pt x="487729" y="657433"/>
                </a:cubicBezTo>
                <a:cubicBezTo>
                  <a:pt x="445057" y="646026"/>
                  <a:pt x="359522" y="643840"/>
                  <a:pt x="359522" y="643840"/>
                </a:cubicBezTo>
                <a:cubicBezTo>
                  <a:pt x="359522" y="643840"/>
                  <a:pt x="273130" y="645741"/>
                  <a:pt x="230935" y="657243"/>
                </a:cubicBezTo>
                <a:cubicBezTo>
                  <a:pt x="188739" y="668744"/>
                  <a:pt x="92822" y="649543"/>
                  <a:pt x="111968" y="561522"/>
                </a:cubicBezTo>
                <a:cubicBezTo>
                  <a:pt x="131113" y="473501"/>
                  <a:pt x="215504" y="477493"/>
                  <a:pt x="238650" y="358674"/>
                </a:cubicBezTo>
                <a:cubicBezTo>
                  <a:pt x="261796" y="239855"/>
                  <a:pt x="359522" y="247555"/>
                  <a:pt x="359522" y="247555"/>
                </a:cubicBezTo>
                <a:cubicBezTo>
                  <a:pt x="359522" y="247555"/>
                  <a:pt x="457154" y="239950"/>
                  <a:pt x="480204" y="358674"/>
                </a:cubicBezTo>
                <a:cubicBezTo>
                  <a:pt x="503255" y="477398"/>
                  <a:pt x="587455" y="473596"/>
                  <a:pt x="606601" y="561712"/>
                </a:cubicBezTo>
                <a:close/>
                <a:moveTo>
                  <a:pt x="448010" y="239950"/>
                </a:moveTo>
                <a:cubicBezTo>
                  <a:pt x="500016" y="254874"/>
                  <a:pt x="557356" y="214000"/>
                  <a:pt x="576216" y="148507"/>
                </a:cubicBezTo>
                <a:cubicBezTo>
                  <a:pt x="595075" y="83014"/>
                  <a:pt x="568405" y="17996"/>
                  <a:pt x="516494" y="3073"/>
                </a:cubicBezTo>
                <a:cubicBezTo>
                  <a:pt x="464583" y="-11851"/>
                  <a:pt x="407147" y="29023"/>
                  <a:pt x="388288" y="94516"/>
                </a:cubicBezTo>
                <a:cubicBezTo>
                  <a:pt x="369428" y="160009"/>
                  <a:pt x="396098" y="224932"/>
                  <a:pt x="448010" y="239950"/>
                </a:cubicBezTo>
                <a:close/>
                <a:moveTo>
                  <a:pt x="663274" y="216091"/>
                </a:moveTo>
                <a:cubicBezTo>
                  <a:pt x="613268" y="195750"/>
                  <a:pt x="551832" y="230350"/>
                  <a:pt x="526114" y="293371"/>
                </a:cubicBezTo>
                <a:cubicBezTo>
                  <a:pt x="500397" y="356393"/>
                  <a:pt x="519923" y="424072"/>
                  <a:pt x="569930" y="444319"/>
                </a:cubicBezTo>
                <a:cubicBezTo>
                  <a:pt x="619936" y="464566"/>
                  <a:pt x="681372" y="430156"/>
                  <a:pt x="707185" y="367134"/>
                </a:cubicBezTo>
                <a:cubicBezTo>
                  <a:pt x="732997" y="304113"/>
                  <a:pt x="713376" y="236528"/>
                  <a:pt x="663274" y="216091"/>
                </a:cubicBezTo>
                <a:close/>
                <a:moveTo>
                  <a:pt x="270559" y="239950"/>
                </a:moveTo>
                <a:cubicBezTo>
                  <a:pt x="322470" y="224932"/>
                  <a:pt x="349140" y="159819"/>
                  <a:pt x="330280" y="94516"/>
                </a:cubicBezTo>
                <a:cubicBezTo>
                  <a:pt x="311421" y="29213"/>
                  <a:pt x="254080" y="-11851"/>
                  <a:pt x="202074" y="3168"/>
                </a:cubicBezTo>
                <a:cubicBezTo>
                  <a:pt x="150068" y="18187"/>
                  <a:pt x="123397" y="83204"/>
                  <a:pt x="142257" y="148602"/>
                </a:cubicBezTo>
                <a:cubicBezTo>
                  <a:pt x="161116" y="214000"/>
                  <a:pt x="218552" y="254874"/>
                  <a:pt x="270559" y="239950"/>
                </a:cubicBezTo>
                <a:close/>
                <a:moveTo>
                  <a:pt x="148639" y="444224"/>
                </a:moveTo>
                <a:cubicBezTo>
                  <a:pt x="198740" y="423882"/>
                  <a:pt x="218362" y="356298"/>
                  <a:pt x="192549" y="293276"/>
                </a:cubicBezTo>
                <a:cubicBezTo>
                  <a:pt x="166736" y="230255"/>
                  <a:pt x="105871" y="195750"/>
                  <a:pt x="55294" y="216091"/>
                </a:cubicBezTo>
                <a:cubicBezTo>
                  <a:pt x="4716" y="236433"/>
                  <a:pt x="-14334" y="304113"/>
                  <a:pt x="11479" y="367134"/>
                </a:cubicBezTo>
                <a:cubicBezTo>
                  <a:pt x="37291" y="430156"/>
                  <a:pt x="98632" y="464756"/>
                  <a:pt x="148639" y="44422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5930" y="2480945"/>
            <a:ext cx="56953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>
                <a:solidFill>
                  <a:srgbClr val="3C49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集宠物语</a:t>
            </a:r>
            <a:endParaRPr kumimoji="1" lang="zh-CN" altLang="en-US" sz="6600" b="0" i="0" kern="1200" cap="none" spc="0" normalizeH="0" baseline="0" noProof="0">
              <a:solidFill>
                <a:srgbClr val="3C49B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848323" y="6215273"/>
            <a:ext cx="258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kern="1200" cap="none" spc="0" normalizeH="0" baseline="0" noProof="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TIME</a:t>
            </a:r>
            <a:r>
              <a:rPr kumimoji="0" lang="zh-CN" altLang="en-US" sz="1200" b="0" i="0" kern="1200" cap="none" spc="0" normalizeH="0" baseline="0" noProof="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：</a:t>
            </a:r>
            <a:r>
              <a:rPr kumimoji="0" lang="en-US" altLang="zh-CN" sz="1200" b="0" i="0" kern="1200" cap="none" spc="0" normalizeH="0" baseline="0" noProof="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20XX.XX.XX</a:t>
            </a:r>
            <a:endParaRPr kumimoji="0" lang="zh-CN" altLang="en-US" sz="1200" b="0" i="0" kern="1200" cap="none" spc="0" normalizeH="0" baseline="0" noProof="0" dirty="0">
              <a:solidFill>
                <a:srgbClr val="3C49B9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cxnSp>
        <p:nvCxnSpPr>
          <p:cNvPr id="31" name="直线连接符 30"/>
          <p:cNvCxnSpPr/>
          <p:nvPr/>
        </p:nvCxnSpPr>
        <p:spPr>
          <a:xfrm>
            <a:off x="8651641" y="6369267"/>
            <a:ext cx="1659987" cy="0"/>
          </a:xfrm>
          <a:prstGeom prst="line">
            <a:avLst/>
          </a:prstGeom>
          <a:ln w="6350">
            <a:solidFill>
              <a:srgbClr val="3C49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347345" y="4005580"/>
            <a:ext cx="3813109" cy="507628"/>
            <a:chOff x="546" y="6308"/>
            <a:chExt cx="3167" cy="565"/>
          </a:xfrm>
        </p:grpSpPr>
        <p:sp>
          <p:nvSpPr>
            <p:cNvPr id="27" name="平行四边形 26"/>
            <p:cNvSpPr/>
            <p:nvPr/>
          </p:nvSpPr>
          <p:spPr>
            <a:xfrm>
              <a:off x="636" y="6388"/>
              <a:ext cx="3077" cy="485"/>
            </a:xfrm>
            <a:prstGeom prst="parallelogram">
              <a:avLst/>
            </a:prstGeom>
            <a:noFill/>
            <a:ln>
              <a:solidFill>
                <a:srgbClr val="3C4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546" y="6321"/>
              <a:ext cx="3077" cy="485"/>
            </a:xfrm>
            <a:prstGeom prst="parallelogram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73" y="6308"/>
              <a:ext cx="2675" cy="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bg1"/>
                  </a:solidFill>
                  <a:latin typeface="方正正粗黑简体" panose="02000500000000000000" charset="-122"/>
                  <a:ea typeface="方正正粗黑简体" panose="02000500000000000000" charset="-122"/>
                  <a:sym typeface="+mn-ea"/>
                </a:rPr>
                <a:t>2023年度商务通案</a:t>
              </a:r>
              <a:endParaRPr lang="zh-CN" altLang="en-US" sz="2400" dirty="0">
                <a:solidFill>
                  <a:schemeClr val="bg1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61222" y="6113232"/>
            <a:ext cx="1015461" cy="204082"/>
            <a:chOff x="4474642" y="5659814"/>
            <a:chExt cx="1570806" cy="315693"/>
          </a:xfrm>
          <a:solidFill>
            <a:srgbClr val="3C49B9"/>
          </a:solidFill>
        </p:grpSpPr>
        <p:sp>
          <p:nvSpPr>
            <p:cNvPr id="54" name="平行四边形 53"/>
            <p:cNvSpPr/>
            <p:nvPr/>
          </p:nvSpPr>
          <p:spPr>
            <a:xfrm>
              <a:off x="4474642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5" name="平行四边形 54"/>
            <p:cNvSpPr/>
            <p:nvPr/>
          </p:nvSpPr>
          <p:spPr>
            <a:xfrm>
              <a:off x="4795154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6" name="平行四边形 55"/>
            <p:cNvSpPr/>
            <p:nvPr/>
          </p:nvSpPr>
          <p:spPr>
            <a:xfrm>
              <a:off x="5115666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7" name="平行四边形 56"/>
            <p:cNvSpPr/>
            <p:nvPr/>
          </p:nvSpPr>
          <p:spPr>
            <a:xfrm>
              <a:off x="5436178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8" name="平行四边形 57"/>
            <p:cNvSpPr/>
            <p:nvPr/>
          </p:nvSpPr>
          <p:spPr>
            <a:xfrm>
              <a:off x="5756690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68" name="任意形状 67"/>
          <p:cNvSpPr/>
          <p:nvPr/>
        </p:nvSpPr>
        <p:spPr>
          <a:xfrm rot="19281021">
            <a:off x="5828213" y="-553934"/>
            <a:ext cx="1487733" cy="1341242"/>
          </a:xfrm>
          <a:custGeom>
            <a:avLst/>
            <a:gdLst>
              <a:gd name="connsiteX0" fmla="*/ 1240671 w 1487733"/>
              <a:gd name="connsiteY0" fmla="*/ 1299475 h 1341242"/>
              <a:gd name="connsiteX1" fmla="*/ 1204349 w 1487733"/>
              <a:gd name="connsiteY1" fmla="*/ 1312553 h 1341242"/>
              <a:gd name="connsiteX2" fmla="*/ 1113350 w 1487733"/>
              <a:gd name="connsiteY2" fmla="*/ 1335268 h 1341242"/>
              <a:gd name="connsiteX3" fmla="*/ 1072268 w 1487733"/>
              <a:gd name="connsiteY3" fmla="*/ 1341242 h 1341242"/>
              <a:gd name="connsiteX4" fmla="*/ 796018 w 1487733"/>
              <a:gd name="connsiteY4" fmla="*/ 1341242 h 1341242"/>
              <a:gd name="connsiteX5" fmla="*/ 751090 w 1487733"/>
              <a:gd name="connsiteY5" fmla="*/ 1334458 h 1341242"/>
              <a:gd name="connsiteX6" fmla="*/ 664029 w 1487733"/>
              <a:gd name="connsiteY6" fmla="*/ 1312598 h 1341242"/>
              <a:gd name="connsiteX7" fmla="*/ 627119 w 1487733"/>
              <a:gd name="connsiteY7" fmla="*/ 1299474 h 1341242"/>
              <a:gd name="connsiteX8" fmla="*/ 1487733 w 1487733"/>
              <a:gd name="connsiteY8" fmla="*/ 1169527 h 1341242"/>
              <a:gd name="connsiteX9" fmla="*/ 1460599 w 1487733"/>
              <a:gd name="connsiteY9" fmla="*/ 1190058 h 1341242"/>
              <a:gd name="connsiteX10" fmla="*/ 1425768 w 1487733"/>
              <a:gd name="connsiteY10" fmla="*/ 1211295 h 1341242"/>
              <a:gd name="connsiteX11" fmla="*/ 441824 w 1487733"/>
              <a:gd name="connsiteY11" fmla="*/ 1211294 h 1341242"/>
              <a:gd name="connsiteX12" fmla="*/ 421083 w 1487733"/>
              <a:gd name="connsiteY12" fmla="*/ 1199068 h 1341242"/>
              <a:gd name="connsiteX13" fmla="*/ 380464 w 1487733"/>
              <a:gd name="connsiteY13" fmla="*/ 1169527 h 1341242"/>
              <a:gd name="connsiteX14" fmla="*/ 1407451 w 1487733"/>
              <a:gd name="connsiteY14" fmla="*/ 1039580 h 1341242"/>
              <a:gd name="connsiteX15" fmla="*/ 1459680 w 1487733"/>
              <a:gd name="connsiteY15" fmla="*/ 1081348 h 1341242"/>
              <a:gd name="connsiteX16" fmla="*/ 276202 w 1487733"/>
              <a:gd name="connsiteY16" fmla="*/ 1081348 h 1341242"/>
              <a:gd name="connsiteX17" fmla="*/ 237530 w 1487733"/>
              <a:gd name="connsiteY17" fmla="*/ 1039580 h 1341242"/>
              <a:gd name="connsiteX18" fmla="*/ 1244959 w 1487733"/>
              <a:gd name="connsiteY18" fmla="*/ 909633 h 1341242"/>
              <a:gd name="connsiteX19" fmla="*/ 1297188 w 1487733"/>
              <a:gd name="connsiteY19" fmla="*/ 951401 h 1341242"/>
              <a:gd name="connsiteX20" fmla="*/ 167310 w 1487733"/>
              <a:gd name="connsiteY20" fmla="*/ 951401 h 1341242"/>
              <a:gd name="connsiteX21" fmla="*/ 162635 w 1487733"/>
              <a:gd name="connsiteY21" fmla="*/ 945222 h 1341242"/>
              <a:gd name="connsiteX22" fmla="*/ 140936 w 1487733"/>
              <a:gd name="connsiteY22" fmla="*/ 909633 h 1341242"/>
              <a:gd name="connsiteX23" fmla="*/ 1082465 w 1487733"/>
              <a:gd name="connsiteY23" fmla="*/ 779685 h 1341242"/>
              <a:gd name="connsiteX24" fmla="*/ 1134693 w 1487733"/>
              <a:gd name="connsiteY24" fmla="*/ 821453 h 1341242"/>
              <a:gd name="connsiteX25" fmla="*/ 92893 w 1487733"/>
              <a:gd name="connsiteY25" fmla="*/ 821453 h 1341242"/>
              <a:gd name="connsiteX26" fmla="*/ 72895 w 1487733"/>
              <a:gd name="connsiteY26" fmla="*/ 779685 h 1341242"/>
              <a:gd name="connsiteX27" fmla="*/ 919970 w 1487733"/>
              <a:gd name="connsiteY27" fmla="*/ 649736 h 1341242"/>
              <a:gd name="connsiteX28" fmla="*/ 972200 w 1487733"/>
              <a:gd name="connsiteY28" fmla="*/ 691505 h 1341242"/>
              <a:gd name="connsiteX29" fmla="*/ 41052 w 1487733"/>
              <a:gd name="connsiteY29" fmla="*/ 691506 h 1341242"/>
              <a:gd name="connsiteX30" fmla="*/ 40140 w 1487733"/>
              <a:gd name="connsiteY30" fmla="*/ 688973 h 1341242"/>
              <a:gd name="connsiteX31" fmla="*/ 30347 w 1487733"/>
              <a:gd name="connsiteY31" fmla="*/ 649736 h 1341242"/>
              <a:gd name="connsiteX32" fmla="*/ 757477 w 1487733"/>
              <a:gd name="connsiteY32" fmla="*/ 519789 h 1341242"/>
              <a:gd name="connsiteX33" fmla="*/ 809706 w 1487733"/>
              <a:gd name="connsiteY33" fmla="*/ 561557 h 1341242"/>
              <a:gd name="connsiteX34" fmla="*/ 12130 w 1487733"/>
              <a:gd name="connsiteY34" fmla="*/ 561557 h 1341242"/>
              <a:gd name="connsiteX35" fmla="*/ 6056 w 1487733"/>
              <a:gd name="connsiteY35" fmla="*/ 519789 h 1341242"/>
              <a:gd name="connsiteX36" fmla="*/ 594984 w 1487733"/>
              <a:gd name="connsiteY36" fmla="*/ 389842 h 1341242"/>
              <a:gd name="connsiteX37" fmla="*/ 647213 w 1487733"/>
              <a:gd name="connsiteY37" fmla="*/ 431610 h 1341242"/>
              <a:gd name="connsiteX38" fmla="*/ 739 w 1487733"/>
              <a:gd name="connsiteY38" fmla="*/ 431610 h 1341242"/>
              <a:gd name="connsiteX39" fmla="*/ 0 w 1487733"/>
              <a:gd name="connsiteY39" fmla="*/ 415269 h 1341242"/>
              <a:gd name="connsiteX40" fmla="*/ 1345 w 1487733"/>
              <a:gd name="connsiteY40" fmla="*/ 389842 h 1341242"/>
              <a:gd name="connsiteX41" fmla="*/ 432492 w 1487733"/>
              <a:gd name="connsiteY41" fmla="*/ 259895 h 1341242"/>
              <a:gd name="connsiteX42" fmla="*/ 484720 w 1487733"/>
              <a:gd name="connsiteY42" fmla="*/ 301663 h 1341242"/>
              <a:gd name="connsiteX43" fmla="*/ 8278 w 1487733"/>
              <a:gd name="connsiteY43" fmla="*/ 301663 h 1341242"/>
              <a:gd name="connsiteX44" fmla="*/ 14584 w 1487733"/>
              <a:gd name="connsiteY44" fmla="*/ 259895 h 1341242"/>
              <a:gd name="connsiteX45" fmla="*/ 269999 w 1487733"/>
              <a:gd name="connsiteY45" fmla="*/ 129948 h 1341242"/>
              <a:gd name="connsiteX46" fmla="*/ 322229 w 1487733"/>
              <a:gd name="connsiteY46" fmla="*/ 171717 h 1341242"/>
              <a:gd name="connsiteX47" fmla="*/ 34304 w 1487733"/>
              <a:gd name="connsiteY47" fmla="*/ 171717 h 1341242"/>
              <a:gd name="connsiteX48" fmla="*/ 40096 w 1487733"/>
              <a:gd name="connsiteY48" fmla="*/ 148653 h 1341242"/>
              <a:gd name="connsiteX49" fmla="*/ 46746 w 1487733"/>
              <a:gd name="connsiteY49" fmla="*/ 129948 h 1341242"/>
              <a:gd name="connsiteX50" fmla="*/ 107504 w 1487733"/>
              <a:gd name="connsiteY50" fmla="*/ 0 h 1341242"/>
              <a:gd name="connsiteX51" fmla="*/ 159734 w 1487733"/>
              <a:gd name="connsiteY51" fmla="*/ 41768 h 1341242"/>
              <a:gd name="connsiteX52" fmla="*/ 80605 w 1487733"/>
              <a:gd name="connsiteY52" fmla="*/ 41768 h 1341242"/>
              <a:gd name="connsiteX53" fmla="*/ 100118 w 1487733"/>
              <a:gd name="connsiteY53" fmla="*/ 0 h 1341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87733" h="1341242">
                <a:moveTo>
                  <a:pt x="1240671" y="1299475"/>
                </a:moveTo>
                <a:lnTo>
                  <a:pt x="1204349" y="1312553"/>
                </a:lnTo>
                <a:cubicBezTo>
                  <a:pt x="1174158" y="1321722"/>
                  <a:pt x="1143791" y="1329280"/>
                  <a:pt x="1113350" y="1335268"/>
                </a:cubicBezTo>
                <a:lnTo>
                  <a:pt x="1072268" y="1341242"/>
                </a:lnTo>
                <a:lnTo>
                  <a:pt x="796018" y="1341242"/>
                </a:lnTo>
                <a:lnTo>
                  <a:pt x="751090" y="1334458"/>
                </a:lnTo>
                <a:cubicBezTo>
                  <a:pt x="721699" y="1328559"/>
                  <a:pt x="692646" y="1321259"/>
                  <a:pt x="664029" y="1312598"/>
                </a:cubicBezTo>
                <a:lnTo>
                  <a:pt x="627119" y="1299474"/>
                </a:lnTo>
                <a:close/>
                <a:moveTo>
                  <a:pt x="1487733" y="1169527"/>
                </a:moveTo>
                <a:lnTo>
                  <a:pt x="1460599" y="1190058"/>
                </a:lnTo>
                <a:lnTo>
                  <a:pt x="1425768" y="1211295"/>
                </a:lnTo>
                <a:lnTo>
                  <a:pt x="441824" y="1211294"/>
                </a:lnTo>
                <a:lnTo>
                  <a:pt x="421083" y="1199068"/>
                </a:lnTo>
                <a:lnTo>
                  <a:pt x="380464" y="1169527"/>
                </a:lnTo>
                <a:close/>
                <a:moveTo>
                  <a:pt x="1407451" y="1039580"/>
                </a:moveTo>
                <a:lnTo>
                  <a:pt x="1459680" y="1081348"/>
                </a:lnTo>
                <a:lnTo>
                  <a:pt x="276202" y="1081348"/>
                </a:lnTo>
                <a:lnTo>
                  <a:pt x="237530" y="1039580"/>
                </a:lnTo>
                <a:close/>
                <a:moveTo>
                  <a:pt x="1244959" y="909633"/>
                </a:moveTo>
                <a:lnTo>
                  <a:pt x="1297188" y="951401"/>
                </a:lnTo>
                <a:lnTo>
                  <a:pt x="167310" y="951401"/>
                </a:lnTo>
                <a:lnTo>
                  <a:pt x="162635" y="945222"/>
                </a:lnTo>
                <a:lnTo>
                  <a:pt x="140936" y="909633"/>
                </a:lnTo>
                <a:close/>
                <a:moveTo>
                  <a:pt x="1082465" y="779685"/>
                </a:moveTo>
                <a:lnTo>
                  <a:pt x="1134693" y="821453"/>
                </a:lnTo>
                <a:lnTo>
                  <a:pt x="92893" y="821453"/>
                </a:lnTo>
                <a:lnTo>
                  <a:pt x="72895" y="779685"/>
                </a:lnTo>
                <a:close/>
                <a:moveTo>
                  <a:pt x="919970" y="649736"/>
                </a:moveTo>
                <a:lnTo>
                  <a:pt x="972200" y="691505"/>
                </a:lnTo>
                <a:lnTo>
                  <a:pt x="41052" y="691506"/>
                </a:lnTo>
                <a:lnTo>
                  <a:pt x="40140" y="688973"/>
                </a:lnTo>
                <a:lnTo>
                  <a:pt x="30347" y="649736"/>
                </a:lnTo>
                <a:close/>
                <a:moveTo>
                  <a:pt x="757477" y="519789"/>
                </a:moveTo>
                <a:lnTo>
                  <a:pt x="809706" y="561557"/>
                </a:lnTo>
                <a:lnTo>
                  <a:pt x="12130" y="561557"/>
                </a:lnTo>
                <a:lnTo>
                  <a:pt x="6056" y="519789"/>
                </a:lnTo>
                <a:close/>
                <a:moveTo>
                  <a:pt x="594984" y="389842"/>
                </a:moveTo>
                <a:lnTo>
                  <a:pt x="647213" y="431610"/>
                </a:lnTo>
                <a:lnTo>
                  <a:pt x="739" y="431610"/>
                </a:lnTo>
                <a:lnTo>
                  <a:pt x="0" y="415269"/>
                </a:lnTo>
                <a:lnTo>
                  <a:pt x="1345" y="389842"/>
                </a:lnTo>
                <a:close/>
                <a:moveTo>
                  <a:pt x="432492" y="259895"/>
                </a:moveTo>
                <a:lnTo>
                  <a:pt x="484720" y="301663"/>
                </a:lnTo>
                <a:lnTo>
                  <a:pt x="8278" y="301663"/>
                </a:lnTo>
                <a:lnTo>
                  <a:pt x="14584" y="259895"/>
                </a:lnTo>
                <a:close/>
                <a:moveTo>
                  <a:pt x="269999" y="129948"/>
                </a:moveTo>
                <a:lnTo>
                  <a:pt x="322229" y="171717"/>
                </a:lnTo>
                <a:lnTo>
                  <a:pt x="34304" y="171717"/>
                </a:lnTo>
                <a:lnTo>
                  <a:pt x="40096" y="148653"/>
                </a:lnTo>
                <a:lnTo>
                  <a:pt x="46746" y="129948"/>
                </a:lnTo>
                <a:close/>
                <a:moveTo>
                  <a:pt x="107504" y="0"/>
                </a:moveTo>
                <a:lnTo>
                  <a:pt x="159734" y="41768"/>
                </a:lnTo>
                <a:lnTo>
                  <a:pt x="80605" y="41768"/>
                </a:lnTo>
                <a:lnTo>
                  <a:pt x="100118" y="0"/>
                </a:lnTo>
                <a:close/>
              </a:path>
            </a:pathLst>
          </a:cu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27467" y="285919"/>
            <a:ext cx="875424" cy="819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2"/>
          <p:cNvSpPr/>
          <p:nvPr/>
        </p:nvSpPr>
        <p:spPr>
          <a:xfrm>
            <a:off x="3845084" y="3956859"/>
            <a:ext cx="2813779" cy="2808384"/>
          </a:xfrm>
          <a:custGeom>
            <a:avLst/>
            <a:gdLst>
              <a:gd name="connsiteX0" fmla="*/ 456431 w 541867"/>
              <a:gd name="connsiteY0" fmla="*/ 85263 h 540828"/>
              <a:gd name="connsiteX1" fmla="*/ 378308 w 541867"/>
              <a:gd name="connsiteY1" fmla="*/ 81 h 540828"/>
              <a:gd name="connsiteX2" fmla="*/ 292951 w 541867"/>
              <a:gd name="connsiteY2" fmla="*/ 78045 h 540828"/>
              <a:gd name="connsiteX3" fmla="*/ 316795 w 541867"/>
              <a:gd name="connsiteY3" fmla="*/ 139350 h 540828"/>
              <a:gd name="connsiteX4" fmla="*/ 318985 w 541867"/>
              <a:gd name="connsiteY4" fmla="*/ 141441 h 540828"/>
              <a:gd name="connsiteX5" fmla="*/ 141725 w 541867"/>
              <a:gd name="connsiteY5" fmla="*/ 318339 h 540828"/>
              <a:gd name="connsiteX6" fmla="*/ 139630 w 541867"/>
              <a:gd name="connsiteY6" fmla="*/ 316152 h 540828"/>
              <a:gd name="connsiteX7" fmla="*/ 23919 w 541867"/>
              <a:gd name="connsiteY7" fmla="*/ 316243 h 540828"/>
              <a:gd name="connsiteX8" fmla="*/ 24010 w 541867"/>
              <a:gd name="connsiteY8" fmla="*/ 431717 h 540828"/>
              <a:gd name="connsiteX9" fmla="*/ 85528 w 541867"/>
              <a:gd name="connsiteY9" fmla="*/ 455503 h 540828"/>
              <a:gd name="connsiteX10" fmla="*/ 109340 w 541867"/>
              <a:gd name="connsiteY10" fmla="*/ 516909 h 540828"/>
              <a:gd name="connsiteX11" fmla="*/ 225069 w 541867"/>
              <a:gd name="connsiteY11" fmla="*/ 516909 h 540828"/>
              <a:gd name="connsiteX12" fmla="*/ 225069 w 541867"/>
              <a:gd name="connsiteY12" fmla="*/ 401417 h 540828"/>
              <a:gd name="connsiteX13" fmla="*/ 222878 w 541867"/>
              <a:gd name="connsiteY13" fmla="*/ 399326 h 540828"/>
              <a:gd name="connsiteX14" fmla="*/ 400138 w 541867"/>
              <a:gd name="connsiteY14" fmla="*/ 222808 h 540828"/>
              <a:gd name="connsiteX15" fmla="*/ 402234 w 541867"/>
              <a:gd name="connsiteY15" fmla="*/ 224994 h 540828"/>
              <a:gd name="connsiteX16" fmla="*/ 517944 w 541867"/>
              <a:gd name="connsiteY16" fmla="*/ 224912 h 540828"/>
              <a:gd name="connsiteX17" fmla="*/ 517862 w 541867"/>
              <a:gd name="connsiteY17" fmla="*/ 109438 h 540828"/>
              <a:gd name="connsiteX18" fmla="*/ 456431 w 541867"/>
              <a:gd name="connsiteY18" fmla="*/ 85643 h 54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867" h="540828">
                <a:moveTo>
                  <a:pt x="456431" y="85263"/>
                </a:moveTo>
                <a:cubicBezTo>
                  <a:pt x="458428" y="40212"/>
                  <a:pt x="423452" y="2075"/>
                  <a:pt x="378308" y="81"/>
                </a:cubicBezTo>
                <a:cubicBezTo>
                  <a:pt x="333164" y="-1912"/>
                  <a:pt x="294949" y="32993"/>
                  <a:pt x="292951" y="78045"/>
                </a:cubicBezTo>
                <a:cubicBezTo>
                  <a:pt x="291938" y="100911"/>
                  <a:pt x="300588" y="123153"/>
                  <a:pt x="316795" y="139350"/>
                </a:cubicBezTo>
                <a:lnTo>
                  <a:pt x="318985" y="141441"/>
                </a:lnTo>
                <a:lnTo>
                  <a:pt x="141725" y="318339"/>
                </a:lnTo>
                <a:lnTo>
                  <a:pt x="139630" y="316152"/>
                </a:lnTo>
                <a:cubicBezTo>
                  <a:pt x="107652" y="284290"/>
                  <a:pt x="55846" y="284331"/>
                  <a:pt x="23919" y="316243"/>
                </a:cubicBezTo>
                <a:cubicBezTo>
                  <a:pt x="-8009" y="348155"/>
                  <a:pt x="-7968" y="399855"/>
                  <a:pt x="24010" y="431717"/>
                </a:cubicBezTo>
                <a:cubicBezTo>
                  <a:pt x="40262" y="447910"/>
                  <a:pt x="62585" y="456542"/>
                  <a:pt x="85528" y="455503"/>
                </a:cubicBezTo>
                <a:cubicBezTo>
                  <a:pt x="84381" y="478415"/>
                  <a:pt x="93037" y="500736"/>
                  <a:pt x="109340" y="516909"/>
                </a:cubicBezTo>
                <a:cubicBezTo>
                  <a:pt x="141298" y="548801"/>
                  <a:pt x="193111" y="548801"/>
                  <a:pt x="225069" y="516909"/>
                </a:cubicBezTo>
                <a:cubicBezTo>
                  <a:pt x="257026" y="485017"/>
                  <a:pt x="257026" y="433309"/>
                  <a:pt x="225069" y="401417"/>
                </a:cubicBezTo>
                <a:lnTo>
                  <a:pt x="222878" y="399326"/>
                </a:lnTo>
                <a:lnTo>
                  <a:pt x="400138" y="222808"/>
                </a:lnTo>
                <a:lnTo>
                  <a:pt x="402234" y="224994"/>
                </a:lnTo>
                <a:cubicBezTo>
                  <a:pt x="434209" y="256859"/>
                  <a:pt x="486015" y="256822"/>
                  <a:pt x="517944" y="224912"/>
                </a:cubicBezTo>
                <a:cubicBezTo>
                  <a:pt x="549874" y="193001"/>
                  <a:pt x="549837" y="141302"/>
                  <a:pt x="517862" y="109438"/>
                </a:cubicBezTo>
                <a:cubicBezTo>
                  <a:pt x="501632" y="93264"/>
                  <a:pt x="479345" y="84632"/>
                  <a:pt x="456431" y="85643"/>
                </a:cubicBezTo>
                <a:close/>
              </a:path>
            </a:pathLst>
          </a:custGeom>
          <a:noFill/>
          <a:ln w="9525" cap="flat">
            <a:solidFill>
              <a:srgbClr val="FF941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4" name="任意多边形: 形状 19"/>
          <p:cNvSpPr/>
          <p:nvPr/>
        </p:nvSpPr>
        <p:spPr>
          <a:xfrm>
            <a:off x="7673010" y="3868365"/>
            <a:ext cx="4518990" cy="2999259"/>
          </a:xfrm>
          <a:custGeom>
            <a:avLst/>
            <a:gdLst>
              <a:gd name="connsiteX0" fmla="*/ 4137024 w 7137399"/>
              <a:gd name="connsiteY0" fmla="*/ 0 h 4737100"/>
              <a:gd name="connsiteX1" fmla="*/ 7062343 w 7137399"/>
              <a:gd name="connsiteY1" fmla="*/ 1211707 h 4737100"/>
              <a:gd name="connsiteX2" fmla="*/ 7137399 w 7137399"/>
              <a:gd name="connsiteY2" fmla="*/ 1294290 h 4737100"/>
              <a:gd name="connsiteX3" fmla="*/ 7137399 w 7137399"/>
              <a:gd name="connsiteY3" fmla="*/ 4737100 h 4737100"/>
              <a:gd name="connsiteX4" fmla="*/ 48385 w 7137399"/>
              <a:gd name="connsiteY4" fmla="*/ 4737100 h 4737100"/>
              <a:gd name="connsiteX5" fmla="*/ 21358 w 7137399"/>
              <a:gd name="connsiteY5" fmla="*/ 4560012 h 4737100"/>
              <a:gd name="connsiteX6" fmla="*/ 0 w 7137399"/>
              <a:gd name="connsiteY6" fmla="*/ 4137025 h 4737100"/>
              <a:gd name="connsiteX7" fmla="*/ 4137024 w 7137399"/>
              <a:gd name="connsiteY7" fmla="*/ 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37399" h="4737100">
                <a:moveTo>
                  <a:pt x="4137024" y="0"/>
                </a:moveTo>
                <a:cubicBezTo>
                  <a:pt x="5279432" y="0"/>
                  <a:pt x="6313688" y="463053"/>
                  <a:pt x="7062343" y="1211707"/>
                </a:cubicBezTo>
                <a:lnTo>
                  <a:pt x="7137399" y="1294290"/>
                </a:lnTo>
                <a:lnTo>
                  <a:pt x="7137399" y="4737100"/>
                </a:lnTo>
                <a:lnTo>
                  <a:pt x="48385" y="4737100"/>
                </a:lnTo>
                <a:lnTo>
                  <a:pt x="21358" y="4560012"/>
                </a:lnTo>
                <a:cubicBezTo>
                  <a:pt x="7235" y="4420937"/>
                  <a:pt x="0" y="4279826"/>
                  <a:pt x="0" y="4137025"/>
                </a:cubicBezTo>
                <a:cubicBezTo>
                  <a:pt x="0" y="1852209"/>
                  <a:pt x="1852209" y="0"/>
                  <a:pt x="4137024" y="0"/>
                </a:cubicBezTo>
                <a:close/>
              </a:path>
            </a:pathLst>
          </a:custGeom>
          <a:solidFill>
            <a:srgbClr val="3C49B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641" y="2679172"/>
            <a:ext cx="1555785" cy="1555785"/>
          </a:xfrm>
          <a:prstGeom prst="ellipse">
            <a:avLst/>
          </a:prstGeom>
          <a:solidFill>
            <a:srgbClr val="FF9415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OPPOSans B" pitchFamily="18" charset="-122"/>
              </a:rPr>
              <a:t>01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OPPOSans B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04490" y="2902585"/>
            <a:ext cx="44551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zh-CN" altLang="en-US" sz="4800" spc="300" dirty="0">
                <a:solidFill>
                  <a:srgbClr val="3C49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公司介绍</a:t>
            </a:r>
            <a:endParaRPr lang="zh-CN" altLang="en-US" sz="4800" spc="300" dirty="0">
              <a:solidFill>
                <a:srgbClr val="3C49B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5" name="任意形状 14"/>
          <p:cNvSpPr/>
          <p:nvPr/>
        </p:nvSpPr>
        <p:spPr>
          <a:xfrm rot="1361601">
            <a:off x="-365342" y="-241793"/>
            <a:ext cx="2585772" cy="2755820"/>
          </a:xfrm>
          <a:custGeom>
            <a:avLst/>
            <a:gdLst>
              <a:gd name="connsiteX0" fmla="*/ 835907 w 2585772"/>
              <a:gd name="connsiteY0" fmla="*/ 2689327 h 2755820"/>
              <a:gd name="connsiteX1" fmla="*/ 1586975 w 2585772"/>
              <a:gd name="connsiteY1" fmla="*/ 2689328 h 2755820"/>
              <a:gd name="connsiteX2" fmla="*/ 1529153 w 2585772"/>
              <a:gd name="connsiteY2" fmla="*/ 2710148 h 2755820"/>
              <a:gd name="connsiteX3" fmla="*/ 1384287 w 2585772"/>
              <a:gd name="connsiteY3" fmla="*/ 2746310 h 2755820"/>
              <a:gd name="connsiteX4" fmla="*/ 1318884 w 2585772"/>
              <a:gd name="connsiteY4" fmla="*/ 2755820 h 2755820"/>
              <a:gd name="connsiteX5" fmla="*/ 879105 w 2585772"/>
              <a:gd name="connsiteY5" fmla="*/ 2755820 h 2755820"/>
              <a:gd name="connsiteX6" fmla="*/ 862676 w 2585772"/>
              <a:gd name="connsiteY6" fmla="*/ 2753339 h 2755820"/>
              <a:gd name="connsiteX7" fmla="*/ 749399 w 2585772"/>
              <a:gd name="connsiteY7" fmla="*/ 2482456 h 2755820"/>
              <a:gd name="connsiteX8" fmla="*/ 1980290 w 2585772"/>
              <a:gd name="connsiteY8" fmla="*/ 2482456 h 2755820"/>
              <a:gd name="connsiteX9" fmla="*/ 1937093 w 2585772"/>
              <a:gd name="connsiteY9" fmla="*/ 2515141 h 2755820"/>
              <a:gd name="connsiteX10" fmla="*/ 1881644 w 2585772"/>
              <a:gd name="connsiteY10" fmla="*/ 2548949 h 2755820"/>
              <a:gd name="connsiteX11" fmla="*/ 777205 w 2585772"/>
              <a:gd name="connsiteY11" fmla="*/ 2548948 h 2755820"/>
              <a:gd name="connsiteX12" fmla="*/ 662892 w 2585772"/>
              <a:gd name="connsiteY12" fmla="*/ 2275585 h 2755820"/>
              <a:gd name="connsiteX13" fmla="*/ 2207249 w 2585772"/>
              <a:gd name="connsiteY13" fmla="*/ 2275585 h 2755820"/>
              <a:gd name="connsiteX14" fmla="*/ 2161117 w 2585772"/>
              <a:gd name="connsiteY14" fmla="*/ 2327572 h 2755820"/>
              <a:gd name="connsiteX15" fmla="*/ 2145449 w 2585772"/>
              <a:gd name="connsiteY15" fmla="*/ 2342078 h 2755820"/>
              <a:gd name="connsiteX16" fmla="*/ 690697 w 2585772"/>
              <a:gd name="connsiteY16" fmla="*/ 2342078 h 2755820"/>
              <a:gd name="connsiteX17" fmla="*/ 576384 w 2585772"/>
              <a:gd name="connsiteY17" fmla="*/ 2068714 h 2755820"/>
              <a:gd name="connsiteX18" fmla="*/ 2361830 w 2585772"/>
              <a:gd name="connsiteY18" fmla="*/ 2068715 h 2755820"/>
              <a:gd name="connsiteX19" fmla="*/ 2341206 w 2585772"/>
              <a:gd name="connsiteY19" fmla="*/ 2103701 h 2755820"/>
              <a:gd name="connsiteX20" fmla="*/ 2318292 w 2585772"/>
              <a:gd name="connsiteY20" fmla="*/ 2135208 h 2755820"/>
              <a:gd name="connsiteX21" fmla="*/ 604190 w 2585772"/>
              <a:gd name="connsiteY21" fmla="*/ 2135208 h 2755820"/>
              <a:gd name="connsiteX22" fmla="*/ 489876 w 2585772"/>
              <a:gd name="connsiteY22" fmla="*/ 1861842 h 2755820"/>
              <a:gd name="connsiteX23" fmla="*/ 2469250 w 2585772"/>
              <a:gd name="connsiteY23" fmla="*/ 1861842 h 2755820"/>
              <a:gd name="connsiteX24" fmla="*/ 2438187 w 2585772"/>
              <a:gd name="connsiteY24" fmla="*/ 1928335 h 2755820"/>
              <a:gd name="connsiteX25" fmla="*/ 517681 w 2585772"/>
              <a:gd name="connsiteY25" fmla="*/ 1928335 h 2755820"/>
              <a:gd name="connsiteX26" fmla="*/ 403367 w 2585772"/>
              <a:gd name="connsiteY26" fmla="*/ 1654969 h 2755820"/>
              <a:gd name="connsiteX27" fmla="*/ 2537501 w 2585772"/>
              <a:gd name="connsiteY27" fmla="*/ 1654970 h 2755820"/>
              <a:gd name="connsiteX28" fmla="*/ 2521941 w 2585772"/>
              <a:gd name="connsiteY28" fmla="*/ 1716940 h 2755820"/>
              <a:gd name="connsiteX29" fmla="*/ 2520333 w 2585772"/>
              <a:gd name="connsiteY29" fmla="*/ 1721463 h 2755820"/>
              <a:gd name="connsiteX30" fmla="*/ 431173 w 2585772"/>
              <a:gd name="connsiteY30" fmla="*/ 1721463 h 2755820"/>
              <a:gd name="connsiteX31" fmla="*/ 316859 w 2585772"/>
              <a:gd name="connsiteY31" fmla="*/ 1448098 h 2755820"/>
              <a:gd name="connsiteX32" fmla="*/ 2576407 w 2585772"/>
              <a:gd name="connsiteY32" fmla="*/ 1448098 h 2755820"/>
              <a:gd name="connsiteX33" fmla="*/ 2566368 w 2585772"/>
              <a:gd name="connsiteY33" fmla="*/ 1514591 h 2755820"/>
              <a:gd name="connsiteX34" fmla="*/ 344665 w 2585772"/>
              <a:gd name="connsiteY34" fmla="*/ 1514591 h 2755820"/>
              <a:gd name="connsiteX35" fmla="*/ 230351 w 2585772"/>
              <a:gd name="connsiteY35" fmla="*/ 1241226 h 2755820"/>
              <a:gd name="connsiteX36" fmla="*/ 2583452 w 2585772"/>
              <a:gd name="connsiteY36" fmla="*/ 1241226 h 2755820"/>
              <a:gd name="connsiteX37" fmla="*/ 2585772 w 2585772"/>
              <a:gd name="connsiteY37" fmla="*/ 1292498 h 2755820"/>
              <a:gd name="connsiteX38" fmla="*/ 2584967 w 2585772"/>
              <a:gd name="connsiteY38" fmla="*/ 1307720 h 2755820"/>
              <a:gd name="connsiteX39" fmla="*/ 258157 w 2585772"/>
              <a:gd name="connsiteY39" fmla="*/ 1307720 h 2755820"/>
              <a:gd name="connsiteX40" fmla="*/ 143844 w 2585772"/>
              <a:gd name="connsiteY40" fmla="*/ 1034356 h 2755820"/>
              <a:gd name="connsiteX41" fmla="*/ 2562789 w 2585772"/>
              <a:gd name="connsiteY41" fmla="*/ 1034357 h 2755820"/>
              <a:gd name="connsiteX42" fmla="*/ 2572458 w 2585772"/>
              <a:gd name="connsiteY42" fmla="*/ 1100850 h 2755820"/>
              <a:gd name="connsiteX43" fmla="*/ 171649 w 2585772"/>
              <a:gd name="connsiteY43" fmla="*/ 1100850 h 2755820"/>
              <a:gd name="connsiteX44" fmla="*/ 57336 w 2585772"/>
              <a:gd name="connsiteY44" fmla="*/ 827485 h 2755820"/>
              <a:gd name="connsiteX45" fmla="*/ 2511325 w 2585772"/>
              <a:gd name="connsiteY45" fmla="*/ 827486 h 2755820"/>
              <a:gd name="connsiteX46" fmla="*/ 2521869 w 2585772"/>
              <a:gd name="connsiteY46" fmla="*/ 856770 h 2755820"/>
              <a:gd name="connsiteX47" fmla="*/ 2531157 w 2585772"/>
              <a:gd name="connsiteY47" fmla="*/ 893980 h 2755820"/>
              <a:gd name="connsiteX48" fmla="*/ 85142 w 2585772"/>
              <a:gd name="connsiteY48" fmla="*/ 893980 h 2755820"/>
              <a:gd name="connsiteX49" fmla="*/ 1484105 w 2585772"/>
              <a:gd name="connsiteY49" fmla="*/ 66494 h 2755820"/>
              <a:gd name="connsiteX50" fmla="*/ 1643116 w 2585772"/>
              <a:gd name="connsiteY50" fmla="*/ 0 h 2755820"/>
              <a:gd name="connsiteX51" fmla="*/ 1839561 w 2585772"/>
              <a:gd name="connsiteY51" fmla="*/ 0 h 2755820"/>
              <a:gd name="connsiteX52" fmla="*/ 1915422 w 2585772"/>
              <a:gd name="connsiteY52" fmla="*/ 44719 h 2755820"/>
              <a:gd name="connsiteX53" fmla="*/ 1945363 w 2585772"/>
              <a:gd name="connsiteY53" fmla="*/ 66494 h 2755820"/>
              <a:gd name="connsiteX54" fmla="*/ 989401 w 2585772"/>
              <a:gd name="connsiteY54" fmla="*/ 273366 h 2755820"/>
              <a:gd name="connsiteX55" fmla="*/ 1148409 w 2585772"/>
              <a:gd name="connsiteY55" fmla="*/ 206873 h 2755820"/>
              <a:gd name="connsiteX56" fmla="*/ 2119083 w 2585772"/>
              <a:gd name="connsiteY56" fmla="*/ 206873 h 2755820"/>
              <a:gd name="connsiteX57" fmla="*/ 2139293 w 2585772"/>
              <a:gd name="connsiteY57" fmla="*/ 224808 h 2755820"/>
              <a:gd name="connsiteX58" fmla="*/ 2184253 w 2585772"/>
              <a:gd name="connsiteY58" fmla="*/ 273366 h 2755820"/>
              <a:gd name="connsiteX59" fmla="*/ 494698 w 2585772"/>
              <a:gd name="connsiteY59" fmla="*/ 480237 h 2755820"/>
              <a:gd name="connsiteX60" fmla="*/ 653708 w 2585772"/>
              <a:gd name="connsiteY60" fmla="*/ 413743 h 2755820"/>
              <a:gd name="connsiteX61" fmla="*/ 2300313 w 2585772"/>
              <a:gd name="connsiteY61" fmla="*/ 413743 h 2755820"/>
              <a:gd name="connsiteX62" fmla="*/ 2326862 w 2585772"/>
              <a:gd name="connsiteY62" fmla="*/ 448832 h 2755820"/>
              <a:gd name="connsiteX63" fmla="*/ 2346010 w 2585772"/>
              <a:gd name="connsiteY63" fmla="*/ 480236 h 2755820"/>
              <a:gd name="connsiteX64" fmla="*/ 0 w 2585772"/>
              <a:gd name="connsiteY64" fmla="*/ 687106 h 2755820"/>
              <a:gd name="connsiteX65" fmla="*/ 159011 w 2585772"/>
              <a:gd name="connsiteY65" fmla="*/ 620612 h 2755820"/>
              <a:gd name="connsiteX66" fmla="*/ 2425799 w 2585772"/>
              <a:gd name="connsiteY66" fmla="*/ 620613 h 2755820"/>
              <a:gd name="connsiteX67" fmla="*/ 2457634 w 2585772"/>
              <a:gd name="connsiteY67" fmla="*/ 687106 h 275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585772" h="2755820">
                <a:moveTo>
                  <a:pt x="835907" y="2689327"/>
                </a:moveTo>
                <a:lnTo>
                  <a:pt x="1586975" y="2689328"/>
                </a:lnTo>
                <a:lnTo>
                  <a:pt x="1529153" y="2710148"/>
                </a:lnTo>
                <a:cubicBezTo>
                  <a:pt x="1481090" y="2724745"/>
                  <a:pt x="1432747" y="2736777"/>
                  <a:pt x="1384287" y="2746310"/>
                </a:cubicBezTo>
                <a:lnTo>
                  <a:pt x="1318884" y="2755820"/>
                </a:lnTo>
                <a:lnTo>
                  <a:pt x="879105" y="2755820"/>
                </a:lnTo>
                <a:lnTo>
                  <a:pt x="862676" y="2753339"/>
                </a:lnTo>
                <a:close/>
                <a:moveTo>
                  <a:pt x="749399" y="2482456"/>
                </a:moveTo>
                <a:lnTo>
                  <a:pt x="1980290" y="2482456"/>
                </a:lnTo>
                <a:lnTo>
                  <a:pt x="1937093" y="2515141"/>
                </a:lnTo>
                <a:lnTo>
                  <a:pt x="1881644" y="2548949"/>
                </a:lnTo>
                <a:lnTo>
                  <a:pt x="777205" y="2548948"/>
                </a:lnTo>
                <a:close/>
                <a:moveTo>
                  <a:pt x="662892" y="2275585"/>
                </a:moveTo>
                <a:lnTo>
                  <a:pt x="2207249" y="2275585"/>
                </a:lnTo>
                <a:lnTo>
                  <a:pt x="2161117" y="2327572"/>
                </a:lnTo>
                <a:lnTo>
                  <a:pt x="2145449" y="2342078"/>
                </a:lnTo>
                <a:lnTo>
                  <a:pt x="690697" y="2342078"/>
                </a:lnTo>
                <a:close/>
                <a:moveTo>
                  <a:pt x="576384" y="2068714"/>
                </a:moveTo>
                <a:lnTo>
                  <a:pt x="2361830" y="2068715"/>
                </a:lnTo>
                <a:lnTo>
                  <a:pt x="2341206" y="2103701"/>
                </a:lnTo>
                <a:lnTo>
                  <a:pt x="2318292" y="2135208"/>
                </a:lnTo>
                <a:lnTo>
                  <a:pt x="604190" y="2135208"/>
                </a:lnTo>
                <a:close/>
                <a:moveTo>
                  <a:pt x="489876" y="1861842"/>
                </a:moveTo>
                <a:lnTo>
                  <a:pt x="2469250" y="1861842"/>
                </a:lnTo>
                <a:lnTo>
                  <a:pt x="2438187" y="1928335"/>
                </a:lnTo>
                <a:lnTo>
                  <a:pt x="517681" y="1928335"/>
                </a:lnTo>
                <a:close/>
                <a:moveTo>
                  <a:pt x="403367" y="1654969"/>
                </a:moveTo>
                <a:lnTo>
                  <a:pt x="2537501" y="1654970"/>
                </a:lnTo>
                <a:lnTo>
                  <a:pt x="2521941" y="1716940"/>
                </a:lnTo>
                <a:lnTo>
                  <a:pt x="2520333" y="1721463"/>
                </a:lnTo>
                <a:lnTo>
                  <a:pt x="431173" y="1721463"/>
                </a:lnTo>
                <a:close/>
                <a:moveTo>
                  <a:pt x="316859" y="1448098"/>
                </a:moveTo>
                <a:lnTo>
                  <a:pt x="2576407" y="1448098"/>
                </a:lnTo>
                <a:lnTo>
                  <a:pt x="2566368" y="1514591"/>
                </a:lnTo>
                <a:lnTo>
                  <a:pt x="344665" y="1514591"/>
                </a:lnTo>
                <a:close/>
                <a:moveTo>
                  <a:pt x="230351" y="1241226"/>
                </a:moveTo>
                <a:lnTo>
                  <a:pt x="2583452" y="1241226"/>
                </a:lnTo>
                <a:lnTo>
                  <a:pt x="2585772" y="1292498"/>
                </a:lnTo>
                <a:lnTo>
                  <a:pt x="2584967" y="1307720"/>
                </a:lnTo>
                <a:lnTo>
                  <a:pt x="258157" y="1307720"/>
                </a:lnTo>
                <a:close/>
                <a:moveTo>
                  <a:pt x="143844" y="1034356"/>
                </a:moveTo>
                <a:lnTo>
                  <a:pt x="2562789" y="1034357"/>
                </a:lnTo>
                <a:lnTo>
                  <a:pt x="2572458" y="1100850"/>
                </a:lnTo>
                <a:lnTo>
                  <a:pt x="171649" y="1100850"/>
                </a:lnTo>
                <a:close/>
                <a:moveTo>
                  <a:pt x="57336" y="827485"/>
                </a:moveTo>
                <a:lnTo>
                  <a:pt x="2511325" y="827486"/>
                </a:lnTo>
                <a:lnTo>
                  <a:pt x="2521869" y="856770"/>
                </a:lnTo>
                <a:lnTo>
                  <a:pt x="2531157" y="893980"/>
                </a:lnTo>
                <a:lnTo>
                  <a:pt x="85142" y="893980"/>
                </a:lnTo>
                <a:close/>
                <a:moveTo>
                  <a:pt x="1484105" y="66494"/>
                </a:moveTo>
                <a:lnTo>
                  <a:pt x="1643116" y="0"/>
                </a:lnTo>
                <a:lnTo>
                  <a:pt x="1839561" y="0"/>
                </a:lnTo>
                <a:lnTo>
                  <a:pt x="1915422" y="44719"/>
                </a:lnTo>
                <a:lnTo>
                  <a:pt x="1945363" y="66494"/>
                </a:lnTo>
                <a:close/>
                <a:moveTo>
                  <a:pt x="989401" y="273366"/>
                </a:moveTo>
                <a:lnTo>
                  <a:pt x="1148409" y="206873"/>
                </a:lnTo>
                <a:lnTo>
                  <a:pt x="2119083" y="206873"/>
                </a:lnTo>
                <a:lnTo>
                  <a:pt x="2139293" y="224808"/>
                </a:lnTo>
                <a:lnTo>
                  <a:pt x="2184253" y="273366"/>
                </a:lnTo>
                <a:close/>
                <a:moveTo>
                  <a:pt x="494698" y="480237"/>
                </a:moveTo>
                <a:lnTo>
                  <a:pt x="653708" y="413743"/>
                </a:lnTo>
                <a:lnTo>
                  <a:pt x="2300313" y="413743"/>
                </a:lnTo>
                <a:lnTo>
                  <a:pt x="2326862" y="448832"/>
                </a:lnTo>
                <a:lnTo>
                  <a:pt x="2346010" y="480236"/>
                </a:lnTo>
                <a:close/>
                <a:moveTo>
                  <a:pt x="0" y="687106"/>
                </a:moveTo>
                <a:lnTo>
                  <a:pt x="159011" y="620612"/>
                </a:lnTo>
                <a:lnTo>
                  <a:pt x="2425799" y="620613"/>
                </a:lnTo>
                <a:lnTo>
                  <a:pt x="2457634" y="687106"/>
                </a:ln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5" name="文本框 4"/>
            <p:cNvSpPr txBox="1"/>
            <p:nvPr/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关于我们</a:t>
              </a:r>
              <a:endParaRPr kumimoji="0" lang="zh-CN" altLang="en-US" sz="2800" b="0" i="0" u="non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sp>
        <p:nvSpPr>
          <p:cNvPr id="19" name="文本框 18"/>
          <p:cNvSpPr txBox="1"/>
          <p:nvPr/>
        </p:nvSpPr>
        <p:spPr>
          <a:xfrm flipH="1">
            <a:off x="217935" y="1339215"/>
            <a:ext cx="2935475" cy="559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kern="1200" cap="none" spc="0" normalizeH="0" baseline="0" noProof="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2021</a:t>
            </a:r>
            <a:r>
              <a:rPr kumimoji="0" lang="zh-CN" altLang="en-US" sz="2000" b="0" i="0" kern="1200" cap="none" spc="0" normalizeH="0" baseline="0" noProof="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年</a:t>
            </a:r>
            <a:r>
              <a:rPr lang="en-US" altLang="zh-CN" sz="20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3</a:t>
            </a:r>
            <a:r>
              <a:rPr lang="zh-CN" altLang="en-US" sz="2000" dirty="0">
                <a:solidFill>
                  <a:srgbClr val="3C49B9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方正正粗黑简体" panose="02000500000000000000" charset="-122"/>
              </a:rPr>
              <a:t>月成立，团队主要来</a:t>
            </a:r>
            <a:r>
              <a:rPr lang="zh-CN" altLang="en-US" sz="20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自</a:t>
            </a:r>
            <a:r>
              <a:rPr lang="zh-CN" altLang="en-US" sz="2000" dirty="0">
                <a:solidFill>
                  <a:srgbClr val="3C49B9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方正正粗黑简体" panose="02000500000000000000" charset="-122"/>
              </a:rPr>
              <a:t>微播易、天下秀、吉家宠物集团等。</a:t>
            </a:r>
            <a:endParaRPr lang="en-US" altLang="zh-CN" sz="2000" dirty="0">
              <a:solidFill>
                <a:srgbClr val="3C49B9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  <a:cs typeface="方正正粗黑简体" panose="02000500000000000000" charset="-122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rgbClr val="3C49B9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方正正粗黑简体" panose="02000500000000000000" charset="-122"/>
              </a:rPr>
              <a:t>对新媒体营销、内容电商、萌宠垂直行业有深刻的认知和营销整合经验</a:t>
            </a:r>
            <a:endParaRPr lang="en-US" altLang="zh-CN" sz="2000" dirty="0">
              <a:solidFill>
                <a:srgbClr val="3C49B9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  <a:cs typeface="方正正粗黑简体" panose="02000500000000000000" charset="-122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kern="1200" cap="none" spc="0" normalizeH="0" baseline="0" noProof="0" dirty="0">
                <a:solidFill>
                  <a:srgbClr val="3C49B9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方正正粗黑简体" panose="02000500000000000000" charset="-122"/>
              </a:rPr>
              <a:t>公司聚焦萌宠领域内容营销，专注品效增长解决方案</a:t>
            </a:r>
            <a:endParaRPr kumimoji="0" lang="zh-CN" altLang="en-US" sz="2000" b="0" i="0" kern="1200" cap="none" spc="0" normalizeH="0" baseline="0" noProof="0" dirty="0">
              <a:solidFill>
                <a:srgbClr val="3C49B9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  <a:cs typeface="方正正粗黑简体" panose="02000500000000000000" charset="-122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kern="1200" cap="none" spc="0" normalizeH="0" baseline="0" noProof="0" dirty="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kern="0" cap="none" spc="0" normalizeH="0" baseline="0" noProof="0" dirty="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38440" y="1339215"/>
            <a:ext cx="2493010" cy="40986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chemeClr val="accent2">
                    <a:lumMod val="7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方正正粗黑简体" panose="02000500000000000000" charset="-122"/>
                <a:sym typeface="+mn-ea"/>
              </a:rPr>
              <a:t>我们的身份</a:t>
            </a:r>
            <a:endParaRPr lang="en-US" altLang="zh-CN" sz="3600" dirty="0">
              <a:solidFill>
                <a:schemeClr val="accent2">
                  <a:lumMod val="75000"/>
                </a:schemeClr>
              </a:solidFill>
              <a:latin typeface="华文琥珀" panose="02010800040101010101" pitchFamily="2" charset="-122"/>
              <a:ea typeface="华文琥珀" panose="02010800040101010101" pitchFamily="2" charset="-122"/>
              <a:cs typeface="方正正粗黑简体" panose="02000500000000000000" charset="-122"/>
              <a:sym typeface="+mn-ea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accent2">
                    <a:lumMod val="75000"/>
                  </a:schemeClr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星图代理商</a:t>
            </a:r>
            <a:endParaRPr lang="en-US" altLang="zh-CN" sz="2800" noProof="0" dirty="0">
              <a:solidFill>
                <a:schemeClr val="accent2">
                  <a:lumMod val="75000"/>
                </a:schemeClr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accent2">
                    <a:lumMod val="75000"/>
                  </a:schemeClr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抖音MCN</a:t>
            </a:r>
            <a:endParaRPr lang="en-US" altLang="zh-CN" sz="2800" noProof="0" dirty="0">
              <a:solidFill>
                <a:schemeClr val="accent2">
                  <a:lumMod val="75000"/>
                </a:schemeClr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accent2">
                    <a:lumMod val="75000"/>
                  </a:schemeClr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云图服务商</a:t>
            </a:r>
            <a:endParaRPr lang="en-US" altLang="zh-CN" sz="2800" noProof="0" dirty="0">
              <a:solidFill>
                <a:schemeClr val="accent2">
                  <a:lumMod val="75000"/>
                </a:schemeClr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accent2">
                    <a:lumMod val="75000"/>
                  </a:schemeClr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蒲公英代理商</a:t>
            </a:r>
            <a:endParaRPr lang="en-US" altLang="zh-CN" sz="2800" noProof="0" dirty="0">
              <a:solidFill>
                <a:schemeClr val="accent2">
                  <a:lumMod val="75000"/>
                </a:schemeClr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  <a:p>
            <a:pPr marR="0" indent="0" algn="just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accent2">
                    <a:lumMod val="75000"/>
                  </a:schemeClr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小红书MCN</a:t>
            </a:r>
            <a:endParaRPr lang="zh-CN" altLang="en-US" sz="2800" noProof="0" dirty="0">
              <a:solidFill>
                <a:schemeClr val="accent2">
                  <a:lumMod val="75000"/>
                </a:schemeClr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</p:txBody>
      </p:sp>
      <p:pic>
        <p:nvPicPr>
          <p:cNvPr id="3" name="图片 2" descr="是v反对v反对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1800" y="1045845"/>
            <a:ext cx="1778000" cy="4667250"/>
          </a:xfrm>
          <a:prstGeom prst="rect">
            <a:avLst/>
          </a:prstGeom>
        </p:spPr>
      </p:pic>
      <p:pic>
        <p:nvPicPr>
          <p:cNvPr id="4" name="图片 3" descr="是v反对v反对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6137275" y="1038225"/>
            <a:ext cx="1778000" cy="4667250"/>
          </a:xfrm>
          <a:prstGeom prst="rect">
            <a:avLst/>
          </a:prstGeom>
        </p:spPr>
      </p:pic>
      <p:cxnSp>
        <p:nvCxnSpPr>
          <p:cNvPr id="54" name="直接连接符 53"/>
          <p:cNvCxnSpPr/>
          <p:nvPr>
            <p:custDataLst>
              <p:tags r:id="rId7"/>
            </p:custDataLst>
          </p:nvPr>
        </p:nvCxnSpPr>
        <p:spPr>
          <a:xfrm>
            <a:off x="8072755" y="3346450"/>
            <a:ext cx="593090" cy="0"/>
          </a:xfrm>
          <a:prstGeom prst="line">
            <a:avLst/>
          </a:prstGeom>
          <a:ln w="19050">
            <a:solidFill>
              <a:srgbClr val="FFFFFF">
                <a:lumMod val="75000"/>
              </a:srgbClr>
            </a:solidFill>
            <a:prstDash val="sysDot"/>
          </a:ln>
        </p:spPr>
        <p:style>
          <a:lnRef idx="1">
            <a:srgbClr val="00E9DB"/>
          </a:lnRef>
          <a:fillRef idx="0">
            <a:srgbClr val="00E9DB"/>
          </a:fillRef>
          <a:effectRef idx="0">
            <a:srgbClr val="00E9DB"/>
          </a:effectRef>
          <a:fontRef idx="minor">
            <a:srgbClr val="000000"/>
          </a:fontRef>
        </p:style>
      </p:cxnSp>
      <p:sp>
        <p:nvSpPr>
          <p:cNvPr id="57" name="矩形 56"/>
          <p:cNvSpPr/>
          <p:nvPr>
            <p:custDataLst>
              <p:tags r:id="rId8"/>
            </p:custDataLst>
          </p:nvPr>
        </p:nvSpPr>
        <p:spPr>
          <a:xfrm>
            <a:off x="8609965" y="3303270"/>
            <a:ext cx="283845" cy="76200"/>
          </a:xfrm>
          <a:prstGeom prst="rect">
            <a:avLst/>
          </a:prstGeom>
          <a:solidFill>
            <a:srgbClr val="FF9415"/>
          </a:solidFill>
          <a:ln>
            <a:noFill/>
          </a:ln>
        </p:spPr>
        <p:style>
          <a:lnRef idx="2">
            <a:srgbClr val="00E9DB">
              <a:shade val="50000"/>
            </a:srgbClr>
          </a:lnRef>
          <a:fillRef idx="1">
            <a:srgbClr val="00E9DB"/>
          </a:fillRef>
          <a:effectRef idx="0">
            <a:srgbClr val="00E9D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9"/>
            </p:custDataLst>
          </p:nvPr>
        </p:nvSpPr>
        <p:spPr>
          <a:xfrm>
            <a:off x="7466330" y="3074670"/>
            <a:ext cx="606425" cy="606425"/>
          </a:xfrm>
          <a:prstGeom prst="ellipse">
            <a:avLst/>
          </a:prstGeom>
          <a:solidFill>
            <a:srgbClr val="FF9415"/>
          </a:solidFill>
          <a:ln>
            <a:noFill/>
          </a:ln>
        </p:spPr>
        <p:style>
          <a:lnRef idx="2">
            <a:srgbClr val="00E9DB">
              <a:shade val="50000"/>
            </a:srgbClr>
          </a:lnRef>
          <a:fillRef idx="1">
            <a:srgbClr val="00E9DB"/>
          </a:fillRef>
          <a:effectRef idx="0">
            <a:srgbClr val="00E9D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连接符 72"/>
          <p:cNvCxnSpPr/>
          <p:nvPr>
            <p:custDataLst>
              <p:tags r:id="rId10"/>
            </p:custDataLst>
          </p:nvPr>
        </p:nvCxnSpPr>
        <p:spPr>
          <a:xfrm flipH="1">
            <a:off x="3544570" y="3346450"/>
            <a:ext cx="593090" cy="0"/>
          </a:xfrm>
          <a:prstGeom prst="line">
            <a:avLst/>
          </a:prstGeom>
          <a:ln w="19050">
            <a:solidFill>
              <a:srgbClr val="FFFFFF">
                <a:lumMod val="75000"/>
              </a:srgbClr>
            </a:solidFill>
            <a:prstDash val="sysDot"/>
          </a:ln>
        </p:spPr>
        <p:style>
          <a:lnRef idx="1">
            <a:srgbClr val="00E9DB"/>
          </a:lnRef>
          <a:fillRef idx="0">
            <a:srgbClr val="00E9DB"/>
          </a:fillRef>
          <a:effectRef idx="0">
            <a:srgbClr val="00E9DB"/>
          </a:effectRef>
          <a:fontRef idx="minor">
            <a:srgbClr val="000000"/>
          </a:fontRef>
        </p:style>
      </p:cxnSp>
      <p:sp>
        <p:nvSpPr>
          <p:cNvPr id="76" name="矩形 75"/>
          <p:cNvSpPr/>
          <p:nvPr>
            <p:custDataLst>
              <p:tags r:id="rId11"/>
            </p:custDataLst>
          </p:nvPr>
        </p:nvSpPr>
        <p:spPr>
          <a:xfrm flipH="1">
            <a:off x="3316605" y="3303270"/>
            <a:ext cx="283845" cy="76200"/>
          </a:xfrm>
          <a:prstGeom prst="rect">
            <a:avLst/>
          </a:prstGeom>
          <a:solidFill>
            <a:srgbClr val="3C49B9"/>
          </a:solidFill>
          <a:ln>
            <a:noFill/>
          </a:ln>
        </p:spPr>
        <p:style>
          <a:lnRef idx="2">
            <a:srgbClr val="00E9DB">
              <a:shade val="50000"/>
            </a:srgbClr>
          </a:lnRef>
          <a:fillRef idx="1">
            <a:srgbClr val="00E9DB"/>
          </a:fillRef>
          <a:effectRef idx="0">
            <a:srgbClr val="00E9D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12"/>
            </p:custDataLst>
          </p:nvPr>
        </p:nvSpPr>
        <p:spPr>
          <a:xfrm>
            <a:off x="4083685" y="3068320"/>
            <a:ext cx="606425" cy="606425"/>
          </a:xfrm>
          <a:prstGeom prst="ellipse">
            <a:avLst/>
          </a:prstGeom>
          <a:solidFill>
            <a:srgbClr val="3C49B9"/>
          </a:solidFill>
          <a:ln>
            <a:noFill/>
          </a:ln>
        </p:spPr>
        <p:style>
          <a:lnRef idx="2">
            <a:srgbClr val="00E9DB">
              <a:shade val="50000"/>
            </a:srgbClr>
          </a:lnRef>
          <a:fillRef idx="1">
            <a:srgbClr val="00E9DB"/>
          </a:fillRef>
          <a:effectRef idx="0">
            <a:srgbClr val="00E9D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343435383036303b343532343135303bb9a4d7f7b0b2c5c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41800" y="3222625"/>
            <a:ext cx="285115" cy="285115"/>
          </a:xfrm>
          <a:prstGeom prst="rect">
            <a:avLst/>
          </a:prstGeom>
        </p:spPr>
      </p:pic>
      <p:pic>
        <p:nvPicPr>
          <p:cNvPr id="41" name="图片 40" descr="343435383036303b343532343135343bb9b5cda8bcc6bba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30795" y="3237230"/>
            <a:ext cx="284480" cy="284480"/>
          </a:xfrm>
          <a:prstGeom prst="rect">
            <a:avLst/>
          </a:prstGeom>
        </p:spPr>
      </p:pic>
      <p:sp>
        <p:nvSpPr>
          <p:cNvPr id="12" name="圆角矩形 11"/>
          <p:cNvSpPr/>
          <p:nvPr>
            <p:custDataLst>
              <p:tags r:id="rId19"/>
            </p:custDataLst>
          </p:nvPr>
        </p:nvSpPr>
        <p:spPr>
          <a:xfrm>
            <a:off x="5418455" y="5811520"/>
            <a:ext cx="1355090" cy="175260"/>
          </a:xfrm>
          <a:prstGeom prst="roundRect">
            <a:avLst>
              <a:gd name="adj" fmla="val 50000"/>
            </a:avLst>
          </a:prstGeom>
          <a:solidFill>
            <a:srgbClr val="3C49B9"/>
          </a:solidFill>
          <a:ln>
            <a:noFill/>
          </a:ln>
        </p:spPr>
        <p:style>
          <a:lnRef idx="2">
            <a:srgbClr val="00E9DB">
              <a:shade val="50000"/>
            </a:srgbClr>
          </a:lnRef>
          <a:fillRef idx="1">
            <a:srgbClr val="00E9DB"/>
          </a:fillRef>
          <a:effectRef idx="0">
            <a:srgbClr val="00E9D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20"/>
            </p:custDataLst>
          </p:nvPr>
        </p:nvSpPr>
        <p:spPr>
          <a:xfrm>
            <a:off x="5418455" y="6125845"/>
            <a:ext cx="1355090" cy="175260"/>
          </a:xfrm>
          <a:prstGeom prst="roundRect">
            <a:avLst>
              <a:gd name="adj" fmla="val 50000"/>
            </a:avLst>
          </a:prstGeom>
          <a:solidFill>
            <a:srgbClr val="FF9415"/>
          </a:solidFill>
          <a:ln>
            <a:noFill/>
          </a:ln>
        </p:spPr>
        <p:style>
          <a:lnRef idx="2">
            <a:srgbClr val="00E9DB">
              <a:shade val="50000"/>
            </a:srgbClr>
          </a:lnRef>
          <a:fillRef idx="1">
            <a:srgbClr val="00E9DB"/>
          </a:fillRef>
          <a:effectRef idx="0">
            <a:srgbClr val="00E9D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>
            <p:custDataLst>
              <p:tags r:id="rId21"/>
            </p:custDataLst>
          </p:nvPr>
        </p:nvSpPr>
        <p:spPr>
          <a:xfrm>
            <a:off x="5624830" y="6439535"/>
            <a:ext cx="942975" cy="175260"/>
          </a:xfrm>
          <a:prstGeom prst="roundRect">
            <a:avLst>
              <a:gd name="adj" fmla="val 50000"/>
            </a:avLst>
          </a:prstGeom>
          <a:solidFill>
            <a:srgbClr val="FFC901"/>
          </a:solidFill>
          <a:ln>
            <a:noFill/>
          </a:ln>
        </p:spPr>
        <p:style>
          <a:lnRef idx="2">
            <a:srgbClr val="00E9DB">
              <a:shade val="50000"/>
            </a:srgbClr>
          </a:lnRef>
          <a:fillRef idx="1">
            <a:srgbClr val="00E9DB"/>
          </a:fillRef>
          <a:effectRef idx="0">
            <a:srgbClr val="00E9D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biLevel thresh="50000"/>
          </a:blip>
          <a:stretch>
            <a:fillRect/>
          </a:stretch>
        </p:blipFill>
        <p:spPr>
          <a:xfrm>
            <a:off x="10746217" y="324654"/>
            <a:ext cx="875424" cy="8193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61750" y="268264"/>
            <a:ext cx="3226316" cy="659175"/>
            <a:chOff x="363985" y="407964"/>
            <a:chExt cx="3226316" cy="659175"/>
          </a:xfrm>
        </p:grpSpPr>
        <p:sp>
          <p:nvSpPr>
            <p:cNvPr id="5" name="文本框 4"/>
            <p:cNvSpPr txBox="1"/>
            <p:nvPr/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  <a:cs typeface="+mn-cs"/>
                </a:rPr>
                <a:t>合作品牌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" name="椭圆 1"/>
          <p:cNvSpPr/>
          <p:nvPr/>
        </p:nvSpPr>
        <p:spPr>
          <a:xfrm>
            <a:off x="1993900" y="2476500"/>
            <a:ext cx="8203565" cy="820356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A1795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775" y="675640"/>
            <a:ext cx="11982450" cy="1198245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A1795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388870" y="5781040"/>
            <a:ext cx="1099185" cy="631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51430" y="5011420"/>
            <a:ext cx="1281430" cy="58991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25470" y="4290060"/>
            <a:ext cx="1086485" cy="5416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832860" y="3596005"/>
            <a:ext cx="1282700" cy="5143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473700" y="3128010"/>
            <a:ext cx="1243965" cy="46799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517130" y="3596005"/>
            <a:ext cx="951865" cy="5461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780020" y="4402455"/>
            <a:ext cx="1101090" cy="4292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522970" y="5835650"/>
            <a:ext cx="1407160" cy="64579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35915" y="5665470"/>
            <a:ext cx="1550035" cy="51689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20750" y="4324350"/>
            <a:ext cx="1129665" cy="10071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518920" y="3183890"/>
            <a:ext cx="1336040" cy="80581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2632710" y="2036445"/>
            <a:ext cx="1297305" cy="8128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3755390" y="1565910"/>
            <a:ext cx="1183005" cy="42354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8233410" y="2367280"/>
            <a:ext cx="1431925" cy="39624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9545955" y="3020695"/>
            <a:ext cx="992505" cy="96901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10360025" y="4352290"/>
            <a:ext cx="798830" cy="78359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0935970" y="5601335"/>
            <a:ext cx="732155" cy="7346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80355" y="1101725"/>
            <a:ext cx="1849120" cy="6705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01025" y="5132705"/>
            <a:ext cx="1652270" cy="5334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40320" y="1479550"/>
            <a:ext cx="990600" cy="630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2"/>
          <p:cNvSpPr/>
          <p:nvPr/>
        </p:nvSpPr>
        <p:spPr>
          <a:xfrm>
            <a:off x="3845084" y="3956859"/>
            <a:ext cx="2813779" cy="2808384"/>
          </a:xfrm>
          <a:custGeom>
            <a:avLst/>
            <a:gdLst>
              <a:gd name="connsiteX0" fmla="*/ 456431 w 541867"/>
              <a:gd name="connsiteY0" fmla="*/ 85263 h 540828"/>
              <a:gd name="connsiteX1" fmla="*/ 378308 w 541867"/>
              <a:gd name="connsiteY1" fmla="*/ 81 h 540828"/>
              <a:gd name="connsiteX2" fmla="*/ 292951 w 541867"/>
              <a:gd name="connsiteY2" fmla="*/ 78045 h 540828"/>
              <a:gd name="connsiteX3" fmla="*/ 316795 w 541867"/>
              <a:gd name="connsiteY3" fmla="*/ 139350 h 540828"/>
              <a:gd name="connsiteX4" fmla="*/ 318985 w 541867"/>
              <a:gd name="connsiteY4" fmla="*/ 141441 h 540828"/>
              <a:gd name="connsiteX5" fmla="*/ 141725 w 541867"/>
              <a:gd name="connsiteY5" fmla="*/ 318339 h 540828"/>
              <a:gd name="connsiteX6" fmla="*/ 139630 w 541867"/>
              <a:gd name="connsiteY6" fmla="*/ 316152 h 540828"/>
              <a:gd name="connsiteX7" fmla="*/ 23919 w 541867"/>
              <a:gd name="connsiteY7" fmla="*/ 316243 h 540828"/>
              <a:gd name="connsiteX8" fmla="*/ 24010 w 541867"/>
              <a:gd name="connsiteY8" fmla="*/ 431717 h 540828"/>
              <a:gd name="connsiteX9" fmla="*/ 85528 w 541867"/>
              <a:gd name="connsiteY9" fmla="*/ 455503 h 540828"/>
              <a:gd name="connsiteX10" fmla="*/ 109340 w 541867"/>
              <a:gd name="connsiteY10" fmla="*/ 516909 h 540828"/>
              <a:gd name="connsiteX11" fmla="*/ 225069 w 541867"/>
              <a:gd name="connsiteY11" fmla="*/ 516909 h 540828"/>
              <a:gd name="connsiteX12" fmla="*/ 225069 w 541867"/>
              <a:gd name="connsiteY12" fmla="*/ 401417 h 540828"/>
              <a:gd name="connsiteX13" fmla="*/ 222878 w 541867"/>
              <a:gd name="connsiteY13" fmla="*/ 399326 h 540828"/>
              <a:gd name="connsiteX14" fmla="*/ 400138 w 541867"/>
              <a:gd name="connsiteY14" fmla="*/ 222808 h 540828"/>
              <a:gd name="connsiteX15" fmla="*/ 402234 w 541867"/>
              <a:gd name="connsiteY15" fmla="*/ 224994 h 540828"/>
              <a:gd name="connsiteX16" fmla="*/ 517944 w 541867"/>
              <a:gd name="connsiteY16" fmla="*/ 224912 h 540828"/>
              <a:gd name="connsiteX17" fmla="*/ 517862 w 541867"/>
              <a:gd name="connsiteY17" fmla="*/ 109438 h 540828"/>
              <a:gd name="connsiteX18" fmla="*/ 456431 w 541867"/>
              <a:gd name="connsiteY18" fmla="*/ 85643 h 54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867" h="540828">
                <a:moveTo>
                  <a:pt x="456431" y="85263"/>
                </a:moveTo>
                <a:cubicBezTo>
                  <a:pt x="458428" y="40212"/>
                  <a:pt x="423452" y="2075"/>
                  <a:pt x="378308" y="81"/>
                </a:cubicBezTo>
                <a:cubicBezTo>
                  <a:pt x="333164" y="-1912"/>
                  <a:pt x="294949" y="32993"/>
                  <a:pt x="292951" y="78045"/>
                </a:cubicBezTo>
                <a:cubicBezTo>
                  <a:pt x="291938" y="100911"/>
                  <a:pt x="300588" y="123153"/>
                  <a:pt x="316795" y="139350"/>
                </a:cubicBezTo>
                <a:lnTo>
                  <a:pt x="318985" y="141441"/>
                </a:lnTo>
                <a:lnTo>
                  <a:pt x="141725" y="318339"/>
                </a:lnTo>
                <a:lnTo>
                  <a:pt x="139630" y="316152"/>
                </a:lnTo>
                <a:cubicBezTo>
                  <a:pt x="107652" y="284290"/>
                  <a:pt x="55846" y="284331"/>
                  <a:pt x="23919" y="316243"/>
                </a:cubicBezTo>
                <a:cubicBezTo>
                  <a:pt x="-8009" y="348155"/>
                  <a:pt x="-7968" y="399855"/>
                  <a:pt x="24010" y="431717"/>
                </a:cubicBezTo>
                <a:cubicBezTo>
                  <a:pt x="40262" y="447910"/>
                  <a:pt x="62585" y="456542"/>
                  <a:pt x="85528" y="455503"/>
                </a:cubicBezTo>
                <a:cubicBezTo>
                  <a:pt x="84381" y="478415"/>
                  <a:pt x="93037" y="500736"/>
                  <a:pt x="109340" y="516909"/>
                </a:cubicBezTo>
                <a:cubicBezTo>
                  <a:pt x="141298" y="548801"/>
                  <a:pt x="193111" y="548801"/>
                  <a:pt x="225069" y="516909"/>
                </a:cubicBezTo>
                <a:cubicBezTo>
                  <a:pt x="257026" y="485017"/>
                  <a:pt x="257026" y="433309"/>
                  <a:pt x="225069" y="401417"/>
                </a:cubicBezTo>
                <a:lnTo>
                  <a:pt x="222878" y="399326"/>
                </a:lnTo>
                <a:lnTo>
                  <a:pt x="400138" y="222808"/>
                </a:lnTo>
                <a:lnTo>
                  <a:pt x="402234" y="224994"/>
                </a:lnTo>
                <a:cubicBezTo>
                  <a:pt x="434209" y="256859"/>
                  <a:pt x="486015" y="256822"/>
                  <a:pt x="517944" y="224912"/>
                </a:cubicBezTo>
                <a:cubicBezTo>
                  <a:pt x="549874" y="193001"/>
                  <a:pt x="549837" y="141302"/>
                  <a:pt x="517862" y="109438"/>
                </a:cubicBezTo>
                <a:cubicBezTo>
                  <a:pt x="501632" y="93264"/>
                  <a:pt x="479345" y="84632"/>
                  <a:pt x="456431" y="85643"/>
                </a:cubicBezTo>
                <a:close/>
              </a:path>
            </a:pathLst>
          </a:custGeom>
          <a:noFill/>
          <a:ln w="9525" cap="flat">
            <a:solidFill>
              <a:srgbClr val="FF941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4" name="任意多边形: 形状 19"/>
          <p:cNvSpPr/>
          <p:nvPr/>
        </p:nvSpPr>
        <p:spPr>
          <a:xfrm>
            <a:off x="7673010" y="3868365"/>
            <a:ext cx="4518990" cy="2999259"/>
          </a:xfrm>
          <a:custGeom>
            <a:avLst/>
            <a:gdLst>
              <a:gd name="connsiteX0" fmla="*/ 4137024 w 7137399"/>
              <a:gd name="connsiteY0" fmla="*/ 0 h 4737100"/>
              <a:gd name="connsiteX1" fmla="*/ 7062343 w 7137399"/>
              <a:gd name="connsiteY1" fmla="*/ 1211707 h 4737100"/>
              <a:gd name="connsiteX2" fmla="*/ 7137399 w 7137399"/>
              <a:gd name="connsiteY2" fmla="*/ 1294290 h 4737100"/>
              <a:gd name="connsiteX3" fmla="*/ 7137399 w 7137399"/>
              <a:gd name="connsiteY3" fmla="*/ 4737100 h 4737100"/>
              <a:gd name="connsiteX4" fmla="*/ 48385 w 7137399"/>
              <a:gd name="connsiteY4" fmla="*/ 4737100 h 4737100"/>
              <a:gd name="connsiteX5" fmla="*/ 21358 w 7137399"/>
              <a:gd name="connsiteY5" fmla="*/ 4560012 h 4737100"/>
              <a:gd name="connsiteX6" fmla="*/ 0 w 7137399"/>
              <a:gd name="connsiteY6" fmla="*/ 4137025 h 4737100"/>
              <a:gd name="connsiteX7" fmla="*/ 4137024 w 7137399"/>
              <a:gd name="connsiteY7" fmla="*/ 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37399" h="4737100">
                <a:moveTo>
                  <a:pt x="4137024" y="0"/>
                </a:moveTo>
                <a:cubicBezTo>
                  <a:pt x="5279432" y="0"/>
                  <a:pt x="6313688" y="463053"/>
                  <a:pt x="7062343" y="1211707"/>
                </a:cubicBezTo>
                <a:lnTo>
                  <a:pt x="7137399" y="1294290"/>
                </a:lnTo>
                <a:lnTo>
                  <a:pt x="7137399" y="4737100"/>
                </a:lnTo>
                <a:lnTo>
                  <a:pt x="48385" y="4737100"/>
                </a:lnTo>
                <a:lnTo>
                  <a:pt x="21358" y="4560012"/>
                </a:lnTo>
                <a:cubicBezTo>
                  <a:pt x="7235" y="4420937"/>
                  <a:pt x="0" y="4279826"/>
                  <a:pt x="0" y="4137025"/>
                </a:cubicBezTo>
                <a:cubicBezTo>
                  <a:pt x="0" y="1852209"/>
                  <a:pt x="1852209" y="0"/>
                  <a:pt x="4137024" y="0"/>
                </a:cubicBezTo>
                <a:close/>
              </a:path>
            </a:pathLst>
          </a:custGeom>
          <a:solidFill>
            <a:srgbClr val="3C49B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641" y="2679172"/>
            <a:ext cx="1555785" cy="1555785"/>
          </a:xfrm>
          <a:prstGeom prst="ellipse">
            <a:avLst/>
          </a:prstGeom>
          <a:solidFill>
            <a:srgbClr val="FF9415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OPPOSans B" pitchFamily="18" charset="-122"/>
              </a:rPr>
              <a:t>02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OPPOSans B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04603" y="3038407"/>
            <a:ext cx="601785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kern="1200" cap="none" spc="300" normalizeH="0" baseline="0" noProof="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核心业务介绍</a:t>
            </a:r>
            <a:endParaRPr kumimoji="0" lang="zh-CN" altLang="en-US" sz="4800" b="0" i="0" kern="1200" cap="none" spc="300" normalizeH="0" baseline="0" noProof="0" dirty="0">
              <a:solidFill>
                <a:srgbClr val="3C49B9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5" name="任意形状 14"/>
          <p:cNvSpPr/>
          <p:nvPr/>
        </p:nvSpPr>
        <p:spPr>
          <a:xfrm rot="1361601">
            <a:off x="-365342" y="-241793"/>
            <a:ext cx="2585772" cy="2755820"/>
          </a:xfrm>
          <a:custGeom>
            <a:avLst/>
            <a:gdLst>
              <a:gd name="connsiteX0" fmla="*/ 835907 w 2585772"/>
              <a:gd name="connsiteY0" fmla="*/ 2689327 h 2755820"/>
              <a:gd name="connsiteX1" fmla="*/ 1586975 w 2585772"/>
              <a:gd name="connsiteY1" fmla="*/ 2689328 h 2755820"/>
              <a:gd name="connsiteX2" fmla="*/ 1529153 w 2585772"/>
              <a:gd name="connsiteY2" fmla="*/ 2710148 h 2755820"/>
              <a:gd name="connsiteX3" fmla="*/ 1384287 w 2585772"/>
              <a:gd name="connsiteY3" fmla="*/ 2746310 h 2755820"/>
              <a:gd name="connsiteX4" fmla="*/ 1318884 w 2585772"/>
              <a:gd name="connsiteY4" fmla="*/ 2755820 h 2755820"/>
              <a:gd name="connsiteX5" fmla="*/ 879105 w 2585772"/>
              <a:gd name="connsiteY5" fmla="*/ 2755820 h 2755820"/>
              <a:gd name="connsiteX6" fmla="*/ 862676 w 2585772"/>
              <a:gd name="connsiteY6" fmla="*/ 2753339 h 2755820"/>
              <a:gd name="connsiteX7" fmla="*/ 749399 w 2585772"/>
              <a:gd name="connsiteY7" fmla="*/ 2482456 h 2755820"/>
              <a:gd name="connsiteX8" fmla="*/ 1980290 w 2585772"/>
              <a:gd name="connsiteY8" fmla="*/ 2482456 h 2755820"/>
              <a:gd name="connsiteX9" fmla="*/ 1937093 w 2585772"/>
              <a:gd name="connsiteY9" fmla="*/ 2515141 h 2755820"/>
              <a:gd name="connsiteX10" fmla="*/ 1881644 w 2585772"/>
              <a:gd name="connsiteY10" fmla="*/ 2548949 h 2755820"/>
              <a:gd name="connsiteX11" fmla="*/ 777205 w 2585772"/>
              <a:gd name="connsiteY11" fmla="*/ 2548948 h 2755820"/>
              <a:gd name="connsiteX12" fmla="*/ 662892 w 2585772"/>
              <a:gd name="connsiteY12" fmla="*/ 2275585 h 2755820"/>
              <a:gd name="connsiteX13" fmla="*/ 2207249 w 2585772"/>
              <a:gd name="connsiteY13" fmla="*/ 2275585 h 2755820"/>
              <a:gd name="connsiteX14" fmla="*/ 2161117 w 2585772"/>
              <a:gd name="connsiteY14" fmla="*/ 2327572 h 2755820"/>
              <a:gd name="connsiteX15" fmla="*/ 2145449 w 2585772"/>
              <a:gd name="connsiteY15" fmla="*/ 2342078 h 2755820"/>
              <a:gd name="connsiteX16" fmla="*/ 690697 w 2585772"/>
              <a:gd name="connsiteY16" fmla="*/ 2342078 h 2755820"/>
              <a:gd name="connsiteX17" fmla="*/ 576384 w 2585772"/>
              <a:gd name="connsiteY17" fmla="*/ 2068714 h 2755820"/>
              <a:gd name="connsiteX18" fmla="*/ 2361830 w 2585772"/>
              <a:gd name="connsiteY18" fmla="*/ 2068715 h 2755820"/>
              <a:gd name="connsiteX19" fmla="*/ 2341206 w 2585772"/>
              <a:gd name="connsiteY19" fmla="*/ 2103701 h 2755820"/>
              <a:gd name="connsiteX20" fmla="*/ 2318292 w 2585772"/>
              <a:gd name="connsiteY20" fmla="*/ 2135208 h 2755820"/>
              <a:gd name="connsiteX21" fmla="*/ 604190 w 2585772"/>
              <a:gd name="connsiteY21" fmla="*/ 2135208 h 2755820"/>
              <a:gd name="connsiteX22" fmla="*/ 489876 w 2585772"/>
              <a:gd name="connsiteY22" fmla="*/ 1861842 h 2755820"/>
              <a:gd name="connsiteX23" fmla="*/ 2469250 w 2585772"/>
              <a:gd name="connsiteY23" fmla="*/ 1861842 h 2755820"/>
              <a:gd name="connsiteX24" fmla="*/ 2438187 w 2585772"/>
              <a:gd name="connsiteY24" fmla="*/ 1928335 h 2755820"/>
              <a:gd name="connsiteX25" fmla="*/ 517681 w 2585772"/>
              <a:gd name="connsiteY25" fmla="*/ 1928335 h 2755820"/>
              <a:gd name="connsiteX26" fmla="*/ 403367 w 2585772"/>
              <a:gd name="connsiteY26" fmla="*/ 1654969 h 2755820"/>
              <a:gd name="connsiteX27" fmla="*/ 2537501 w 2585772"/>
              <a:gd name="connsiteY27" fmla="*/ 1654970 h 2755820"/>
              <a:gd name="connsiteX28" fmla="*/ 2521941 w 2585772"/>
              <a:gd name="connsiteY28" fmla="*/ 1716940 h 2755820"/>
              <a:gd name="connsiteX29" fmla="*/ 2520333 w 2585772"/>
              <a:gd name="connsiteY29" fmla="*/ 1721463 h 2755820"/>
              <a:gd name="connsiteX30" fmla="*/ 431173 w 2585772"/>
              <a:gd name="connsiteY30" fmla="*/ 1721463 h 2755820"/>
              <a:gd name="connsiteX31" fmla="*/ 316859 w 2585772"/>
              <a:gd name="connsiteY31" fmla="*/ 1448098 h 2755820"/>
              <a:gd name="connsiteX32" fmla="*/ 2576407 w 2585772"/>
              <a:gd name="connsiteY32" fmla="*/ 1448098 h 2755820"/>
              <a:gd name="connsiteX33" fmla="*/ 2566368 w 2585772"/>
              <a:gd name="connsiteY33" fmla="*/ 1514591 h 2755820"/>
              <a:gd name="connsiteX34" fmla="*/ 344665 w 2585772"/>
              <a:gd name="connsiteY34" fmla="*/ 1514591 h 2755820"/>
              <a:gd name="connsiteX35" fmla="*/ 230351 w 2585772"/>
              <a:gd name="connsiteY35" fmla="*/ 1241226 h 2755820"/>
              <a:gd name="connsiteX36" fmla="*/ 2583452 w 2585772"/>
              <a:gd name="connsiteY36" fmla="*/ 1241226 h 2755820"/>
              <a:gd name="connsiteX37" fmla="*/ 2585772 w 2585772"/>
              <a:gd name="connsiteY37" fmla="*/ 1292498 h 2755820"/>
              <a:gd name="connsiteX38" fmla="*/ 2584967 w 2585772"/>
              <a:gd name="connsiteY38" fmla="*/ 1307720 h 2755820"/>
              <a:gd name="connsiteX39" fmla="*/ 258157 w 2585772"/>
              <a:gd name="connsiteY39" fmla="*/ 1307720 h 2755820"/>
              <a:gd name="connsiteX40" fmla="*/ 143844 w 2585772"/>
              <a:gd name="connsiteY40" fmla="*/ 1034356 h 2755820"/>
              <a:gd name="connsiteX41" fmla="*/ 2562789 w 2585772"/>
              <a:gd name="connsiteY41" fmla="*/ 1034357 h 2755820"/>
              <a:gd name="connsiteX42" fmla="*/ 2572458 w 2585772"/>
              <a:gd name="connsiteY42" fmla="*/ 1100850 h 2755820"/>
              <a:gd name="connsiteX43" fmla="*/ 171649 w 2585772"/>
              <a:gd name="connsiteY43" fmla="*/ 1100850 h 2755820"/>
              <a:gd name="connsiteX44" fmla="*/ 57336 w 2585772"/>
              <a:gd name="connsiteY44" fmla="*/ 827485 h 2755820"/>
              <a:gd name="connsiteX45" fmla="*/ 2511325 w 2585772"/>
              <a:gd name="connsiteY45" fmla="*/ 827486 h 2755820"/>
              <a:gd name="connsiteX46" fmla="*/ 2521869 w 2585772"/>
              <a:gd name="connsiteY46" fmla="*/ 856770 h 2755820"/>
              <a:gd name="connsiteX47" fmla="*/ 2531157 w 2585772"/>
              <a:gd name="connsiteY47" fmla="*/ 893980 h 2755820"/>
              <a:gd name="connsiteX48" fmla="*/ 85142 w 2585772"/>
              <a:gd name="connsiteY48" fmla="*/ 893980 h 2755820"/>
              <a:gd name="connsiteX49" fmla="*/ 1484105 w 2585772"/>
              <a:gd name="connsiteY49" fmla="*/ 66494 h 2755820"/>
              <a:gd name="connsiteX50" fmla="*/ 1643116 w 2585772"/>
              <a:gd name="connsiteY50" fmla="*/ 0 h 2755820"/>
              <a:gd name="connsiteX51" fmla="*/ 1839561 w 2585772"/>
              <a:gd name="connsiteY51" fmla="*/ 0 h 2755820"/>
              <a:gd name="connsiteX52" fmla="*/ 1915422 w 2585772"/>
              <a:gd name="connsiteY52" fmla="*/ 44719 h 2755820"/>
              <a:gd name="connsiteX53" fmla="*/ 1945363 w 2585772"/>
              <a:gd name="connsiteY53" fmla="*/ 66494 h 2755820"/>
              <a:gd name="connsiteX54" fmla="*/ 989401 w 2585772"/>
              <a:gd name="connsiteY54" fmla="*/ 273366 h 2755820"/>
              <a:gd name="connsiteX55" fmla="*/ 1148409 w 2585772"/>
              <a:gd name="connsiteY55" fmla="*/ 206873 h 2755820"/>
              <a:gd name="connsiteX56" fmla="*/ 2119083 w 2585772"/>
              <a:gd name="connsiteY56" fmla="*/ 206873 h 2755820"/>
              <a:gd name="connsiteX57" fmla="*/ 2139293 w 2585772"/>
              <a:gd name="connsiteY57" fmla="*/ 224808 h 2755820"/>
              <a:gd name="connsiteX58" fmla="*/ 2184253 w 2585772"/>
              <a:gd name="connsiteY58" fmla="*/ 273366 h 2755820"/>
              <a:gd name="connsiteX59" fmla="*/ 494698 w 2585772"/>
              <a:gd name="connsiteY59" fmla="*/ 480237 h 2755820"/>
              <a:gd name="connsiteX60" fmla="*/ 653708 w 2585772"/>
              <a:gd name="connsiteY60" fmla="*/ 413743 h 2755820"/>
              <a:gd name="connsiteX61" fmla="*/ 2300313 w 2585772"/>
              <a:gd name="connsiteY61" fmla="*/ 413743 h 2755820"/>
              <a:gd name="connsiteX62" fmla="*/ 2326862 w 2585772"/>
              <a:gd name="connsiteY62" fmla="*/ 448832 h 2755820"/>
              <a:gd name="connsiteX63" fmla="*/ 2346010 w 2585772"/>
              <a:gd name="connsiteY63" fmla="*/ 480236 h 2755820"/>
              <a:gd name="connsiteX64" fmla="*/ 0 w 2585772"/>
              <a:gd name="connsiteY64" fmla="*/ 687106 h 2755820"/>
              <a:gd name="connsiteX65" fmla="*/ 159011 w 2585772"/>
              <a:gd name="connsiteY65" fmla="*/ 620612 h 2755820"/>
              <a:gd name="connsiteX66" fmla="*/ 2425799 w 2585772"/>
              <a:gd name="connsiteY66" fmla="*/ 620613 h 2755820"/>
              <a:gd name="connsiteX67" fmla="*/ 2457634 w 2585772"/>
              <a:gd name="connsiteY67" fmla="*/ 687106 h 275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585772" h="2755820">
                <a:moveTo>
                  <a:pt x="835907" y="2689327"/>
                </a:moveTo>
                <a:lnTo>
                  <a:pt x="1586975" y="2689328"/>
                </a:lnTo>
                <a:lnTo>
                  <a:pt x="1529153" y="2710148"/>
                </a:lnTo>
                <a:cubicBezTo>
                  <a:pt x="1481090" y="2724745"/>
                  <a:pt x="1432747" y="2736777"/>
                  <a:pt x="1384287" y="2746310"/>
                </a:cubicBezTo>
                <a:lnTo>
                  <a:pt x="1318884" y="2755820"/>
                </a:lnTo>
                <a:lnTo>
                  <a:pt x="879105" y="2755820"/>
                </a:lnTo>
                <a:lnTo>
                  <a:pt x="862676" y="2753339"/>
                </a:lnTo>
                <a:close/>
                <a:moveTo>
                  <a:pt x="749399" y="2482456"/>
                </a:moveTo>
                <a:lnTo>
                  <a:pt x="1980290" y="2482456"/>
                </a:lnTo>
                <a:lnTo>
                  <a:pt x="1937093" y="2515141"/>
                </a:lnTo>
                <a:lnTo>
                  <a:pt x="1881644" y="2548949"/>
                </a:lnTo>
                <a:lnTo>
                  <a:pt x="777205" y="2548948"/>
                </a:lnTo>
                <a:close/>
                <a:moveTo>
                  <a:pt x="662892" y="2275585"/>
                </a:moveTo>
                <a:lnTo>
                  <a:pt x="2207249" y="2275585"/>
                </a:lnTo>
                <a:lnTo>
                  <a:pt x="2161117" y="2327572"/>
                </a:lnTo>
                <a:lnTo>
                  <a:pt x="2145449" y="2342078"/>
                </a:lnTo>
                <a:lnTo>
                  <a:pt x="690697" y="2342078"/>
                </a:lnTo>
                <a:close/>
                <a:moveTo>
                  <a:pt x="576384" y="2068714"/>
                </a:moveTo>
                <a:lnTo>
                  <a:pt x="2361830" y="2068715"/>
                </a:lnTo>
                <a:lnTo>
                  <a:pt x="2341206" y="2103701"/>
                </a:lnTo>
                <a:lnTo>
                  <a:pt x="2318292" y="2135208"/>
                </a:lnTo>
                <a:lnTo>
                  <a:pt x="604190" y="2135208"/>
                </a:lnTo>
                <a:close/>
                <a:moveTo>
                  <a:pt x="489876" y="1861842"/>
                </a:moveTo>
                <a:lnTo>
                  <a:pt x="2469250" y="1861842"/>
                </a:lnTo>
                <a:lnTo>
                  <a:pt x="2438187" y="1928335"/>
                </a:lnTo>
                <a:lnTo>
                  <a:pt x="517681" y="1928335"/>
                </a:lnTo>
                <a:close/>
                <a:moveTo>
                  <a:pt x="403367" y="1654969"/>
                </a:moveTo>
                <a:lnTo>
                  <a:pt x="2537501" y="1654970"/>
                </a:lnTo>
                <a:lnTo>
                  <a:pt x="2521941" y="1716940"/>
                </a:lnTo>
                <a:lnTo>
                  <a:pt x="2520333" y="1721463"/>
                </a:lnTo>
                <a:lnTo>
                  <a:pt x="431173" y="1721463"/>
                </a:lnTo>
                <a:close/>
                <a:moveTo>
                  <a:pt x="316859" y="1448098"/>
                </a:moveTo>
                <a:lnTo>
                  <a:pt x="2576407" y="1448098"/>
                </a:lnTo>
                <a:lnTo>
                  <a:pt x="2566368" y="1514591"/>
                </a:lnTo>
                <a:lnTo>
                  <a:pt x="344665" y="1514591"/>
                </a:lnTo>
                <a:close/>
                <a:moveTo>
                  <a:pt x="230351" y="1241226"/>
                </a:moveTo>
                <a:lnTo>
                  <a:pt x="2583452" y="1241226"/>
                </a:lnTo>
                <a:lnTo>
                  <a:pt x="2585772" y="1292498"/>
                </a:lnTo>
                <a:lnTo>
                  <a:pt x="2584967" y="1307720"/>
                </a:lnTo>
                <a:lnTo>
                  <a:pt x="258157" y="1307720"/>
                </a:lnTo>
                <a:close/>
                <a:moveTo>
                  <a:pt x="143844" y="1034356"/>
                </a:moveTo>
                <a:lnTo>
                  <a:pt x="2562789" y="1034357"/>
                </a:lnTo>
                <a:lnTo>
                  <a:pt x="2572458" y="1100850"/>
                </a:lnTo>
                <a:lnTo>
                  <a:pt x="171649" y="1100850"/>
                </a:lnTo>
                <a:close/>
                <a:moveTo>
                  <a:pt x="57336" y="827485"/>
                </a:moveTo>
                <a:lnTo>
                  <a:pt x="2511325" y="827486"/>
                </a:lnTo>
                <a:lnTo>
                  <a:pt x="2521869" y="856770"/>
                </a:lnTo>
                <a:lnTo>
                  <a:pt x="2531157" y="893980"/>
                </a:lnTo>
                <a:lnTo>
                  <a:pt x="85142" y="893980"/>
                </a:lnTo>
                <a:close/>
                <a:moveTo>
                  <a:pt x="1484105" y="66494"/>
                </a:moveTo>
                <a:lnTo>
                  <a:pt x="1643116" y="0"/>
                </a:lnTo>
                <a:lnTo>
                  <a:pt x="1839561" y="0"/>
                </a:lnTo>
                <a:lnTo>
                  <a:pt x="1915422" y="44719"/>
                </a:lnTo>
                <a:lnTo>
                  <a:pt x="1945363" y="66494"/>
                </a:lnTo>
                <a:close/>
                <a:moveTo>
                  <a:pt x="989401" y="273366"/>
                </a:moveTo>
                <a:lnTo>
                  <a:pt x="1148409" y="206873"/>
                </a:lnTo>
                <a:lnTo>
                  <a:pt x="2119083" y="206873"/>
                </a:lnTo>
                <a:lnTo>
                  <a:pt x="2139293" y="224808"/>
                </a:lnTo>
                <a:lnTo>
                  <a:pt x="2184253" y="273366"/>
                </a:lnTo>
                <a:close/>
                <a:moveTo>
                  <a:pt x="494698" y="480237"/>
                </a:moveTo>
                <a:lnTo>
                  <a:pt x="653708" y="413743"/>
                </a:lnTo>
                <a:lnTo>
                  <a:pt x="2300313" y="413743"/>
                </a:lnTo>
                <a:lnTo>
                  <a:pt x="2326862" y="448832"/>
                </a:lnTo>
                <a:lnTo>
                  <a:pt x="2346010" y="480236"/>
                </a:lnTo>
                <a:close/>
                <a:moveTo>
                  <a:pt x="0" y="687106"/>
                </a:moveTo>
                <a:lnTo>
                  <a:pt x="159011" y="620612"/>
                </a:lnTo>
                <a:lnTo>
                  <a:pt x="2425799" y="620613"/>
                </a:lnTo>
                <a:lnTo>
                  <a:pt x="2457634" y="687106"/>
                </a:ln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5" name="文本框 4"/>
            <p:cNvSpPr txBox="1"/>
            <p:nvPr/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内容全案营销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5900560" y="713395"/>
            <a:ext cx="3303587" cy="6223872"/>
            <a:chOff x="6335230" y="2177355"/>
            <a:chExt cx="3303587" cy="4683125"/>
          </a:xfrm>
        </p:grpSpPr>
        <p:sp>
          <p:nvSpPr>
            <p:cNvPr id="3" name="Freeform 6"/>
            <p:cNvSpPr/>
            <p:nvPr>
              <p:custDataLst>
                <p:tags r:id="rId1"/>
              </p:custDataLst>
            </p:nvPr>
          </p:nvSpPr>
          <p:spPr bwMode="auto">
            <a:xfrm>
              <a:off x="8048142" y="2177355"/>
              <a:ext cx="1590675" cy="4683125"/>
            </a:xfrm>
            <a:custGeom>
              <a:avLst/>
              <a:gdLst>
                <a:gd name="T0" fmla="*/ 469 w 2278"/>
                <a:gd name="T1" fmla="*/ 132 h 6709"/>
                <a:gd name="T2" fmla="*/ 1800 w 2278"/>
                <a:gd name="T3" fmla="*/ 132 h 6709"/>
                <a:gd name="T4" fmla="*/ 1800 w 2278"/>
                <a:gd name="T5" fmla="*/ 0 h 6709"/>
                <a:gd name="T6" fmla="*/ 2039 w 2278"/>
                <a:gd name="T7" fmla="*/ 190 h 6709"/>
                <a:gd name="T8" fmla="*/ 2278 w 2278"/>
                <a:gd name="T9" fmla="*/ 379 h 6709"/>
                <a:gd name="T10" fmla="*/ 2039 w 2278"/>
                <a:gd name="T11" fmla="*/ 569 h 6709"/>
                <a:gd name="T12" fmla="*/ 1800 w 2278"/>
                <a:gd name="T13" fmla="*/ 758 h 6709"/>
                <a:gd name="T14" fmla="*/ 1800 w 2278"/>
                <a:gd name="T15" fmla="*/ 621 h 6709"/>
                <a:gd name="T16" fmla="*/ 797 w 2278"/>
                <a:gd name="T17" fmla="*/ 621 h 6709"/>
                <a:gd name="T18" fmla="*/ 489 w 2278"/>
                <a:gd name="T19" fmla="*/ 868 h 6709"/>
                <a:gd name="T20" fmla="*/ 489 w 2278"/>
                <a:gd name="T21" fmla="*/ 6709 h 6709"/>
                <a:gd name="T22" fmla="*/ 0 w 2278"/>
                <a:gd name="T23" fmla="*/ 6709 h 6709"/>
                <a:gd name="T24" fmla="*/ 0 w 2278"/>
                <a:gd name="T25" fmla="*/ 601 h 6709"/>
                <a:gd name="T26" fmla="*/ 469 w 2278"/>
                <a:gd name="T27" fmla="*/ 132 h 6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78" h="6709">
                  <a:moveTo>
                    <a:pt x="469" y="132"/>
                  </a:moveTo>
                  <a:lnTo>
                    <a:pt x="1800" y="132"/>
                  </a:lnTo>
                  <a:lnTo>
                    <a:pt x="1800" y="0"/>
                  </a:lnTo>
                  <a:lnTo>
                    <a:pt x="2039" y="190"/>
                  </a:lnTo>
                  <a:lnTo>
                    <a:pt x="2278" y="379"/>
                  </a:lnTo>
                  <a:lnTo>
                    <a:pt x="2039" y="569"/>
                  </a:lnTo>
                  <a:lnTo>
                    <a:pt x="1800" y="758"/>
                  </a:lnTo>
                  <a:lnTo>
                    <a:pt x="1800" y="621"/>
                  </a:lnTo>
                  <a:lnTo>
                    <a:pt x="797" y="621"/>
                  </a:lnTo>
                  <a:cubicBezTo>
                    <a:pt x="600" y="621"/>
                    <a:pt x="489" y="670"/>
                    <a:pt x="489" y="868"/>
                  </a:cubicBezTo>
                  <a:lnTo>
                    <a:pt x="489" y="6709"/>
                  </a:lnTo>
                  <a:lnTo>
                    <a:pt x="0" y="6709"/>
                  </a:lnTo>
                  <a:lnTo>
                    <a:pt x="0" y="601"/>
                  </a:lnTo>
                  <a:cubicBezTo>
                    <a:pt x="0" y="343"/>
                    <a:pt x="211" y="132"/>
                    <a:pt x="469" y="132"/>
                  </a:cubicBezTo>
                  <a:close/>
                </a:path>
              </a:pathLst>
            </a:custGeom>
            <a:solidFill>
              <a:srgbClr val="F49F2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>
              <p:custDataLst>
                <p:tags r:id="rId2"/>
              </p:custDataLst>
            </p:nvPr>
          </p:nvSpPr>
          <p:spPr bwMode="auto">
            <a:xfrm>
              <a:off x="8497405" y="3583880"/>
              <a:ext cx="1120775" cy="3276600"/>
            </a:xfrm>
            <a:custGeom>
              <a:avLst/>
              <a:gdLst>
                <a:gd name="T0" fmla="*/ 468 w 1605"/>
                <a:gd name="T1" fmla="*/ 132 h 4693"/>
                <a:gd name="T2" fmla="*/ 1127 w 1605"/>
                <a:gd name="T3" fmla="*/ 132 h 4693"/>
                <a:gd name="T4" fmla="*/ 1127 w 1605"/>
                <a:gd name="T5" fmla="*/ 0 h 4693"/>
                <a:gd name="T6" fmla="*/ 1366 w 1605"/>
                <a:gd name="T7" fmla="*/ 189 h 4693"/>
                <a:gd name="T8" fmla="*/ 1605 w 1605"/>
                <a:gd name="T9" fmla="*/ 379 h 4693"/>
                <a:gd name="T10" fmla="*/ 1366 w 1605"/>
                <a:gd name="T11" fmla="*/ 568 h 4693"/>
                <a:gd name="T12" fmla="*/ 1127 w 1605"/>
                <a:gd name="T13" fmla="*/ 758 h 4693"/>
                <a:gd name="T14" fmla="*/ 1127 w 1605"/>
                <a:gd name="T15" fmla="*/ 620 h 4693"/>
                <a:gd name="T16" fmla="*/ 796 w 1605"/>
                <a:gd name="T17" fmla="*/ 620 h 4693"/>
                <a:gd name="T18" fmla="*/ 488 w 1605"/>
                <a:gd name="T19" fmla="*/ 867 h 4693"/>
                <a:gd name="T20" fmla="*/ 488 w 1605"/>
                <a:gd name="T21" fmla="*/ 4693 h 4693"/>
                <a:gd name="T22" fmla="*/ 0 w 1605"/>
                <a:gd name="T23" fmla="*/ 4693 h 4693"/>
                <a:gd name="T24" fmla="*/ 0 w 1605"/>
                <a:gd name="T25" fmla="*/ 600 h 4693"/>
                <a:gd name="T26" fmla="*/ 468 w 1605"/>
                <a:gd name="T27" fmla="*/ 132 h 4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05" h="4693">
                  <a:moveTo>
                    <a:pt x="468" y="132"/>
                  </a:moveTo>
                  <a:lnTo>
                    <a:pt x="1127" y="132"/>
                  </a:lnTo>
                  <a:lnTo>
                    <a:pt x="1127" y="0"/>
                  </a:lnTo>
                  <a:lnTo>
                    <a:pt x="1366" y="189"/>
                  </a:lnTo>
                  <a:lnTo>
                    <a:pt x="1605" y="379"/>
                  </a:lnTo>
                  <a:lnTo>
                    <a:pt x="1366" y="568"/>
                  </a:lnTo>
                  <a:lnTo>
                    <a:pt x="1127" y="758"/>
                  </a:lnTo>
                  <a:lnTo>
                    <a:pt x="1127" y="620"/>
                  </a:lnTo>
                  <a:lnTo>
                    <a:pt x="796" y="620"/>
                  </a:lnTo>
                  <a:cubicBezTo>
                    <a:pt x="599" y="620"/>
                    <a:pt x="488" y="670"/>
                    <a:pt x="488" y="867"/>
                  </a:cubicBezTo>
                  <a:lnTo>
                    <a:pt x="488" y="4693"/>
                  </a:lnTo>
                  <a:lnTo>
                    <a:pt x="0" y="4693"/>
                  </a:lnTo>
                  <a:lnTo>
                    <a:pt x="0" y="600"/>
                  </a:lnTo>
                  <a:cubicBezTo>
                    <a:pt x="0" y="343"/>
                    <a:pt x="210" y="132"/>
                    <a:pt x="468" y="132"/>
                  </a:cubicBezTo>
                  <a:close/>
                </a:path>
              </a:pathLst>
            </a:custGeom>
            <a:solidFill>
              <a:srgbClr val="3C49B9"/>
            </a:solidFill>
            <a:ln>
              <a:solidFill>
                <a:srgbClr val="3C49B9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8"/>
            <p:cNvSpPr/>
            <p:nvPr>
              <p:custDataLst>
                <p:tags r:id="rId3"/>
              </p:custDataLst>
            </p:nvPr>
          </p:nvSpPr>
          <p:spPr bwMode="auto">
            <a:xfrm>
              <a:off x="6335230" y="3129855"/>
              <a:ext cx="1590675" cy="3730625"/>
            </a:xfrm>
            <a:custGeom>
              <a:avLst/>
              <a:gdLst>
                <a:gd name="T0" fmla="*/ 1809 w 2278"/>
                <a:gd name="T1" fmla="*/ 132 h 5345"/>
                <a:gd name="T2" fmla="*/ 478 w 2278"/>
                <a:gd name="T3" fmla="*/ 132 h 5345"/>
                <a:gd name="T4" fmla="*/ 478 w 2278"/>
                <a:gd name="T5" fmla="*/ 0 h 5345"/>
                <a:gd name="T6" fmla="*/ 239 w 2278"/>
                <a:gd name="T7" fmla="*/ 190 h 5345"/>
                <a:gd name="T8" fmla="*/ 0 w 2278"/>
                <a:gd name="T9" fmla="*/ 379 h 5345"/>
                <a:gd name="T10" fmla="*/ 239 w 2278"/>
                <a:gd name="T11" fmla="*/ 569 h 5345"/>
                <a:gd name="T12" fmla="*/ 478 w 2278"/>
                <a:gd name="T13" fmla="*/ 758 h 5345"/>
                <a:gd name="T14" fmla="*/ 478 w 2278"/>
                <a:gd name="T15" fmla="*/ 621 h 5345"/>
                <a:gd name="T16" fmla="*/ 1481 w 2278"/>
                <a:gd name="T17" fmla="*/ 621 h 5345"/>
                <a:gd name="T18" fmla="*/ 1789 w 2278"/>
                <a:gd name="T19" fmla="*/ 868 h 5345"/>
                <a:gd name="T20" fmla="*/ 1789 w 2278"/>
                <a:gd name="T21" fmla="*/ 5345 h 5345"/>
                <a:gd name="T22" fmla="*/ 2278 w 2278"/>
                <a:gd name="T23" fmla="*/ 5345 h 5345"/>
                <a:gd name="T24" fmla="*/ 2278 w 2278"/>
                <a:gd name="T25" fmla="*/ 601 h 5345"/>
                <a:gd name="T26" fmla="*/ 1809 w 2278"/>
                <a:gd name="T27" fmla="*/ 132 h 5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78" h="5345">
                  <a:moveTo>
                    <a:pt x="1809" y="132"/>
                  </a:moveTo>
                  <a:lnTo>
                    <a:pt x="478" y="132"/>
                  </a:lnTo>
                  <a:lnTo>
                    <a:pt x="478" y="0"/>
                  </a:lnTo>
                  <a:lnTo>
                    <a:pt x="239" y="190"/>
                  </a:lnTo>
                  <a:lnTo>
                    <a:pt x="0" y="379"/>
                  </a:lnTo>
                  <a:lnTo>
                    <a:pt x="239" y="569"/>
                  </a:lnTo>
                  <a:lnTo>
                    <a:pt x="478" y="758"/>
                  </a:lnTo>
                  <a:lnTo>
                    <a:pt x="478" y="621"/>
                  </a:lnTo>
                  <a:lnTo>
                    <a:pt x="1481" y="621"/>
                  </a:lnTo>
                  <a:cubicBezTo>
                    <a:pt x="1678" y="621"/>
                    <a:pt x="1789" y="670"/>
                    <a:pt x="1789" y="868"/>
                  </a:cubicBezTo>
                  <a:lnTo>
                    <a:pt x="1789" y="5345"/>
                  </a:lnTo>
                  <a:lnTo>
                    <a:pt x="2278" y="5345"/>
                  </a:lnTo>
                  <a:lnTo>
                    <a:pt x="2278" y="601"/>
                  </a:lnTo>
                  <a:cubicBezTo>
                    <a:pt x="2278" y="343"/>
                    <a:pt x="2067" y="132"/>
                    <a:pt x="1809" y="132"/>
                  </a:cubicBezTo>
                  <a:close/>
                </a:path>
              </a:pathLst>
            </a:custGeom>
            <a:solidFill>
              <a:srgbClr val="F6CB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0" name="1"/>
          <p:cNvSpPr txBox="1"/>
          <p:nvPr>
            <p:custDataLst>
              <p:tags r:id="rId4"/>
            </p:custDataLst>
          </p:nvPr>
        </p:nvSpPr>
        <p:spPr bwMode="auto">
          <a:xfrm>
            <a:off x="3706495" y="1915160"/>
            <a:ext cx="2072005" cy="33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rIns="90000">
            <a:noAutofit/>
          </a:bodyPr>
          <a:lstStyle/>
          <a:p>
            <a:pPr marL="0" marR="0" lvl="0" indent="0" algn="r" defTabSz="913765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8F4A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营销策略</a:t>
            </a:r>
            <a:endParaRPr kumimoji="0" lang="zh-CN" altLang="en-US" sz="2700" b="1" i="0" u="none" strike="noStrike" kern="1200" cap="none" spc="0" normalizeH="0" baseline="0" noProof="0" dirty="0">
              <a:ln>
                <a:noFill/>
              </a:ln>
              <a:solidFill>
                <a:srgbClr val="8F4A1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1"/>
          <p:cNvSpPr txBox="1"/>
          <p:nvPr>
            <p:custDataLst>
              <p:tags r:id="rId5"/>
            </p:custDataLst>
          </p:nvPr>
        </p:nvSpPr>
        <p:spPr bwMode="auto">
          <a:xfrm>
            <a:off x="9326245" y="1302385"/>
            <a:ext cx="2072005" cy="33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rIns="90000">
            <a:noAutofit/>
          </a:bodyPr>
          <a:lstStyle/>
          <a:p>
            <a:pPr lvl="0" algn="r" defTabSz="913765"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700" b="1" noProof="0" dirty="0">
                <a:ln>
                  <a:noFill/>
                </a:ln>
                <a:solidFill>
                  <a:srgbClr val="8F4A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内容创意</a:t>
            </a:r>
            <a:endParaRPr lang="zh-CN" altLang="en-US" sz="2700" b="1" noProof="0" dirty="0">
              <a:ln>
                <a:noFill/>
              </a:ln>
              <a:solidFill>
                <a:srgbClr val="8F4A1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2"/>
          <p:cNvSpPr txBox="1"/>
          <p:nvPr>
            <p:custDataLst>
              <p:tags r:id="rId6"/>
            </p:custDataLst>
          </p:nvPr>
        </p:nvSpPr>
        <p:spPr bwMode="auto">
          <a:xfrm>
            <a:off x="9326245" y="3618865"/>
            <a:ext cx="2072005" cy="33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rIns="90000">
            <a:noAutofit/>
          </a:bodyPr>
          <a:lstStyle/>
          <a:p>
            <a:pPr lvl="0" algn="r" defTabSz="913765"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700" b="1" noProof="0" dirty="0">
                <a:ln>
                  <a:noFill/>
                </a:ln>
                <a:solidFill>
                  <a:srgbClr val="8F4A1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媒介投放</a:t>
            </a:r>
            <a:endParaRPr lang="zh-CN" altLang="en-US" sz="2700" b="1" noProof="0" dirty="0">
              <a:ln>
                <a:noFill/>
              </a:ln>
              <a:solidFill>
                <a:srgbClr val="8F4A1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iSlíďè"/>
          <p:cNvSpPr txBox="1"/>
          <p:nvPr>
            <p:custDataLst>
              <p:tags r:id="rId7"/>
            </p:custDataLst>
          </p:nvPr>
        </p:nvSpPr>
        <p:spPr bwMode="auto">
          <a:xfrm>
            <a:off x="4318000" y="1141078"/>
            <a:ext cx="1460323" cy="65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rIns="90000">
            <a:noAutofit/>
          </a:bodyPr>
          <a:lstStyle/>
          <a:p>
            <a:pPr marL="0" marR="0" lvl="0" indent="0" algn="r" defTabSz="913765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iSlíďè"/>
          <p:cNvSpPr txBox="1"/>
          <p:nvPr>
            <p:custDataLst>
              <p:tags r:id="rId8"/>
            </p:custDataLst>
          </p:nvPr>
        </p:nvSpPr>
        <p:spPr bwMode="auto">
          <a:xfrm>
            <a:off x="9288017" y="522144"/>
            <a:ext cx="1460323" cy="65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rIns="90000">
            <a:noAutofit/>
          </a:bodyPr>
          <a:lstStyle/>
          <a:p>
            <a:pPr lvl="0" algn="l" defTabSz="913765"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  <a:endParaRPr lang="en-US" altLang="zh-CN" sz="4000" b="1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iSlíďè"/>
          <p:cNvSpPr txBox="1"/>
          <p:nvPr>
            <p:custDataLst>
              <p:tags r:id="rId9"/>
            </p:custDataLst>
          </p:nvPr>
        </p:nvSpPr>
        <p:spPr bwMode="auto">
          <a:xfrm>
            <a:off x="9288017" y="2904889"/>
            <a:ext cx="1460323" cy="65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rIns="90000">
            <a:noAutofit/>
          </a:bodyPr>
          <a:lstStyle/>
          <a:p>
            <a:pPr lvl="0" algn="l" defTabSz="913765"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  <a:endParaRPr lang="en-US" altLang="zh-CN" sz="4000" b="1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2" name="图片 21" descr="营销预算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16020" y="1979295"/>
            <a:ext cx="406400" cy="406400"/>
          </a:xfrm>
          <a:prstGeom prst="rect">
            <a:avLst/>
          </a:prstGeom>
        </p:spPr>
      </p:pic>
      <p:pic>
        <p:nvPicPr>
          <p:cNvPr id="32" name="图片 31" descr="创意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26880" y="1304925"/>
            <a:ext cx="500380" cy="500380"/>
          </a:xfrm>
          <a:prstGeom prst="rect">
            <a:avLst/>
          </a:prstGeom>
        </p:spPr>
      </p:pic>
      <p:pic>
        <p:nvPicPr>
          <p:cNvPr id="33" name="图片 32" descr="媒体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6880" y="3691255"/>
            <a:ext cx="391795" cy="391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任意多边形 165"/>
          <p:cNvSpPr/>
          <p:nvPr/>
        </p:nvSpPr>
        <p:spPr>
          <a:xfrm>
            <a:off x="0" y="5243974"/>
            <a:ext cx="12192000" cy="1338219"/>
          </a:xfrm>
          <a:custGeom>
            <a:avLst/>
            <a:gdLst>
              <a:gd name="connsiteX0" fmla="*/ 0 w 19200"/>
              <a:gd name="connsiteY0" fmla="*/ 7 h 2107"/>
              <a:gd name="connsiteX1" fmla="*/ 9700 w 19200"/>
              <a:gd name="connsiteY1" fmla="*/ 1447 h 2107"/>
              <a:gd name="connsiteX2" fmla="*/ 19200 w 19200"/>
              <a:gd name="connsiteY2" fmla="*/ 7 h 2107"/>
              <a:gd name="connsiteX3" fmla="*/ 19200 w 19200"/>
              <a:gd name="connsiteY3" fmla="*/ 2107 h 2107"/>
              <a:gd name="connsiteX4" fmla="*/ 0 w 19200"/>
              <a:gd name="connsiteY4" fmla="*/ 2107 h 2107"/>
              <a:gd name="connsiteX5" fmla="*/ 0 w 19200"/>
              <a:gd name="connsiteY5" fmla="*/ 7 h 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0" h="2107">
                <a:moveTo>
                  <a:pt x="0" y="7"/>
                </a:moveTo>
                <a:cubicBezTo>
                  <a:pt x="1908" y="-121"/>
                  <a:pt x="5860" y="1447"/>
                  <a:pt x="9700" y="1447"/>
                </a:cubicBezTo>
                <a:lnTo>
                  <a:pt x="19200" y="7"/>
                </a:lnTo>
                <a:lnTo>
                  <a:pt x="19200" y="2107"/>
                </a:lnTo>
                <a:lnTo>
                  <a:pt x="0" y="2107"/>
                </a:lnTo>
                <a:lnTo>
                  <a:pt x="0" y="7"/>
                </a:lnTo>
                <a:close/>
              </a:path>
            </a:pathLst>
          </a:cu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63985" y="339384"/>
            <a:ext cx="3226316" cy="659175"/>
            <a:chOff x="363985" y="407964"/>
            <a:chExt cx="3226316" cy="659175"/>
          </a:xfrm>
        </p:grpSpPr>
        <p:sp>
          <p:nvSpPr>
            <p:cNvPr id="3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内容全案营销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7" name="椭圆 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sp>
        <p:nvSpPr>
          <p:cNvPr id="165" name="任意多边形 164"/>
          <p:cNvSpPr/>
          <p:nvPr/>
        </p:nvSpPr>
        <p:spPr>
          <a:xfrm>
            <a:off x="0" y="5519564"/>
            <a:ext cx="12192000" cy="1338219"/>
          </a:xfrm>
          <a:custGeom>
            <a:avLst/>
            <a:gdLst>
              <a:gd name="connsiteX0" fmla="*/ 0 w 19200"/>
              <a:gd name="connsiteY0" fmla="*/ 7 h 2107"/>
              <a:gd name="connsiteX1" fmla="*/ 9700 w 19200"/>
              <a:gd name="connsiteY1" fmla="*/ 1447 h 2107"/>
              <a:gd name="connsiteX2" fmla="*/ 19200 w 19200"/>
              <a:gd name="connsiteY2" fmla="*/ 7 h 2107"/>
              <a:gd name="connsiteX3" fmla="*/ 19200 w 19200"/>
              <a:gd name="connsiteY3" fmla="*/ 2107 h 2107"/>
              <a:gd name="connsiteX4" fmla="*/ 0 w 19200"/>
              <a:gd name="connsiteY4" fmla="*/ 2107 h 2107"/>
              <a:gd name="connsiteX5" fmla="*/ 0 w 19200"/>
              <a:gd name="connsiteY5" fmla="*/ 7 h 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0" h="2107">
                <a:moveTo>
                  <a:pt x="0" y="7"/>
                </a:moveTo>
                <a:cubicBezTo>
                  <a:pt x="1908" y="-121"/>
                  <a:pt x="5860" y="1447"/>
                  <a:pt x="9700" y="1447"/>
                </a:cubicBezTo>
                <a:lnTo>
                  <a:pt x="19200" y="7"/>
                </a:lnTo>
                <a:lnTo>
                  <a:pt x="19200" y="2107"/>
                </a:lnTo>
                <a:lnTo>
                  <a:pt x="0" y="2107"/>
                </a:lnTo>
                <a:lnTo>
                  <a:pt x="0" y="7"/>
                </a:ln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0" name="组合 169"/>
          <p:cNvGrpSpPr/>
          <p:nvPr/>
        </p:nvGrpSpPr>
        <p:grpSpPr>
          <a:xfrm>
            <a:off x="1097535" y="947420"/>
            <a:ext cx="9842304" cy="5123219"/>
            <a:chOff x="1117695" y="1456070"/>
            <a:chExt cx="9842606" cy="5123527"/>
          </a:xfrm>
        </p:grpSpPr>
        <p:grpSp>
          <p:nvGrpSpPr>
            <p:cNvPr id="171" name="组合 170"/>
            <p:cNvGrpSpPr/>
            <p:nvPr/>
          </p:nvGrpSpPr>
          <p:grpSpPr>
            <a:xfrm>
              <a:off x="4239309" y="1868829"/>
              <a:ext cx="3738781" cy="3615388"/>
              <a:chOff x="3982425" y="1935908"/>
              <a:chExt cx="4224476" cy="4085053"/>
            </a:xfrm>
          </p:grpSpPr>
          <p:grpSp>
            <p:nvGrpSpPr>
              <p:cNvPr id="172" name="组合 171"/>
              <p:cNvGrpSpPr/>
              <p:nvPr/>
            </p:nvGrpSpPr>
            <p:grpSpPr>
              <a:xfrm>
                <a:off x="4684663" y="1941310"/>
                <a:ext cx="1367382" cy="1435281"/>
                <a:chOff x="4684663" y="1941310"/>
                <a:chExt cx="1367382" cy="1435281"/>
              </a:xfrm>
            </p:grpSpPr>
            <p:sp>
              <p:nvSpPr>
                <p:cNvPr id="173" name="图形 2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4684663" y="2070127"/>
                  <a:ext cx="1367382" cy="1306464"/>
                </a:xfrm>
                <a:custGeom>
                  <a:avLst/>
                  <a:gdLst>
                    <a:gd name="connsiteX0" fmla="*/ 1942625 w 1948248"/>
                    <a:gd name="connsiteY0" fmla="*/ 137 h 1861453"/>
                    <a:gd name="connsiteX1" fmla="*/ 1285381 w 1948248"/>
                    <a:gd name="connsiteY1" fmla="*/ 100483 h 1861453"/>
                    <a:gd name="connsiteX2" fmla="*/ 1274792 w 1948248"/>
                    <a:gd name="connsiteY2" fmla="*/ 103583 h 1861453"/>
                    <a:gd name="connsiteX3" fmla="*/ 1276850 w 1948248"/>
                    <a:gd name="connsiteY3" fmla="*/ 108740 h 1861453"/>
                    <a:gd name="connsiteX4" fmla="*/ 1278825 w 1948248"/>
                    <a:gd name="connsiteY4" fmla="*/ 113843 h 1861453"/>
                    <a:gd name="connsiteX5" fmla="*/ 1289359 w 1948248"/>
                    <a:gd name="connsiteY5" fmla="*/ 110770 h 1861453"/>
                    <a:gd name="connsiteX6" fmla="*/ 1937275 w 1948248"/>
                    <a:gd name="connsiteY6" fmla="*/ 11247 h 1861453"/>
                    <a:gd name="connsiteX7" fmla="*/ 1937275 w 1948248"/>
                    <a:gd name="connsiteY7" fmla="*/ 1470849 h 1861453"/>
                    <a:gd name="connsiteX8" fmla="*/ 1156945 w 1948248"/>
                    <a:gd name="connsiteY8" fmla="*/ 1846420 h 1861453"/>
                    <a:gd name="connsiteX9" fmla="*/ 231636 w 1948248"/>
                    <a:gd name="connsiteY9" fmla="*/ 1108335 h 1861453"/>
                    <a:gd name="connsiteX10" fmla="*/ 15664 w 1948248"/>
                    <a:gd name="connsiteY10" fmla="*/ 936090 h 1861453"/>
                    <a:gd name="connsiteX11" fmla="*/ 377547 w 1948248"/>
                    <a:gd name="connsiteY11" fmla="*/ 584137 h 1861453"/>
                    <a:gd name="connsiteX12" fmla="*/ 479813 w 1948248"/>
                    <a:gd name="connsiteY12" fmla="*/ 506285 h 1861453"/>
                    <a:gd name="connsiteX13" fmla="*/ 488756 w 1948248"/>
                    <a:gd name="connsiteY13" fmla="*/ 499838 h 1861453"/>
                    <a:gd name="connsiteX14" fmla="*/ 485903 w 1948248"/>
                    <a:gd name="connsiteY14" fmla="*/ 495148 h 1861453"/>
                    <a:gd name="connsiteX15" fmla="*/ 483105 w 1948248"/>
                    <a:gd name="connsiteY15" fmla="*/ 490402 h 1861453"/>
                    <a:gd name="connsiteX16" fmla="*/ 474162 w 1948248"/>
                    <a:gd name="connsiteY16" fmla="*/ 496821 h 1861453"/>
                    <a:gd name="connsiteX17" fmla="*/ 370689 w 1948248"/>
                    <a:gd name="connsiteY17" fmla="*/ 575578 h 1861453"/>
                    <a:gd name="connsiteX18" fmla="*/ 3621 w 1948248"/>
                    <a:gd name="connsiteY18" fmla="*/ 933319 h 1861453"/>
                    <a:gd name="connsiteX19" fmla="*/ 0 w 1948248"/>
                    <a:gd name="connsiteY19" fmla="*/ 937626 h 1861453"/>
                    <a:gd name="connsiteX20" fmla="*/ 1158179 w 1948248"/>
                    <a:gd name="connsiteY20" fmla="*/ 1861453 h 1861453"/>
                    <a:gd name="connsiteX21" fmla="*/ 1161635 w 1948248"/>
                    <a:gd name="connsiteY21" fmla="*/ 1857613 h 1861453"/>
                    <a:gd name="connsiteX22" fmla="*/ 1943091 w 1948248"/>
                    <a:gd name="connsiteY22" fmla="*/ 1481493 h 1861453"/>
                    <a:gd name="connsiteX23" fmla="*/ 1948248 w 1948248"/>
                    <a:gd name="connsiteY23" fmla="*/ 1481191 h 1861453"/>
                    <a:gd name="connsiteX24" fmla="*/ 1948248 w 1948248"/>
                    <a:gd name="connsiteY24" fmla="*/ 0 h 1861453"/>
                    <a:gd name="connsiteX25" fmla="*/ 1942625 w 1948248"/>
                    <a:gd name="connsiteY25" fmla="*/ 137 h 1861453"/>
                    <a:gd name="connsiteX26" fmla="*/ 1216390 w 1948248"/>
                    <a:gd name="connsiteY26" fmla="*/ 127394 h 1861453"/>
                    <a:gd name="connsiteX27" fmla="*/ 1214250 w 1948248"/>
                    <a:gd name="connsiteY27" fmla="*/ 122264 h 1861453"/>
                    <a:gd name="connsiteX28" fmla="*/ 869704 w 1948248"/>
                    <a:gd name="connsiteY28" fmla="*/ 261015 h 1861453"/>
                    <a:gd name="connsiteX29" fmla="*/ 860706 w 1948248"/>
                    <a:gd name="connsiteY29" fmla="*/ 265377 h 1861453"/>
                    <a:gd name="connsiteX30" fmla="*/ 858951 w 1948248"/>
                    <a:gd name="connsiteY30" fmla="*/ 265651 h 1861453"/>
                    <a:gd name="connsiteX31" fmla="*/ 858210 w 1948248"/>
                    <a:gd name="connsiteY31" fmla="*/ 266035 h 1861453"/>
                    <a:gd name="connsiteX32" fmla="*/ 535089 w 1948248"/>
                    <a:gd name="connsiteY32" fmla="*/ 454109 h 1861453"/>
                    <a:gd name="connsiteX33" fmla="*/ 537777 w 1948248"/>
                    <a:gd name="connsiteY33" fmla="*/ 458883 h 1861453"/>
                    <a:gd name="connsiteX34" fmla="*/ 540548 w 1948248"/>
                    <a:gd name="connsiteY34" fmla="*/ 463628 h 1861453"/>
                    <a:gd name="connsiteX35" fmla="*/ 862297 w 1948248"/>
                    <a:gd name="connsiteY35" fmla="*/ 276240 h 1861453"/>
                    <a:gd name="connsiteX36" fmla="*/ 864053 w 1948248"/>
                    <a:gd name="connsiteY36" fmla="*/ 275966 h 1861453"/>
                    <a:gd name="connsiteX37" fmla="*/ 874505 w 1948248"/>
                    <a:gd name="connsiteY37" fmla="*/ 270891 h 1861453"/>
                    <a:gd name="connsiteX38" fmla="*/ 1218392 w 1948248"/>
                    <a:gd name="connsiteY38" fmla="*/ 132469 h 1861453"/>
                    <a:gd name="connsiteX39" fmla="*/ 1216390 w 1948248"/>
                    <a:gd name="connsiteY39" fmla="*/ 127394 h 18614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48248" h="1861453">
                      <a:moveTo>
                        <a:pt x="1942625" y="137"/>
                      </a:moveTo>
                      <a:cubicBezTo>
                        <a:pt x="1714390" y="6062"/>
                        <a:pt x="1496772" y="39145"/>
                        <a:pt x="1285381" y="100483"/>
                      </a:cubicBezTo>
                      <a:cubicBezTo>
                        <a:pt x="1281842" y="101498"/>
                        <a:pt x="1278304" y="102513"/>
                        <a:pt x="1274792" y="103583"/>
                      </a:cubicBezTo>
                      <a:cubicBezTo>
                        <a:pt x="1275506" y="105284"/>
                        <a:pt x="1276191" y="107012"/>
                        <a:pt x="1276850" y="108740"/>
                      </a:cubicBezTo>
                      <a:cubicBezTo>
                        <a:pt x="1277536" y="110441"/>
                        <a:pt x="1278194" y="112142"/>
                        <a:pt x="1278825" y="113843"/>
                      </a:cubicBezTo>
                      <a:cubicBezTo>
                        <a:pt x="1282336" y="112800"/>
                        <a:pt x="1285848" y="111758"/>
                        <a:pt x="1289359" y="110770"/>
                      </a:cubicBezTo>
                      <a:cubicBezTo>
                        <a:pt x="1497815" y="50365"/>
                        <a:pt x="1712388" y="17529"/>
                        <a:pt x="1937275" y="11247"/>
                      </a:cubicBezTo>
                      <a:lnTo>
                        <a:pt x="1937275" y="1470849"/>
                      </a:lnTo>
                      <a:cubicBezTo>
                        <a:pt x="1636401" y="1489722"/>
                        <a:pt x="1359640" y="1622932"/>
                        <a:pt x="1156945" y="1846420"/>
                      </a:cubicBezTo>
                      <a:lnTo>
                        <a:pt x="231636" y="1108335"/>
                      </a:lnTo>
                      <a:lnTo>
                        <a:pt x="15664" y="936090"/>
                      </a:lnTo>
                      <a:cubicBezTo>
                        <a:pt x="124349" y="807818"/>
                        <a:pt x="246092" y="689449"/>
                        <a:pt x="377547" y="584137"/>
                      </a:cubicBezTo>
                      <a:cubicBezTo>
                        <a:pt x="410986" y="557363"/>
                        <a:pt x="445084" y="531385"/>
                        <a:pt x="479813" y="506285"/>
                      </a:cubicBezTo>
                      <a:cubicBezTo>
                        <a:pt x="482776" y="504118"/>
                        <a:pt x="485766" y="501978"/>
                        <a:pt x="488756" y="499838"/>
                      </a:cubicBezTo>
                      <a:cubicBezTo>
                        <a:pt x="487768" y="498302"/>
                        <a:pt x="486836" y="496739"/>
                        <a:pt x="485903" y="495148"/>
                      </a:cubicBezTo>
                      <a:cubicBezTo>
                        <a:pt x="484943" y="493584"/>
                        <a:pt x="484010" y="491993"/>
                        <a:pt x="483105" y="490402"/>
                      </a:cubicBezTo>
                      <a:cubicBezTo>
                        <a:pt x="480115" y="492542"/>
                        <a:pt x="477125" y="494681"/>
                        <a:pt x="474162" y="496821"/>
                      </a:cubicBezTo>
                      <a:cubicBezTo>
                        <a:pt x="439022" y="522223"/>
                        <a:pt x="404512" y="548475"/>
                        <a:pt x="370689" y="575578"/>
                      </a:cubicBezTo>
                      <a:cubicBezTo>
                        <a:pt x="237204" y="682508"/>
                        <a:pt x="113706" y="802852"/>
                        <a:pt x="3621" y="933319"/>
                      </a:cubicBezTo>
                      <a:lnTo>
                        <a:pt x="0" y="937626"/>
                      </a:lnTo>
                      <a:lnTo>
                        <a:pt x="1158179" y="1861453"/>
                      </a:lnTo>
                      <a:lnTo>
                        <a:pt x="1161635" y="1857613"/>
                      </a:lnTo>
                      <a:cubicBezTo>
                        <a:pt x="1363837" y="1632643"/>
                        <a:pt x="1641366" y="1499076"/>
                        <a:pt x="1943091" y="1481493"/>
                      </a:cubicBezTo>
                      <a:lnTo>
                        <a:pt x="1948248" y="1481191"/>
                      </a:lnTo>
                      <a:lnTo>
                        <a:pt x="1948248" y="0"/>
                      </a:lnTo>
                      <a:lnTo>
                        <a:pt x="1942625" y="137"/>
                      </a:lnTo>
                      <a:close/>
                      <a:moveTo>
                        <a:pt x="1216390" y="127394"/>
                      </a:moveTo>
                      <a:cubicBezTo>
                        <a:pt x="1215704" y="125693"/>
                        <a:pt x="1214991" y="123965"/>
                        <a:pt x="1214250" y="122264"/>
                      </a:cubicBezTo>
                      <a:cubicBezTo>
                        <a:pt x="1097883" y="159736"/>
                        <a:pt x="983273" y="205932"/>
                        <a:pt x="869704" y="261015"/>
                      </a:cubicBezTo>
                      <a:lnTo>
                        <a:pt x="860706" y="265377"/>
                      </a:lnTo>
                      <a:lnTo>
                        <a:pt x="858951" y="265651"/>
                      </a:lnTo>
                      <a:lnTo>
                        <a:pt x="858210" y="266035"/>
                      </a:lnTo>
                      <a:cubicBezTo>
                        <a:pt x="746370" y="320872"/>
                        <a:pt x="638260" y="383829"/>
                        <a:pt x="535089" y="454109"/>
                      </a:cubicBezTo>
                      <a:cubicBezTo>
                        <a:pt x="535939" y="455700"/>
                        <a:pt x="536844" y="457319"/>
                        <a:pt x="537777" y="458883"/>
                      </a:cubicBezTo>
                      <a:cubicBezTo>
                        <a:pt x="538682" y="460474"/>
                        <a:pt x="539615" y="462065"/>
                        <a:pt x="540548" y="463628"/>
                      </a:cubicBezTo>
                      <a:cubicBezTo>
                        <a:pt x="643280" y="393622"/>
                        <a:pt x="750951" y="330912"/>
                        <a:pt x="862297" y="276240"/>
                      </a:cubicBezTo>
                      <a:lnTo>
                        <a:pt x="864053" y="275966"/>
                      </a:lnTo>
                      <a:lnTo>
                        <a:pt x="874505" y="270891"/>
                      </a:lnTo>
                      <a:cubicBezTo>
                        <a:pt x="987854" y="215917"/>
                        <a:pt x="1102218" y="169831"/>
                        <a:pt x="1218392" y="132469"/>
                      </a:cubicBezTo>
                      <a:cubicBezTo>
                        <a:pt x="1217734" y="130768"/>
                        <a:pt x="1217076" y="129095"/>
                        <a:pt x="1216390" y="127394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4" name="图形 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4690150" y="2417646"/>
                  <a:ext cx="493209" cy="433312"/>
                </a:xfrm>
                <a:custGeom>
                  <a:avLst/>
                  <a:gdLst>
                    <a:gd name="connsiteX0" fmla="*/ 702726 w 702725"/>
                    <a:gd name="connsiteY0" fmla="*/ 187333 h 617384"/>
                    <a:gd name="connsiteX1" fmla="*/ 691588 w 702725"/>
                    <a:gd name="connsiteY1" fmla="*/ 194822 h 617384"/>
                    <a:gd name="connsiteX2" fmla="*/ 223818 w 702725"/>
                    <a:gd name="connsiteY2" fmla="*/ 613187 h 617384"/>
                    <a:gd name="connsiteX3" fmla="*/ 220224 w 702725"/>
                    <a:gd name="connsiteY3" fmla="*/ 617385 h 617384"/>
                    <a:gd name="connsiteX4" fmla="*/ 0 w 702725"/>
                    <a:gd name="connsiteY4" fmla="*/ 441710 h 617384"/>
                    <a:gd name="connsiteX5" fmla="*/ 366300 w 702725"/>
                    <a:gd name="connsiteY5" fmla="*/ 84710 h 617384"/>
                    <a:gd name="connsiteX6" fmla="*/ 469142 w 702725"/>
                    <a:gd name="connsiteY6" fmla="*/ 6419 h 617384"/>
                    <a:gd name="connsiteX7" fmla="*/ 478085 w 702725"/>
                    <a:gd name="connsiteY7" fmla="*/ 0 h 617384"/>
                    <a:gd name="connsiteX8" fmla="*/ 480938 w 702725"/>
                    <a:gd name="connsiteY8" fmla="*/ 4691 h 617384"/>
                    <a:gd name="connsiteX9" fmla="*/ 702726 w 702725"/>
                    <a:gd name="connsiteY9" fmla="*/ 187333 h 61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02725" h="617384">
                      <a:moveTo>
                        <a:pt x="702726" y="187333"/>
                      </a:moveTo>
                      <a:cubicBezTo>
                        <a:pt x="698995" y="189802"/>
                        <a:pt x="695292" y="192298"/>
                        <a:pt x="691588" y="194822"/>
                      </a:cubicBezTo>
                      <a:cubicBezTo>
                        <a:pt x="517477" y="312862"/>
                        <a:pt x="360100" y="453753"/>
                        <a:pt x="223818" y="613187"/>
                      </a:cubicBezTo>
                      <a:cubicBezTo>
                        <a:pt x="222611" y="614586"/>
                        <a:pt x="221431" y="615986"/>
                        <a:pt x="220224" y="617385"/>
                      </a:cubicBezTo>
                      <a:lnTo>
                        <a:pt x="0" y="441710"/>
                      </a:lnTo>
                      <a:cubicBezTo>
                        <a:pt x="109920" y="311435"/>
                        <a:pt x="232870" y="191585"/>
                        <a:pt x="366300" y="84710"/>
                      </a:cubicBezTo>
                      <a:cubicBezTo>
                        <a:pt x="399931" y="57772"/>
                        <a:pt x="434221" y="31684"/>
                        <a:pt x="469142" y="6419"/>
                      </a:cubicBezTo>
                      <a:cubicBezTo>
                        <a:pt x="472132" y="4279"/>
                        <a:pt x="475095" y="2112"/>
                        <a:pt x="478085" y="0"/>
                      </a:cubicBezTo>
                      <a:cubicBezTo>
                        <a:pt x="479018" y="1591"/>
                        <a:pt x="479950" y="3155"/>
                        <a:pt x="480938" y="4691"/>
                      </a:cubicBezTo>
                      <a:cubicBezTo>
                        <a:pt x="533744" y="91047"/>
                        <a:pt x="612858" y="153729"/>
                        <a:pt x="702726" y="187333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5" name="图形 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5580822" y="2074073"/>
                  <a:ext cx="467371" cy="278632"/>
                </a:xfrm>
                <a:custGeom>
                  <a:avLst/>
                  <a:gdLst>
                    <a:gd name="connsiteX0" fmla="*/ 665912 w 665911"/>
                    <a:gd name="connsiteY0" fmla="*/ 0 h 396995"/>
                    <a:gd name="connsiteX1" fmla="*/ 665912 w 665911"/>
                    <a:gd name="connsiteY1" fmla="*/ 283537 h 396995"/>
                    <a:gd name="connsiteX2" fmla="*/ 660426 w 665911"/>
                    <a:gd name="connsiteY2" fmla="*/ 283702 h 396995"/>
                    <a:gd name="connsiteX3" fmla="*/ 21973 w 665911"/>
                    <a:gd name="connsiteY3" fmla="*/ 392881 h 396995"/>
                    <a:gd name="connsiteX4" fmla="*/ 9245 w 665911"/>
                    <a:gd name="connsiteY4" fmla="*/ 396996 h 396995"/>
                    <a:gd name="connsiteX5" fmla="*/ 1975 w 665911"/>
                    <a:gd name="connsiteY5" fmla="*/ 108219 h 396995"/>
                    <a:gd name="connsiteX6" fmla="*/ 0 w 665911"/>
                    <a:gd name="connsiteY6" fmla="*/ 103117 h 396995"/>
                    <a:gd name="connsiteX7" fmla="*/ 10561 w 665911"/>
                    <a:gd name="connsiteY7" fmla="*/ 100045 h 396995"/>
                    <a:gd name="connsiteX8" fmla="*/ 665912 w 665911"/>
                    <a:gd name="connsiteY8" fmla="*/ 0 h 396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65911" h="396995">
                      <a:moveTo>
                        <a:pt x="665912" y="0"/>
                      </a:moveTo>
                      <a:lnTo>
                        <a:pt x="665912" y="283537"/>
                      </a:lnTo>
                      <a:cubicBezTo>
                        <a:pt x="664074" y="283592"/>
                        <a:pt x="662263" y="283647"/>
                        <a:pt x="660426" y="283702"/>
                      </a:cubicBezTo>
                      <a:cubicBezTo>
                        <a:pt x="438446" y="290560"/>
                        <a:pt x="224229" y="328334"/>
                        <a:pt x="21973" y="392881"/>
                      </a:cubicBezTo>
                      <a:cubicBezTo>
                        <a:pt x="17721" y="394225"/>
                        <a:pt x="13469" y="395597"/>
                        <a:pt x="9245" y="396996"/>
                      </a:cubicBezTo>
                      <a:cubicBezTo>
                        <a:pt x="38432" y="305071"/>
                        <a:pt x="37829" y="203545"/>
                        <a:pt x="1975" y="108219"/>
                      </a:cubicBezTo>
                      <a:cubicBezTo>
                        <a:pt x="1344" y="106518"/>
                        <a:pt x="686" y="104818"/>
                        <a:pt x="0" y="103117"/>
                      </a:cubicBezTo>
                      <a:cubicBezTo>
                        <a:pt x="3511" y="102074"/>
                        <a:pt x="7023" y="101059"/>
                        <a:pt x="10561" y="100045"/>
                      </a:cubicBezTo>
                      <a:cubicBezTo>
                        <a:pt x="221349" y="38953"/>
                        <a:pt x="438528" y="5898"/>
                        <a:pt x="665912" y="0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176" name="图形 2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74327" y="1941310"/>
                  <a:ext cx="635312" cy="635302"/>
                </a:xfrm>
                <a:custGeom>
                  <a:avLst/>
                  <a:gdLst>
                    <a:gd name="connsiteX0" fmla="*/ 876645 w 905194"/>
                    <a:gd name="connsiteY0" fmla="*/ 294308 h 905179"/>
                    <a:gd name="connsiteX1" fmla="*/ 874698 w 905194"/>
                    <a:gd name="connsiteY1" fmla="*/ 289206 h 905179"/>
                    <a:gd name="connsiteX2" fmla="*/ 872668 w 905194"/>
                    <a:gd name="connsiteY2" fmla="*/ 284021 h 905179"/>
                    <a:gd name="connsiteX3" fmla="*/ 859747 w 905194"/>
                    <a:gd name="connsiteY3" fmla="*/ 254888 h 905179"/>
                    <a:gd name="connsiteX4" fmla="*/ 254872 w 905194"/>
                    <a:gd name="connsiteY4" fmla="*/ 45445 h 905179"/>
                    <a:gd name="connsiteX5" fmla="*/ 45428 w 905194"/>
                    <a:gd name="connsiteY5" fmla="*/ 650320 h 905179"/>
                    <a:gd name="connsiteX6" fmla="*/ 61448 w 905194"/>
                    <a:gd name="connsiteY6" fmla="*/ 680358 h 905179"/>
                    <a:gd name="connsiteX7" fmla="*/ 64247 w 905194"/>
                    <a:gd name="connsiteY7" fmla="*/ 685104 h 905179"/>
                    <a:gd name="connsiteX8" fmla="*/ 67099 w 905194"/>
                    <a:gd name="connsiteY8" fmla="*/ 689823 h 905179"/>
                    <a:gd name="connsiteX9" fmla="*/ 286693 w 905194"/>
                    <a:gd name="connsiteY9" fmla="*/ 873507 h 905179"/>
                    <a:gd name="connsiteX10" fmla="*/ 457073 w 905194"/>
                    <a:gd name="connsiteY10" fmla="*/ 905164 h 905179"/>
                    <a:gd name="connsiteX11" fmla="*/ 650304 w 905194"/>
                    <a:gd name="connsiteY11" fmla="*/ 859764 h 905179"/>
                    <a:gd name="connsiteX12" fmla="*/ 886109 w 905194"/>
                    <a:gd name="connsiteY12" fmla="*/ 582042 h 905179"/>
                    <a:gd name="connsiteX13" fmla="*/ 876645 w 905194"/>
                    <a:gd name="connsiteY13" fmla="*/ 294308 h 905179"/>
                    <a:gd name="connsiteX14" fmla="*/ 873381 w 905194"/>
                    <a:gd name="connsiteY14" fmla="*/ 586157 h 905179"/>
                    <a:gd name="connsiteX15" fmla="*/ 645531 w 905194"/>
                    <a:gd name="connsiteY15" fmla="*/ 849888 h 905179"/>
                    <a:gd name="connsiteX16" fmla="*/ 456963 w 905194"/>
                    <a:gd name="connsiteY16" fmla="*/ 894191 h 905179"/>
                    <a:gd name="connsiteX17" fmla="*/ 297830 w 905194"/>
                    <a:gd name="connsiteY17" fmla="*/ 866018 h 905179"/>
                    <a:gd name="connsiteX18" fmla="*/ 76042 w 905194"/>
                    <a:gd name="connsiteY18" fmla="*/ 683376 h 905179"/>
                    <a:gd name="connsiteX19" fmla="*/ 73189 w 905194"/>
                    <a:gd name="connsiteY19" fmla="*/ 678685 h 905179"/>
                    <a:gd name="connsiteX20" fmla="*/ 70391 w 905194"/>
                    <a:gd name="connsiteY20" fmla="*/ 673939 h 905179"/>
                    <a:gd name="connsiteX21" fmla="*/ 55304 w 905194"/>
                    <a:gd name="connsiteY21" fmla="*/ 645520 h 905179"/>
                    <a:gd name="connsiteX22" fmla="*/ 259672 w 905194"/>
                    <a:gd name="connsiteY22" fmla="*/ 55293 h 905179"/>
                    <a:gd name="connsiteX23" fmla="*/ 448212 w 905194"/>
                    <a:gd name="connsiteY23" fmla="*/ 10990 h 905179"/>
                    <a:gd name="connsiteX24" fmla="*/ 849899 w 905194"/>
                    <a:gd name="connsiteY24" fmla="*/ 259661 h 905179"/>
                    <a:gd name="connsiteX25" fmla="*/ 862079 w 905194"/>
                    <a:gd name="connsiteY25" fmla="*/ 287121 h 905179"/>
                    <a:gd name="connsiteX26" fmla="*/ 864136 w 905194"/>
                    <a:gd name="connsiteY26" fmla="*/ 292278 h 905179"/>
                    <a:gd name="connsiteX27" fmla="*/ 866111 w 905194"/>
                    <a:gd name="connsiteY27" fmla="*/ 297380 h 905179"/>
                    <a:gd name="connsiteX28" fmla="*/ 873381 w 905194"/>
                    <a:gd name="connsiteY28" fmla="*/ 586157 h 90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905194" h="905179">
                      <a:moveTo>
                        <a:pt x="876645" y="294308"/>
                      </a:moveTo>
                      <a:cubicBezTo>
                        <a:pt x="876014" y="292607"/>
                        <a:pt x="875383" y="290906"/>
                        <a:pt x="874698" y="289206"/>
                      </a:cubicBezTo>
                      <a:cubicBezTo>
                        <a:pt x="874039" y="287477"/>
                        <a:pt x="873354" y="285749"/>
                        <a:pt x="872668" y="284021"/>
                      </a:cubicBezTo>
                      <a:cubicBezTo>
                        <a:pt x="868717" y="274255"/>
                        <a:pt x="864438" y="264517"/>
                        <a:pt x="859747" y="254888"/>
                      </a:cubicBezTo>
                      <a:cubicBezTo>
                        <a:pt x="750732" y="30357"/>
                        <a:pt x="479402" y="-63597"/>
                        <a:pt x="254872" y="45445"/>
                      </a:cubicBezTo>
                      <a:cubicBezTo>
                        <a:pt x="30368" y="154460"/>
                        <a:pt x="-63587" y="425790"/>
                        <a:pt x="45428" y="650320"/>
                      </a:cubicBezTo>
                      <a:cubicBezTo>
                        <a:pt x="50421" y="660607"/>
                        <a:pt x="55770" y="670620"/>
                        <a:pt x="61448" y="680358"/>
                      </a:cubicBezTo>
                      <a:cubicBezTo>
                        <a:pt x="62354" y="681950"/>
                        <a:pt x="63286" y="683541"/>
                        <a:pt x="64247" y="685104"/>
                      </a:cubicBezTo>
                      <a:cubicBezTo>
                        <a:pt x="65152" y="686695"/>
                        <a:pt x="66112" y="688259"/>
                        <a:pt x="67099" y="689823"/>
                      </a:cubicBezTo>
                      <a:cubicBezTo>
                        <a:pt x="119796" y="775630"/>
                        <a:pt x="197868" y="838559"/>
                        <a:pt x="286693" y="873507"/>
                      </a:cubicBezTo>
                      <a:cubicBezTo>
                        <a:pt x="340597" y="894740"/>
                        <a:pt x="398478" y="905658"/>
                        <a:pt x="457073" y="905164"/>
                      </a:cubicBezTo>
                      <a:cubicBezTo>
                        <a:pt x="522114" y="904643"/>
                        <a:pt x="588033" y="889994"/>
                        <a:pt x="650304" y="859764"/>
                      </a:cubicBezTo>
                      <a:cubicBezTo>
                        <a:pt x="768865" y="802184"/>
                        <a:pt x="851024" y="699341"/>
                        <a:pt x="886109" y="582042"/>
                      </a:cubicBezTo>
                      <a:cubicBezTo>
                        <a:pt x="913624" y="490090"/>
                        <a:pt x="912170" y="389223"/>
                        <a:pt x="876645" y="294308"/>
                      </a:cubicBezTo>
                      <a:close/>
                      <a:moveTo>
                        <a:pt x="873381" y="586157"/>
                      </a:moveTo>
                      <a:cubicBezTo>
                        <a:pt x="837966" y="697586"/>
                        <a:pt x="758770" y="794915"/>
                        <a:pt x="645531" y="849888"/>
                      </a:cubicBezTo>
                      <a:cubicBezTo>
                        <a:pt x="584714" y="879405"/>
                        <a:pt x="520441" y="893670"/>
                        <a:pt x="456963" y="894191"/>
                      </a:cubicBezTo>
                      <a:cubicBezTo>
                        <a:pt x="402373" y="894657"/>
                        <a:pt x="348415" y="884919"/>
                        <a:pt x="297830" y="866018"/>
                      </a:cubicBezTo>
                      <a:cubicBezTo>
                        <a:pt x="207963" y="832414"/>
                        <a:pt x="128849" y="769732"/>
                        <a:pt x="76042" y="683376"/>
                      </a:cubicBezTo>
                      <a:cubicBezTo>
                        <a:pt x="75055" y="681840"/>
                        <a:pt x="74122" y="680276"/>
                        <a:pt x="73189" y="678685"/>
                      </a:cubicBezTo>
                      <a:cubicBezTo>
                        <a:pt x="72229" y="677122"/>
                        <a:pt x="71297" y="675530"/>
                        <a:pt x="70391" y="673939"/>
                      </a:cubicBezTo>
                      <a:cubicBezTo>
                        <a:pt x="65070" y="664722"/>
                        <a:pt x="60022" y="655231"/>
                        <a:pt x="55304" y="645520"/>
                      </a:cubicBezTo>
                      <a:cubicBezTo>
                        <a:pt x="-51078" y="426448"/>
                        <a:pt x="40600" y="161674"/>
                        <a:pt x="259672" y="55293"/>
                      </a:cubicBezTo>
                      <a:cubicBezTo>
                        <a:pt x="320461" y="25776"/>
                        <a:pt x="384735" y="11511"/>
                        <a:pt x="448212" y="10990"/>
                      </a:cubicBezTo>
                      <a:cubicBezTo>
                        <a:pt x="613463" y="9619"/>
                        <a:pt x="773035" y="101406"/>
                        <a:pt x="849899" y="259661"/>
                      </a:cubicBezTo>
                      <a:cubicBezTo>
                        <a:pt x="854316" y="268741"/>
                        <a:pt x="858376" y="277904"/>
                        <a:pt x="862079" y="287121"/>
                      </a:cubicBezTo>
                      <a:cubicBezTo>
                        <a:pt x="862792" y="288822"/>
                        <a:pt x="863478" y="290550"/>
                        <a:pt x="864136" y="292278"/>
                      </a:cubicBezTo>
                      <a:cubicBezTo>
                        <a:pt x="864822" y="293979"/>
                        <a:pt x="865480" y="295680"/>
                        <a:pt x="866111" y="297380"/>
                      </a:cubicBezTo>
                      <a:cubicBezTo>
                        <a:pt x="901965" y="392707"/>
                        <a:pt x="902568" y="494232"/>
                        <a:pt x="873381" y="586157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7" name="图形 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026308" y="1993200"/>
                  <a:ext cx="531353" cy="531522"/>
                </a:xfrm>
                <a:custGeom>
                  <a:avLst/>
                  <a:gdLst>
                    <a:gd name="connsiteX0" fmla="*/ 721218 w 757073"/>
                    <a:gd name="connsiteY0" fmla="*/ 539135 h 757314"/>
                    <a:gd name="connsiteX1" fmla="*/ 543898 w 757073"/>
                    <a:gd name="connsiteY1" fmla="*/ 719199 h 757314"/>
                    <a:gd name="connsiteX2" fmla="*/ 381994 w 757073"/>
                    <a:gd name="connsiteY2" fmla="*/ 757302 h 757314"/>
                    <a:gd name="connsiteX3" fmla="*/ 292977 w 757073"/>
                    <a:gd name="connsiteY3" fmla="*/ 747481 h 757314"/>
                    <a:gd name="connsiteX4" fmla="*/ 181576 w 757073"/>
                    <a:gd name="connsiteY4" fmla="*/ 701999 h 757314"/>
                    <a:gd name="connsiteX5" fmla="*/ 53770 w 757073"/>
                    <a:gd name="connsiteY5" fmla="*/ 573233 h 757314"/>
                    <a:gd name="connsiteX6" fmla="*/ 51000 w 757073"/>
                    <a:gd name="connsiteY6" fmla="*/ 568487 h 757314"/>
                    <a:gd name="connsiteX7" fmla="*/ 48311 w 757073"/>
                    <a:gd name="connsiteY7" fmla="*/ 563714 h 757314"/>
                    <a:gd name="connsiteX8" fmla="*/ 37997 w 757073"/>
                    <a:gd name="connsiteY8" fmla="*/ 544018 h 757314"/>
                    <a:gd name="connsiteX9" fmla="*/ 213178 w 757073"/>
                    <a:gd name="connsiteY9" fmla="*/ 38117 h 757314"/>
                    <a:gd name="connsiteX10" fmla="*/ 375054 w 757073"/>
                    <a:gd name="connsiteY10" fmla="*/ 14 h 757314"/>
                    <a:gd name="connsiteX11" fmla="*/ 575500 w 757073"/>
                    <a:gd name="connsiteY11" fmla="*/ 55317 h 757314"/>
                    <a:gd name="connsiteX12" fmla="*/ 719079 w 757073"/>
                    <a:gd name="connsiteY12" fmla="*/ 213298 h 757314"/>
                    <a:gd name="connsiteX13" fmla="*/ 727473 w 757073"/>
                    <a:gd name="connsiteY13" fmla="*/ 231869 h 757314"/>
                    <a:gd name="connsiteX14" fmla="*/ 729613 w 757073"/>
                    <a:gd name="connsiteY14" fmla="*/ 236999 h 757314"/>
                    <a:gd name="connsiteX15" fmla="*/ 731615 w 757073"/>
                    <a:gd name="connsiteY15" fmla="*/ 242074 h 757314"/>
                    <a:gd name="connsiteX16" fmla="*/ 721218 w 757073"/>
                    <a:gd name="connsiteY16" fmla="*/ 539135 h 757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57073" h="757314">
                      <a:moveTo>
                        <a:pt x="721218" y="539135"/>
                      </a:moveTo>
                      <a:cubicBezTo>
                        <a:pt x="685749" y="615094"/>
                        <a:pt x="625014" y="679806"/>
                        <a:pt x="543898" y="719199"/>
                      </a:cubicBezTo>
                      <a:cubicBezTo>
                        <a:pt x="492792" y="744024"/>
                        <a:pt x="438312" y="756835"/>
                        <a:pt x="381994" y="757302"/>
                      </a:cubicBezTo>
                      <a:cubicBezTo>
                        <a:pt x="351901" y="757549"/>
                        <a:pt x="322028" y="754229"/>
                        <a:pt x="292977" y="747481"/>
                      </a:cubicBezTo>
                      <a:cubicBezTo>
                        <a:pt x="253887" y="738401"/>
                        <a:pt x="216277" y="723094"/>
                        <a:pt x="181576" y="701999"/>
                      </a:cubicBezTo>
                      <a:cubicBezTo>
                        <a:pt x="128989" y="670040"/>
                        <a:pt x="85290" y="625930"/>
                        <a:pt x="53770" y="573233"/>
                      </a:cubicBezTo>
                      <a:cubicBezTo>
                        <a:pt x="52838" y="571669"/>
                        <a:pt x="51905" y="570078"/>
                        <a:pt x="51000" y="568487"/>
                      </a:cubicBezTo>
                      <a:cubicBezTo>
                        <a:pt x="50067" y="566924"/>
                        <a:pt x="49162" y="565305"/>
                        <a:pt x="48311" y="563714"/>
                      </a:cubicBezTo>
                      <a:cubicBezTo>
                        <a:pt x="44663" y="557268"/>
                        <a:pt x="41234" y="550711"/>
                        <a:pt x="37997" y="544018"/>
                      </a:cubicBezTo>
                      <a:cubicBezTo>
                        <a:pt x="-53187" y="356246"/>
                        <a:pt x="25406" y="129301"/>
                        <a:pt x="213178" y="38117"/>
                      </a:cubicBezTo>
                      <a:cubicBezTo>
                        <a:pt x="264283" y="13318"/>
                        <a:pt x="318763" y="480"/>
                        <a:pt x="375054" y="14"/>
                      </a:cubicBezTo>
                      <a:cubicBezTo>
                        <a:pt x="445691" y="-590"/>
                        <a:pt x="514985" y="18558"/>
                        <a:pt x="575500" y="55317"/>
                      </a:cubicBezTo>
                      <a:cubicBezTo>
                        <a:pt x="637551" y="93008"/>
                        <a:pt x="687175" y="147653"/>
                        <a:pt x="719079" y="213298"/>
                      </a:cubicBezTo>
                      <a:cubicBezTo>
                        <a:pt x="722069" y="219442"/>
                        <a:pt x="724867" y="225642"/>
                        <a:pt x="727473" y="231869"/>
                      </a:cubicBezTo>
                      <a:cubicBezTo>
                        <a:pt x="728213" y="233570"/>
                        <a:pt x="728927" y="235298"/>
                        <a:pt x="729613" y="236999"/>
                      </a:cubicBezTo>
                      <a:cubicBezTo>
                        <a:pt x="730298" y="238700"/>
                        <a:pt x="730957" y="240373"/>
                        <a:pt x="731615" y="242074"/>
                      </a:cubicBezTo>
                      <a:cubicBezTo>
                        <a:pt x="769992" y="341048"/>
                        <a:pt x="763738" y="448143"/>
                        <a:pt x="721218" y="539135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8" name="图形 2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124175" y="2091151"/>
                  <a:ext cx="335621" cy="335621"/>
                </a:xfrm>
                <a:custGeom>
                  <a:avLst/>
                  <a:gdLst>
                    <a:gd name="connsiteX0" fmla="*/ 478195 w 478194"/>
                    <a:gd name="connsiteY0" fmla="*/ 239097 h 478194"/>
                    <a:gd name="connsiteX1" fmla="*/ 239097 w 478194"/>
                    <a:gd name="connsiteY1" fmla="*/ 478195 h 478194"/>
                    <a:gd name="connsiteX2" fmla="*/ 0 w 478194"/>
                    <a:gd name="connsiteY2" fmla="*/ 239097 h 478194"/>
                    <a:gd name="connsiteX3" fmla="*/ 239097 w 478194"/>
                    <a:gd name="connsiteY3" fmla="*/ 0 h 478194"/>
                    <a:gd name="connsiteX4" fmla="*/ 478195 w 478194"/>
                    <a:gd name="connsiteY4" fmla="*/ 239097 h 47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194" h="478194">
                      <a:moveTo>
                        <a:pt x="478195" y="239097"/>
                      </a:moveTo>
                      <a:cubicBezTo>
                        <a:pt x="478195" y="371147"/>
                        <a:pt x="371147" y="478195"/>
                        <a:pt x="239097" y="478195"/>
                      </a:cubicBezTo>
                      <a:cubicBezTo>
                        <a:pt x="107048" y="478195"/>
                        <a:pt x="0" y="371147"/>
                        <a:pt x="0" y="239097"/>
                      </a:cubicBezTo>
                      <a:cubicBezTo>
                        <a:pt x="0" y="107047"/>
                        <a:pt x="107048" y="0"/>
                        <a:pt x="239097" y="0"/>
                      </a:cubicBezTo>
                      <a:cubicBezTo>
                        <a:pt x="371147" y="0"/>
                        <a:pt x="478195" y="107047"/>
                        <a:pt x="478195" y="2390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0" name="组合 179"/>
              <p:cNvGrpSpPr/>
              <p:nvPr/>
            </p:nvGrpSpPr>
            <p:grpSpPr>
              <a:xfrm>
                <a:off x="6146886" y="1935908"/>
                <a:ext cx="1361951" cy="1441376"/>
                <a:chOff x="6146886" y="1935908"/>
                <a:chExt cx="1361951" cy="1441376"/>
              </a:xfrm>
            </p:grpSpPr>
            <p:sp>
              <p:nvSpPr>
                <p:cNvPr id="181" name="图形 2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6146886" y="2070127"/>
                  <a:ext cx="1361951" cy="1307157"/>
                </a:xfrm>
                <a:custGeom>
                  <a:avLst/>
                  <a:gdLst>
                    <a:gd name="connsiteX0" fmla="*/ 1936891 w 1940511"/>
                    <a:gd name="connsiteY0" fmla="*/ 932770 h 1862440"/>
                    <a:gd name="connsiteX1" fmla="*/ 1450604 w 1940511"/>
                    <a:gd name="connsiteY1" fmla="*/ 486315 h 1862440"/>
                    <a:gd name="connsiteX2" fmla="*/ 1441606 w 1940511"/>
                    <a:gd name="connsiteY2" fmla="*/ 479950 h 1862440"/>
                    <a:gd name="connsiteX3" fmla="*/ 1438918 w 1940511"/>
                    <a:gd name="connsiteY3" fmla="*/ 484614 h 1862440"/>
                    <a:gd name="connsiteX4" fmla="*/ 1436038 w 1940511"/>
                    <a:gd name="connsiteY4" fmla="*/ 489469 h 1862440"/>
                    <a:gd name="connsiteX5" fmla="*/ 1445035 w 1940511"/>
                    <a:gd name="connsiteY5" fmla="*/ 495833 h 1862440"/>
                    <a:gd name="connsiteX6" fmla="*/ 1924848 w 1940511"/>
                    <a:gd name="connsiteY6" fmla="*/ 935541 h 1862440"/>
                    <a:gd name="connsiteX7" fmla="*/ 1707395 w 1940511"/>
                    <a:gd name="connsiteY7" fmla="*/ 1109103 h 1862440"/>
                    <a:gd name="connsiteX8" fmla="*/ 782333 w 1940511"/>
                    <a:gd name="connsiteY8" fmla="*/ 1847408 h 1862440"/>
                    <a:gd name="connsiteX9" fmla="*/ 10973 w 1940511"/>
                    <a:gd name="connsiteY9" fmla="*/ 1471535 h 1862440"/>
                    <a:gd name="connsiteX10" fmla="*/ 10973 w 1940511"/>
                    <a:gd name="connsiteY10" fmla="*/ 11302 h 1862440"/>
                    <a:gd name="connsiteX11" fmla="*/ 519123 w 1940511"/>
                    <a:gd name="connsiteY11" fmla="*/ 77413 h 1862440"/>
                    <a:gd name="connsiteX12" fmla="*/ 632445 w 1940511"/>
                    <a:gd name="connsiteY12" fmla="*/ 106381 h 1862440"/>
                    <a:gd name="connsiteX13" fmla="*/ 643033 w 1940511"/>
                    <a:gd name="connsiteY13" fmla="*/ 109371 h 1862440"/>
                    <a:gd name="connsiteX14" fmla="*/ 644981 w 1940511"/>
                    <a:gd name="connsiteY14" fmla="*/ 104214 h 1862440"/>
                    <a:gd name="connsiteX15" fmla="*/ 646984 w 1940511"/>
                    <a:gd name="connsiteY15" fmla="*/ 99084 h 1862440"/>
                    <a:gd name="connsiteX16" fmla="*/ 636340 w 1940511"/>
                    <a:gd name="connsiteY16" fmla="*/ 96094 h 1862440"/>
                    <a:gd name="connsiteX17" fmla="*/ 521592 w 1940511"/>
                    <a:gd name="connsiteY17" fmla="*/ 66715 h 1862440"/>
                    <a:gd name="connsiteX18" fmla="*/ 5651 w 1940511"/>
                    <a:gd name="connsiteY18" fmla="*/ 165 h 1862440"/>
                    <a:gd name="connsiteX19" fmla="*/ 0 w 1940511"/>
                    <a:gd name="connsiteY19" fmla="*/ 0 h 1862440"/>
                    <a:gd name="connsiteX20" fmla="*/ 0 w 1940511"/>
                    <a:gd name="connsiteY20" fmla="*/ 1481794 h 1862440"/>
                    <a:gd name="connsiteX21" fmla="*/ 5102 w 1940511"/>
                    <a:gd name="connsiteY21" fmla="*/ 1482124 h 1862440"/>
                    <a:gd name="connsiteX22" fmla="*/ 777615 w 1940511"/>
                    <a:gd name="connsiteY22" fmla="*/ 1858573 h 1862440"/>
                    <a:gd name="connsiteX23" fmla="*/ 781071 w 1940511"/>
                    <a:gd name="connsiteY23" fmla="*/ 1862441 h 1862440"/>
                    <a:gd name="connsiteX24" fmla="*/ 1936123 w 1940511"/>
                    <a:gd name="connsiteY24" fmla="*/ 940588 h 1862440"/>
                    <a:gd name="connsiteX25" fmla="*/ 1940512 w 1940511"/>
                    <a:gd name="connsiteY25" fmla="*/ 937077 h 1862440"/>
                    <a:gd name="connsiteX26" fmla="*/ 1936891 w 1940511"/>
                    <a:gd name="connsiteY26" fmla="*/ 932770 h 1862440"/>
                    <a:gd name="connsiteX27" fmla="*/ 1063621 w 1940511"/>
                    <a:gd name="connsiteY27" fmla="*/ 257477 h 1862440"/>
                    <a:gd name="connsiteX28" fmla="*/ 1043047 w 1940511"/>
                    <a:gd name="connsiteY28" fmla="*/ 247464 h 1862440"/>
                    <a:gd name="connsiteX29" fmla="*/ 707691 w 1940511"/>
                    <a:gd name="connsiteY29" fmla="*/ 117190 h 1862440"/>
                    <a:gd name="connsiteX30" fmla="*/ 705633 w 1940511"/>
                    <a:gd name="connsiteY30" fmla="*/ 122292 h 1862440"/>
                    <a:gd name="connsiteX31" fmla="*/ 703658 w 1940511"/>
                    <a:gd name="connsiteY31" fmla="*/ 127422 h 1862440"/>
                    <a:gd name="connsiteX32" fmla="*/ 1038301 w 1940511"/>
                    <a:gd name="connsiteY32" fmla="*/ 257367 h 1862440"/>
                    <a:gd name="connsiteX33" fmla="*/ 1058848 w 1940511"/>
                    <a:gd name="connsiteY33" fmla="*/ 267352 h 1862440"/>
                    <a:gd name="connsiteX34" fmla="*/ 1383917 w 1940511"/>
                    <a:gd name="connsiteY34" fmla="*/ 453588 h 1862440"/>
                    <a:gd name="connsiteX35" fmla="*/ 1386742 w 1940511"/>
                    <a:gd name="connsiteY35" fmla="*/ 448733 h 1862440"/>
                    <a:gd name="connsiteX36" fmla="*/ 1386742 w 1940511"/>
                    <a:gd name="connsiteY36" fmla="*/ 448705 h 1862440"/>
                    <a:gd name="connsiteX37" fmla="*/ 1389376 w 1940511"/>
                    <a:gd name="connsiteY37" fmla="*/ 444014 h 1862440"/>
                    <a:gd name="connsiteX38" fmla="*/ 1063621 w 1940511"/>
                    <a:gd name="connsiteY38" fmla="*/ 257477 h 18624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1940511" h="1862440">
                      <a:moveTo>
                        <a:pt x="1936891" y="932770"/>
                      </a:moveTo>
                      <a:cubicBezTo>
                        <a:pt x="1795287" y="765243"/>
                        <a:pt x="1630887" y="614641"/>
                        <a:pt x="1450604" y="486315"/>
                      </a:cubicBezTo>
                      <a:cubicBezTo>
                        <a:pt x="1447614" y="484202"/>
                        <a:pt x="1444597" y="482062"/>
                        <a:pt x="1441606" y="479950"/>
                      </a:cubicBezTo>
                      <a:cubicBezTo>
                        <a:pt x="1440701" y="481514"/>
                        <a:pt x="1439823" y="483077"/>
                        <a:pt x="1438918" y="484614"/>
                      </a:cubicBezTo>
                      <a:cubicBezTo>
                        <a:pt x="1437958" y="486260"/>
                        <a:pt x="1436998" y="487878"/>
                        <a:pt x="1436038" y="489469"/>
                      </a:cubicBezTo>
                      <a:cubicBezTo>
                        <a:pt x="1439055" y="491581"/>
                        <a:pt x="1442045" y="493694"/>
                        <a:pt x="1445035" y="495833"/>
                      </a:cubicBezTo>
                      <a:cubicBezTo>
                        <a:pt x="1622712" y="622377"/>
                        <a:pt x="1784863" y="770675"/>
                        <a:pt x="1924848" y="935541"/>
                      </a:cubicBezTo>
                      <a:lnTo>
                        <a:pt x="1707395" y="1109103"/>
                      </a:lnTo>
                      <a:lnTo>
                        <a:pt x="782333" y="1847408"/>
                      </a:lnTo>
                      <a:cubicBezTo>
                        <a:pt x="581997" y="1626059"/>
                        <a:pt x="308418" y="1492740"/>
                        <a:pt x="10973" y="1471535"/>
                      </a:cubicBezTo>
                      <a:lnTo>
                        <a:pt x="10973" y="11302"/>
                      </a:lnTo>
                      <a:cubicBezTo>
                        <a:pt x="182477" y="16788"/>
                        <a:pt x="353434" y="39036"/>
                        <a:pt x="519123" y="77413"/>
                      </a:cubicBezTo>
                      <a:cubicBezTo>
                        <a:pt x="557089" y="86219"/>
                        <a:pt x="594890" y="95875"/>
                        <a:pt x="632445" y="106381"/>
                      </a:cubicBezTo>
                      <a:cubicBezTo>
                        <a:pt x="635983" y="107369"/>
                        <a:pt x="639522" y="108356"/>
                        <a:pt x="643033" y="109371"/>
                      </a:cubicBezTo>
                      <a:cubicBezTo>
                        <a:pt x="643664" y="107643"/>
                        <a:pt x="644295" y="105915"/>
                        <a:pt x="644981" y="104214"/>
                      </a:cubicBezTo>
                      <a:cubicBezTo>
                        <a:pt x="645612" y="102486"/>
                        <a:pt x="646298" y="100785"/>
                        <a:pt x="646984" y="99084"/>
                      </a:cubicBezTo>
                      <a:cubicBezTo>
                        <a:pt x="643445" y="98069"/>
                        <a:pt x="639906" y="97082"/>
                        <a:pt x="636340" y="96094"/>
                      </a:cubicBezTo>
                      <a:cubicBezTo>
                        <a:pt x="598319" y="85423"/>
                        <a:pt x="560052" y="75630"/>
                        <a:pt x="521592" y="66715"/>
                      </a:cubicBezTo>
                      <a:cubicBezTo>
                        <a:pt x="353379" y="27761"/>
                        <a:pt x="179789" y="5349"/>
                        <a:pt x="5651" y="165"/>
                      </a:cubicBezTo>
                      <a:lnTo>
                        <a:pt x="0" y="0"/>
                      </a:lnTo>
                      <a:lnTo>
                        <a:pt x="0" y="1481794"/>
                      </a:lnTo>
                      <a:lnTo>
                        <a:pt x="5102" y="1482124"/>
                      </a:lnTo>
                      <a:cubicBezTo>
                        <a:pt x="303398" y="1502094"/>
                        <a:pt x="577745" y="1635770"/>
                        <a:pt x="777615" y="1858573"/>
                      </a:cubicBezTo>
                      <a:lnTo>
                        <a:pt x="781071" y="1862441"/>
                      </a:lnTo>
                      <a:lnTo>
                        <a:pt x="1936123" y="940588"/>
                      </a:lnTo>
                      <a:lnTo>
                        <a:pt x="1940512" y="937077"/>
                      </a:lnTo>
                      <a:lnTo>
                        <a:pt x="1936891" y="932770"/>
                      </a:lnTo>
                      <a:close/>
                      <a:moveTo>
                        <a:pt x="1063621" y="257477"/>
                      </a:moveTo>
                      <a:lnTo>
                        <a:pt x="1043047" y="247464"/>
                      </a:lnTo>
                      <a:cubicBezTo>
                        <a:pt x="934526" y="196441"/>
                        <a:pt x="822301" y="152851"/>
                        <a:pt x="707691" y="117190"/>
                      </a:cubicBezTo>
                      <a:lnTo>
                        <a:pt x="705633" y="122292"/>
                      </a:lnTo>
                      <a:cubicBezTo>
                        <a:pt x="704948" y="123993"/>
                        <a:pt x="704289" y="125693"/>
                        <a:pt x="703658" y="127422"/>
                      </a:cubicBezTo>
                      <a:cubicBezTo>
                        <a:pt x="818050" y="162973"/>
                        <a:pt x="930054" y="206453"/>
                        <a:pt x="1038301" y="257367"/>
                      </a:cubicBezTo>
                      <a:lnTo>
                        <a:pt x="1058848" y="267352"/>
                      </a:lnTo>
                      <a:cubicBezTo>
                        <a:pt x="1171237" y="321448"/>
                        <a:pt x="1280005" y="383829"/>
                        <a:pt x="1383917" y="453588"/>
                      </a:cubicBezTo>
                      <a:cubicBezTo>
                        <a:pt x="1384877" y="451970"/>
                        <a:pt x="1385810" y="450351"/>
                        <a:pt x="1386742" y="448733"/>
                      </a:cubicBezTo>
                      <a:cubicBezTo>
                        <a:pt x="1386742" y="448733"/>
                        <a:pt x="1386742" y="448733"/>
                        <a:pt x="1386742" y="448705"/>
                      </a:cubicBezTo>
                      <a:cubicBezTo>
                        <a:pt x="1387648" y="447142"/>
                        <a:pt x="1388525" y="445578"/>
                        <a:pt x="1389376" y="444014"/>
                      </a:cubicBezTo>
                      <a:cubicBezTo>
                        <a:pt x="1285244" y="374145"/>
                        <a:pt x="1176229" y="311655"/>
                        <a:pt x="1063621" y="257477"/>
                      </a:cubicBezTo>
                      <a:close/>
                    </a:path>
                  </a:pathLst>
                </a:custGeom>
                <a:solidFill>
                  <a:srgbClr val="498DF2"/>
                </a:solidFill>
                <a:ln w="2743" cap="flat">
                  <a:solidFill>
                    <a:srgbClr val="FF941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2" name="图形 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150737" y="2074093"/>
                  <a:ext cx="448830" cy="275263"/>
                </a:xfrm>
                <a:custGeom>
                  <a:avLst/>
                  <a:gdLst>
                    <a:gd name="connsiteX0" fmla="*/ 637547 w 639494"/>
                    <a:gd name="connsiteY0" fmla="*/ 103720 h 392195"/>
                    <a:gd name="connsiteX1" fmla="*/ 632033 w 639494"/>
                    <a:gd name="connsiteY1" fmla="*/ 392195 h 392195"/>
                    <a:gd name="connsiteX2" fmla="*/ 619250 w 639494"/>
                    <a:gd name="connsiteY2" fmla="*/ 388190 h 392195"/>
                    <a:gd name="connsiteX3" fmla="*/ 619250 w 639494"/>
                    <a:gd name="connsiteY3" fmla="*/ 388163 h 392195"/>
                    <a:gd name="connsiteX4" fmla="*/ 5486 w 639494"/>
                    <a:gd name="connsiteY4" fmla="*/ 283976 h 392195"/>
                    <a:gd name="connsiteX5" fmla="*/ 0 w 639494"/>
                    <a:gd name="connsiteY5" fmla="*/ 283784 h 392195"/>
                    <a:gd name="connsiteX6" fmla="*/ 0 w 639494"/>
                    <a:gd name="connsiteY6" fmla="*/ 0 h 392195"/>
                    <a:gd name="connsiteX7" fmla="*/ 514871 w 639494"/>
                    <a:gd name="connsiteY7" fmla="*/ 66413 h 392195"/>
                    <a:gd name="connsiteX8" fmla="*/ 628879 w 639494"/>
                    <a:gd name="connsiteY8" fmla="*/ 95573 h 392195"/>
                    <a:gd name="connsiteX9" fmla="*/ 639495 w 639494"/>
                    <a:gd name="connsiteY9" fmla="*/ 98563 h 392195"/>
                    <a:gd name="connsiteX10" fmla="*/ 637547 w 639494"/>
                    <a:gd name="connsiteY10" fmla="*/ 103720 h 392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39494" h="392195">
                      <a:moveTo>
                        <a:pt x="637547" y="103720"/>
                      </a:moveTo>
                      <a:cubicBezTo>
                        <a:pt x="603229" y="196578"/>
                        <a:pt x="601172" y="297253"/>
                        <a:pt x="632033" y="392195"/>
                      </a:cubicBezTo>
                      <a:cubicBezTo>
                        <a:pt x="627781" y="390824"/>
                        <a:pt x="623529" y="389479"/>
                        <a:pt x="619250" y="388190"/>
                      </a:cubicBezTo>
                      <a:lnTo>
                        <a:pt x="619250" y="388163"/>
                      </a:lnTo>
                      <a:cubicBezTo>
                        <a:pt x="424373" y="327401"/>
                        <a:pt x="218551" y="291438"/>
                        <a:pt x="5486" y="283976"/>
                      </a:cubicBezTo>
                      <a:cubicBezTo>
                        <a:pt x="3648" y="283894"/>
                        <a:pt x="1838" y="283839"/>
                        <a:pt x="0" y="283784"/>
                      </a:cubicBezTo>
                      <a:lnTo>
                        <a:pt x="0" y="0"/>
                      </a:lnTo>
                      <a:cubicBezTo>
                        <a:pt x="173864" y="5185"/>
                        <a:pt x="346740" y="27459"/>
                        <a:pt x="514871" y="66413"/>
                      </a:cubicBezTo>
                      <a:cubicBezTo>
                        <a:pt x="553084" y="75273"/>
                        <a:pt x="591077" y="84984"/>
                        <a:pt x="628879" y="95573"/>
                      </a:cubicBezTo>
                      <a:cubicBezTo>
                        <a:pt x="632417" y="96561"/>
                        <a:pt x="635956" y="97548"/>
                        <a:pt x="639495" y="98563"/>
                      </a:cubicBezTo>
                      <a:cubicBezTo>
                        <a:pt x="638809" y="100264"/>
                        <a:pt x="638178" y="101992"/>
                        <a:pt x="637547" y="103720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3" name="图形 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6999899" y="2410253"/>
                  <a:ext cx="503452" cy="441225"/>
                </a:xfrm>
                <a:custGeom>
                  <a:avLst/>
                  <a:gdLst>
                    <a:gd name="connsiteX0" fmla="*/ 717319 w 717319"/>
                    <a:gd name="connsiteY0" fmla="*/ 451695 h 628659"/>
                    <a:gd name="connsiteX1" fmla="*/ 495587 w 717319"/>
                    <a:gd name="connsiteY1" fmla="*/ 628659 h 628659"/>
                    <a:gd name="connsiteX2" fmla="*/ 492020 w 717319"/>
                    <a:gd name="connsiteY2" fmla="*/ 624490 h 628659"/>
                    <a:gd name="connsiteX3" fmla="*/ 11138 w 717319"/>
                    <a:gd name="connsiteY3" fmla="*/ 196962 h 628659"/>
                    <a:gd name="connsiteX4" fmla="*/ 0 w 717319"/>
                    <a:gd name="connsiteY4" fmla="*/ 189555 h 628659"/>
                    <a:gd name="connsiteX5" fmla="*/ 220663 w 717319"/>
                    <a:gd name="connsiteY5" fmla="*/ 4856 h 628659"/>
                    <a:gd name="connsiteX6" fmla="*/ 223543 w 717319"/>
                    <a:gd name="connsiteY6" fmla="*/ 0 h 628659"/>
                    <a:gd name="connsiteX7" fmla="*/ 232514 w 717319"/>
                    <a:gd name="connsiteY7" fmla="*/ 6364 h 628659"/>
                    <a:gd name="connsiteX8" fmla="*/ 717319 w 717319"/>
                    <a:gd name="connsiteY8" fmla="*/ 451695 h 62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17319" h="628659">
                      <a:moveTo>
                        <a:pt x="717319" y="451695"/>
                      </a:moveTo>
                      <a:lnTo>
                        <a:pt x="495587" y="628659"/>
                      </a:lnTo>
                      <a:cubicBezTo>
                        <a:pt x="494407" y="627260"/>
                        <a:pt x="493200" y="625861"/>
                        <a:pt x="492020" y="624490"/>
                      </a:cubicBezTo>
                      <a:cubicBezTo>
                        <a:pt x="352337" y="460913"/>
                        <a:pt x="190488" y="316867"/>
                        <a:pt x="11138" y="196962"/>
                      </a:cubicBezTo>
                      <a:cubicBezTo>
                        <a:pt x="7434" y="194465"/>
                        <a:pt x="3731" y="191997"/>
                        <a:pt x="0" y="189555"/>
                      </a:cubicBezTo>
                      <a:cubicBezTo>
                        <a:pt x="93022" y="154058"/>
                        <a:pt x="169914" y="89483"/>
                        <a:pt x="220663" y="4856"/>
                      </a:cubicBezTo>
                      <a:cubicBezTo>
                        <a:pt x="221623" y="3264"/>
                        <a:pt x="222583" y="1646"/>
                        <a:pt x="223543" y="0"/>
                      </a:cubicBezTo>
                      <a:cubicBezTo>
                        <a:pt x="226534" y="2112"/>
                        <a:pt x="229524" y="4225"/>
                        <a:pt x="232514" y="6364"/>
                      </a:cubicBezTo>
                      <a:cubicBezTo>
                        <a:pt x="412248" y="134280"/>
                        <a:pt x="575853" y="284305"/>
                        <a:pt x="717319" y="451695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4" name="图形 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571357" y="1935908"/>
                  <a:ext cx="635678" cy="635697"/>
                </a:xfrm>
                <a:custGeom>
                  <a:avLst/>
                  <a:gdLst>
                    <a:gd name="connsiteX0" fmla="*/ 879585 w 905715"/>
                    <a:gd name="connsiteY0" fmla="*/ 301978 h 905743"/>
                    <a:gd name="connsiteX1" fmla="*/ 647922 w 905715"/>
                    <a:gd name="connsiteY1" fmla="*/ 44419 h 905743"/>
                    <a:gd name="connsiteX2" fmla="*/ 301977 w 905715"/>
                    <a:gd name="connsiteY2" fmla="*/ 26122 h 905743"/>
                    <a:gd name="connsiteX3" fmla="*/ 44418 w 905715"/>
                    <a:gd name="connsiteY3" fmla="*/ 257812 h 905743"/>
                    <a:gd name="connsiteX4" fmla="*/ 31552 w 905715"/>
                    <a:gd name="connsiteY4" fmla="*/ 287329 h 905743"/>
                    <a:gd name="connsiteX5" fmla="*/ 29577 w 905715"/>
                    <a:gd name="connsiteY5" fmla="*/ 292459 h 905743"/>
                    <a:gd name="connsiteX6" fmla="*/ 27657 w 905715"/>
                    <a:gd name="connsiteY6" fmla="*/ 297616 h 905743"/>
                    <a:gd name="connsiteX7" fmla="*/ 19949 w 905715"/>
                    <a:gd name="connsiteY7" fmla="*/ 585049 h 905743"/>
                    <a:gd name="connsiteX8" fmla="*/ 19949 w 905715"/>
                    <a:gd name="connsiteY8" fmla="*/ 585076 h 905743"/>
                    <a:gd name="connsiteX9" fmla="*/ 26121 w 905715"/>
                    <a:gd name="connsiteY9" fmla="*/ 603757 h 905743"/>
                    <a:gd name="connsiteX10" fmla="*/ 257784 w 905715"/>
                    <a:gd name="connsiteY10" fmla="*/ 861316 h 905743"/>
                    <a:gd name="connsiteX11" fmla="*/ 456255 w 905715"/>
                    <a:gd name="connsiteY11" fmla="*/ 905729 h 905743"/>
                    <a:gd name="connsiteX12" fmla="*/ 603729 w 905715"/>
                    <a:gd name="connsiteY12" fmla="*/ 879614 h 905743"/>
                    <a:gd name="connsiteX13" fmla="*/ 621725 w 905715"/>
                    <a:gd name="connsiteY13" fmla="*/ 872810 h 905743"/>
                    <a:gd name="connsiteX14" fmla="*/ 840248 w 905715"/>
                    <a:gd name="connsiteY14" fmla="*/ 687068 h 905743"/>
                    <a:gd name="connsiteX15" fmla="*/ 843101 w 905715"/>
                    <a:gd name="connsiteY15" fmla="*/ 682213 h 905743"/>
                    <a:gd name="connsiteX16" fmla="*/ 845816 w 905715"/>
                    <a:gd name="connsiteY16" fmla="*/ 677549 h 905743"/>
                    <a:gd name="connsiteX17" fmla="*/ 861288 w 905715"/>
                    <a:gd name="connsiteY17" fmla="*/ 647923 h 905743"/>
                    <a:gd name="connsiteX18" fmla="*/ 879585 w 905715"/>
                    <a:gd name="connsiteY18" fmla="*/ 301978 h 905743"/>
                    <a:gd name="connsiteX19" fmla="*/ 851385 w 905715"/>
                    <a:gd name="connsiteY19" fmla="*/ 643205 h 905743"/>
                    <a:gd name="connsiteX20" fmla="*/ 836819 w 905715"/>
                    <a:gd name="connsiteY20" fmla="*/ 671185 h 905743"/>
                    <a:gd name="connsiteX21" fmla="*/ 834130 w 905715"/>
                    <a:gd name="connsiteY21" fmla="*/ 675849 h 905743"/>
                    <a:gd name="connsiteX22" fmla="*/ 831250 w 905715"/>
                    <a:gd name="connsiteY22" fmla="*/ 680704 h 905743"/>
                    <a:gd name="connsiteX23" fmla="*/ 610587 w 905715"/>
                    <a:gd name="connsiteY23" fmla="*/ 865404 h 905743"/>
                    <a:gd name="connsiteX24" fmla="*/ 600081 w 905715"/>
                    <a:gd name="connsiteY24" fmla="*/ 869272 h 905743"/>
                    <a:gd name="connsiteX25" fmla="*/ 262530 w 905715"/>
                    <a:gd name="connsiteY25" fmla="*/ 851413 h 905743"/>
                    <a:gd name="connsiteX26" fmla="*/ 36463 w 905715"/>
                    <a:gd name="connsiteY26" fmla="*/ 600109 h 905743"/>
                    <a:gd name="connsiteX27" fmla="*/ 32732 w 905715"/>
                    <a:gd name="connsiteY27" fmla="*/ 589081 h 905743"/>
                    <a:gd name="connsiteX28" fmla="*/ 38246 w 905715"/>
                    <a:gd name="connsiteY28" fmla="*/ 300606 h 905743"/>
                    <a:gd name="connsiteX29" fmla="*/ 40194 w 905715"/>
                    <a:gd name="connsiteY29" fmla="*/ 295449 h 905743"/>
                    <a:gd name="connsiteX30" fmla="*/ 42196 w 905715"/>
                    <a:gd name="connsiteY30" fmla="*/ 290319 h 905743"/>
                    <a:gd name="connsiteX31" fmla="*/ 54321 w 905715"/>
                    <a:gd name="connsiteY31" fmla="*/ 262531 h 905743"/>
                    <a:gd name="connsiteX32" fmla="*/ 305626 w 905715"/>
                    <a:gd name="connsiteY32" fmla="*/ 36464 h 905743"/>
                    <a:gd name="connsiteX33" fmla="*/ 449534 w 905715"/>
                    <a:gd name="connsiteY33" fmla="*/ 11007 h 905743"/>
                    <a:gd name="connsiteX34" fmla="*/ 643176 w 905715"/>
                    <a:gd name="connsiteY34" fmla="*/ 54322 h 905743"/>
                    <a:gd name="connsiteX35" fmla="*/ 869243 w 905715"/>
                    <a:gd name="connsiteY35" fmla="*/ 305626 h 905743"/>
                    <a:gd name="connsiteX36" fmla="*/ 894755 w 905715"/>
                    <a:gd name="connsiteY36" fmla="*/ 453183 h 905743"/>
                    <a:gd name="connsiteX37" fmla="*/ 851385 w 905715"/>
                    <a:gd name="connsiteY37" fmla="*/ 643205 h 90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905715" h="905743">
                      <a:moveTo>
                        <a:pt x="879585" y="301978"/>
                      </a:moveTo>
                      <a:cubicBezTo>
                        <a:pt x="839288" y="187998"/>
                        <a:pt x="757019" y="96540"/>
                        <a:pt x="647922" y="44419"/>
                      </a:cubicBezTo>
                      <a:cubicBezTo>
                        <a:pt x="538798" y="-7675"/>
                        <a:pt x="415957" y="-14176"/>
                        <a:pt x="301977" y="26122"/>
                      </a:cubicBezTo>
                      <a:cubicBezTo>
                        <a:pt x="187970" y="66419"/>
                        <a:pt x="96511" y="148715"/>
                        <a:pt x="44418" y="257812"/>
                      </a:cubicBezTo>
                      <a:cubicBezTo>
                        <a:pt x="39755" y="267551"/>
                        <a:pt x="35475" y="277399"/>
                        <a:pt x="31552" y="287329"/>
                      </a:cubicBezTo>
                      <a:cubicBezTo>
                        <a:pt x="30894" y="289057"/>
                        <a:pt x="30208" y="290758"/>
                        <a:pt x="29577" y="292459"/>
                      </a:cubicBezTo>
                      <a:cubicBezTo>
                        <a:pt x="28919" y="294187"/>
                        <a:pt x="28260" y="295915"/>
                        <a:pt x="27657" y="297616"/>
                      </a:cubicBezTo>
                      <a:cubicBezTo>
                        <a:pt x="-6331" y="390144"/>
                        <a:pt x="-9102" y="490189"/>
                        <a:pt x="19949" y="585049"/>
                      </a:cubicBezTo>
                      <a:lnTo>
                        <a:pt x="19949" y="585076"/>
                      </a:lnTo>
                      <a:cubicBezTo>
                        <a:pt x="21869" y="591331"/>
                        <a:pt x="23926" y="597530"/>
                        <a:pt x="26121" y="603757"/>
                      </a:cubicBezTo>
                      <a:cubicBezTo>
                        <a:pt x="66418" y="717737"/>
                        <a:pt x="148687" y="809196"/>
                        <a:pt x="257784" y="861316"/>
                      </a:cubicBezTo>
                      <a:cubicBezTo>
                        <a:pt x="320823" y="891409"/>
                        <a:pt x="388415" y="906277"/>
                        <a:pt x="456255" y="905729"/>
                      </a:cubicBezTo>
                      <a:cubicBezTo>
                        <a:pt x="505852" y="905290"/>
                        <a:pt x="555586" y="896621"/>
                        <a:pt x="603729" y="879614"/>
                      </a:cubicBezTo>
                      <a:cubicBezTo>
                        <a:pt x="609791" y="877474"/>
                        <a:pt x="615799" y="875197"/>
                        <a:pt x="621725" y="872810"/>
                      </a:cubicBezTo>
                      <a:cubicBezTo>
                        <a:pt x="713594" y="835997"/>
                        <a:pt x="789553" y="771257"/>
                        <a:pt x="840248" y="687068"/>
                      </a:cubicBezTo>
                      <a:cubicBezTo>
                        <a:pt x="841208" y="685450"/>
                        <a:pt x="842168" y="683831"/>
                        <a:pt x="843101" y="682213"/>
                      </a:cubicBezTo>
                      <a:cubicBezTo>
                        <a:pt x="844033" y="680677"/>
                        <a:pt x="844939" y="679113"/>
                        <a:pt x="845816" y="677549"/>
                      </a:cubicBezTo>
                      <a:cubicBezTo>
                        <a:pt x="851303" y="667893"/>
                        <a:pt x="856460" y="658018"/>
                        <a:pt x="861288" y="647923"/>
                      </a:cubicBezTo>
                      <a:cubicBezTo>
                        <a:pt x="913409" y="538826"/>
                        <a:pt x="919883" y="415958"/>
                        <a:pt x="879585" y="301978"/>
                      </a:cubicBezTo>
                      <a:close/>
                      <a:moveTo>
                        <a:pt x="851385" y="643205"/>
                      </a:moveTo>
                      <a:cubicBezTo>
                        <a:pt x="846831" y="652751"/>
                        <a:pt x="841976" y="662078"/>
                        <a:pt x="836819" y="671185"/>
                      </a:cubicBezTo>
                      <a:cubicBezTo>
                        <a:pt x="835914" y="672749"/>
                        <a:pt x="835036" y="674312"/>
                        <a:pt x="834130" y="675849"/>
                      </a:cubicBezTo>
                      <a:cubicBezTo>
                        <a:pt x="833170" y="677495"/>
                        <a:pt x="832210" y="679113"/>
                        <a:pt x="831250" y="680704"/>
                      </a:cubicBezTo>
                      <a:cubicBezTo>
                        <a:pt x="780501" y="765332"/>
                        <a:pt x="703609" y="829907"/>
                        <a:pt x="610587" y="865404"/>
                      </a:cubicBezTo>
                      <a:cubicBezTo>
                        <a:pt x="607103" y="866748"/>
                        <a:pt x="603592" y="868037"/>
                        <a:pt x="600081" y="869272"/>
                      </a:cubicBezTo>
                      <a:cubicBezTo>
                        <a:pt x="488871" y="908582"/>
                        <a:pt x="368966" y="902245"/>
                        <a:pt x="262530" y="851413"/>
                      </a:cubicBezTo>
                      <a:cubicBezTo>
                        <a:pt x="156066" y="800582"/>
                        <a:pt x="75773" y="711318"/>
                        <a:pt x="36463" y="600109"/>
                      </a:cubicBezTo>
                      <a:cubicBezTo>
                        <a:pt x="35173" y="596433"/>
                        <a:pt x="33912" y="592757"/>
                        <a:pt x="32732" y="589081"/>
                      </a:cubicBezTo>
                      <a:cubicBezTo>
                        <a:pt x="1871" y="494139"/>
                        <a:pt x="3928" y="393464"/>
                        <a:pt x="38246" y="300606"/>
                      </a:cubicBezTo>
                      <a:cubicBezTo>
                        <a:pt x="38877" y="298878"/>
                        <a:pt x="39508" y="297150"/>
                        <a:pt x="40194" y="295449"/>
                      </a:cubicBezTo>
                      <a:cubicBezTo>
                        <a:pt x="40824" y="293721"/>
                        <a:pt x="41510" y="292020"/>
                        <a:pt x="42196" y="290319"/>
                      </a:cubicBezTo>
                      <a:cubicBezTo>
                        <a:pt x="45899" y="280965"/>
                        <a:pt x="49932" y="271693"/>
                        <a:pt x="54321" y="262531"/>
                      </a:cubicBezTo>
                      <a:cubicBezTo>
                        <a:pt x="105152" y="156095"/>
                        <a:pt x="194416" y="75801"/>
                        <a:pt x="305626" y="36464"/>
                      </a:cubicBezTo>
                      <a:cubicBezTo>
                        <a:pt x="352616" y="19867"/>
                        <a:pt x="401116" y="11391"/>
                        <a:pt x="449534" y="11007"/>
                      </a:cubicBezTo>
                      <a:cubicBezTo>
                        <a:pt x="515727" y="10431"/>
                        <a:pt x="581701" y="24970"/>
                        <a:pt x="643176" y="54322"/>
                      </a:cubicBezTo>
                      <a:cubicBezTo>
                        <a:pt x="749640" y="105153"/>
                        <a:pt x="829933" y="194417"/>
                        <a:pt x="869243" y="305626"/>
                      </a:cubicBezTo>
                      <a:cubicBezTo>
                        <a:pt x="886279" y="353797"/>
                        <a:pt x="894755" y="403586"/>
                        <a:pt x="894755" y="453183"/>
                      </a:cubicBezTo>
                      <a:cubicBezTo>
                        <a:pt x="894755" y="518169"/>
                        <a:pt x="880216" y="582827"/>
                        <a:pt x="851385" y="643205"/>
                      </a:cubicBezTo>
                      <a:close/>
                    </a:path>
                  </a:pathLst>
                </a:custGeom>
                <a:solidFill>
                  <a:srgbClr val="498DF2"/>
                </a:solidFill>
                <a:ln w="2743" cap="flat">
                  <a:solidFill>
                    <a:srgbClr val="FF941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5" name="图形 2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623363" y="1987983"/>
                  <a:ext cx="531659" cy="531540"/>
                </a:xfrm>
                <a:custGeom>
                  <a:avLst/>
                  <a:gdLst>
                    <a:gd name="connsiteX0" fmla="*/ 720366 w 757509"/>
                    <a:gd name="connsiteY0" fmla="*/ 541795 h 757340"/>
                    <a:gd name="connsiteX1" fmla="*/ 710491 w 757509"/>
                    <a:gd name="connsiteY1" fmla="*/ 561052 h 757340"/>
                    <a:gd name="connsiteX2" fmla="*/ 707857 w 757509"/>
                    <a:gd name="connsiteY2" fmla="*/ 565743 h 757340"/>
                    <a:gd name="connsiteX3" fmla="*/ 707857 w 757509"/>
                    <a:gd name="connsiteY3" fmla="*/ 565770 h 757340"/>
                    <a:gd name="connsiteX4" fmla="*/ 705032 w 757509"/>
                    <a:gd name="connsiteY4" fmla="*/ 570626 h 757340"/>
                    <a:gd name="connsiteX5" fmla="*/ 579448 w 757509"/>
                    <a:gd name="connsiteY5" fmla="*/ 699721 h 757340"/>
                    <a:gd name="connsiteX6" fmla="*/ 466758 w 757509"/>
                    <a:gd name="connsiteY6" fmla="*/ 746904 h 757340"/>
                    <a:gd name="connsiteX7" fmla="*/ 381581 w 757509"/>
                    <a:gd name="connsiteY7" fmla="*/ 757328 h 757340"/>
                    <a:gd name="connsiteX8" fmla="*/ 215617 w 757509"/>
                    <a:gd name="connsiteY8" fmla="*/ 720267 h 757340"/>
                    <a:gd name="connsiteX9" fmla="*/ 36870 w 757509"/>
                    <a:gd name="connsiteY9" fmla="*/ 541301 h 757340"/>
                    <a:gd name="connsiteX10" fmla="*/ 21838 w 757509"/>
                    <a:gd name="connsiteY10" fmla="*/ 504871 h 757340"/>
                    <a:gd name="connsiteX11" fmla="*/ 24773 w 757509"/>
                    <a:gd name="connsiteY11" fmla="*/ 244459 h 757340"/>
                    <a:gd name="connsiteX12" fmla="*/ 26748 w 757509"/>
                    <a:gd name="connsiteY12" fmla="*/ 239329 h 757340"/>
                    <a:gd name="connsiteX13" fmla="*/ 28806 w 757509"/>
                    <a:gd name="connsiteY13" fmla="*/ 234227 h 757340"/>
                    <a:gd name="connsiteX14" fmla="*/ 37145 w 757509"/>
                    <a:gd name="connsiteY14" fmla="*/ 215518 h 757340"/>
                    <a:gd name="connsiteX15" fmla="*/ 178063 w 757509"/>
                    <a:gd name="connsiteY15" fmla="*/ 57620 h 757340"/>
                    <a:gd name="connsiteX16" fmla="*/ 375930 w 757509"/>
                    <a:gd name="connsiteY16" fmla="*/ 13 h 757340"/>
                    <a:gd name="connsiteX17" fmla="*/ 541893 w 757509"/>
                    <a:gd name="connsiteY17" fmla="*/ 37073 h 757340"/>
                    <a:gd name="connsiteX18" fmla="*/ 735673 w 757509"/>
                    <a:gd name="connsiteY18" fmla="*/ 252469 h 757340"/>
                    <a:gd name="connsiteX19" fmla="*/ 720366 w 757509"/>
                    <a:gd name="connsiteY19" fmla="*/ 541795 h 7573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757509" h="757340">
                      <a:moveTo>
                        <a:pt x="720366" y="541795"/>
                      </a:moveTo>
                      <a:cubicBezTo>
                        <a:pt x="717239" y="548324"/>
                        <a:pt x="713947" y="554743"/>
                        <a:pt x="710491" y="561052"/>
                      </a:cubicBezTo>
                      <a:cubicBezTo>
                        <a:pt x="709640" y="562616"/>
                        <a:pt x="708763" y="564179"/>
                        <a:pt x="707857" y="565743"/>
                      </a:cubicBezTo>
                      <a:cubicBezTo>
                        <a:pt x="707857" y="565770"/>
                        <a:pt x="707857" y="565770"/>
                        <a:pt x="707857" y="565770"/>
                      </a:cubicBezTo>
                      <a:cubicBezTo>
                        <a:pt x="706925" y="567389"/>
                        <a:pt x="705992" y="569007"/>
                        <a:pt x="705032" y="570626"/>
                      </a:cubicBezTo>
                      <a:cubicBezTo>
                        <a:pt x="674198" y="623185"/>
                        <a:pt x="631267" y="667433"/>
                        <a:pt x="579448" y="699721"/>
                      </a:cubicBezTo>
                      <a:cubicBezTo>
                        <a:pt x="544472" y="721529"/>
                        <a:pt x="506397" y="737385"/>
                        <a:pt x="466758" y="746904"/>
                      </a:cubicBezTo>
                      <a:cubicBezTo>
                        <a:pt x="438969" y="753542"/>
                        <a:pt x="410412" y="757081"/>
                        <a:pt x="381581" y="757328"/>
                      </a:cubicBezTo>
                      <a:cubicBezTo>
                        <a:pt x="323946" y="757794"/>
                        <a:pt x="268095" y="745340"/>
                        <a:pt x="215617" y="720267"/>
                      </a:cubicBezTo>
                      <a:cubicBezTo>
                        <a:pt x="136311" y="682411"/>
                        <a:pt x="73959" y="619674"/>
                        <a:pt x="36870" y="541301"/>
                      </a:cubicBezTo>
                      <a:cubicBezTo>
                        <a:pt x="31275" y="529505"/>
                        <a:pt x="26254" y="517353"/>
                        <a:pt x="21838" y="504871"/>
                      </a:cubicBezTo>
                      <a:cubicBezTo>
                        <a:pt x="-8337" y="419503"/>
                        <a:pt x="-7130" y="328154"/>
                        <a:pt x="24773" y="244459"/>
                      </a:cubicBezTo>
                      <a:cubicBezTo>
                        <a:pt x="25404" y="242731"/>
                        <a:pt x="26062" y="241030"/>
                        <a:pt x="26748" y="239329"/>
                      </a:cubicBezTo>
                      <a:lnTo>
                        <a:pt x="28806" y="234227"/>
                      </a:lnTo>
                      <a:cubicBezTo>
                        <a:pt x="31411" y="227945"/>
                        <a:pt x="34210" y="221691"/>
                        <a:pt x="37145" y="215518"/>
                      </a:cubicBezTo>
                      <a:cubicBezTo>
                        <a:pt x="68308" y="150285"/>
                        <a:pt x="117027" y="95668"/>
                        <a:pt x="178063" y="57620"/>
                      </a:cubicBezTo>
                      <a:cubicBezTo>
                        <a:pt x="237563" y="20532"/>
                        <a:pt x="305978" y="589"/>
                        <a:pt x="375930" y="13"/>
                      </a:cubicBezTo>
                      <a:cubicBezTo>
                        <a:pt x="433565" y="-454"/>
                        <a:pt x="489416" y="12000"/>
                        <a:pt x="541893" y="37073"/>
                      </a:cubicBezTo>
                      <a:cubicBezTo>
                        <a:pt x="633132" y="80635"/>
                        <a:pt x="701959" y="157143"/>
                        <a:pt x="735673" y="252469"/>
                      </a:cubicBezTo>
                      <a:cubicBezTo>
                        <a:pt x="769360" y="347796"/>
                        <a:pt x="763928" y="450556"/>
                        <a:pt x="720366" y="541795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6" name="图形 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721382" y="2085953"/>
                  <a:ext cx="335621" cy="335621"/>
                </a:xfrm>
                <a:custGeom>
                  <a:avLst/>
                  <a:gdLst>
                    <a:gd name="connsiteX0" fmla="*/ 478195 w 478194"/>
                    <a:gd name="connsiteY0" fmla="*/ 239097 h 478194"/>
                    <a:gd name="connsiteX1" fmla="*/ 239097 w 478194"/>
                    <a:gd name="connsiteY1" fmla="*/ 478195 h 478194"/>
                    <a:gd name="connsiteX2" fmla="*/ 0 w 478194"/>
                    <a:gd name="connsiteY2" fmla="*/ 239097 h 478194"/>
                    <a:gd name="connsiteX3" fmla="*/ 239097 w 478194"/>
                    <a:gd name="connsiteY3" fmla="*/ 0 h 478194"/>
                    <a:gd name="connsiteX4" fmla="*/ 478195 w 478194"/>
                    <a:gd name="connsiteY4" fmla="*/ 239097 h 47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194" h="478194">
                      <a:moveTo>
                        <a:pt x="478195" y="239097"/>
                      </a:moveTo>
                      <a:cubicBezTo>
                        <a:pt x="478195" y="371147"/>
                        <a:pt x="371147" y="478195"/>
                        <a:pt x="239097" y="478195"/>
                      </a:cubicBezTo>
                      <a:cubicBezTo>
                        <a:pt x="107048" y="478195"/>
                        <a:pt x="0" y="371147"/>
                        <a:pt x="0" y="239097"/>
                      </a:cubicBezTo>
                      <a:cubicBezTo>
                        <a:pt x="0" y="107047"/>
                        <a:pt x="107047" y="0"/>
                        <a:pt x="239097" y="0"/>
                      </a:cubicBezTo>
                      <a:cubicBezTo>
                        <a:pt x="371147" y="0"/>
                        <a:pt x="478195" y="107047"/>
                        <a:pt x="478195" y="2390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8" name="组合 187"/>
              <p:cNvGrpSpPr/>
              <p:nvPr/>
            </p:nvGrpSpPr>
            <p:grpSpPr>
              <a:xfrm>
                <a:off x="6753246" y="2801941"/>
                <a:ext cx="1453655" cy="1477856"/>
                <a:chOff x="6753246" y="2801941"/>
                <a:chExt cx="1453655" cy="1477856"/>
              </a:xfrm>
            </p:grpSpPr>
            <p:sp>
              <p:nvSpPr>
                <p:cNvPr id="189" name="图形 2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753246" y="2801941"/>
                  <a:ext cx="1185669" cy="1477856"/>
                </a:xfrm>
                <a:custGeom>
                  <a:avLst/>
                  <a:gdLst>
                    <a:gd name="connsiteX0" fmla="*/ 1685560 w 1689344"/>
                    <a:gd name="connsiteY0" fmla="*/ 1441168 h 2105652"/>
                    <a:gd name="connsiteX1" fmla="*/ 1684956 w 1689344"/>
                    <a:gd name="connsiteY1" fmla="*/ 1430167 h 2105652"/>
                    <a:gd name="connsiteX2" fmla="*/ 1679497 w 1689344"/>
                    <a:gd name="connsiteY2" fmla="*/ 1430990 h 2105652"/>
                    <a:gd name="connsiteX3" fmla="*/ 1674065 w 1689344"/>
                    <a:gd name="connsiteY3" fmla="*/ 1431704 h 2105652"/>
                    <a:gd name="connsiteX4" fmla="*/ 1674669 w 1689344"/>
                    <a:gd name="connsiteY4" fmla="*/ 1442704 h 2105652"/>
                    <a:gd name="connsiteX5" fmla="*/ 1678372 w 1689344"/>
                    <a:gd name="connsiteY5" fmla="*/ 1582250 h 2105652"/>
                    <a:gd name="connsiteX6" fmla="*/ 1628583 w 1689344"/>
                    <a:gd name="connsiteY6" fmla="*/ 2092458 h 2105652"/>
                    <a:gd name="connsiteX7" fmla="*/ 1361039 w 1689344"/>
                    <a:gd name="connsiteY7" fmla="*/ 2031394 h 2105652"/>
                    <a:gd name="connsiteX8" fmla="*/ 202092 w 1689344"/>
                    <a:gd name="connsiteY8" fmla="*/ 1766840 h 2105652"/>
                    <a:gd name="connsiteX9" fmla="*/ 217234 w 1689344"/>
                    <a:gd name="connsiteY9" fmla="*/ 1579562 h 2105652"/>
                    <a:gd name="connsiteX10" fmla="*/ 14868 w 1689344"/>
                    <a:gd name="connsiteY10" fmla="*/ 926598 h 2105652"/>
                    <a:gd name="connsiteX11" fmla="*/ 940726 w 1689344"/>
                    <a:gd name="connsiteY11" fmla="*/ 188266 h 2105652"/>
                    <a:gd name="connsiteX12" fmla="*/ 1157191 w 1689344"/>
                    <a:gd name="connsiteY12" fmla="*/ 15636 h 2105652"/>
                    <a:gd name="connsiteX13" fmla="*/ 1418673 w 1689344"/>
                    <a:gd name="connsiteY13" fmla="*/ 444920 h 2105652"/>
                    <a:gd name="connsiteX14" fmla="*/ 1473016 w 1689344"/>
                    <a:gd name="connsiteY14" fmla="*/ 564907 h 2105652"/>
                    <a:gd name="connsiteX15" fmla="*/ 1477240 w 1689344"/>
                    <a:gd name="connsiteY15" fmla="*/ 575030 h 2105652"/>
                    <a:gd name="connsiteX16" fmla="*/ 1482480 w 1689344"/>
                    <a:gd name="connsiteY16" fmla="*/ 573274 h 2105652"/>
                    <a:gd name="connsiteX17" fmla="*/ 1487720 w 1689344"/>
                    <a:gd name="connsiteY17" fmla="*/ 571628 h 2105652"/>
                    <a:gd name="connsiteX18" fmla="*/ 1483468 w 1689344"/>
                    <a:gd name="connsiteY18" fmla="*/ 561506 h 2105652"/>
                    <a:gd name="connsiteX19" fmla="*/ 1428549 w 1689344"/>
                    <a:gd name="connsiteY19" fmla="*/ 440119 h 2105652"/>
                    <a:gd name="connsiteX20" fmla="*/ 1162596 w 1689344"/>
                    <a:gd name="connsiteY20" fmla="*/ 4526 h 2105652"/>
                    <a:gd name="connsiteX21" fmla="*/ 1159194 w 1689344"/>
                    <a:gd name="connsiteY21" fmla="*/ 0 h 2105652"/>
                    <a:gd name="connsiteX22" fmla="*/ 4005 w 1689344"/>
                    <a:gd name="connsiteY22" fmla="*/ 921221 h 2105652"/>
                    <a:gd name="connsiteX23" fmla="*/ 0 w 1689344"/>
                    <a:gd name="connsiteY23" fmla="*/ 924431 h 2105652"/>
                    <a:gd name="connsiteX24" fmla="*/ 2935 w 1689344"/>
                    <a:gd name="connsiteY24" fmla="*/ 928656 h 2105652"/>
                    <a:gd name="connsiteX25" fmla="*/ 206261 w 1689344"/>
                    <a:gd name="connsiteY25" fmla="*/ 1579562 h 2105652"/>
                    <a:gd name="connsiteX26" fmla="*/ 190433 w 1689344"/>
                    <a:gd name="connsiteY26" fmla="*/ 1770132 h 2105652"/>
                    <a:gd name="connsiteX27" fmla="*/ 189555 w 1689344"/>
                    <a:gd name="connsiteY27" fmla="*/ 1775262 h 2105652"/>
                    <a:gd name="connsiteX28" fmla="*/ 1631655 w 1689344"/>
                    <a:gd name="connsiteY28" fmla="*/ 2104391 h 2105652"/>
                    <a:gd name="connsiteX29" fmla="*/ 1637142 w 1689344"/>
                    <a:gd name="connsiteY29" fmla="*/ 2105653 h 2105652"/>
                    <a:gd name="connsiteX30" fmla="*/ 1638267 w 1689344"/>
                    <a:gd name="connsiteY30" fmla="*/ 2100139 h 2105652"/>
                    <a:gd name="connsiteX31" fmla="*/ 1689345 w 1689344"/>
                    <a:gd name="connsiteY31" fmla="*/ 1582250 h 2105652"/>
                    <a:gd name="connsiteX32" fmla="*/ 1685560 w 1689344"/>
                    <a:gd name="connsiteY32" fmla="*/ 1441168 h 2105652"/>
                    <a:gd name="connsiteX33" fmla="*/ 1624166 w 1689344"/>
                    <a:gd name="connsiteY33" fmla="*/ 998525 h 2105652"/>
                    <a:gd name="connsiteX34" fmla="*/ 1511394 w 1689344"/>
                    <a:gd name="connsiteY34" fmla="*/ 630415 h 2105652"/>
                    <a:gd name="connsiteX35" fmla="*/ 1506154 w 1689344"/>
                    <a:gd name="connsiteY35" fmla="*/ 632006 h 2105652"/>
                    <a:gd name="connsiteX36" fmla="*/ 1500887 w 1689344"/>
                    <a:gd name="connsiteY36" fmla="*/ 633652 h 2105652"/>
                    <a:gd name="connsiteX37" fmla="*/ 1613468 w 1689344"/>
                    <a:gd name="connsiteY37" fmla="*/ 1000939 h 2105652"/>
                    <a:gd name="connsiteX38" fmla="*/ 1669704 w 1689344"/>
                    <a:gd name="connsiteY38" fmla="*/ 1368637 h 2105652"/>
                    <a:gd name="connsiteX39" fmla="*/ 1675135 w 1689344"/>
                    <a:gd name="connsiteY39" fmla="*/ 1367842 h 2105652"/>
                    <a:gd name="connsiteX40" fmla="*/ 1680567 w 1689344"/>
                    <a:gd name="connsiteY40" fmla="*/ 1366964 h 2105652"/>
                    <a:gd name="connsiteX41" fmla="*/ 1624166 w 1689344"/>
                    <a:gd name="connsiteY41" fmla="*/ 998525 h 2105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689344" h="2105652">
                      <a:moveTo>
                        <a:pt x="1685560" y="1441168"/>
                      </a:moveTo>
                      <a:cubicBezTo>
                        <a:pt x="1685395" y="1437492"/>
                        <a:pt x="1685175" y="1433816"/>
                        <a:pt x="1684956" y="1430167"/>
                      </a:cubicBezTo>
                      <a:cubicBezTo>
                        <a:pt x="1683118" y="1430469"/>
                        <a:pt x="1681307" y="1430743"/>
                        <a:pt x="1679497" y="1430990"/>
                      </a:cubicBezTo>
                      <a:cubicBezTo>
                        <a:pt x="1677686" y="1431237"/>
                        <a:pt x="1675876" y="1431484"/>
                        <a:pt x="1674065" y="1431704"/>
                      </a:cubicBezTo>
                      <a:cubicBezTo>
                        <a:pt x="1674285" y="1435352"/>
                        <a:pt x="1674477" y="1439028"/>
                        <a:pt x="1674669" y="1442704"/>
                      </a:cubicBezTo>
                      <a:cubicBezTo>
                        <a:pt x="1677138" y="1489146"/>
                        <a:pt x="1678372" y="1535698"/>
                        <a:pt x="1678372" y="1582250"/>
                      </a:cubicBezTo>
                      <a:cubicBezTo>
                        <a:pt x="1678372" y="1753645"/>
                        <a:pt x="1661611" y="1925288"/>
                        <a:pt x="1628583" y="2092458"/>
                      </a:cubicBezTo>
                      <a:lnTo>
                        <a:pt x="1361039" y="2031394"/>
                      </a:lnTo>
                      <a:lnTo>
                        <a:pt x="202092" y="1766840"/>
                      </a:lnTo>
                      <a:cubicBezTo>
                        <a:pt x="212159" y="1705256"/>
                        <a:pt x="217234" y="1642272"/>
                        <a:pt x="217234" y="1579562"/>
                      </a:cubicBezTo>
                      <a:cubicBezTo>
                        <a:pt x="217234" y="1344278"/>
                        <a:pt x="147283" y="1118622"/>
                        <a:pt x="14868" y="926598"/>
                      </a:cubicBezTo>
                      <a:lnTo>
                        <a:pt x="940726" y="188266"/>
                      </a:lnTo>
                      <a:lnTo>
                        <a:pt x="1157191" y="15636"/>
                      </a:lnTo>
                      <a:cubicBezTo>
                        <a:pt x="1257894" y="149998"/>
                        <a:pt x="1345841" y="294373"/>
                        <a:pt x="1418673" y="444920"/>
                      </a:cubicBezTo>
                      <a:cubicBezTo>
                        <a:pt x="1437793" y="484449"/>
                        <a:pt x="1455926" y="524445"/>
                        <a:pt x="1473016" y="564907"/>
                      </a:cubicBezTo>
                      <a:cubicBezTo>
                        <a:pt x="1474443" y="568281"/>
                        <a:pt x="1475842" y="571656"/>
                        <a:pt x="1477240" y="575030"/>
                      </a:cubicBezTo>
                      <a:cubicBezTo>
                        <a:pt x="1478969" y="574426"/>
                        <a:pt x="1480724" y="573850"/>
                        <a:pt x="1482480" y="573274"/>
                      </a:cubicBezTo>
                      <a:cubicBezTo>
                        <a:pt x="1484208" y="572725"/>
                        <a:pt x="1485964" y="572177"/>
                        <a:pt x="1487720" y="571628"/>
                      </a:cubicBezTo>
                      <a:cubicBezTo>
                        <a:pt x="1486321" y="568227"/>
                        <a:pt x="1484894" y="564852"/>
                        <a:pt x="1483468" y="561506"/>
                      </a:cubicBezTo>
                      <a:cubicBezTo>
                        <a:pt x="1466213" y="520577"/>
                        <a:pt x="1447888" y="480087"/>
                        <a:pt x="1428549" y="440119"/>
                      </a:cubicBezTo>
                      <a:cubicBezTo>
                        <a:pt x="1354592" y="287295"/>
                        <a:pt x="1265109" y="140726"/>
                        <a:pt x="1162596" y="4526"/>
                      </a:cubicBezTo>
                      <a:lnTo>
                        <a:pt x="1159194" y="0"/>
                      </a:lnTo>
                      <a:lnTo>
                        <a:pt x="4005" y="921221"/>
                      </a:lnTo>
                      <a:lnTo>
                        <a:pt x="0" y="924431"/>
                      </a:lnTo>
                      <a:lnTo>
                        <a:pt x="2935" y="928656"/>
                      </a:lnTo>
                      <a:cubicBezTo>
                        <a:pt x="135953" y="1119719"/>
                        <a:pt x="206261" y="1344799"/>
                        <a:pt x="206261" y="1579562"/>
                      </a:cubicBezTo>
                      <a:cubicBezTo>
                        <a:pt x="206261" y="1643396"/>
                        <a:pt x="200939" y="1707505"/>
                        <a:pt x="190433" y="1770132"/>
                      </a:cubicBezTo>
                      <a:lnTo>
                        <a:pt x="189555" y="1775262"/>
                      </a:lnTo>
                      <a:lnTo>
                        <a:pt x="1631655" y="2104391"/>
                      </a:lnTo>
                      <a:lnTo>
                        <a:pt x="1637142" y="2105653"/>
                      </a:lnTo>
                      <a:lnTo>
                        <a:pt x="1638267" y="2100139"/>
                      </a:lnTo>
                      <a:cubicBezTo>
                        <a:pt x="1672145" y="1930500"/>
                        <a:pt x="1689345" y="1756279"/>
                        <a:pt x="1689345" y="1582250"/>
                      </a:cubicBezTo>
                      <a:cubicBezTo>
                        <a:pt x="1689345" y="1535177"/>
                        <a:pt x="1688083" y="1488104"/>
                        <a:pt x="1685560" y="1441168"/>
                      </a:cubicBezTo>
                      <a:close/>
                      <a:moveTo>
                        <a:pt x="1624166" y="998525"/>
                      </a:moveTo>
                      <a:cubicBezTo>
                        <a:pt x="1595775" y="873353"/>
                        <a:pt x="1558001" y="750156"/>
                        <a:pt x="1511394" y="630415"/>
                      </a:cubicBezTo>
                      <a:cubicBezTo>
                        <a:pt x="1509638" y="630909"/>
                        <a:pt x="1507882" y="631430"/>
                        <a:pt x="1506154" y="632006"/>
                      </a:cubicBezTo>
                      <a:cubicBezTo>
                        <a:pt x="1504398" y="632527"/>
                        <a:pt x="1502642" y="633076"/>
                        <a:pt x="1500887" y="633652"/>
                      </a:cubicBezTo>
                      <a:cubicBezTo>
                        <a:pt x="1547439" y="753118"/>
                        <a:pt x="1585103" y="876041"/>
                        <a:pt x="1613468" y="1000939"/>
                      </a:cubicBezTo>
                      <a:cubicBezTo>
                        <a:pt x="1640845" y="1121585"/>
                        <a:pt x="1659663" y="1244617"/>
                        <a:pt x="1669704" y="1368637"/>
                      </a:cubicBezTo>
                      <a:cubicBezTo>
                        <a:pt x="1671514" y="1368391"/>
                        <a:pt x="1673325" y="1368116"/>
                        <a:pt x="1675135" y="1367842"/>
                      </a:cubicBezTo>
                      <a:cubicBezTo>
                        <a:pt x="1676945" y="1367567"/>
                        <a:pt x="1678756" y="1367266"/>
                        <a:pt x="1680567" y="1366964"/>
                      </a:cubicBezTo>
                      <a:cubicBezTo>
                        <a:pt x="1670472" y="1242724"/>
                        <a:pt x="1651626" y="1119445"/>
                        <a:pt x="1624166" y="998525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0" name="图形 2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7411205" y="2807428"/>
                  <a:ext cx="382523" cy="521068"/>
                </a:xfrm>
                <a:custGeom>
                  <a:avLst/>
                  <a:gdLst>
                    <a:gd name="connsiteX0" fmla="*/ 545019 w 545019"/>
                    <a:gd name="connsiteY0" fmla="*/ 565456 h 742419"/>
                    <a:gd name="connsiteX1" fmla="*/ 539779 w 545019"/>
                    <a:gd name="connsiteY1" fmla="*/ 567211 h 742419"/>
                    <a:gd name="connsiteX2" fmla="*/ 312588 w 545019"/>
                    <a:gd name="connsiteY2" fmla="*/ 742420 h 742419"/>
                    <a:gd name="connsiteX3" fmla="*/ 307760 w 545019"/>
                    <a:gd name="connsiteY3" fmla="*/ 729938 h 742419"/>
                    <a:gd name="connsiteX4" fmla="*/ 3265 w 545019"/>
                    <a:gd name="connsiteY4" fmla="*/ 180448 h 742419"/>
                    <a:gd name="connsiteX5" fmla="*/ 0 w 545019"/>
                    <a:gd name="connsiteY5" fmla="*/ 176031 h 742419"/>
                    <a:gd name="connsiteX6" fmla="*/ 220745 w 545019"/>
                    <a:gd name="connsiteY6" fmla="*/ 0 h 742419"/>
                    <a:gd name="connsiteX7" fmla="*/ 486150 w 545019"/>
                    <a:gd name="connsiteY7" fmla="*/ 434687 h 742419"/>
                    <a:gd name="connsiteX8" fmla="*/ 540767 w 545019"/>
                    <a:gd name="connsiteY8" fmla="*/ 555333 h 742419"/>
                    <a:gd name="connsiteX9" fmla="*/ 545019 w 545019"/>
                    <a:gd name="connsiteY9" fmla="*/ 565456 h 7424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45019" h="742419">
                      <a:moveTo>
                        <a:pt x="545019" y="565456"/>
                      </a:moveTo>
                      <a:cubicBezTo>
                        <a:pt x="543263" y="566032"/>
                        <a:pt x="541508" y="566608"/>
                        <a:pt x="539779" y="567211"/>
                      </a:cubicBezTo>
                      <a:cubicBezTo>
                        <a:pt x="443987" y="599417"/>
                        <a:pt x="365340" y="662483"/>
                        <a:pt x="312588" y="742420"/>
                      </a:cubicBezTo>
                      <a:cubicBezTo>
                        <a:pt x="310997" y="738250"/>
                        <a:pt x="309378" y="734080"/>
                        <a:pt x="307760" y="729938"/>
                      </a:cubicBezTo>
                      <a:cubicBezTo>
                        <a:pt x="230950" y="532345"/>
                        <a:pt x="128053" y="347783"/>
                        <a:pt x="3265" y="180448"/>
                      </a:cubicBezTo>
                      <a:cubicBezTo>
                        <a:pt x="2195" y="178966"/>
                        <a:pt x="1097" y="177485"/>
                        <a:pt x="0" y="176031"/>
                      </a:cubicBezTo>
                      <a:lnTo>
                        <a:pt x="220745" y="0"/>
                      </a:lnTo>
                      <a:cubicBezTo>
                        <a:pt x="323121" y="136008"/>
                        <a:pt x="412220" y="281946"/>
                        <a:pt x="486150" y="434687"/>
                      </a:cubicBezTo>
                      <a:cubicBezTo>
                        <a:pt x="505380" y="474436"/>
                        <a:pt x="523595" y="514652"/>
                        <a:pt x="540767" y="555333"/>
                      </a:cubicBezTo>
                      <a:cubicBezTo>
                        <a:pt x="542194" y="558708"/>
                        <a:pt x="543620" y="562082"/>
                        <a:pt x="545019" y="565456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1" name="图形 2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7707762" y="3766256"/>
                  <a:ext cx="227303" cy="508900"/>
                </a:xfrm>
                <a:custGeom>
                  <a:avLst/>
                  <a:gdLst>
                    <a:gd name="connsiteX0" fmla="*/ 323862 w 323862"/>
                    <a:gd name="connsiteY0" fmla="*/ 208291 h 725082"/>
                    <a:gd name="connsiteX1" fmla="*/ 272867 w 323862"/>
                    <a:gd name="connsiteY1" fmla="*/ 725083 h 725082"/>
                    <a:gd name="connsiteX2" fmla="*/ 0 w 323862"/>
                    <a:gd name="connsiteY2" fmla="*/ 662812 h 725082"/>
                    <a:gd name="connsiteX3" fmla="*/ 1043 w 323862"/>
                    <a:gd name="connsiteY3" fmla="*/ 657435 h 725082"/>
                    <a:gd name="connsiteX4" fmla="*/ 43507 w 323862"/>
                    <a:gd name="connsiteY4" fmla="*/ 211473 h 725082"/>
                    <a:gd name="connsiteX5" fmla="*/ 35250 w 323862"/>
                    <a:gd name="connsiteY5" fmla="*/ 13359 h 725082"/>
                    <a:gd name="connsiteX6" fmla="*/ 34071 w 323862"/>
                    <a:gd name="connsiteY6" fmla="*/ 0 h 725082"/>
                    <a:gd name="connsiteX7" fmla="*/ 314069 w 323862"/>
                    <a:gd name="connsiteY7" fmla="*/ 57744 h 725082"/>
                    <a:gd name="connsiteX8" fmla="*/ 319501 w 323862"/>
                    <a:gd name="connsiteY8" fmla="*/ 57031 h 725082"/>
                    <a:gd name="connsiteX9" fmla="*/ 320105 w 323862"/>
                    <a:gd name="connsiteY9" fmla="*/ 68004 h 725082"/>
                    <a:gd name="connsiteX10" fmla="*/ 323862 w 323862"/>
                    <a:gd name="connsiteY10" fmla="*/ 208291 h 725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23862" h="725082">
                      <a:moveTo>
                        <a:pt x="323862" y="208291"/>
                      </a:moveTo>
                      <a:cubicBezTo>
                        <a:pt x="323862" y="382210"/>
                        <a:pt x="306717" y="555745"/>
                        <a:pt x="272867" y="725083"/>
                      </a:cubicBezTo>
                      <a:lnTo>
                        <a:pt x="0" y="662812"/>
                      </a:lnTo>
                      <a:cubicBezTo>
                        <a:pt x="357" y="661029"/>
                        <a:pt x="686" y="659218"/>
                        <a:pt x="1043" y="657435"/>
                      </a:cubicBezTo>
                      <a:cubicBezTo>
                        <a:pt x="28913" y="513088"/>
                        <a:pt x="43507" y="363968"/>
                        <a:pt x="43507" y="211473"/>
                      </a:cubicBezTo>
                      <a:cubicBezTo>
                        <a:pt x="43507" y="144731"/>
                        <a:pt x="40709" y="78675"/>
                        <a:pt x="35250" y="13359"/>
                      </a:cubicBezTo>
                      <a:cubicBezTo>
                        <a:pt x="34867" y="8888"/>
                        <a:pt x="34482" y="4444"/>
                        <a:pt x="34071" y="0"/>
                      </a:cubicBezTo>
                      <a:cubicBezTo>
                        <a:pt x="119247" y="50310"/>
                        <a:pt x="216932" y="70281"/>
                        <a:pt x="314069" y="57744"/>
                      </a:cubicBezTo>
                      <a:cubicBezTo>
                        <a:pt x="315880" y="57525"/>
                        <a:pt x="317690" y="57278"/>
                        <a:pt x="319501" y="57031"/>
                      </a:cubicBezTo>
                      <a:cubicBezTo>
                        <a:pt x="319748" y="60680"/>
                        <a:pt x="319940" y="64328"/>
                        <a:pt x="320105" y="68004"/>
                      </a:cubicBezTo>
                      <a:cubicBezTo>
                        <a:pt x="322628" y="114693"/>
                        <a:pt x="323862" y="161492"/>
                        <a:pt x="323862" y="208291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2" name="图形 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571401" y="3181459"/>
                  <a:ext cx="635500" cy="635597"/>
                </a:xfrm>
                <a:custGeom>
                  <a:avLst/>
                  <a:gdLst>
                    <a:gd name="connsiteX0" fmla="*/ 218921 w 905461"/>
                    <a:gd name="connsiteY0" fmla="*/ 827514 h 905600"/>
                    <a:gd name="connsiteX1" fmla="*/ 22425 w 905461"/>
                    <a:gd name="connsiteY1" fmla="*/ 552481 h 905600"/>
                    <a:gd name="connsiteX2" fmla="*/ 84339 w 905461"/>
                    <a:gd name="connsiteY2" fmla="*/ 209498 h 905600"/>
                    <a:gd name="connsiteX3" fmla="*/ 311531 w 905461"/>
                    <a:gd name="connsiteY3" fmla="*/ 34290 h 905600"/>
                    <a:gd name="connsiteX4" fmla="*/ 307307 w 905461"/>
                    <a:gd name="connsiteY4" fmla="*/ 24168 h 905600"/>
                    <a:gd name="connsiteX5" fmla="*/ 79511 w 905461"/>
                    <a:gd name="connsiteY5" fmla="*/ 197017 h 905600"/>
                    <a:gd name="connsiteX6" fmla="*/ 11727 w 905461"/>
                    <a:gd name="connsiteY6" fmla="*/ 554950 h 905600"/>
                    <a:gd name="connsiteX7" fmla="*/ 213105 w 905461"/>
                    <a:gd name="connsiteY7" fmla="*/ 836841 h 905600"/>
                    <a:gd name="connsiteX8" fmla="*/ 229537 w 905461"/>
                    <a:gd name="connsiteY8" fmla="*/ 846579 h 905600"/>
                    <a:gd name="connsiteX9" fmla="*/ 228357 w 905461"/>
                    <a:gd name="connsiteY9" fmla="*/ 833220 h 905600"/>
                    <a:gd name="connsiteX10" fmla="*/ 218921 w 905461"/>
                    <a:gd name="connsiteY10" fmla="*/ 827514 h 905600"/>
                    <a:gd name="connsiteX11" fmla="*/ 218921 w 905461"/>
                    <a:gd name="connsiteY11" fmla="*/ 827514 h 905600"/>
                    <a:gd name="connsiteX12" fmla="*/ 22425 w 905461"/>
                    <a:gd name="connsiteY12" fmla="*/ 552481 h 905600"/>
                    <a:gd name="connsiteX13" fmla="*/ 84339 w 905461"/>
                    <a:gd name="connsiteY13" fmla="*/ 209498 h 905600"/>
                    <a:gd name="connsiteX14" fmla="*/ 311531 w 905461"/>
                    <a:gd name="connsiteY14" fmla="*/ 34290 h 905600"/>
                    <a:gd name="connsiteX15" fmla="*/ 307307 w 905461"/>
                    <a:gd name="connsiteY15" fmla="*/ 24168 h 905600"/>
                    <a:gd name="connsiteX16" fmla="*/ 79511 w 905461"/>
                    <a:gd name="connsiteY16" fmla="*/ 197017 h 905600"/>
                    <a:gd name="connsiteX17" fmla="*/ 11727 w 905461"/>
                    <a:gd name="connsiteY17" fmla="*/ 554950 h 905600"/>
                    <a:gd name="connsiteX18" fmla="*/ 213105 w 905461"/>
                    <a:gd name="connsiteY18" fmla="*/ 836841 h 905600"/>
                    <a:gd name="connsiteX19" fmla="*/ 229537 w 905461"/>
                    <a:gd name="connsiteY19" fmla="*/ 846579 h 905600"/>
                    <a:gd name="connsiteX20" fmla="*/ 228357 w 905461"/>
                    <a:gd name="connsiteY20" fmla="*/ 833220 h 905600"/>
                    <a:gd name="connsiteX21" fmla="*/ 218921 w 905461"/>
                    <a:gd name="connsiteY21" fmla="*/ 827514 h 905600"/>
                    <a:gd name="connsiteX22" fmla="*/ 218921 w 905461"/>
                    <a:gd name="connsiteY22" fmla="*/ 827514 h 905600"/>
                    <a:gd name="connsiteX23" fmla="*/ 22425 w 905461"/>
                    <a:gd name="connsiteY23" fmla="*/ 552481 h 905600"/>
                    <a:gd name="connsiteX24" fmla="*/ 84339 w 905461"/>
                    <a:gd name="connsiteY24" fmla="*/ 209498 h 905600"/>
                    <a:gd name="connsiteX25" fmla="*/ 311531 w 905461"/>
                    <a:gd name="connsiteY25" fmla="*/ 34290 h 905600"/>
                    <a:gd name="connsiteX26" fmla="*/ 307307 w 905461"/>
                    <a:gd name="connsiteY26" fmla="*/ 24168 h 905600"/>
                    <a:gd name="connsiteX27" fmla="*/ 79511 w 905461"/>
                    <a:gd name="connsiteY27" fmla="*/ 197017 h 905600"/>
                    <a:gd name="connsiteX28" fmla="*/ 11727 w 905461"/>
                    <a:gd name="connsiteY28" fmla="*/ 554950 h 905600"/>
                    <a:gd name="connsiteX29" fmla="*/ 213105 w 905461"/>
                    <a:gd name="connsiteY29" fmla="*/ 836841 h 905600"/>
                    <a:gd name="connsiteX30" fmla="*/ 229537 w 905461"/>
                    <a:gd name="connsiteY30" fmla="*/ 846579 h 905600"/>
                    <a:gd name="connsiteX31" fmla="*/ 228357 w 905461"/>
                    <a:gd name="connsiteY31" fmla="*/ 833220 h 905600"/>
                    <a:gd name="connsiteX32" fmla="*/ 218921 w 905461"/>
                    <a:gd name="connsiteY32" fmla="*/ 827514 h 905600"/>
                    <a:gd name="connsiteX33" fmla="*/ 218921 w 905461"/>
                    <a:gd name="connsiteY33" fmla="*/ 827514 h 905600"/>
                    <a:gd name="connsiteX34" fmla="*/ 22425 w 905461"/>
                    <a:gd name="connsiteY34" fmla="*/ 552481 h 905600"/>
                    <a:gd name="connsiteX35" fmla="*/ 84339 w 905461"/>
                    <a:gd name="connsiteY35" fmla="*/ 209498 h 905600"/>
                    <a:gd name="connsiteX36" fmla="*/ 311531 w 905461"/>
                    <a:gd name="connsiteY36" fmla="*/ 34290 h 905600"/>
                    <a:gd name="connsiteX37" fmla="*/ 307307 w 905461"/>
                    <a:gd name="connsiteY37" fmla="*/ 24168 h 905600"/>
                    <a:gd name="connsiteX38" fmla="*/ 79511 w 905461"/>
                    <a:gd name="connsiteY38" fmla="*/ 197017 h 905600"/>
                    <a:gd name="connsiteX39" fmla="*/ 11727 w 905461"/>
                    <a:gd name="connsiteY39" fmla="*/ 554950 h 905600"/>
                    <a:gd name="connsiteX40" fmla="*/ 213105 w 905461"/>
                    <a:gd name="connsiteY40" fmla="*/ 836841 h 905600"/>
                    <a:gd name="connsiteX41" fmla="*/ 229537 w 905461"/>
                    <a:gd name="connsiteY41" fmla="*/ 846579 h 905600"/>
                    <a:gd name="connsiteX42" fmla="*/ 228357 w 905461"/>
                    <a:gd name="connsiteY42" fmla="*/ 833220 h 905600"/>
                    <a:gd name="connsiteX43" fmla="*/ 218921 w 905461"/>
                    <a:gd name="connsiteY43" fmla="*/ 827514 h 905600"/>
                    <a:gd name="connsiteX44" fmla="*/ 218921 w 905461"/>
                    <a:gd name="connsiteY44" fmla="*/ 827514 h 905600"/>
                    <a:gd name="connsiteX45" fmla="*/ 22425 w 905461"/>
                    <a:gd name="connsiteY45" fmla="*/ 552481 h 905600"/>
                    <a:gd name="connsiteX46" fmla="*/ 84339 w 905461"/>
                    <a:gd name="connsiteY46" fmla="*/ 209498 h 905600"/>
                    <a:gd name="connsiteX47" fmla="*/ 311531 w 905461"/>
                    <a:gd name="connsiteY47" fmla="*/ 34290 h 905600"/>
                    <a:gd name="connsiteX48" fmla="*/ 307307 w 905461"/>
                    <a:gd name="connsiteY48" fmla="*/ 24168 h 905600"/>
                    <a:gd name="connsiteX49" fmla="*/ 79511 w 905461"/>
                    <a:gd name="connsiteY49" fmla="*/ 197017 h 905600"/>
                    <a:gd name="connsiteX50" fmla="*/ 11727 w 905461"/>
                    <a:gd name="connsiteY50" fmla="*/ 554950 h 905600"/>
                    <a:gd name="connsiteX51" fmla="*/ 213105 w 905461"/>
                    <a:gd name="connsiteY51" fmla="*/ 836841 h 905600"/>
                    <a:gd name="connsiteX52" fmla="*/ 229537 w 905461"/>
                    <a:gd name="connsiteY52" fmla="*/ 846579 h 905600"/>
                    <a:gd name="connsiteX53" fmla="*/ 228357 w 905461"/>
                    <a:gd name="connsiteY53" fmla="*/ 833220 h 905600"/>
                    <a:gd name="connsiteX54" fmla="*/ 218921 w 905461"/>
                    <a:gd name="connsiteY54" fmla="*/ 827514 h 905600"/>
                    <a:gd name="connsiteX55" fmla="*/ 893611 w 905461"/>
                    <a:gd name="connsiteY55" fmla="*/ 350636 h 905600"/>
                    <a:gd name="connsiteX56" fmla="*/ 692232 w 905461"/>
                    <a:gd name="connsiteY56" fmla="*/ 68745 h 905600"/>
                    <a:gd name="connsiteX57" fmla="*/ 350512 w 905461"/>
                    <a:gd name="connsiteY57" fmla="*/ 11851 h 905600"/>
                    <a:gd name="connsiteX58" fmla="*/ 317758 w 905461"/>
                    <a:gd name="connsiteY58" fmla="*/ 20766 h 905600"/>
                    <a:gd name="connsiteX59" fmla="*/ 312519 w 905461"/>
                    <a:gd name="connsiteY59" fmla="*/ 22412 h 905600"/>
                    <a:gd name="connsiteX60" fmla="*/ 307307 w 905461"/>
                    <a:gd name="connsiteY60" fmla="*/ 24168 h 905600"/>
                    <a:gd name="connsiteX61" fmla="*/ 79511 w 905461"/>
                    <a:gd name="connsiteY61" fmla="*/ 197017 h 905600"/>
                    <a:gd name="connsiteX62" fmla="*/ 11727 w 905461"/>
                    <a:gd name="connsiteY62" fmla="*/ 554950 h 905600"/>
                    <a:gd name="connsiteX63" fmla="*/ 213105 w 905461"/>
                    <a:gd name="connsiteY63" fmla="*/ 836841 h 905600"/>
                    <a:gd name="connsiteX64" fmla="*/ 229537 w 905461"/>
                    <a:gd name="connsiteY64" fmla="*/ 846579 h 905600"/>
                    <a:gd name="connsiteX65" fmla="*/ 455576 w 905461"/>
                    <a:gd name="connsiteY65" fmla="*/ 905586 h 905600"/>
                    <a:gd name="connsiteX66" fmla="*/ 508959 w 905461"/>
                    <a:gd name="connsiteY66" fmla="*/ 901964 h 905600"/>
                    <a:gd name="connsiteX67" fmla="*/ 514391 w 905461"/>
                    <a:gd name="connsiteY67" fmla="*/ 901224 h 905600"/>
                    <a:gd name="connsiteX68" fmla="*/ 519850 w 905461"/>
                    <a:gd name="connsiteY68" fmla="*/ 900428 h 905600"/>
                    <a:gd name="connsiteX69" fmla="*/ 554826 w 905461"/>
                    <a:gd name="connsiteY69" fmla="*/ 893735 h 905600"/>
                    <a:gd name="connsiteX70" fmla="*/ 836717 w 905461"/>
                    <a:gd name="connsiteY70" fmla="*/ 692357 h 905600"/>
                    <a:gd name="connsiteX71" fmla="*/ 893611 w 905461"/>
                    <a:gd name="connsiteY71" fmla="*/ 350636 h 905600"/>
                    <a:gd name="connsiteX72" fmla="*/ 827390 w 905461"/>
                    <a:gd name="connsiteY72" fmla="*/ 686541 h 905600"/>
                    <a:gd name="connsiteX73" fmla="*/ 709569 w 905461"/>
                    <a:gd name="connsiteY73" fmla="*/ 812344 h 905600"/>
                    <a:gd name="connsiteX74" fmla="*/ 552356 w 905461"/>
                    <a:gd name="connsiteY74" fmla="*/ 883064 h 905600"/>
                    <a:gd name="connsiteX75" fmla="*/ 519246 w 905461"/>
                    <a:gd name="connsiteY75" fmla="*/ 889428 h 905600"/>
                    <a:gd name="connsiteX76" fmla="*/ 513788 w 905461"/>
                    <a:gd name="connsiteY76" fmla="*/ 890251 h 905600"/>
                    <a:gd name="connsiteX77" fmla="*/ 508355 w 905461"/>
                    <a:gd name="connsiteY77" fmla="*/ 890964 h 905600"/>
                    <a:gd name="connsiteX78" fmla="*/ 228357 w 905461"/>
                    <a:gd name="connsiteY78" fmla="*/ 833220 h 905600"/>
                    <a:gd name="connsiteX79" fmla="*/ 218921 w 905461"/>
                    <a:gd name="connsiteY79" fmla="*/ 827514 h 905600"/>
                    <a:gd name="connsiteX80" fmla="*/ 22425 w 905461"/>
                    <a:gd name="connsiteY80" fmla="*/ 552481 h 905600"/>
                    <a:gd name="connsiteX81" fmla="*/ 84339 w 905461"/>
                    <a:gd name="connsiteY81" fmla="*/ 209498 h 905600"/>
                    <a:gd name="connsiteX82" fmla="*/ 311531 w 905461"/>
                    <a:gd name="connsiteY82" fmla="*/ 34290 h 905600"/>
                    <a:gd name="connsiteX83" fmla="*/ 316771 w 905461"/>
                    <a:gd name="connsiteY83" fmla="*/ 32535 h 905600"/>
                    <a:gd name="connsiteX84" fmla="*/ 322010 w 905461"/>
                    <a:gd name="connsiteY84" fmla="*/ 30889 h 905600"/>
                    <a:gd name="connsiteX85" fmla="*/ 352981 w 905461"/>
                    <a:gd name="connsiteY85" fmla="*/ 22522 h 905600"/>
                    <a:gd name="connsiteX86" fmla="*/ 449843 w 905461"/>
                    <a:gd name="connsiteY86" fmla="*/ 11001 h 905600"/>
                    <a:gd name="connsiteX87" fmla="*/ 686417 w 905461"/>
                    <a:gd name="connsiteY87" fmla="*/ 78072 h 905600"/>
                    <a:gd name="connsiteX88" fmla="*/ 882939 w 905461"/>
                    <a:gd name="connsiteY88" fmla="*/ 353105 h 905600"/>
                    <a:gd name="connsiteX89" fmla="*/ 827390 w 905461"/>
                    <a:gd name="connsiteY89" fmla="*/ 686541 h 905600"/>
                    <a:gd name="connsiteX90" fmla="*/ 218921 w 905461"/>
                    <a:gd name="connsiteY90" fmla="*/ 827514 h 905600"/>
                    <a:gd name="connsiteX91" fmla="*/ 22425 w 905461"/>
                    <a:gd name="connsiteY91" fmla="*/ 552481 h 905600"/>
                    <a:gd name="connsiteX92" fmla="*/ 84339 w 905461"/>
                    <a:gd name="connsiteY92" fmla="*/ 209498 h 905600"/>
                    <a:gd name="connsiteX93" fmla="*/ 311531 w 905461"/>
                    <a:gd name="connsiteY93" fmla="*/ 34290 h 905600"/>
                    <a:gd name="connsiteX94" fmla="*/ 307307 w 905461"/>
                    <a:gd name="connsiteY94" fmla="*/ 24168 h 905600"/>
                    <a:gd name="connsiteX95" fmla="*/ 79511 w 905461"/>
                    <a:gd name="connsiteY95" fmla="*/ 197017 h 905600"/>
                    <a:gd name="connsiteX96" fmla="*/ 11727 w 905461"/>
                    <a:gd name="connsiteY96" fmla="*/ 554950 h 905600"/>
                    <a:gd name="connsiteX97" fmla="*/ 213105 w 905461"/>
                    <a:gd name="connsiteY97" fmla="*/ 836841 h 905600"/>
                    <a:gd name="connsiteX98" fmla="*/ 229537 w 905461"/>
                    <a:gd name="connsiteY98" fmla="*/ 846579 h 905600"/>
                    <a:gd name="connsiteX99" fmla="*/ 228357 w 905461"/>
                    <a:gd name="connsiteY99" fmla="*/ 833220 h 905600"/>
                    <a:gd name="connsiteX100" fmla="*/ 218921 w 905461"/>
                    <a:gd name="connsiteY100" fmla="*/ 827514 h 905600"/>
                    <a:gd name="connsiteX101" fmla="*/ 218921 w 905461"/>
                    <a:gd name="connsiteY101" fmla="*/ 827514 h 905600"/>
                    <a:gd name="connsiteX102" fmla="*/ 22425 w 905461"/>
                    <a:gd name="connsiteY102" fmla="*/ 552481 h 905600"/>
                    <a:gd name="connsiteX103" fmla="*/ 84339 w 905461"/>
                    <a:gd name="connsiteY103" fmla="*/ 209498 h 905600"/>
                    <a:gd name="connsiteX104" fmla="*/ 311531 w 905461"/>
                    <a:gd name="connsiteY104" fmla="*/ 34290 h 905600"/>
                    <a:gd name="connsiteX105" fmla="*/ 307307 w 905461"/>
                    <a:gd name="connsiteY105" fmla="*/ 24168 h 905600"/>
                    <a:gd name="connsiteX106" fmla="*/ 79511 w 905461"/>
                    <a:gd name="connsiteY106" fmla="*/ 197017 h 905600"/>
                    <a:gd name="connsiteX107" fmla="*/ 11727 w 905461"/>
                    <a:gd name="connsiteY107" fmla="*/ 554950 h 905600"/>
                    <a:gd name="connsiteX108" fmla="*/ 213105 w 905461"/>
                    <a:gd name="connsiteY108" fmla="*/ 836841 h 905600"/>
                    <a:gd name="connsiteX109" fmla="*/ 229537 w 905461"/>
                    <a:gd name="connsiteY109" fmla="*/ 846579 h 905600"/>
                    <a:gd name="connsiteX110" fmla="*/ 228357 w 905461"/>
                    <a:gd name="connsiteY110" fmla="*/ 833220 h 905600"/>
                    <a:gd name="connsiteX111" fmla="*/ 218921 w 905461"/>
                    <a:gd name="connsiteY111" fmla="*/ 827514 h 905600"/>
                    <a:gd name="connsiteX112" fmla="*/ 218921 w 905461"/>
                    <a:gd name="connsiteY112" fmla="*/ 827514 h 905600"/>
                    <a:gd name="connsiteX113" fmla="*/ 22425 w 905461"/>
                    <a:gd name="connsiteY113" fmla="*/ 552481 h 905600"/>
                    <a:gd name="connsiteX114" fmla="*/ 84339 w 905461"/>
                    <a:gd name="connsiteY114" fmla="*/ 209498 h 905600"/>
                    <a:gd name="connsiteX115" fmla="*/ 311531 w 905461"/>
                    <a:gd name="connsiteY115" fmla="*/ 34290 h 905600"/>
                    <a:gd name="connsiteX116" fmla="*/ 307307 w 905461"/>
                    <a:gd name="connsiteY116" fmla="*/ 24168 h 905600"/>
                    <a:gd name="connsiteX117" fmla="*/ 79511 w 905461"/>
                    <a:gd name="connsiteY117" fmla="*/ 197017 h 905600"/>
                    <a:gd name="connsiteX118" fmla="*/ 11727 w 905461"/>
                    <a:gd name="connsiteY118" fmla="*/ 554950 h 905600"/>
                    <a:gd name="connsiteX119" fmla="*/ 213105 w 905461"/>
                    <a:gd name="connsiteY119" fmla="*/ 836841 h 905600"/>
                    <a:gd name="connsiteX120" fmla="*/ 229537 w 905461"/>
                    <a:gd name="connsiteY120" fmla="*/ 846579 h 905600"/>
                    <a:gd name="connsiteX121" fmla="*/ 228357 w 905461"/>
                    <a:gd name="connsiteY121" fmla="*/ 833220 h 905600"/>
                    <a:gd name="connsiteX122" fmla="*/ 218921 w 905461"/>
                    <a:gd name="connsiteY122" fmla="*/ 827514 h 905600"/>
                    <a:gd name="connsiteX123" fmla="*/ 218921 w 905461"/>
                    <a:gd name="connsiteY123" fmla="*/ 827514 h 905600"/>
                    <a:gd name="connsiteX124" fmla="*/ 22425 w 905461"/>
                    <a:gd name="connsiteY124" fmla="*/ 552481 h 905600"/>
                    <a:gd name="connsiteX125" fmla="*/ 84339 w 905461"/>
                    <a:gd name="connsiteY125" fmla="*/ 209498 h 905600"/>
                    <a:gd name="connsiteX126" fmla="*/ 311531 w 905461"/>
                    <a:gd name="connsiteY126" fmla="*/ 34290 h 905600"/>
                    <a:gd name="connsiteX127" fmla="*/ 307307 w 905461"/>
                    <a:gd name="connsiteY127" fmla="*/ 24168 h 905600"/>
                    <a:gd name="connsiteX128" fmla="*/ 79511 w 905461"/>
                    <a:gd name="connsiteY128" fmla="*/ 197017 h 905600"/>
                    <a:gd name="connsiteX129" fmla="*/ 11727 w 905461"/>
                    <a:gd name="connsiteY129" fmla="*/ 554950 h 905600"/>
                    <a:gd name="connsiteX130" fmla="*/ 213105 w 905461"/>
                    <a:gd name="connsiteY130" fmla="*/ 836841 h 905600"/>
                    <a:gd name="connsiteX131" fmla="*/ 229537 w 905461"/>
                    <a:gd name="connsiteY131" fmla="*/ 846579 h 905600"/>
                    <a:gd name="connsiteX132" fmla="*/ 228357 w 905461"/>
                    <a:gd name="connsiteY132" fmla="*/ 833220 h 905600"/>
                    <a:gd name="connsiteX133" fmla="*/ 218921 w 905461"/>
                    <a:gd name="connsiteY133" fmla="*/ 827514 h 90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</a:cxnLst>
                  <a:rect l="l" t="t" r="r" b="b"/>
                  <a:pathLst>
                    <a:path w="905461" h="905600"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893611" y="350636"/>
                      </a:moveTo>
                      <a:cubicBezTo>
                        <a:pt x="866343" y="232843"/>
                        <a:pt x="794801" y="132744"/>
                        <a:pt x="692232" y="68745"/>
                      </a:cubicBezTo>
                      <a:cubicBezTo>
                        <a:pt x="589664" y="4773"/>
                        <a:pt x="468278" y="-15444"/>
                        <a:pt x="350512" y="11851"/>
                      </a:cubicBezTo>
                      <a:cubicBezTo>
                        <a:pt x="339402" y="14430"/>
                        <a:pt x="328484" y="17392"/>
                        <a:pt x="317758" y="20766"/>
                      </a:cubicBezTo>
                      <a:cubicBezTo>
                        <a:pt x="316003" y="21288"/>
                        <a:pt x="314247" y="21836"/>
                        <a:pt x="312519" y="22412"/>
                      </a:cubicBezTo>
                      <a:cubicBezTo>
                        <a:pt x="310763" y="22961"/>
                        <a:pt x="309035" y="23537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99269" y="886191"/>
                        <a:pt x="376819" y="906217"/>
                        <a:pt x="455576" y="905586"/>
                      </a:cubicBezTo>
                      <a:cubicBezTo>
                        <a:pt x="473325" y="905421"/>
                        <a:pt x="491156" y="904214"/>
                        <a:pt x="508959" y="901964"/>
                      </a:cubicBezTo>
                      <a:cubicBezTo>
                        <a:pt x="510770" y="901745"/>
                        <a:pt x="512580" y="901498"/>
                        <a:pt x="514391" y="901224"/>
                      </a:cubicBezTo>
                      <a:cubicBezTo>
                        <a:pt x="516229" y="900977"/>
                        <a:pt x="518039" y="900730"/>
                        <a:pt x="519850" y="900428"/>
                      </a:cubicBezTo>
                      <a:cubicBezTo>
                        <a:pt x="531536" y="898673"/>
                        <a:pt x="543195" y="896423"/>
                        <a:pt x="554826" y="893735"/>
                      </a:cubicBezTo>
                      <a:cubicBezTo>
                        <a:pt x="672619" y="866440"/>
                        <a:pt x="772718" y="794925"/>
                        <a:pt x="836717" y="692357"/>
                      </a:cubicBezTo>
                      <a:cubicBezTo>
                        <a:pt x="900688" y="589761"/>
                        <a:pt x="920906" y="468429"/>
                        <a:pt x="893611" y="350636"/>
                      </a:cubicBezTo>
                      <a:close/>
                      <a:moveTo>
                        <a:pt x="827390" y="686541"/>
                      </a:moveTo>
                      <a:cubicBezTo>
                        <a:pt x="796172" y="736577"/>
                        <a:pt x="756149" y="779069"/>
                        <a:pt x="709569" y="812344"/>
                      </a:cubicBezTo>
                      <a:cubicBezTo>
                        <a:pt x="662990" y="845646"/>
                        <a:pt x="609827" y="869732"/>
                        <a:pt x="552356" y="883064"/>
                      </a:cubicBezTo>
                      <a:cubicBezTo>
                        <a:pt x="541329" y="885615"/>
                        <a:pt x="530301" y="887755"/>
                        <a:pt x="519246" y="889428"/>
                      </a:cubicBezTo>
                      <a:cubicBezTo>
                        <a:pt x="517408" y="889730"/>
                        <a:pt x="515598" y="890004"/>
                        <a:pt x="513788" y="890251"/>
                      </a:cubicBezTo>
                      <a:cubicBezTo>
                        <a:pt x="511977" y="890498"/>
                        <a:pt x="510166" y="890745"/>
                        <a:pt x="508355" y="890964"/>
                      </a:cubicBezTo>
                      <a:cubicBezTo>
                        <a:pt x="411219" y="903501"/>
                        <a:pt x="313534" y="883530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3259" y="33687"/>
                        <a:pt x="315015" y="33111"/>
                        <a:pt x="316771" y="32535"/>
                      </a:cubicBezTo>
                      <a:cubicBezTo>
                        <a:pt x="318499" y="31986"/>
                        <a:pt x="320255" y="31437"/>
                        <a:pt x="322010" y="30889"/>
                      </a:cubicBezTo>
                      <a:cubicBezTo>
                        <a:pt x="332132" y="27761"/>
                        <a:pt x="342474" y="24963"/>
                        <a:pt x="352981" y="22522"/>
                      </a:cubicBezTo>
                      <a:cubicBezTo>
                        <a:pt x="385158" y="15088"/>
                        <a:pt x="417611" y="11247"/>
                        <a:pt x="449843" y="11001"/>
                      </a:cubicBezTo>
                      <a:cubicBezTo>
                        <a:pt x="532770" y="10287"/>
                        <a:pt x="614353" y="33111"/>
                        <a:pt x="686417" y="78072"/>
                      </a:cubicBezTo>
                      <a:cubicBezTo>
                        <a:pt x="786516" y="140507"/>
                        <a:pt x="856303" y="238192"/>
                        <a:pt x="882939" y="353105"/>
                      </a:cubicBezTo>
                      <a:cubicBezTo>
                        <a:pt x="909548" y="468045"/>
                        <a:pt x="889825" y="586442"/>
                        <a:pt x="827390" y="686541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  <a:moveTo>
                        <a:pt x="218921" y="827514"/>
                      </a:moveTo>
                      <a:cubicBezTo>
                        <a:pt x="118821" y="765079"/>
                        <a:pt x="49034" y="667393"/>
                        <a:pt x="22425" y="552481"/>
                      </a:cubicBezTo>
                      <a:cubicBezTo>
                        <a:pt x="-5994" y="429832"/>
                        <a:pt x="19901" y="307074"/>
                        <a:pt x="84339" y="209498"/>
                      </a:cubicBezTo>
                      <a:cubicBezTo>
                        <a:pt x="137091" y="129562"/>
                        <a:pt x="215738" y="66495"/>
                        <a:pt x="311531" y="34290"/>
                      </a:cubicBezTo>
                      <a:cubicBezTo>
                        <a:pt x="310132" y="30916"/>
                        <a:pt x="308733" y="27542"/>
                        <a:pt x="307307" y="24168"/>
                      </a:cubicBezTo>
                      <a:cubicBezTo>
                        <a:pt x="212036" y="56346"/>
                        <a:pt x="133388" y="118342"/>
                        <a:pt x="79511" y="197017"/>
                      </a:cubicBezTo>
                      <a:cubicBezTo>
                        <a:pt x="10328" y="298022"/>
                        <a:pt x="-18010" y="426568"/>
                        <a:pt x="11727" y="554950"/>
                      </a:cubicBezTo>
                      <a:cubicBezTo>
                        <a:pt x="39022" y="672743"/>
                        <a:pt x="110537" y="772842"/>
                        <a:pt x="213105" y="836841"/>
                      </a:cubicBezTo>
                      <a:cubicBezTo>
                        <a:pt x="218537" y="840215"/>
                        <a:pt x="224023" y="843480"/>
                        <a:pt x="229537" y="846579"/>
                      </a:cubicBezTo>
                      <a:cubicBezTo>
                        <a:pt x="229153" y="842108"/>
                        <a:pt x="228769" y="837664"/>
                        <a:pt x="228357" y="833220"/>
                      </a:cubicBezTo>
                      <a:cubicBezTo>
                        <a:pt x="225202" y="831382"/>
                        <a:pt x="222048" y="829462"/>
                        <a:pt x="218921" y="827514"/>
                      </a:cubicBezTo>
                      <a:close/>
                    </a:path>
                  </a:pathLst>
                </a:custGeom>
                <a:solidFill>
                  <a:srgbClr val="84B1F5"/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3" name="图形 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7623387" y="3233492"/>
                  <a:ext cx="531517" cy="531522"/>
                </a:xfrm>
                <a:custGeom>
                  <a:avLst/>
                  <a:gdLst>
                    <a:gd name="connsiteX0" fmla="*/ 699801 w 757306"/>
                    <a:gd name="connsiteY0" fmla="*/ 579020 h 757313"/>
                    <a:gd name="connsiteX1" fmla="*/ 464051 w 757306"/>
                    <a:gd name="connsiteY1" fmla="*/ 747453 h 757313"/>
                    <a:gd name="connsiteX2" fmla="*/ 440788 w 757306"/>
                    <a:gd name="connsiteY2" fmla="*/ 752089 h 757313"/>
                    <a:gd name="connsiteX3" fmla="*/ 435357 w 757306"/>
                    <a:gd name="connsiteY3" fmla="*/ 752967 h 757313"/>
                    <a:gd name="connsiteX4" fmla="*/ 429925 w 757306"/>
                    <a:gd name="connsiteY4" fmla="*/ 753762 h 757313"/>
                    <a:gd name="connsiteX5" fmla="*/ 381343 w 757306"/>
                    <a:gd name="connsiteY5" fmla="*/ 757301 h 757313"/>
                    <a:gd name="connsiteX6" fmla="*/ 145839 w 757306"/>
                    <a:gd name="connsiteY6" fmla="*/ 677227 h 757313"/>
                    <a:gd name="connsiteX7" fmla="*/ 145456 w 757306"/>
                    <a:gd name="connsiteY7" fmla="*/ 676925 h 757313"/>
                    <a:gd name="connsiteX8" fmla="*/ 9804 w 757306"/>
                    <a:gd name="connsiteY8" fmla="*/ 464108 h 757313"/>
                    <a:gd name="connsiteX9" fmla="*/ 38361 w 757306"/>
                    <a:gd name="connsiteY9" fmla="*/ 213077 h 757313"/>
                    <a:gd name="connsiteX10" fmla="*/ 261109 w 757306"/>
                    <a:gd name="connsiteY10" fmla="*/ 18776 h 757313"/>
                    <a:gd name="connsiteX11" fmla="*/ 266375 w 757306"/>
                    <a:gd name="connsiteY11" fmla="*/ 17131 h 757313"/>
                    <a:gd name="connsiteX12" fmla="*/ 271615 w 757306"/>
                    <a:gd name="connsiteY12" fmla="*/ 15540 h 757313"/>
                    <a:gd name="connsiteX13" fmla="*/ 293177 w 757306"/>
                    <a:gd name="connsiteY13" fmla="*/ 9861 h 757313"/>
                    <a:gd name="connsiteX14" fmla="*/ 375857 w 757306"/>
                    <a:gd name="connsiteY14" fmla="*/ 13 h 757313"/>
                    <a:gd name="connsiteX15" fmla="*/ 611388 w 757306"/>
                    <a:gd name="connsiteY15" fmla="*/ 80087 h 757313"/>
                    <a:gd name="connsiteX16" fmla="*/ 747396 w 757306"/>
                    <a:gd name="connsiteY16" fmla="*/ 293206 h 757313"/>
                    <a:gd name="connsiteX17" fmla="*/ 699801 w 757306"/>
                    <a:gd name="connsiteY17" fmla="*/ 579020 h 757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7306" h="757313">
                      <a:moveTo>
                        <a:pt x="699801" y="579020"/>
                      </a:moveTo>
                      <a:cubicBezTo>
                        <a:pt x="646281" y="664800"/>
                        <a:pt x="562559" y="724629"/>
                        <a:pt x="464051" y="747453"/>
                      </a:cubicBezTo>
                      <a:cubicBezTo>
                        <a:pt x="456342" y="749236"/>
                        <a:pt x="448579" y="750800"/>
                        <a:pt x="440788" y="752089"/>
                      </a:cubicBezTo>
                      <a:cubicBezTo>
                        <a:pt x="438978" y="752390"/>
                        <a:pt x="437167" y="752692"/>
                        <a:pt x="435357" y="752967"/>
                      </a:cubicBezTo>
                      <a:cubicBezTo>
                        <a:pt x="433547" y="753241"/>
                        <a:pt x="431736" y="753515"/>
                        <a:pt x="429925" y="753762"/>
                      </a:cubicBezTo>
                      <a:cubicBezTo>
                        <a:pt x="413768" y="755984"/>
                        <a:pt x="397528" y="757164"/>
                        <a:pt x="381343" y="757301"/>
                      </a:cubicBezTo>
                      <a:cubicBezTo>
                        <a:pt x="296715" y="758014"/>
                        <a:pt x="213075" y="729567"/>
                        <a:pt x="145839" y="677227"/>
                      </a:cubicBezTo>
                      <a:cubicBezTo>
                        <a:pt x="145702" y="677117"/>
                        <a:pt x="145592" y="677035"/>
                        <a:pt x="145456" y="676925"/>
                      </a:cubicBezTo>
                      <a:cubicBezTo>
                        <a:pt x="76519" y="623103"/>
                        <a:pt x="29610" y="549531"/>
                        <a:pt x="9804" y="464108"/>
                      </a:cubicBezTo>
                      <a:cubicBezTo>
                        <a:pt x="-10523" y="376298"/>
                        <a:pt x="1602" y="288406"/>
                        <a:pt x="38361" y="213077"/>
                      </a:cubicBezTo>
                      <a:cubicBezTo>
                        <a:pt x="82142" y="123347"/>
                        <a:pt x="160845" y="51448"/>
                        <a:pt x="261109" y="18776"/>
                      </a:cubicBezTo>
                      <a:cubicBezTo>
                        <a:pt x="262864" y="18201"/>
                        <a:pt x="264620" y="17652"/>
                        <a:pt x="266375" y="17131"/>
                      </a:cubicBezTo>
                      <a:cubicBezTo>
                        <a:pt x="268104" y="16555"/>
                        <a:pt x="269859" y="16033"/>
                        <a:pt x="271615" y="15540"/>
                      </a:cubicBezTo>
                      <a:cubicBezTo>
                        <a:pt x="278692" y="13427"/>
                        <a:pt x="285880" y="11562"/>
                        <a:pt x="293177" y="9861"/>
                      </a:cubicBezTo>
                      <a:cubicBezTo>
                        <a:pt x="320390" y="3552"/>
                        <a:pt x="348205" y="233"/>
                        <a:pt x="375857" y="13"/>
                      </a:cubicBezTo>
                      <a:cubicBezTo>
                        <a:pt x="460484" y="-700"/>
                        <a:pt x="544124" y="27747"/>
                        <a:pt x="611388" y="80087"/>
                      </a:cubicBezTo>
                      <a:cubicBezTo>
                        <a:pt x="680544" y="133936"/>
                        <a:pt x="727563" y="207618"/>
                        <a:pt x="747396" y="293206"/>
                      </a:cubicBezTo>
                      <a:cubicBezTo>
                        <a:pt x="770219" y="391715"/>
                        <a:pt x="753321" y="493213"/>
                        <a:pt x="699801" y="579020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4" name="图形 2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7721336" y="3331442"/>
                  <a:ext cx="335621" cy="335621"/>
                </a:xfrm>
                <a:custGeom>
                  <a:avLst/>
                  <a:gdLst>
                    <a:gd name="connsiteX0" fmla="*/ 478195 w 478194"/>
                    <a:gd name="connsiteY0" fmla="*/ 239097 h 478194"/>
                    <a:gd name="connsiteX1" fmla="*/ 239098 w 478194"/>
                    <a:gd name="connsiteY1" fmla="*/ 478195 h 478194"/>
                    <a:gd name="connsiteX2" fmla="*/ 1 w 478194"/>
                    <a:gd name="connsiteY2" fmla="*/ 239097 h 478194"/>
                    <a:gd name="connsiteX3" fmla="*/ 239098 w 478194"/>
                    <a:gd name="connsiteY3" fmla="*/ 0 h 478194"/>
                    <a:gd name="connsiteX4" fmla="*/ 478195 w 478194"/>
                    <a:gd name="connsiteY4" fmla="*/ 239097 h 47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194" h="478194">
                      <a:moveTo>
                        <a:pt x="478195" y="239097"/>
                      </a:moveTo>
                      <a:cubicBezTo>
                        <a:pt x="478195" y="371147"/>
                        <a:pt x="371147" y="478195"/>
                        <a:pt x="239098" y="478195"/>
                      </a:cubicBezTo>
                      <a:cubicBezTo>
                        <a:pt x="107048" y="478195"/>
                        <a:pt x="1" y="371147"/>
                        <a:pt x="1" y="239097"/>
                      </a:cubicBezTo>
                      <a:cubicBezTo>
                        <a:pt x="1" y="107047"/>
                        <a:pt x="107048" y="0"/>
                        <a:pt x="239098" y="0"/>
                      </a:cubicBezTo>
                      <a:cubicBezTo>
                        <a:pt x="371148" y="0"/>
                        <a:pt x="478195" y="107048"/>
                        <a:pt x="478195" y="2390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6" name="组合 195"/>
              <p:cNvGrpSpPr/>
              <p:nvPr/>
            </p:nvGrpSpPr>
            <p:grpSpPr>
              <a:xfrm>
                <a:off x="6484837" y="4140230"/>
                <a:ext cx="1396261" cy="1413589"/>
                <a:chOff x="6484837" y="4140230"/>
                <a:chExt cx="1396261" cy="1413589"/>
              </a:xfrm>
            </p:grpSpPr>
            <p:sp>
              <p:nvSpPr>
                <p:cNvPr id="197" name="图形 2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484837" y="4140230"/>
                  <a:ext cx="1396261" cy="1413589"/>
                </a:xfrm>
                <a:custGeom>
                  <a:avLst/>
                  <a:gdLst>
                    <a:gd name="connsiteX0" fmla="*/ 546171 w 1989395"/>
                    <a:gd name="connsiteY0" fmla="*/ 1152 h 2014085"/>
                    <a:gd name="connsiteX1" fmla="*/ 541179 w 1989395"/>
                    <a:gd name="connsiteY1" fmla="*/ 0 h 2014085"/>
                    <a:gd name="connsiteX2" fmla="*/ 539697 w 1989395"/>
                    <a:gd name="connsiteY2" fmla="*/ 4910 h 2014085"/>
                    <a:gd name="connsiteX3" fmla="*/ 4499 w 1989395"/>
                    <a:gd name="connsiteY3" fmla="*/ 669944 h 2014085"/>
                    <a:gd name="connsiteX4" fmla="*/ 0 w 1989395"/>
                    <a:gd name="connsiteY4" fmla="*/ 672468 h 2014085"/>
                    <a:gd name="connsiteX5" fmla="*/ 641881 w 1989395"/>
                    <a:gd name="connsiteY5" fmla="*/ 2008983 h 2014085"/>
                    <a:gd name="connsiteX6" fmla="*/ 644323 w 1989395"/>
                    <a:gd name="connsiteY6" fmla="*/ 2014085 h 2014085"/>
                    <a:gd name="connsiteX7" fmla="*/ 649316 w 1989395"/>
                    <a:gd name="connsiteY7" fmla="*/ 2011479 h 2014085"/>
                    <a:gd name="connsiteX8" fmla="*/ 1083482 w 1989395"/>
                    <a:gd name="connsiteY8" fmla="*/ 1729999 h 2014085"/>
                    <a:gd name="connsiteX9" fmla="*/ 1192661 w 1989395"/>
                    <a:gd name="connsiteY9" fmla="*/ 1637827 h 2014085"/>
                    <a:gd name="connsiteX10" fmla="*/ 1200863 w 1989395"/>
                    <a:gd name="connsiteY10" fmla="*/ 1630476 h 2014085"/>
                    <a:gd name="connsiteX11" fmla="*/ 1196858 w 1989395"/>
                    <a:gd name="connsiteY11" fmla="*/ 1626718 h 2014085"/>
                    <a:gd name="connsiteX12" fmla="*/ 1192881 w 1989395"/>
                    <a:gd name="connsiteY12" fmla="*/ 1622905 h 2014085"/>
                    <a:gd name="connsiteX13" fmla="*/ 1184733 w 1989395"/>
                    <a:gd name="connsiteY13" fmla="*/ 1630229 h 2014085"/>
                    <a:gd name="connsiteX14" fmla="*/ 1076651 w 1989395"/>
                    <a:gd name="connsiteY14" fmla="*/ 1721440 h 2014085"/>
                    <a:gd name="connsiteX15" fmla="*/ 649316 w 1989395"/>
                    <a:gd name="connsiteY15" fmla="*/ 1999134 h 2014085"/>
                    <a:gd name="connsiteX16" fmla="*/ 530837 w 1989395"/>
                    <a:gd name="connsiteY16" fmla="*/ 1752438 h 2014085"/>
                    <a:gd name="connsiteX17" fmla="*/ 14347 w 1989395"/>
                    <a:gd name="connsiteY17" fmla="*/ 676994 h 2014085"/>
                    <a:gd name="connsiteX18" fmla="*/ 548722 w 1989395"/>
                    <a:gd name="connsiteY18" fmla="*/ 12975 h 2014085"/>
                    <a:gd name="connsiteX19" fmla="*/ 1708548 w 1989395"/>
                    <a:gd name="connsiteY19" fmla="*/ 277694 h 2014085"/>
                    <a:gd name="connsiteX20" fmla="*/ 1975927 w 1989395"/>
                    <a:gd name="connsiteY20" fmla="*/ 338730 h 2014085"/>
                    <a:gd name="connsiteX21" fmla="*/ 1799128 w 1989395"/>
                    <a:gd name="connsiteY21" fmla="*/ 817940 h 2014085"/>
                    <a:gd name="connsiteX22" fmla="*/ 1744154 w 1989395"/>
                    <a:gd name="connsiteY22" fmla="*/ 924843 h 2014085"/>
                    <a:gd name="connsiteX23" fmla="*/ 1738860 w 1989395"/>
                    <a:gd name="connsiteY23" fmla="*/ 934471 h 2014085"/>
                    <a:gd name="connsiteX24" fmla="*/ 1743496 w 1989395"/>
                    <a:gd name="connsiteY24" fmla="*/ 937461 h 2014085"/>
                    <a:gd name="connsiteX25" fmla="*/ 1748077 w 1989395"/>
                    <a:gd name="connsiteY25" fmla="*/ 940534 h 2014085"/>
                    <a:gd name="connsiteX26" fmla="*/ 1753371 w 1989395"/>
                    <a:gd name="connsiteY26" fmla="*/ 930877 h 2014085"/>
                    <a:gd name="connsiteX27" fmla="*/ 1809003 w 1989395"/>
                    <a:gd name="connsiteY27" fmla="*/ 822740 h 2014085"/>
                    <a:gd name="connsiteX28" fmla="*/ 1987970 w 1989395"/>
                    <a:gd name="connsiteY28" fmla="*/ 336015 h 2014085"/>
                    <a:gd name="connsiteX29" fmla="*/ 1989396 w 1989395"/>
                    <a:gd name="connsiteY29" fmla="*/ 330556 h 2014085"/>
                    <a:gd name="connsiteX30" fmla="*/ 546171 w 1989395"/>
                    <a:gd name="connsiteY30" fmla="*/ 1152 h 2014085"/>
                    <a:gd name="connsiteX31" fmla="*/ 1712388 w 1989395"/>
                    <a:gd name="connsiteY31" fmla="*/ 992517 h 2014085"/>
                    <a:gd name="connsiteX32" fmla="*/ 1707779 w 1989395"/>
                    <a:gd name="connsiteY32" fmla="*/ 989472 h 2014085"/>
                    <a:gd name="connsiteX33" fmla="*/ 1489750 w 1989395"/>
                    <a:gd name="connsiteY33" fmla="*/ 1307848 h 2014085"/>
                    <a:gd name="connsiteX34" fmla="*/ 1452662 w 1989395"/>
                    <a:gd name="connsiteY34" fmla="*/ 1354181 h 2014085"/>
                    <a:gd name="connsiteX35" fmla="*/ 1239433 w 1989395"/>
                    <a:gd name="connsiteY35" fmla="*/ 1580111 h 2014085"/>
                    <a:gd name="connsiteX36" fmla="*/ 1243438 w 1989395"/>
                    <a:gd name="connsiteY36" fmla="*/ 1583841 h 2014085"/>
                    <a:gd name="connsiteX37" fmla="*/ 1247498 w 1989395"/>
                    <a:gd name="connsiteY37" fmla="*/ 1587572 h 2014085"/>
                    <a:gd name="connsiteX38" fmla="*/ 1461138 w 1989395"/>
                    <a:gd name="connsiteY38" fmla="*/ 1361148 h 2014085"/>
                    <a:gd name="connsiteX39" fmla="*/ 1498309 w 1989395"/>
                    <a:gd name="connsiteY39" fmla="*/ 1314706 h 2014085"/>
                    <a:gd name="connsiteX40" fmla="*/ 1716942 w 1989395"/>
                    <a:gd name="connsiteY40" fmla="*/ 995617 h 2014085"/>
                    <a:gd name="connsiteX41" fmla="*/ 1716942 w 1989395"/>
                    <a:gd name="connsiteY41" fmla="*/ 995589 h 2014085"/>
                    <a:gd name="connsiteX42" fmla="*/ 1712388 w 1989395"/>
                    <a:gd name="connsiteY42" fmla="*/ 992517 h 2014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1989395" h="2014085">
                      <a:moveTo>
                        <a:pt x="546171" y="1152"/>
                      </a:moveTo>
                      <a:lnTo>
                        <a:pt x="541179" y="0"/>
                      </a:lnTo>
                      <a:lnTo>
                        <a:pt x="539697" y="4910"/>
                      </a:lnTo>
                      <a:cubicBezTo>
                        <a:pt x="454027" y="288667"/>
                        <a:pt x="263951" y="524856"/>
                        <a:pt x="4499" y="669944"/>
                      </a:cubicBezTo>
                      <a:lnTo>
                        <a:pt x="0" y="672468"/>
                      </a:lnTo>
                      <a:lnTo>
                        <a:pt x="641881" y="2008983"/>
                      </a:lnTo>
                      <a:lnTo>
                        <a:pt x="644323" y="2014085"/>
                      </a:lnTo>
                      <a:lnTo>
                        <a:pt x="649316" y="2011479"/>
                      </a:lnTo>
                      <a:cubicBezTo>
                        <a:pt x="802222" y="1932694"/>
                        <a:pt x="948297" y="1837999"/>
                        <a:pt x="1083482" y="1729999"/>
                      </a:cubicBezTo>
                      <a:cubicBezTo>
                        <a:pt x="1120652" y="1700318"/>
                        <a:pt x="1157082" y="1669566"/>
                        <a:pt x="1192661" y="1637827"/>
                      </a:cubicBezTo>
                      <a:cubicBezTo>
                        <a:pt x="1195404" y="1635413"/>
                        <a:pt x="1198148" y="1632945"/>
                        <a:pt x="1200863" y="1630476"/>
                      </a:cubicBezTo>
                      <a:cubicBezTo>
                        <a:pt x="1199519" y="1629214"/>
                        <a:pt x="1198175" y="1627979"/>
                        <a:pt x="1196858" y="1626718"/>
                      </a:cubicBezTo>
                      <a:cubicBezTo>
                        <a:pt x="1195514" y="1625428"/>
                        <a:pt x="1194198" y="1624166"/>
                        <a:pt x="1192881" y="1622905"/>
                      </a:cubicBezTo>
                      <a:cubicBezTo>
                        <a:pt x="1190165" y="1625374"/>
                        <a:pt x="1187449" y="1627788"/>
                        <a:pt x="1184733" y="1630229"/>
                      </a:cubicBezTo>
                      <a:cubicBezTo>
                        <a:pt x="1149483" y="1661639"/>
                        <a:pt x="1113438" y="1692061"/>
                        <a:pt x="1076651" y="1721440"/>
                      </a:cubicBezTo>
                      <a:cubicBezTo>
                        <a:pt x="943496" y="1827794"/>
                        <a:pt x="799753" y="1921200"/>
                        <a:pt x="649316" y="1999134"/>
                      </a:cubicBezTo>
                      <a:lnTo>
                        <a:pt x="530837" y="1752438"/>
                      </a:lnTo>
                      <a:lnTo>
                        <a:pt x="14347" y="676994"/>
                      </a:lnTo>
                      <a:cubicBezTo>
                        <a:pt x="272510" y="531138"/>
                        <a:pt x="462010" y="295662"/>
                        <a:pt x="548722" y="12975"/>
                      </a:cubicBezTo>
                      <a:lnTo>
                        <a:pt x="1708548" y="277694"/>
                      </a:lnTo>
                      <a:lnTo>
                        <a:pt x="1975927" y="338730"/>
                      </a:lnTo>
                      <a:cubicBezTo>
                        <a:pt x="1932777" y="503843"/>
                        <a:pt x="1873304" y="665034"/>
                        <a:pt x="1799128" y="817940"/>
                      </a:cubicBezTo>
                      <a:cubicBezTo>
                        <a:pt x="1781626" y="853985"/>
                        <a:pt x="1763302" y="889647"/>
                        <a:pt x="1744154" y="924843"/>
                      </a:cubicBezTo>
                      <a:cubicBezTo>
                        <a:pt x="1742398" y="928052"/>
                        <a:pt x="1740643" y="931262"/>
                        <a:pt x="1738860" y="934471"/>
                      </a:cubicBezTo>
                      <a:cubicBezTo>
                        <a:pt x="1740396" y="935459"/>
                        <a:pt x="1741960" y="936446"/>
                        <a:pt x="1743496" y="937461"/>
                      </a:cubicBezTo>
                      <a:cubicBezTo>
                        <a:pt x="1745032" y="938449"/>
                        <a:pt x="1746568" y="939464"/>
                        <a:pt x="1748077" y="940534"/>
                      </a:cubicBezTo>
                      <a:cubicBezTo>
                        <a:pt x="1749860" y="937324"/>
                        <a:pt x="1751616" y="934115"/>
                        <a:pt x="1753371" y="930877"/>
                      </a:cubicBezTo>
                      <a:cubicBezTo>
                        <a:pt x="1772766" y="895271"/>
                        <a:pt x="1791310" y="859198"/>
                        <a:pt x="1809003" y="822740"/>
                      </a:cubicBezTo>
                      <a:cubicBezTo>
                        <a:pt x="1884332" y="667475"/>
                        <a:pt x="1944545" y="503734"/>
                        <a:pt x="1987970" y="336015"/>
                      </a:cubicBezTo>
                      <a:lnTo>
                        <a:pt x="1989396" y="330556"/>
                      </a:lnTo>
                      <a:lnTo>
                        <a:pt x="546171" y="1152"/>
                      </a:lnTo>
                      <a:close/>
                      <a:moveTo>
                        <a:pt x="1712388" y="992517"/>
                      </a:moveTo>
                      <a:cubicBezTo>
                        <a:pt x="1710851" y="991475"/>
                        <a:pt x="1709343" y="990460"/>
                        <a:pt x="1707779" y="989472"/>
                      </a:cubicBezTo>
                      <a:cubicBezTo>
                        <a:pt x="1643122" y="1100791"/>
                        <a:pt x="1570153" y="1207337"/>
                        <a:pt x="1489750" y="1307848"/>
                      </a:cubicBezTo>
                      <a:lnTo>
                        <a:pt x="1452662" y="1354181"/>
                      </a:lnTo>
                      <a:cubicBezTo>
                        <a:pt x="1386057" y="1433569"/>
                        <a:pt x="1314761" y="1509089"/>
                        <a:pt x="1239433" y="1580111"/>
                      </a:cubicBezTo>
                      <a:cubicBezTo>
                        <a:pt x="1240750" y="1581372"/>
                        <a:pt x="1242094" y="1582634"/>
                        <a:pt x="1243438" y="1583841"/>
                      </a:cubicBezTo>
                      <a:cubicBezTo>
                        <a:pt x="1244782" y="1585158"/>
                        <a:pt x="1246126" y="1586392"/>
                        <a:pt x="1247498" y="1587572"/>
                      </a:cubicBezTo>
                      <a:cubicBezTo>
                        <a:pt x="1322963" y="1516386"/>
                        <a:pt x="1394396" y="1440701"/>
                        <a:pt x="1461138" y="1361148"/>
                      </a:cubicBezTo>
                      <a:lnTo>
                        <a:pt x="1498309" y="1314706"/>
                      </a:lnTo>
                      <a:cubicBezTo>
                        <a:pt x="1578904" y="1213976"/>
                        <a:pt x="1652065" y="1107183"/>
                        <a:pt x="1716942" y="995617"/>
                      </a:cubicBezTo>
                      <a:lnTo>
                        <a:pt x="1716942" y="995589"/>
                      </a:lnTo>
                      <a:cubicBezTo>
                        <a:pt x="1715433" y="994547"/>
                        <a:pt x="1713924" y="993532"/>
                        <a:pt x="1712388" y="992517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solidFill>
                    <a:srgbClr val="FF941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8" name="图形 2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853979" y="5100849"/>
                  <a:ext cx="470875" cy="447732"/>
                </a:xfrm>
                <a:custGeom>
                  <a:avLst/>
                  <a:gdLst>
                    <a:gd name="connsiteX0" fmla="*/ 666927 w 670904"/>
                    <a:gd name="connsiteY0" fmla="*/ 254212 h 637930"/>
                    <a:gd name="connsiteX1" fmla="*/ 670905 w 670904"/>
                    <a:gd name="connsiteY1" fmla="*/ 258026 h 637930"/>
                    <a:gd name="connsiteX2" fmla="*/ 662730 w 670904"/>
                    <a:gd name="connsiteY2" fmla="*/ 265350 h 637930"/>
                    <a:gd name="connsiteX3" fmla="*/ 554126 w 670904"/>
                    <a:gd name="connsiteY3" fmla="*/ 357028 h 637930"/>
                    <a:gd name="connsiteX4" fmla="*/ 120866 w 670904"/>
                    <a:gd name="connsiteY4" fmla="*/ 637931 h 637930"/>
                    <a:gd name="connsiteX5" fmla="*/ 0 w 670904"/>
                    <a:gd name="connsiteY5" fmla="*/ 386298 h 637930"/>
                    <a:gd name="connsiteX6" fmla="*/ 4883 w 670904"/>
                    <a:gd name="connsiteY6" fmla="*/ 383746 h 637930"/>
                    <a:gd name="connsiteX7" fmla="*/ 528670 w 670904"/>
                    <a:gd name="connsiteY7" fmla="*/ 9272 h 637930"/>
                    <a:gd name="connsiteX8" fmla="*/ 528670 w 670904"/>
                    <a:gd name="connsiteY8" fmla="*/ 9245 h 637930"/>
                    <a:gd name="connsiteX9" fmla="*/ 538353 w 670904"/>
                    <a:gd name="connsiteY9" fmla="*/ 0 h 637930"/>
                    <a:gd name="connsiteX10" fmla="*/ 666927 w 670904"/>
                    <a:gd name="connsiteY10" fmla="*/ 254212 h 637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70904" h="637930">
                      <a:moveTo>
                        <a:pt x="666927" y="254212"/>
                      </a:moveTo>
                      <a:cubicBezTo>
                        <a:pt x="668244" y="255474"/>
                        <a:pt x="669561" y="256736"/>
                        <a:pt x="670905" y="258026"/>
                      </a:cubicBezTo>
                      <a:cubicBezTo>
                        <a:pt x="668189" y="260495"/>
                        <a:pt x="665473" y="262936"/>
                        <a:pt x="662730" y="265350"/>
                      </a:cubicBezTo>
                      <a:cubicBezTo>
                        <a:pt x="627343" y="296896"/>
                        <a:pt x="591133" y="327483"/>
                        <a:pt x="554126" y="357028"/>
                      </a:cubicBezTo>
                      <a:cubicBezTo>
                        <a:pt x="418997" y="464972"/>
                        <a:pt x="273525" y="559256"/>
                        <a:pt x="120866" y="637931"/>
                      </a:cubicBezTo>
                      <a:lnTo>
                        <a:pt x="0" y="386298"/>
                      </a:lnTo>
                      <a:cubicBezTo>
                        <a:pt x="1619" y="385447"/>
                        <a:pt x="3265" y="384597"/>
                        <a:pt x="4883" y="383746"/>
                      </a:cubicBezTo>
                      <a:cubicBezTo>
                        <a:pt x="196688" y="283180"/>
                        <a:pt x="372828" y="156829"/>
                        <a:pt x="528670" y="9272"/>
                      </a:cubicBezTo>
                      <a:lnTo>
                        <a:pt x="528670" y="9245"/>
                      </a:lnTo>
                      <a:cubicBezTo>
                        <a:pt x="531907" y="6172"/>
                        <a:pt x="535144" y="3100"/>
                        <a:pt x="538353" y="0"/>
                      </a:cubicBezTo>
                      <a:cubicBezTo>
                        <a:pt x="552069" y="97603"/>
                        <a:pt x="597030" y="186126"/>
                        <a:pt x="666927" y="254212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9" name="图形 2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7510879" y="4331415"/>
                  <a:ext cx="365483" cy="466774"/>
                </a:xfrm>
                <a:custGeom>
                  <a:avLst/>
                  <a:gdLst>
                    <a:gd name="connsiteX0" fmla="*/ 520742 w 520741"/>
                    <a:gd name="connsiteY0" fmla="*/ 62243 h 665061"/>
                    <a:gd name="connsiteX1" fmla="*/ 342160 w 520741"/>
                    <a:gd name="connsiteY1" fmla="*/ 547927 h 665061"/>
                    <a:gd name="connsiteX2" fmla="*/ 286856 w 520741"/>
                    <a:gd name="connsiteY2" fmla="*/ 655433 h 665061"/>
                    <a:gd name="connsiteX3" fmla="*/ 281590 w 520741"/>
                    <a:gd name="connsiteY3" fmla="*/ 665062 h 665061"/>
                    <a:gd name="connsiteX4" fmla="*/ 276954 w 520741"/>
                    <a:gd name="connsiteY4" fmla="*/ 662072 h 665061"/>
                    <a:gd name="connsiteX5" fmla="*/ 36485 w 520741"/>
                    <a:gd name="connsiteY5" fmla="*/ 593190 h 665061"/>
                    <a:gd name="connsiteX6" fmla="*/ 0 w 520741"/>
                    <a:gd name="connsiteY6" fmla="*/ 595000 h 665061"/>
                    <a:gd name="connsiteX7" fmla="*/ 6803 w 520741"/>
                    <a:gd name="connsiteY7" fmla="*/ 583424 h 665061"/>
                    <a:gd name="connsiteX8" fmla="*/ 246641 w 520741"/>
                    <a:gd name="connsiteY8" fmla="*/ 5295 h 665061"/>
                    <a:gd name="connsiteX9" fmla="*/ 248040 w 520741"/>
                    <a:gd name="connsiteY9" fmla="*/ 0 h 665061"/>
                    <a:gd name="connsiteX10" fmla="*/ 520742 w 520741"/>
                    <a:gd name="connsiteY10" fmla="*/ 62243 h 6650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20741" h="665061">
                      <a:moveTo>
                        <a:pt x="520742" y="62243"/>
                      </a:moveTo>
                      <a:cubicBezTo>
                        <a:pt x="477371" y="229688"/>
                        <a:pt x="417433" y="392772"/>
                        <a:pt x="342160" y="547927"/>
                      </a:cubicBezTo>
                      <a:cubicBezTo>
                        <a:pt x="324575" y="584192"/>
                        <a:pt x="306141" y="620018"/>
                        <a:pt x="286856" y="655433"/>
                      </a:cubicBezTo>
                      <a:cubicBezTo>
                        <a:pt x="285128" y="658643"/>
                        <a:pt x="283372" y="661852"/>
                        <a:pt x="281590" y="665062"/>
                      </a:cubicBezTo>
                      <a:cubicBezTo>
                        <a:pt x="280053" y="664047"/>
                        <a:pt x="278489" y="663059"/>
                        <a:pt x="276954" y="662072"/>
                      </a:cubicBezTo>
                      <a:cubicBezTo>
                        <a:pt x="203216" y="615053"/>
                        <a:pt x="119521" y="592477"/>
                        <a:pt x="36485" y="593190"/>
                      </a:cubicBezTo>
                      <a:cubicBezTo>
                        <a:pt x="24305" y="593299"/>
                        <a:pt x="12125" y="593875"/>
                        <a:pt x="0" y="595000"/>
                      </a:cubicBezTo>
                      <a:cubicBezTo>
                        <a:pt x="2277" y="591160"/>
                        <a:pt x="4526" y="587292"/>
                        <a:pt x="6803" y="583424"/>
                      </a:cubicBezTo>
                      <a:cubicBezTo>
                        <a:pt x="111182" y="404458"/>
                        <a:pt x="192490" y="210376"/>
                        <a:pt x="246641" y="5295"/>
                      </a:cubicBezTo>
                      <a:cubicBezTo>
                        <a:pt x="247107" y="3539"/>
                        <a:pt x="247573" y="1756"/>
                        <a:pt x="248040" y="0"/>
                      </a:cubicBezTo>
                      <a:lnTo>
                        <a:pt x="520742" y="62243"/>
                      </a:ln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1" name="图形 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7221056" y="4740030"/>
                  <a:ext cx="635442" cy="635093"/>
                </a:xfrm>
                <a:custGeom>
                  <a:avLst/>
                  <a:gdLst>
                    <a:gd name="connsiteX0" fmla="*/ 902299 w 905379"/>
                    <a:gd name="connsiteY0" fmla="*/ 400309 h 904882"/>
                    <a:gd name="connsiteX1" fmla="*/ 733757 w 905379"/>
                    <a:gd name="connsiteY1" fmla="*/ 97651 h 904882"/>
                    <a:gd name="connsiteX2" fmla="*/ 704405 w 905379"/>
                    <a:gd name="connsiteY2" fmla="*/ 76282 h 904882"/>
                    <a:gd name="connsiteX3" fmla="*/ 699796 w 905379"/>
                    <a:gd name="connsiteY3" fmla="*/ 73237 h 904882"/>
                    <a:gd name="connsiteX4" fmla="*/ 695188 w 905379"/>
                    <a:gd name="connsiteY4" fmla="*/ 70247 h 904882"/>
                    <a:gd name="connsiteX5" fmla="*/ 419743 w 905379"/>
                    <a:gd name="connsiteY5" fmla="*/ 1228 h 904882"/>
                    <a:gd name="connsiteX6" fmla="*/ 97883 w 905379"/>
                    <a:gd name="connsiteY6" fmla="*/ 171389 h 904882"/>
                    <a:gd name="connsiteX7" fmla="*/ 3078 w 905379"/>
                    <a:gd name="connsiteY7" fmla="*/ 504578 h 904882"/>
                    <a:gd name="connsiteX8" fmla="*/ 5657 w 905379"/>
                    <a:gd name="connsiteY8" fmla="*/ 523341 h 904882"/>
                    <a:gd name="connsiteX9" fmla="*/ 5657 w 905379"/>
                    <a:gd name="connsiteY9" fmla="*/ 523368 h 904882"/>
                    <a:gd name="connsiteX10" fmla="*/ 135767 w 905379"/>
                    <a:gd name="connsiteY10" fmla="*/ 775633 h 904882"/>
                    <a:gd name="connsiteX11" fmla="*/ 139717 w 905379"/>
                    <a:gd name="connsiteY11" fmla="*/ 779446 h 904882"/>
                    <a:gd name="connsiteX12" fmla="*/ 143695 w 905379"/>
                    <a:gd name="connsiteY12" fmla="*/ 783232 h 904882"/>
                    <a:gd name="connsiteX13" fmla="*/ 171648 w 905379"/>
                    <a:gd name="connsiteY13" fmla="*/ 807235 h 904882"/>
                    <a:gd name="connsiteX14" fmla="*/ 456035 w 905379"/>
                    <a:gd name="connsiteY14" fmla="*/ 904865 h 904882"/>
                    <a:gd name="connsiteX15" fmla="*/ 807494 w 905379"/>
                    <a:gd name="connsiteY15" fmla="*/ 733498 h 904882"/>
                    <a:gd name="connsiteX16" fmla="*/ 902299 w 905379"/>
                    <a:gd name="connsiteY16" fmla="*/ 400309 h 904882"/>
                    <a:gd name="connsiteX17" fmla="*/ 798881 w 905379"/>
                    <a:gd name="connsiteY17" fmla="*/ 726667 h 904882"/>
                    <a:gd name="connsiteX18" fmla="*/ 455953 w 905379"/>
                    <a:gd name="connsiteY18" fmla="*/ 893893 h 904882"/>
                    <a:gd name="connsiteX19" fmla="*/ 178451 w 905379"/>
                    <a:gd name="connsiteY19" fmla="*/ 798649 h 904882"/>
                    <a:gd name="connsiteX20" fmla="*/ 151897 w 905379"/>
                    <a:gd name="connsiteY20" fmla="*/ 775880 h 904882"/>
                    <a:gd name="connsiteX21" fmla="*/ 147892 w 905379"/>
                    <a:gd name="connsiteY21" fmla="*/ 772122 h 904882"/>
                    <a:gd name="connsiteX22" fmla="*/ 143914 w 905379"/>
                    <a:gd name="connsiteY22" fmla="*/ 768309 h 904882"/>
                    <a:gd name="connsiteX23" fmla="*/ 15340 w 905379"/>
                    <a:gd name="connsiteY23" fmla="*/ 514096 h 904882"/>
                    <a:gd name="connsiteX24" fmla="*/ 13969 w 905379"/>
                    <a:gd name="connsiteY24" fmla="*/ 503316 h 904882"/>
                    <a:gd name="connsiteX25" fmla="*/ 106497 w 905379"/>
                    <a:gd name="connsiteY25" fmla="*/ 178192 h 904882"/>
                    <a:gd name="connsiteX26" fmla="*/ 412940 w 905379"/>
                    <a:gd name="connsiteY26" fmla="*/ 12804 h 904882"/>
                    <a:gd name="connsiteX27" fmla="*/ 449425 w 905379"/>
                    <a:gd name="connsiteY27" fmla="*/ 10993 h 904882"/>
                    <a:gd name="connsiteX28" fmla="*/ 689894 w 905379"/>
                    <a:gd name="connsiteY28" fmla="*/ 79876 h 904882"/>
                    <a:gd name="connsiteX29" fmla="*/ 694529 w 905379"/>
                    <a:gd name="connsiteY29" fmla="*/ 82866 h 904882"/>
                    <a:gd name="connsiteX30" fmla="*/ 699110 w 905379"/>
                    <a:gd name="connsiteY30" fmla="*/ 85938 h 904882"/>
                    <a:gd name="connsiteX31" fmla="*/ 726927 w 905379"/>
                    <a:gd name="connsiteY31" fmla="*/ 106238 h 904882"/>
                    <a:gd name="connsiteX32" fmla="*/ 891409 w 905379"/>
                    <a:gd name="connsiteY32" fmla="*/ 401570 h 904882"/>
                    <a:gd name="connsiteX33" fmla="*/ 798881 w 905379"/>
                    <a:gd name="connsiteY33" fmla="*/ 726667 h 904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05379" h="904882">
                      <a:moveTo>
                        <a:pt x="902299" y="400309"/>
                      </a:moveTo>
                      <a:cubicBezTo>
                        <a:pt x="888391" y="280211"/>
                        <a:pt x="828508" y="172705"/>
                        <a:pt x="733757" y="97651"/>
                      </a:cubicBezTo>
                      <a:cubicBezTo>
                        <a:pt x="724184" y="90053"/>
                        <a:pt x="714390" y="82920"/>
                        <a:pt x="704405" y="76282"/>
                      </a:cubicBezTo>
                      <a:cubicBezTo>
                        <a:pt x="702869" y="75212"/>
                        <a:pt x="701333" y="74197"/>
                        <a:pt x="699796" y="73237"/>
                      </a:cubicBezTo>
                      <a:cubicBezTo>
                        <a:pt x="698260" y="72194"/>
                        <a:pt x="696724" y="71207"/>
                        <a:pt x="695188" y="70247"/>
                      </a:cubicBezTo>
                      <a:cubicBezTo>
                        <a:pt x="610972" y="16700"/>
                        <a:pt x="514164" y="-5713"/>
                        <a:pt x="419743" y="1228"/>
                      </a:cubicBezTo>
                      <a:cubicBezTo>
                        <a:pt x="297725" y="10171"/>
                        <a:pt x="179658" y="68162"/>
                        <a:pt x="97883" y="171389"/>
                      </a:cubicBezTo>
                      <a:cubicBezTo>
                        <a:pt x="22829" y="266166"/>
                        <a:pt x="-10857" y="384480"/>
                        <a:pt x="3078" y="504578"/>
                      </a:cubicBezTo>
                      <a:cubicBezTo>
                        <a:pt x="3819" y="510887"/>
                        <a:pt x="4670" y="517114"/>
                        <a:pt x="5657" y="523341"/>
                      </a:cubicBezTo>
                      <a:lnTo>
                        <a:pt x="5657" y="523368"/>
                      </a:lnTo>
                      <a:cubicBezTo>
                        <a:pt x="20909" y="620094"/>
                        <a:pt x="66254" y="707766"/>
                        <a:pt x="135767" y="775633"/>
                      </a:cubicBezTo>
                      <a:cubicBezTo>
                        <a:pt x="137084" y="776950"/>
                        <a:pt x="138373" y="778212"/>
                        <a:pt x="139717" y="779446"/>
                      </a:cubicBezTo>
                      <a:cubicBezTo>
                        <a:pt x="141034" y="780736"/>
                        <a:pt x="142351" y="781970"/>
                        <a:pt x="143695" y="783232"/>
                      </a:cubicBezTo>
                      <a:cubicBezTo>
                        <a:pt x="152638" y="791544"/>
                        <a:pt x="161965" y="799554"/>
                        <a:pt x="171648" y="807235"/>
                      </a:cubicBezTo>
                      <a:cubicBezTo>
                        <a:pt x="255727" y="873840"/>
                        <a:pt x="356320" y="905716"/>
                        <a:pt x="456035" y="904865"/>
                      </a:cubicBezTo>
                      <a:cubicBezTo>
                        <a:pt x="588368" y="903768"/>
                        <a:pt x="719108" y="845064"/>
                        <a:pt x="807494" y="733498"/>
                      </a:cubicBezTo>
                      <a:cubicBezTo>
                        <a:pt x="882576" y="638720"/>
                        <a:pt x="916235" y="520378"/>
                        <a:pt x="902299" y="400309"/>
                      </a:cubicBezTo>
                      <a:close/>
                      <a:moveTo>
                        <a:pt x="798881" y="726667"/>
                      </a:moveTo>
                      <a:cubicBezTo>
                        <a:pt x="712662" y="835545"/>
                        <a:pt x="585076" y="892823"/>
                        <a:pt x="455953" y="893893"/>
                      </a:cubicBezTo>
                      <a:cubicBezTo>
                        <a:pt x="358679" y="894715"/>
                        <a:pt x="260473" y="863608"/>
                        <a:pt x="178451" y="798649"/>
                      </a:cubicBezTo>
                      <a:cubicBezTo>
                        <a:pt x="169262" y="791352"/>
                        <a:pt x="160401" y="783753"/>
                        <a:pt x="151897" y="775880"/>
                      </a:cubicBezTo>
                      <a:cubicBezTo>
                        <a:pt x="150553" y="774618"/>
                        <a:pt x="149209" y="773384"/>
                        <a:pt x="147892" y="772122"/>
                      </a:cubicBezTo>
                      <a:cubicBezTo>
                        <a:pt x="146548" y="770833"/>
                        <a:pt x="145231" y="769571"/>
                        <a:pt x="143914" y="768309"/>
                      </a:cubicBezTo>
                      <a:cubicBezTo>
                        <a:pt x="74017" y="700223"/>
                        <a:pt x="29056" y="611700"/>
                        <a:pt x="15340" y="514096"/>
                      </a:cubicBezTo>
                      <a:cubicBezTo>
                        <a:pt x="14847" y="510530"/>
                        <a:pt x="14380" y="506909"/>
                        <a:pt x="13969" y="503316"/>
                      </a:cubicBezTo>
                      <a:cubicBezTo>
                        <a:pt x="390" y="386126"/>
                        <a:pt x="33253" y="270665"/>
                        <a:pt x="106497" y="178192"/>
                      </a:cubicBezTo>
                      <a:cubicBezTo>
                        <a:pt x="184596" y="79628"/>
                        <a:pt x="296601" y="23338"/>
                        <a:pt x="412940" y="12804"/>
                      </a:cubicBezTo>
                      <a:cubicBezTo>
                        <a:pt x="425065" y="11679"/>
                        <a:pt x="437245" y="11103"/>
                        <a:pt x="449425" y="10993"/>
                      </a:cubicBezTo>
                      <a:cubicBezTo>
                        <a:pt x="532461" y="10281"/>
                        <a:pt x="616156" y="32857"/>
                        <a:pt x="689894" y="79876"/>
                      </a:cubicBezTo>
                      <a:cubicBezTo>
                        <a:pt x="691429" y="80863"/>
                        <a:pt x="692993" y="81851"/>
                        <a:pt x="694529" y="82866"/>
                      </a:cubicBezTo>
                      <a:cubicBezTo>
                        <a:pt x="696066" y="83853"/>
                        <a:pt x="697601" y="84868"/>
                        <a:pt x="699110" y="85938"/>
                      </a:cubicBezTo>
                      <a:cubicBezTo>
                        <a:pt x="708574" y="92275"/>
                        <a:pt x="717847" y="99050"/>
                        <a:pt x="726927" y="106238"/>
                      </a:cubicBezTo>
                      <a:cubicBezTo>
                        <a:pt x="819400" y="179508"/>
                        <a:pt x="877830" y="284381"/>
                        <a:pt x="891409" y="401570"/>
                      </a:cubicBezTo>
                      <a:cubicBezTo>
                        <a:pt x="904988" y="518733"/>
                        <a:pt x="872152" y="634221"/>
                        <a:pt x="798881" y="726667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solidFill>
                    <a:srgbClr val="FF941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2" name="图形 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7273048" y="4791865"/>
                  <a:ext cx="531319" cy="531425"/>
                </a:xfrm>
                <a:custGeom>
                  <a:avLst/>
                  <a:gdLst>
                    <a:gd name="connsiteX0" fmla="*/ 675371 w 757024"/>
                    <a:gd name="connsiteY0" fmla="*/ 613639 h 757176"/>
                    <a:gd name="connsiteX1" fmla="*/ 381492 w 757024"/>
                    <a:gd name="connsiteY1" fmla="*/ 757163 h 757176"/>
                    <a:gd name="connsiteX2" fmla="*/ 143547 w 757024"/>
                    <a:gd name="connsiteY2" fmla="*/ 675334 h 757176"/>
                    <a:gd name="connsiteX3" fmla="*/ 124454 w 757024"/>
                    <a:gd name="connsiteY3" fmla="*/ 659121 h 757176"/>
                    <a:gd name="connsiteX4" fmla="*/ 120394 w 757024"/>
                    <a:gd name="connsiteY4" fmla="*/ 655391 h 757176"/>
                    <a:gd name="connsiteX5" fmla="*/ 116389 w 757024"/>
                    <a:gd name="connsiteY5" fmla="*/ 651660 h 757176"/>
                    <a:gd name="connsiteX6" fmla="*/ 2574 w 757024"/>
                    <a:gd name="connsiteY6" fmla="*/ 422191 h 757176"/>
                    <a:gd name="connsiteX7" fmla="*/ 22 w 757024"/>
                    <a:gd name="connsiteY7" fmla="*/ 381948 h 757176"/>
                    <a:gd name="connsiteX8" fmla="*/ 81879 w 757024"/>
                    <a:gd name="connsiteY8" fmla="*/ 143537 h 757176"/>
                    <a:gd name="connsiteX9" fmla="*/ 295684 w 757024"/>
                    <a:gd name="connsiteY9" fmla="*/ 9147 h 757176"/>
                    <a:gd name="connsiteX10" fmla="*/ 375731 w 757024"/>
                    <a:gd name="connsiteY10" fmla="*/ 13 h 757176"/>
                    <a:gd name="connsiteX11" fmla="*/ 584735 w 757024"/>
                    <a:gd name="connsiteY11" fmla="*/ 61021 h 757176"/>
                    <a:gd name="connsiteX12" fmla="*/ 589344 w 757024"/>
                    <a:gd name="connsiteY12" fmla="*/ 64066 h 757176"/>
                    <a:gd name="connsiteX13" fmla="*/ 593898 w 757024"/>
                    <a:gd name="connsiteY13" fmla="*/ 67139 h 757176"/>
                    <a:gd name="connsiteX14" fmla="*/ 593898 w 757024"/>
                    <a:gd name="connsiteY14" fmla="*/ 67166 h 757176"/>
                    <a:gd name="connsiteX15" fmla="*/ 613676 w 757024"/>
                    <a:gd name="connsiteY15" fmla="*/ 81842 h 757176"/>
                    <a:gd name="connsiteX16" fmla="*/ 675371 w 757024"/>
                    <a:gd name="connsiteY16" fmla="*/ 613639 h 757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57024" h="757176">
                      <a:moveTo>
                        <a:pt x="675371" y="613639"/>
                      </a:moveTo>
                      <a:cubicBezTo>
                        <a:pt x="603883" y="703890"/>
                        <a:pt x="496761" y="756203"/>
                        <a:pt x="381492" y="757163"/>
                      </a:cubicBezTo>
                      <a:cubicBezTo>
                        <a:pt x="294340" y="757877"/>
                        <a:pt x="212044" y="729594"/>
                        <a:pt x="143547" y="675334"/>
                      </a:cubicBezTo>
                      <a:cubicBezTo>
                        <a:pt x="136990" y="670122"/>
                        <a:pt x="130626" y="664745"/>
                        <a:pt x="124454" y="659121"/>
                      </a:cubicBezTo>
                      <a:cubicBezTo>
                        <a:pt x="123082" y="657942"/>
                        <a:pt x="121738" y="656707"/>
                        <a:pt x="120394" y="655391"/>
                      </a:cubicBezTo>
                      <a:cubicBezTo>
                        <a:pt x="119050" y="654184"/>
                        <a:pt x="117706" y="652922"/>
                        <a:pt x="116389" y="651660"/>
                      </a:cubicBezTo>
                      <a:cubicBezTo>
                        <a:pt x="52856" y="590898"/>
                        <a:pt x="12833" y="510632"/>
                        <a:pt x="2574" y="422191"/>
                      </a:cubicBezTo>
                      <a:cubicBezTo>
                        <a:pt x="1010" y="408722"/>
                        <a:pt x="160" y="395308"/>
                        <a:pt x="22" y="381948"/>
                      </a:cubicBezTo>
                      <a:cubicBezTo>
                        <a:pt x="-910" y="295592"/>
                        <a:pt x="27509" y="212172"/>
                        <a:pt x="81879" y="143537"/>
                      </a:cubicBezTo>
                      <a:cubicBezTo>
                        <a:pt x="136469" y="74628"/>
                        <a:pt x="211797" y="27829"/>
                        <a:pt x="295684" y="9147"/>
                      </a:cubicBezTo>
                      <a:cubicBezTo>
                        <a:pt x="321662" y="3332"/>
                        <a:pt x="348464" y="232"/>
                        <a:pt x="375731" y="13"/>
                      </a:cubicBezTo>
                      <a:cubicBezTo>
                        <a:pt x="450949" y="-591"/>
                        <a:pt x="522520" y="20367"/>
                        <a:pt x="584735" y="61021"/>
                      </a:cubicBezTo>
                      <a:cubicBezTo>
                        <a:pt x="586299" y="62009"/>
                        <a:pt x="587807" y="63024"/>
                        <a:pt x="589344" y="64066"/>
                      </a:cubicBezTo>
                      <a:cubicBezTo>
                        <a:pt x="590880" y="65081"/>
                        <a:pt x="592389" y="66096"/>
                        <a:pt x="593898" y="67139"/>
                      </a:cubicBezTo>
                      <a:lnTo>
                        <a:pt x="593898" y="67166"/>
                      </a:lnTo>
                      <a:cubicBezTo>
                        <a:pt x="600619" y="71802"/>
                        <a:pt x="607202" y="76712"/>
                        <a:pt x="613676" y="81842"/>
                      </a:cubicBezTo>
                      <a:cubicBezTo>
                        <a:pt x="777308" y="211458"/>
                        <a:pt x="804960" y="450035"/>
                        <a:pt x="675371" y="613639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3" name="图形 2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7370889" y="4889777"/>
                  <a:ext cx="335621" cy="335621"/>
                </a:xfrm>
                <a:custGeom>
                  <a:avLst/>
                  <a:gdLst>
                    <a:gd name="connsiteX0" fmla="*/ 478195 w 478194"/>
                    <a:gd name="connsiteY0" fmla="*/ 239097 h 478194"/>
                    <a:gd name="connsiteX1" fmla="*/ 239097 w 478194"/>
                    <a:gd name="connsiteY1" fmla="*/ 478195 h 478194"/>
                    <a:gd name="connsiteX2" fmla="*/ 0 w 478194"/>
                    <a:gd name="connsiteY2" fmla="*/ 239097 h 478194"/>
                    <a:gd name="connsiteX3" fmla="*/ 239097 w 478194"/>
                    <a:gd name="connsiteY3" fmla="*/ 0 h 478194"/>
                    <a:gd name="connsiteX4" fmla="*/ 478195 w 478194"/>
                    <a:gd name="connsiteY4" fmla="*/ 239097 h 47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194" h="478194">
                      <a:moveTo>
                        <a:pt x="478195" y="239097"/>
                      </a:moveTo>
                      <a:cubicBezTo>
                        <a:pt x="478195" y="371147"/>
                        <a:pt x="371147" y="478195"/>
                        <a:pt x="239097" y="478195"/>
                      </a:cubicBezTo>
                      <a:cubicBezTo>
                        <a:pt x="107048" y="478195"/>
                        <a:pt x="0" y="371147"/>
                        <a:pt x="0" y="239097"/>
                      </a:cubicBezTo>
                      <a:cubicBezTo>
                        <a:pt x="0" y="107048"/>
                        <a:pt x="107047" y="0"/>
                        <a:pt x="239097" y="0"/>
                      </a:cubicBezTo>
                      <a:cubicBezTo>
                        <a:pt x="371147" y="0"/>
                        <a:pt x="478195" y="107047"/>
                        <a:pt x="478195" y="2390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组合 204"/>
              <p:cNvGrpSpPr/>
              <p:nvPr/>
            </p:nvGrpSpPr>
            <p:grpSpPr>
              <a:xfrm>
                <a:off x="5336615" y="4652193"/>
                <a:ext cx="1511857" cy="1368768"/>
                <a:chOff x="5336615" y="4652193"/>
                <a:chExt cx="1511857" cy="1368768"/>
              </a:xfrm>
            </p:grpSpPr>
            <p:sp>
              <p:nvSpPr>
                <p:cNvPr id="206" name="图形 2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5336615" y="4652193"/>
                  <a:ext cx="1511857" cy="1107713"/>
                </a:xfrm>
                <a:custGeom>
                  <a:avLst/>
                  <a:gdLst>
                    <a:gd name="connsiteX0" fmla="*/ 1510461 w 2154097"/>
                    <a:gd name="connsiteY0" fmla="*/ 8504 h 1578272"/>
                    <a:gd name="connsiteX1" fmla="*/ 1508239 w 2154097"/>
                    <a:gd name="connsiteY1" fmla="*/ 3895 h 1578272"/>
                    <a:gd name="connsiteX2" fmla="*/ 1503493 w 2154097"/>
                    <a:gd name="connsiteY2" fmla="*/ 5788 h 1578272"/>
                    <a:gd name="connsiteX3" fmla="*/ 1081973 w 2154097"/>
                    <a:gd name="connsiteY3" fmla="*/ 86027 h 1578272"/>
                    <a:gd name="connsiteX4" fmla="*/ 650961 w 2154097"/>
                    <a:gd name="connsiteY4" fmla="*/ 1975 h 1578272"/>
                    <a:gd name="connsiteX5" fmla="*/ 646161 w 2154097"/>
                    <a:gd name="connsiteY5" fmla="*/ 0 h 1578272"/>
                    <a:gd name="connsiteX6" fmla="*/ 0 w 2154097"/>
                    <a:gd name="connsiteY6" fmla="*/ 1342906 h 1578272"/>
                    <a:gd name="connsiteX7" fmla="*/ 5130 w 2154097"/>
                    <a:gd name="connsiteY7" fmla="*/ 1345210 h 1578272"/>
                    <a:gd name="connsiteX8" fmla="*/ 485492 w 2154097"/>
                    <a:gd name="connsiteY8" fmla="*/ 1508925 h 1578272"/>
                    <a:gd name="connsiteX9" fmla="*/ 639001 w 2154097"/>
                    <a:gd name="connsiteY9" fmla="*/ 1540307 h 1578272"/>
                    <a:gd name="connsiteX10" fmla="*/ 649864 w 2154097"/>
                    <a:gd name="connsiteY10" fmla="*/ 1542172 h 1578272"/>
                    <a:gd name="connsiteX11" fmla="*/ 650248 w 2154097"/>
                    <a:gd name="connsiteY11" fmla="*/ 1536686 h 1578272"/>
                    <a:gd name="connsiteX12" fmla="*/ 650715 w 2154097"/>
                    <a:gd name="connsiteY12" fmla="*/ 1531199 h 1578272"/>
                    <a:gd name="connsiteX13" fmla="*/ 639879 w 2154097"/>
                    <a:gd name="connsiteY13" fmla="*/ 1529334 h 1578272"/>
                    <a:gd name="connsiteX14" fmla="*/ 488015 w 2154097"/>
                    <a:gd name="connsiteY14" fmla="*/ 1498226 h 1578272"/>
                    <a:gd name="connsiteX15" fmla="*/ 14786 w 2154097"/>
                    <a:gd name="connsiteY15" fmla="*/ 1337529 h 1578272"/>
                    <a:gd name="connsiteX16" fmla="*/ 134252 w 2154097"/>
                    <a:gd name="connsiteY16" fmla="*/ 1089242 h 1578272"/>
                    <a:gd name="connsiteX17" fmla="*/ 651592 w 2154097"/>
                    <a:gd name="connsiteY17" fmla="*/ 14072 h 1578272"/>
                    <a:gd name="connsiteX18" fmla="*/ 1081973 w 2154097"/>
                    <a:gd name="connsiteY18" fmla="*/ 97000 h 1578272"/>
                    <a:gd name="connsiteX19" fmla="*/ 1502780 w 2154097"/>
                    <a:gd name="connsiteY19" fmla="*/ 17858 h 1578272"/>
                    <a:gd name="connsiteX20" fmla="*/ 2020230 w 2154097"/>
                    <a:gd name="connsiteY20" fmla="*/ 1093412 h 1578272"/>
                    <a:gd name="connsiteX21" fmla="*/ 2139339 w 2154097"/>
                    <a:gd name="connsiteY21" fmla="*/ 1340986 h 1578272"/>
                    <a:gd name="connsiteX22" fmla="*/ 1669237 w 2154097"/>
                    <a:gd name="connsiteY22" fmla="*/ 1499241 h 1578272"/>
                    <a:gd name="connsiteX23" fmla="*/ 1540856 w 2154097"/>
                    <a:gd name="connsiteY23" fmla="*/ 1525878 h 1578272"/>
                    <a:gd name="connsiteX24" fmla="*/ 1530020 w 2154097"/>
                    <a:gd name="connsiteY24" fmla="*/ 1527825 h 1578272"/>
                    <a:gd name="connsiteX25" fmla="*/ 1530541 w 2154097"/>
                    <a:gd name="connsiteY25" fmla="*/ 1533312 h 1578272"/>
                    <a:gd name="connsiteX26" fmla="*/ 1530980 w 2154097"/>
                    <a:gd name="connsiteY26" fmla="*/ 1538825 h 1578272"/>
                    <a:gd name="connsiteX27" fmla="*/ 1541843 w 2154097"/>
                    <a:gd name="connsiteY27" fmla="*/ 1536878 h 1578272"/>
                    <a:gd name="connsiteX28" fmla="*/ 1671734 w 2154097"/>
                    <a:gd name="connsiteY28" fmla="*/ 1509939 h 1578272"/>
                    <a:gd name="connsiteX29" fmla="*/ 2148968 w 2154097"/>
                    <a:gd name="connsiteY29" fmla="*/ 1348722 h 1578272"/>
                    <a:gd name="connsiteX30" fmla="*/ 2154098 w 2154097"/>
                    <a:gd name="connsiteY30" fmla="*/ 1346417 h 1578272"/>
                    <a:gd name="connsiteX31" fmla="*/ 1510461 w 2154097"/>
                    <a:gd name="connsiteY31" fmla="*/ 8504 h 1578272"/>
                    <a:gd name="connsiteX32" fmla="*/ 1468051 w 2154097"/>
                    <a:gd name="connsiteY32" fmla="*/ 1543571 h 1578272"/>
                    <a:gd name="connsiteX33" fmla="*/ 1467612 w 2154097"/>
                    <a:gd name="connsiteY33" fmla="*/ 1538085 h 1578272"/>
                    <a:gd name="connsiteX34" fmla="*/ 1081205 w 2154097"/>
                    <a:gd name="connsiteY34" fmla="*/ 1567300 h 1578272"/>
                    <a:gd name="connsiteX35" fmla="*/ 1078928 w 2154097"/>
                    <a:gd name="connsiteY35" fmla="*/ 1567300 h 1578272"/>
                    <a:gd name="connsiteX36" fmla="*/ 713177 w 2154097"/>
                    <a:gd name="connsiteY36" fmla="*/ 1540965 h 1578272"/>
                    <a:gd name="connsiteX37" fmla="*/ 712793 w 2154097"/>
                    <a:gd name="connsiteY37" fmla="*/ 1546479 h 1578272"/>
                    <a:gd name="connsiteX38" fmla="*/ 712491 w 2154097"/>
                    <a:gd name="connsiteY38" fmla="*/ 1551965 h 1578272"/>
                    <a:gd name="connsiteX39" fmla="*/ 1078928 w 2154097"/>
                    <a:gd name="connsiteY39" fmla="*/ 1578272 h 1578272"/>
                    <a:gd name="connsiteX40" fmla="*/ 1081205 w 2154097"/>
                    <a:gd name="connsiteY40" fmla="*/ 1578272 h 1578272"/>
                    <a:gd name="connsiteX41" fmla="*/ 1468435 w 2154097"/>
                    <a:gd name="connsiteY41" fmla="*/ 1549058 h 1578272"/>
                    <a:gd name="connsiteX42" fmla="*/ 1468051 w 2154097"/>
                    <a:gd name="connsiteY42" fmla="*/ 1543571 h 15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154097" h="1578272">
                      <a:moveTo>
                        <a:pt x="1510461" y="8504"/>
                      </a:moveTo>
                      <a:lnTo>
                        <a:pt x="1508239" y="3895"/>
                      </a:lnTo>
                      <a:lnTo>
                        <a:pt x="1503493" y="5788"/>
                      </a:lnTo>
                      <a:cubicBezTo>
                        <a:pt x="1369762" y="59033"/>
                        <a:pt x="1227939" y="86027"/>
                        <a:pt x="1081973" y="86027"/>
                      </a:cubicBezTo>
                      <a:cubicBezTo>
                        <a:pt x="932469" y="86027"/>
                        <a:pt x="787436" y="57744"/>
                        <a:pt x="650961" y="1975"/>
                      </a:cubicBezTo>
                      <a:lnTo>
                        <a:pt x="646161" y="0"/>
                      </a:lnTo>
                      <a:lnTo>
                        <a:pt x="0" y="1342906"/>
                      </a:lnTo>
                      <a:lnTo>
                        <a:pt x="5130" y="1345210"/>
                      </a:lnTo>
                      <a:cubicBezTo>
                        <a:pt x="160313" y="1415189"/>
                        <a:pt x="321942" y="1470245"/>
                        <a:pt x="485492" y="1508925"/>
                      </a:cubicBezTo>
                      <a:cubicBezTo>
                        <a:pt x="536350" y="1520940"/>
                        <a:pt x="587566" y="1531419"/>
                        <a:pt x="639001" y="1540307"/>
                      </a:cubicBezTo>
                      <a:cubicBezTo>
                        <a:pt x="642622" y="1540938"/>
                        <a:pt x="646243" y="1541569"/>
                        <a:pt x="649864" y="1542172"/>
                      </a:cubicBezTo>
                      <a:cubicBezTo>
                        <a:pt x="649974" y="1540334"/>
                        <a:pt x="650111" y="1538523"/>
                        <a:pt x="650248" y="1536686"/>
                      </a:cubicBezTo>
                      <a:cubicBezTo>
                        <a:pt x="650385" y="1534848"/>
                        <a:pt x="650550" y="1533010"/>
                        <a:pt x="650715" y="1531199"/>
                      </a:cubicBezTo>
                      <a:cubicBezTo>
                        <a:pt x="647093" y="1530596"/>
                        <a:pt x="643500" y="1529965"/>
                        <a:pt x="639879" y="1529334"/>
                      </a:cubicBezTo>
                      <a:cubicBezTo>
                        <a:pt x="588993" y="1520501"/>
                        <a:pt x="538353" y="1510132"/>
                        <a:pt x="488015" y="1498226"/>
                      </a:cubicBezTo>
                      <a:cubicBezTo>
                        <a:pt x="326935" y="1460151"/>
                        <a:pt x="167747" y="1406109"/>
                        <a:pt x="14786" y="1337529"/>
                      </a:cubicBezTo>
                      <a:lnTo>
                        <a:pt x="134252" y="1089242"/>
                      </a:lnTo>
                      <a:lnTo>
                        <a:pt x="651592" y="14072"/>
                      </a:lnTo>
                      <a:cubicBezTo>
                        <a:pt x="788012" y="69101"/>
                        <a:pt x="932770" y="97000"/>
                        <a:pt x="1081973" y="97000"/>
                      </a:cubicBezTo>
                      <a:cubicBezTo>
                        <a:pt x="1227609" y="97000"/>
                        <a:pt x="1369158" y="70390"/>
                        <a:pt x="1502780" y="17858"/>
                      </a:cubicBezTo>
                      <a:lnTo>
                        <a:pt x="2020230" y="1093412"/>
                      </a:lnTo>
                      <a:lnTo>
                        <a:pt x="2139339" y="1340986"/>
                      </a:lnTo>
                      <a:cubicBezTo>
                        <a:pt x="1987256" y="1408551"/>
                        <a:pt x="1829111" y="1461796"/>
                        <a:pt x="1669237" y="1499241"/>
                      </a:cubicBezTo>
                      <a:cubicBezTo>
                        <a:pt x="1626690" y="1509226"/>
                        <a:pt x="1583869" y="1518087"/>
                        <a:pt x="1540856" y="1525878"/>
                      </a:cubicBezTo>
                      <a:cubicBezTo>
                        <a:pt x="1537262" y="1526536"/>
                        <a:pt x="1533641" y="1527194"/>
                        <a:pt x="1530020" y="1527825"/>
                      </a:cubicBezTo>
                      <a:cubicBezTo>
                        <a:pt x="1530212" y="1529635"/>
                        <a:pt x="1530376" y="1531474"/>
                        <a:pt x="1530541" y="1533312"/>
                      </a:cubicBezTo>
                      <a:cubicBezTo>
                        <a:pt x="1530705" y="1535149"/>
                        <a:pt x="1530843" y="1536988"/>
                        <a:pt x="1530980" y="1538825"/>
                      </a:cubicBezTo>
                      <a:cubicBezTo>
                        <a:pt x="1534601" y="1538195"/>
                        <a:pt x="1538222" y="1537536"/>
                        <a:pt x="1541843" y="1536878"/>
                      </a:cubicBezTo>
                      <a:cubicBezTo>
                        <a:pt x="1585350" y="1529032"/>
                        <a:pt x="1628665" y="1520034"/>
                        <a:pt x="1671734" y="1509939"/>
                      </a:cubicBezTo>
                      <a:cubicBezTo>
                        <a:pt x="1834104" y="1471892"/>
                        <a:pt x="1994663" y="1417658"/>
                        <a:pt x="2148968" y="1348722"/>
                      </a:cubicBezTo>
                      <a:lnTo>
                        <a:pt x="2154098" y="1346417"/>
                      </a:lnTo>
                      <a:lnTo>
                        <a:pt x="1510461" y="8504"/>
                      </a:lnTo>
                      <a:close/>
                      <a:moveTo>
                        <a:pt x="1468051" y="1543571"/>
                      </a:moveTo>
                      <a:cubicBezTo>
                        <a:pt x="1467941" y="1541733"/>
                        <a:pt x="1467777" y="1539895"/>
                        <a:pt x="1467612" y="1538085"/>
                      </a:cubicBezTo>
                      <a:cubicBezTo>
                        <a:pt x="1339696" y="1557507"/>
                        <a:pt x="1210382" y="1567300"/>
                        <a:pt x="1081205" y="1567300"/>
                      </a:cubicBezTo>
                      <a:lnTo>
                        <a:pt x="1078928" y="1567300"/>
                      </a:lnTo>
                      <a:cubicBezTo>
                        <a:pt x="956801" y="1567300"/>
                        <a:pt x="834454" y="1558494"/>
                        <a:pt x="713177" y="1540965"/>
                      </a:cubicBezTo>
                      <a:cubicBezTo>
                        <a:pt x="713040" y="1542803"/>
                        <a:pt x="712903" y="1544641"/>
                        <a:pt x="712793" y="1546479"/>
                      </a:cubicBezTo>
                      <a:cubicBezTo>
                        <a:pt x="712656" y="1548317"/>
                        <a:pt x="712574" y="1550127"/>
                        <a:pt x="712491" y="1551965"/>
                      </a:cubicBezTo>
                      <a:cubicBezTo>
                        <a:pt x="834015" y="1569467"/>
                        <a:pt x="956581" y="1578272"/>
                        <a:pt x="1078928" y="1578272"/>
                      </a:cubicBezTo>
                      <a:lnTo>
                        <a:pt x="1081205" y="1578272"/>
                      </a:lnTo>
                      <a:cubicBezTo>
                        <a:pt x="1210657" y="1578272"/>
                        <a:pt x="1340245" y="1568480"/>
                        <a:pt x="1468435" y="1549058"/>
                      </a:cubicBezTo>
                      <a:cubicBezTo>
                        <a:pt x="1468325" y="1547220"/>
                        <a:pt x="1468188" y="1545409"/>
                        <a:pt x="1468051" y="1543571"/>
                      </a:cubicBezTo>
                      <a:close/>
                    </a:path>
                  </a:pathLst>
                </a:custGeom>
                <a:solidFill>
                  <a:srgbClr val="64D1DA"/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7" name="图形 2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5341813" y="5415120"/>
                  <a:ext cx="534988" cy="315598"/>
                </a:xfrm>
                <a:custGeom>
                  <a:avLst/>
                  <a:gdLst>
                    <a:gd name="connsiteX0" fmla="*/ 762253 w 762252"/>
                    <a:gd name="connsiteY0" fmla="*/ 181463 h 449665"/>
                    <a:gd name="connsiteX1" fmla="*/ 643308 w 762252"/>
                    <a:gd name="connsiteY1" fmla="*/ 444179 h 449665"/>
                    <a:gd name="connsiteX2" fmla="*/ 642841 w 762252"/>
                    <a:gd name="connsiteY2" fmla="*/ 449665 h 449665"/>
                    <a:gd name="connsiteX3" fmla="*/ 632006 w 762252"/>
                    <a:gd name="connsiteY3" fmla="*/ 447800 h 449665"/>
                    <a:gd name="connsiteX4" fmla="*/ 479347 w 762252"/>
                    <a:gd name="connsiteY4" fmla="*/ 416555 h 449665"/>
                    <a:gd name="connsiteX5" fmla="*/ 0 w 762252"/>
                    <a:gd name="connsiteY5" fmla="*/ 253198 h 449665"/>
                    <a:gd name="connsiteX6" fmla="*/ 121825 w 762252"/>
                    <a:gd name="connsiteY6" fmla="*/ 0 h 449665"/>
                    <a:gd name="connsiteX7" fmla="*/ 126846 w 762252"/>
                    <a:gd name="connsiteY7" fmla="*/ 2222 h 449665"/>
                    <a:gd name="connsiteX8" fmla="*/ 748976 w 762252"/>
                    <a:gd name="connsiteY8" fmla="*/ 179652 h 449665"/>
                    <a:gd name="connsiteX9" fmla="*/ 762253 w 762252"/>
                    <a:gd name="connsiteY9" fmla="*/ 181463 h 44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2252" h="449665">
                      <a:moveTo>
                        <a:pt x="762253" y="181463"/>
                      </a:moveTo>
                      <a:cubicBezTo>
                        <a:pt x="696114" y="251469"/>
                        <a:pt x="652552" y="342955"/>
                        <a:pt x="643308" y="444179"/>
                      </a:cubicBezTo>
                      <a:cubicBezTo>
                        <a:pt x="643143" y="445989"/>
                        <a:pt x="642979" y="447828"/>
                        <a:pt x="642841" y="449665"/>
                      </a:cubicBezTo>
                      <a:cubicBezTo>
                        <a:pt x="639221" y="449062"/>
                        <a:pt x="635627" y="448431"/>
                        <a:pt x="632006" y="447800"/>
                      </a:cubicBezTo>
                      <a:cubicBezTo>
                        <a:pt x="580845" y="438940"/>
                        <a:pt x="529931" y="428516"/>
                        <a:pt x="479347" y="416555"/>
                      </a:cubicBezTo>
                      <a:cubicBezTo>
                        <a:pt x="315879" y="377931"/>
                        <a:pt x="154936" y="323067"/>
                        <a:pt x="0" y="253198"/>
                      </a:cubicBezTo>
                      <a:lnTo>
                        <a:pt x="121825" y="0"/>
                      </a:lnTo>
                      <a:cubicBezTo>
                        <a:pt x="123499" y="741"/>
                        <a:pt x="125172" y="1481"/>
                        <a:pt x="126846" y="2222"/>
                      </a:cubicBezTo>
                      <a:cubicBezTo>
                        <a:pt x="321668" y="88660"/>
                        <a:pt x="530480" y="149230"/>
                        <a:pt x="748976" y="179652"/>
                      </a:cubicBezTo>
                      <a:cubicBezTo>
                        <a:pt x="753393" y="180256"/>
                        <a:pt x="757836" y="180859"/>
                        <a:pt x="762253" y="181463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8" name="图形 2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6325806" y="5418065"/>
                  <a:ext cx="517487" cy="310284"/>
                </a:xfrm>
                <a:custGeom>
                  <a:avLst/>
                  <a:gdLst>
                    <a:gd name="connsiteX0" fmla="*/ 737317 w 737317"/>
                    <a:gd name="connsiteY0" fmla="*/ 252484 h 442094"/>
                    <a:gd name="connsiteX1" fmla="*/ 261098 w 737317"/>
                    <a:gd name="connsiteY1" fmla="*/ 413373 h 442094"/>
                    <a:gd name="connsiteX2" fmla="*/ 131975 w 737317"/>
                    <a:gd name="connsiteY2" fmla="*/ 440174 h 442094"/>
                    <a:gd name="connsiteX3" fmla="*/ 121140 w 737317"/>
                    <a:gd name="connsiteY3" fmla="*/ 442094 h 442094"/>
                    <a:gd name="connsiteX4" fmla="*/ 120618 w 737317"/>
                    <a:gd name="connsiteY4" fmla="*/ 436608 h 442094"/>
                    <a:gd name="connsiteX5" fmla="*/ 0 w 737317"/>
                    <a:gd name="connsiteY5" fmla="*/ 175181 h 442094"/>
                    <a:gd name="connsiteX6" fmla="*/ 13277 w 737317"/>
                    <a:gd name="connsiteY6" fmla="*/ 173288 h 442094"/>
                    <a:gd name="connsiteX7" fmla="*/ 610828 w 737317"/>
                    <a:gd name="connsiteY7" fmla="*/ 2195 h 442094"/>
                    <a:gd name="connsiteX8" fmla="*/ 615848 w 737317"/>
                    <a:gd name="connsiteY8" fmla="*/ 0 h 442094"/>
                    <a:gd name="connsiteX9" fmla="*/ 737317 w 737317"/>
                    <a:gd name="connsiteY9" fmla="*/ 252484 h 442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37317" h="442094">
                      <a:moveTo>
                        <a:pt x="737317" y="252484"/>
                      </a:moveTo>
                      <a:cubicBezTo>
                        <a:pt x="583259" y="321339"/>
                        <a:pt x="423385" y="375352"/>
                        <a:pt x="261098" y="413373"/>
                      </a:cubicBezTo>
                      <a:cubicBezTo>
                        <a:pt x="218304" y="423413"/>
                        <a:pt x="175236" y="432328"/>
                        <a:pt x="131975" y="440174"/>
                      </a:cubicBezTo>
                      <a:cubicBezTo>
                        <a:pt x="128354" y="440832"/>
                        <a:pt x="124761" y="441463"/>
                        <a:pt x="121140" y="442094"/>
                      </a:cubicBezTo>
                      <a:cubicBezTo>
                        <a:pt x="120975" y="440256"/>
                        <a:pt x="120811" y="438418"/>
                        <a:pt x="120618" y="436608"/>
                      </a:cubicBezTo>
                      <a:cubicBezTo>
                        <a:pt x="110633" y="335630"/>
                        <a:pt x="66495" y="244611"/>
                        <a:pt x="0" y="175181"/>
                      </a:cubicBezTo>
                      <a:cubicBezTo>
                        <a:pt x="4417" y="174577"/>
                        <a:pt x="8860" y="173946"/>
                        <a:pt x="13277" y="173288"/>
                      </a:cubicBezTo>
                      <a:cubicBezTo>
                        <a:pt x="222748" y="142728"/>
                        <a:pt x="423221" y="84409"/>
                        <a:pt x="610828" y="2195"/>
                      </a:cubicBezTo>
                      <a:cubicBezTo>
                        <a:pt x="612502" y="1481"/>
                        <a:pt x="614175" y="741"/>
                        <a:pt x="615848" y="0"/>
                      </a:cubicBezTo>
                      <a:lnTo>
                        <a:pt x="737317" y="252484"/>
                      </a:ln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9" name="图形 2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5836311" y="5489590"/>
                  <a:ext cx="531392" cy="531371"/>
                </a:xfrm>
                <a:custGeom>
                  <a:avLst/>
                  <a:gdLst>
                    <a:gd name="connsiteX0" fmla="*/ 757126 w 757128"/>
                    <a:gd name="connsiteY0" fmla="*/ 377302 h 757099"/>
                    <a:gd name="connsiteX1" fmla="*/ 647755 w 757128"/>
                    <a:gd name="connsiteY1" fmla="*/ 644709 h 757099"/>
                    <a:gd name="connsiteX2" fmla="*/ 381774 w 757128"/>
                    <a:gd name="connsiteY2" fmla="*/ 757098 h 757099"/>
                    <a:gd name="connsiteX3" fmla="*/ 379799 w 757128"/>
                    <a:gd name="connsiteY3" fmla="*/ 757098 h 757099"/>
                    <a:gd name="connsiteX4" fmla="*/ 111761 w 757128"/>
                    <a:gd name="connsiteY4" fmla="*/ 647095 h 757099"/>
                    <a:gd name="connsiteX5" fmla="*/ 3 w 757128"/>
                    <a:gd name="connsiteY5" fmla="*/ 379771 h 757099"/>
                    <a:gd name="connsiteX6" fmla="*/ 524 w 757128"/>
                    <a:gd name="connsiteY6" fmla="*/ 358840 h 757099"/>
                    <a:gd name="connsiteX7" fmla="*/ 826 w 757128"/>
                    <a:gd name="connsiteY7" fmla="*/ 353354 h 757099"/>
                    <a:gd name="connsiteX8" fmla="*/ 1210 w 757128"/>
                    <a:gd name="connsiteY8" fmla="*/ 347840 h 757099"/>
                    <a:gd name="connsiteX9" fmla="*/ 109374 w 757128"/>
                    <a:gd name="connsiteY9" fmla="*/ 112391 h 757099"/>
                    <a:gd name="connsiteX10" fmla="*/ 139742 w 757128"/>
                    <a:gd name="connsiteY10" fmla="*/ 84822 h 757099"/>
                    <a:gd name="connsiteX11" fmla="*/ 375355 w 757128"/>
                    <a:gd name="connsiteY11" fmla="*/ 2 h 757099"/>
                    <a:gd name="connsiteX12" fmla="*/ 377330 w 757128"/>
                    <a:gd name="connsiteY12" fmla="*/ 2 h 757099"/>
                    <a:gd name="connsiteX13" fmla="*/ 615248 w 757128"/>
                    <a:gd name="connsiteY13" fmla="*/ 83313 h 757099"/>
                    <a:gd name="connsiteX14" fmla="*/ 755645 w 757128"/>
                    <a:gd name="connsiteY14" fmla="*/ 344960 h 757099"/>
                    <a:gd name="connsiteX15" fmla="*/ 756084 w 757128"/>
                    <a:gd name="connsiteY15" fmla="*/ 350446 h 757099"/>
                    <a:gd name="connsiteX16" fmla="*/ 756468 w 757128"/>
                    <a:gd name="connsiteY16" fmla="*/ 355932 h 757099"/>
                    <a:gd name="connsiteX17" fmla="*/ 757126 w 757128"/>
                    <a:gd name="connsiteY17" fmla="*/ 377302 h 7570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57128" h="757099">
                      <a:moveTo>
                        <a:pt x="757126" y="377302"/>
                      </a:moveTo>
                      <a:cubicBezTo>
                        <a:pt x="757455" y="478087"/>
                        <a:pt x="718612" y="573056"/>
                        <a:pt x="647755" y="644709"/>
                      </a:cubicBezTo>
                      <a:cubicBezTo>
                        <a:pt x="576926" y="716334"/>
                        <a:pt x="482477" y="756247"/>
                        <a:pt x="381774" y="757098"/>
                      </a:cubicBezTo>
                      <a:lnTo>
                        <a:pt x="379799" y="757098"/>
                      </a:lnTo>
                      <a:cubicBezTo>
                        <a:pt x="278685" y="757427"/>
                        <a:pt x="183496" y="718364"/>
                        <a:pt x="111761" y="647095"/>
                      </a:cubicBezTo>
                      <a:cubicBezTo>
                        <a:pt x="40026" y="575827"/>
                        <a:pt x="332" y="480913"/>
                        <a:pt x="3" y="379771"/>
                      </a:cubicBezTo>
                      <a:cubicBezTo>
                        <a:pt x="-25" y="372775"/>
                        <a:pt x="140" y="365781"/>
                        <a:pt x="524" y="358840"/>
                      </a:cubicBezTo>
                      <a:cubicBezTo>
                        <a:pt x="606" y="357002"/>
                        <a:pt x="689" y="355192"/>
                        <a:pt x="826" y="353354"/>
                      </a:cubicBezTo>
                      <a:cubicBezTo>
                        <a:pt x="936" y="351516"/>
                        <a:pt x="1073" y="349678"/>
                        <a:pt x="1210" y="347840"/>
                      </a:cubicBezTo>
                      <a:cubicBezTo>
                        <a:pt x="8315" y="259070"/>
                        <a:pt x="46061" y="176418"/>
                        <a:pt x="109374" y="112391"/>
                      </a:cubicBezTo>
                      <a:cubicBezTo>
                        <a:pt x="119058" y="102598"/>
                        <a:pt x="129208" y="93381"/>
                        <a:pt x="139742" y="84822"/>
                      </a:cubicBezTo>
                      <a:cubicBezTo>
                        <a:pt x="206182" y="30561"/>
                        <a:pt x="288423" y="743"/>
                        <a:pt x="375355" y="2"/>
                      </a:cubicBezTo>
                      <a:lnTo>
                        <a:pt x="377330" y="2"/>
                      </a:lnTo>
                      <a:cubicBezTo>
                        <a:pt x="467252" y="-300"/>
                        <a:pt x="550069" y="30946"/>
                        <a:pt x="615248" y="83313"/>
                      </a:cubicBezTo>
                      <a:cubicBezTo>
                        <a:pt x="693484" y="146132"/>
                        <a:pt x="746318" y="239374"/>
                        <a:pt x="755645" y="344960"/>
                      </a:cubicBezTo>
                      <a:cubicBezTo>
                        <a:pt x="755809" y="346770"/>
                        <a:pt x="755974" y="348608"/>
                        <a:pt x="756084" y="350446"/>
                      </a:cubicBezTo>
                      <a:cubicBezTo>
                        <a:pt x="756221" y="352284"/>
                        <a:pt x="756358" y="354095"/>
                        <a:pt x="756468" y="355932"/>
                      </a:cubicBezTo>
                      <a:cubicBezTo>
                        <a:pt x="756879" y="363010"/>
                        <a:pt x="757099" y="370142"/>
                        <a:pt x="757126" y="377302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0" name="图形 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5934196" y="5587474"/>
                  <a:ext cx="335621" cy="335621"/>
                </a:xfrm>
                <a:custGeom>
                  <a:avLst/>
                  <a:gdLst>
                    <a:gd name="connsiteX0" fmla="*/ 478195 w 478194"/>
                    <a:gd name="connsiteY0" fmla="*/ 239097 h 478194"/>
                    <a:gd name="connsiteX1" fmla="*/ 239097 w 478194"/>
                    <a:gd name="connsiteY1" fmla="*/ 478194 h 478194"/>
                    <a:gd name="connsiteX2" fmla="*/ 0 w 478194"/>
                    <a:gd name="connsiteY2" fmla="*/ 239097 h 478194"/>
                    <a:gd name="connsiteX3" fmla="*/ 239097 w 478194"/>
                    <a:gd name="connsiteY3" fmla="*/ 0 h 478194"/>
                    <a:gd name="connsiteX4" fmla="*/ 478195 w 478194"/>
                    <a:gd name="connsiteY4" fmla="*/ 239097 h 47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194" h="478194">
                      <a:moveTo>
                        <a:pt x="478195" y="239097"/>
                      </a:moveTo>
                      <a:cubicBezTo>
                        <a:pt x="478195" y="371147"/>
                        <a:pt x="371147" y="478194"/>
                        <a:pt x="239097" y="478194"/>
                      </a:cubicBezTo>
                      <a:cubicBezTo>
                        <a:pt x="107048" y="478194"/>
                        <a:pt x="0" y="371147"/>
                        <a:pt x="0" y="239097"/>
                      </a:cubicBezTo>
                      <a:cubicBezTo>
                        <a:pt x="0" y="107047"/>
                        <a:pt x="107047" y="0"/>
                        <a:pt x="239097" y="0"/>
                      </a:cubicBezTo>
                      <a:cubicBezTo>
                        <a:pt x="371147" y="0"/>
                        <a:pt x="478195" y="107048"/>
                        <a:pt x="478195" y="2390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2" name="组合 211"/>
              <p:cNvGrpSpPr/>
              <p:nvPr/>
            </p:nvGrpSpPr>
            <p:grpSpPr>
              <a:xfrm>
                <a:off x="4310150" y="4137285"/>
                <a:ext cx="1394586" cy="1413839"/>
                <a:chOff x="4310150" y="4137285"/>
                <a:chExt cx="1394586" cy="1413839"/>
              </a:xfrm>
            </p:grpSpPr>
            <p:sp>
              <p:nvSpPr>
                <p:cNvPr id="213" name="图形 2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4310150" y="4137285"/>
                  <a:ext cx="1394586" cy="1413839"/>
                </a:xfrm>
                <a:custGeom>
                  <a:avLst/>
                  <a:gdLst>
                    <a:gd name="connsiteX0" fmla="*/ 1982538 w 1987009"/>
                    <a:gd name="connsiteY0" fmla="*/ 672221 h 2014441"/>
                    <a:gd name="connsiteX1" fmla="*/ 1449480 w 1987009"/>
                    <a:gd name="connsiteY1" fmla="*/ 4910 h 2014441"/>
                    <a:gd name="connsiteX2" fmla="*/ 1447998 w 1987009"/>
                    <a:gd name="connsiteY2" fmla="*/ 0 h 2014441"/>
                    <a:gd name="connsiteX3" fmla="*/ 5514 w 1987009"/>
                    <a:gd name="connsiteY3" fmla="*/ 329211 h 2014441"/>
                    <a:gd name="connsiteX4" fmla="*/ 0 w 1987009"/>
                    <a:gd name="connsiteY4" fmla="*/ 330473 h 2014441"/>
                    <a:gd name="connsiteX5" fmla="*/ 1426 w 1987009"/>
                    <a:gd name="connsiteY5" fmla="*/ 335932 h 2014441"/>
                    <a:gd name="connsiteX6" fmla="*/ 180859 w 1987009"/>
                    <a:gd name="connsiteY6" fmla="*/ 824633 h 2014441"/>
                    <a:gd name="connsiteX7" fmla="*/ 245818 w 1987009"/>
                    <a:gd name="connsiteY7" fmla="*/ 949751 h 2014441"/>
                    <a:gd name="connsiteX8" fmla="*/ 251195 w 1987009"/>
                    <a:gd name="connsiteY8" fmla="*/ 959379 h 2014441"/>
                    <a:gd name="connsiteX9" fmla="*/ 255749 w 1987009"/>
                    <a:gd name="connsiteY9" fmla="*/ 956307 h 2014441"/>
                    <a:gd name="connsiteX10" fmla="*/ 260357 w 1987009"/>
                    <a:gd name="connsiteY10" fmla="*/ 953289 h 2014441"/>
                    <a:gd name="connsiteX11" fmla="*/ 255008 w 1987009"/>
                    <a:gd name="connsiteY11" fmla="*/ 943661 h 2014441"/>
                    <a:gd name="connsiteX12" fmla="*/ 190735 w 1987009"/>
                    <a:gd name="connsiteY12" fmla="*/ 819860 h 2014441"/>
                    <a:gd name="connsiteX13" fmla="*/ 13469 w 1987009"/>
                    <a:gd name="connsiteY13" fmla="*/ 338675 h 2014441"/>
                    <a:gd name="connsiteX14" fmla="*/ 280821 w 1987009"/>
                    <a:gd name="connsiteY14" fmla="*/ 277639 h 2014441"/>
                    <a:gd name="connsiteX15" fmla="*/ 1440454 w 1987009"/>
                    <a:gd name="connsiteY15" fmla="*/ 12975 h 2014441"/>
                    <a:gd name="connsiteX16" fmla="*/ 1972690 w 1987009"/>
                    <a:gd name="connsiteY16" fmla="*/ 679244 h 2014441"/>
                    <a:gd name="connsiteX17" fmla="*/ 1455021 w 1987009"/>
                    <a:gd name="connsiteY17" fmla="*/ 1754222 h 2014441"/>
                    <a:gd name="connsiteX18" fmla="*/ 1336899 w 1987009"/>
                    <a:gd name="connsiteY18" fmla="*/ 1999491 h 2014441"/>
                    <a:gd name="connsiteX19" fmla="*/ 912745 w 1987009"/>
                    <a:gd name="connsiteY19" fmla="*/ 1722922 h 2014441"/>
                    <a:gd name="connsiteX20" fmla="*/ 819504 w 1987009"/>
                    <a:gd name="connsiteY20" fmla="*/ 1644713 h 2014441"/>
                    <a:gd name="connsiteX21" fmla="*/ 811247 w 1987009"/>
                    <a:gd name="connsiteY21" fmla="*/ 1637444 h 2014441"/>
                    <a:gd name="connsiteX22" fmla="*/ 807324 w 1987009"/>
                    <a:gd name="connsiteY22" fmla="*/ 1641311 h 2014441"/>
                    <a:gd name="connsiteX23" fmla="*/ 803374 w 1987009"/>
                    <a:gd name="connsiteY23" fmla="*/ 1645097 h 2014441"/>
                    <a:gd name="connsiteX24" fmla="*/ 811631 w 1987009"/>
                    <a:gd name="connsiteY24" fmla="*/ 1652394 h 2014441"/>
                    <a:gd name="connsiteX25" fmla="*/ 905887 w 1987009"/>
                    <a:gd name="connsiteY25" fmla="*/ 1731481 h 2014441"/>
                    <a:gd name="connsiteX26" fmla="*/ 1336844 w 1987009"/>
                    <a:gd name="connsiteY26" fmla="*/ 2011836 h 2014441"/>
                    <a:gd name="connsiteX27" fmla="*/ 1341864 w 1987009"/>
                    <a:gd name="connsiteY27" fmla="*/ 2014441 h 2014441"/>
                    <a:gd name="connsiteX28" fmla="*/ 1984787 w 1987009"/>
                    <a:gd name="connsiteY28" fmla="*/ 679381 h 2014441"/>
                    <a:gd name="connsiteX29" fmla="*/ 1987010 w 1987009"/>
                    <a:gd name="connsiteY29" fmla="*/ 674745 h 2014441"/>
                    <a:gd name="connsiteX30" fmla="*/ 1982538 w 1987009"/>
                    <a:gd name="connsiteY30" fmla="*/ 672221 h 2014441"/>
                    <a:gd name="connsiteX31" fmla="*/ 501265 w 1987009"/>
                    <a:gd name="connsiteY31" fmla="*/ 1311469 h 2014441"/>
                    <a:gd name="connsiteX32" fmla="*/ 291822 w 1987009"/>
                    <a:gd name="connsiteY32" fmla="*/ 1008044 h 2014441"/>
                    <a:gd name="connsiteX33" fmla="*/ 287240 w 1987009"/>
                    <a:gd name="connsiteY33" fmla="*/ 1011089 h 2014441"/>
                    <a:gd name="connsiteX34" fmla="*/ 282742 w 1987009"/>
                    <a:gd name="connsiteY34" fmla="*/ 1014188 h 2014441"/>
                    <a:gd name="connsiteX35" fmla="*/ 492706 w 1987009"/>
                    <a:gd name="connsiteY35" fmla="*/ 1318327 h 2014441"/>
                    <a:gd name="connsiteX36" fmla="*/ 756492 w 1987009"/>
                    <a:gd name="connsiteY36" fmla="*/ 1602550 h 2014441"/>
                    <a:gd name="connsiteX37" fmla="*/ 760497 w 1987009"/>
                    <a:gd name="connsiteY37" fmla="*/ 1598819 h 2014441"/>
                    <a:gd name="connsiteX38" fmla="*/ 764475 w 1987009"/>
                    <a:gd name="connsiteY38" fmla="*/ 1594979 h 2014441"/>
                    <a:gd name="connsiteX39" fmla="*/ 501265 w 1987009"/>
                    <a:gd name="connsiteY39" fmla="*/ 1311469 h 20144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87009" h="2014441">
                      <a:moveTo>
                        <a:pt x="1982538" y="672221"/>
                      </a:moveTo>
                      <a:cubicBezTo>
                        <a:pt x="1723470" y="526173"/>
                        <a:pt x="1534162" y="289188"/>
                        <a:pt x="1449480" y="4910"/>
                      </a:cubicBezTo>
                      <a:lnTo>
                        <a:pt x="1447998" y="0"/>
                      </a:lnTo>
                      <a:lnTo>
                        <a:pt x="5514" y="329211"/>
                      </a:lnTo>
                      <a:lnTo>
                        <a:pt x="0" y="330473"/>
                      </a:lnTo>
                      <a:lnTo>
                        <a:pt x="1426" y="335932"/>
                      </a:lnTo>
                      <a:cubicBezTo>
                        <a:pt x="44714" y="504090"/>
                        <a:pt x="105092" y="668518"/>
                        <a:pt x="180859" y="824633"/>
                      </a:cubicBezTo>
                      <a:cubicBezTo>
                        <a:pt x="201378" y="866879"/>
                        <a:pt x="223022" y="908603"/>
                        <a:pt x="245818" y="949751"/>
                      </a:cubicBezTo>
                      <a:cubicBezTo>
                        <a:pt x="247601" y="952960"/>
                        <a:pt x="249384" y="956170"/>
                        <a:pt x="251195" y="959379"/>
                      </a:cubicBezTo>
                      <a:cubicBezTo>
                        <a:pt x="252704" y="958337"/>
                        <a:pt x="254240" y="957294"/>
                        <a:pt x="255749" y="956307"/>
                      </a:cubicBezTo>
                      <a:cubicBezTo>
                        <a:pt x="257285" y="955265"/>
                        <a:pt x="258821" y="954277"/>
                        <a:pt x="260357" y="953289"/>
                      </a:cubicBezTo>
                      <a:cubicBezTo>
                        <a:pt x="258547" y="950107"/>
                        <a:pt x="256764" y="946898"/>
                        <a:pt x="255008" y="943661"/>
                      </a:cubicBezTo>
                      <a:cubicBezTo>
                        <a:pt x="232459" y="902952"/>
                        <a:pt x="211034" y="861667"/>
                        <a:pt x="190735" y="819860"/>
                      </a:cubicBezTo>
                      <a:cubicBezTo>
                        <a:pt x="116092" y="666049"/>
                        <a:pt x="56455" y="504200"/>
                        <a:pt x="13469" y="338675"/>
                      </a:cubicBezTo>
                      <a:lnTo>
                        <a:pt x="280821" y="277639"/>
                      </a:lnTo>
                      <a:lnTo>
                        <a:pt x="1440454" y="12975"/>
                      </a:lnTo>
                      <a:cubicBezTo>
                        <a:pt x="1526152" y="296156"/>
                        <a:pt x="1714912" y="532455"/>
                        <a:pt x="1972690" y="679244"/>
                      </a:cubicBezTo>
                      <a:lnTo>
                        <a:pt x="1455021" y="1754222"/>
                      </a:lnTo>
                      <a:lnTo>
                        <a:pt x="1336899" y="1999491"/>
                      </a:lnTo>
                      <a:cubicBezTo>
                        <a:pt x="1187367" y="1921447"/>
                        <a:pt x="1044693" y="1828425"/>
                        <a:pt x="912745" y="1722922"/>
                      </a:cubicBezTo>
                      <a:cubicBezTo>
                        <a:pt x="881061" y="1697602"/>
                        <a:pt x="849980" y="1671514"/>
                        <a:pt x="819504" y="1644713"/>
                      </a:cubicBezTo>
                      <a:cubicBezTo>
                        <a:pt x="816733" y="1642299"/>
                        <a:pt x="813990" y="1639885"/>
                        <a:pt x="811247" y="1637444"/>
                      </a:cubicBezTo>
                      <a:cubicBezTo>
                        <a:pt x="809957" y="1638760"/>
                        <a:pt x="808668" y="1640050"/>
                        <a:pt x="807324" y="1641311"/>
                      </a:cubicBezTo>
                      <a:cubicBezTo>
                        <a:pt x="806035" y="1642601"/>
                        <a:pt x="804690" y="1643863"/>
                        <a:pt x="803374" y="1645097"/>
                      </a:cubicBezTo>
                      <a:cubicBezTo>
                        <a:pt x="806117" y="1647566"/>
                        <a:pt x="808860" y="1650007"/>
                        <a:pt x="811631" y="1652394"/>
                      </a:cubicBezTo>
                      <a:cubicBezTo>
                        <a:pt x="842437" y="1679497"/>
                        <a:pt x="873874" y="1705859"/>
                        <a:pt x="905887" y="1731481"/>
                      </a:cubicBezTo>
                      <a:cubicBezTo>
                        <a:pt x="1039865" y="1838630"/>
                        <a:pt x="1184843" y="1932941"/>
                        <a:pt x="1336844" y="2011836"/>
                      </a:cubicBezTo>
                      <a:lnTo>
                        <a:pt x="1341864" y="2014441"/>
                      </a:lnTo>
                      <a:lnTo>
                        <a:pt x="1984787" y="679381"/>
                      </a:lnTo>
                      <a:lnTo>
                        <a:pt x="1987010" y="674745"/>
                      </a:lnTo>
                      <a:lnTo>
                        <a:pt x="1982538" y="672221"/>
                      </a:lnTo>
                      <a:close/>
                      <a:moveTo>
                        <a:pt x="501265" y="1311469"/>
                      </a:moveTo>
                      <a:cubicBezTo>
                        <a:pt x="424400" y="1215375"/>
                        <a:pt x="354367" y="1113849"/>
                        <a:pt x="291822" y="1008044"/>
                      </a:cubicBezTo>
                      <a:cubicBezTo>
                        <a:pt x="290285" y="1009031"/>
                        <a:pt x="288749" y="1010046"/>
                        <a:pt x="287240" y="1011089"/>
                      </a:cubicBezTo>
                      <a:cubicBezTo>
                        <a:pt x="285732" y="1012104"/>
                        <a:pt x="284250" y="1013146"/>
                        <a:pt x="282742" y="1014188"/>
                      </a:cubicBezTo>
                      <a:cubicBezTo>
                        <a:pt x="345424" y="1120241"/>
                        <a:pt x="415650" y="1221986"/>
                        <a:pt x="492706" y="1318327"/>
                      </a:cubicBezTo>
                      <a:cubicBezTo>
                        <a:pt x="573466" y="1419304"/>
                        <a:pt x="661770" y="1514411"/>
                        <a:pt x="756492" y="1602550"/>
                      </a:cubicBezTo>
                      <a:cubicBezTo>
                        <a:pt x="757836" y="1601316"/>
                        <a:pt x="759181" y="1600081"/>
                        <a:pt x="760497" y="1598819"/>
                      </a:cubicBezTo>
                      <a:cubicBezTo>
                        <a:pt x="761841" y="1597530"/>
                        <a:pt x="763158" y="1596268"/>
                        <a:pt x="764475" y="1594979"/>
                      </a:cubicBezTo>
                      <a:cubicBezTo>
                        <a:pt x="669944" y="1507059"/>
                        <a:pt x="581833" y="1412200"/>
                        <a:pt x="501265" y="1311469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solidFill>
                    <a:srgbClr val="FF941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4" name="图形 2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4314867" y="4328412"/>
                  <a:ext cx="371740" cy="480059"/>
                </a:xfrm>
                <a:custGeom>
                  <a:avLst/>
                  <a:gdLst>
                    <a:gd name="connsiteX0" fmla="*/ 529657 w 529656"/>
                    <a:gd name="connsiteY0" fmla="*/ 612392 h 683989"/>
                    <a:gd name="connsiteX1" fmla="*/ 488619 w 529656"/>
                    <a:gd name="connsiteY1" fmla="*/ 610828 h 683989"/>
                    <a:gd name="connsiteX2" fmla="*/ 253636 w 529656"/>
                    <a:gd name="connsiteY2" fmla="*/ 680972 h 683989"/>
                    <a:gd name="connsiteX3" fmla="*/ 249028 w 529656"/>
                    <a:gd name="connsiteY3" fmla="*/ 683989 h 683989"/>
                    <a:gd name="connsiteX4" fmla="*/ 243678 w 529656"/>
                    <a:gd name="connsiteY4" fmla="*/ 674361 h 683989"/>
                    <a:gd name="connsiteX5" fmla="*/ 179076 w 529656"/>
                    <a:gd name="connsiteY5" fmla="*/ 549929 h 683989"/>
                    <a:gd name="connsiteX6" fmla="*/ 0 w 529656"/>
                    <a:gd name="connsiteY6" fmla="*/ 62243 h 683989"/>
                    <a:gd name="connsiteX7" fmla="*/ 272701 w 529656"/>
                    <a:gd name="connsiteY7" fmla="*/ 0 h 683989"/>
                    <a:gd name="connsiteX8" fmla="*/ 274101 w 529656"/>
                    <a:gd name="connsiteY8" fmla="*/ 5322 h 683989"/>
                    <a:gd name="connsiteX9" fmla="*/ 522799 w 529656"/>
                    <a:gd name="connsiteY9" fmla="*/ 600898 h 683989"/>
                    <a:gd name="connsiteX10" fmla="*/ 522826 w 529656"/>
                    <a:gd name="connsiteY10" fmla="*/ 600898 h 683989"/>
                    <a:gd name="connsiteX11" fmla="*/ 529657 w 529656"/>
                    <a:gd name="connsiteY11" fmla="*/ 612392 h 6839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529656" h="683989">
                      <a:moveTo>
                        <a:pt x="529657" y="612392"/>
                      </a:moveTo>
                      <a:cubicBezTo>
                        <a:pt x="516023" y="611240"/>
                        <a:pt x="502335" y="610719"/>
                        <a:pt x="488619" y="610828"/>
                      </a:cubicBezTo>
                      <a:cubicBezTo>
                        <a:pt x="407255" y="611514"/>
                        <a:pt x="325618" y="634529"/>
                        <a:pt x="253636" y="680972"/>
                      </a:cubicBezTo>
                      <a:cubicBezTo>
                        <a:pt x="252100" y="681959"/>
                        <a:pt x="250564" y="682947"/>
                        <a:pt x="249028" y="683989"/>
                      </a:cubicBezTo>
                      <a:cubicBezTo>
                        <a:pt x="247245" y="680780"/>
                        <a:pt x="245434" y="677570"/>
                        <a:pt x="243678" y="674361"/>
                      </a:cubicBezTo>
                      <a:cubicBezTo>
                        <a:pt x="221020" y="633432"/>
                        <a:pt x="199458" y="591928"/>
                        <a:pt x="179076" y="549929"/>
                      </a:cubicBezTo>
                      <a:cubicBezTo>
                        <a:pt x="103336" y="393869"/>
                        <a:pt x="43233" y="230127"/>
                        <a:pt x="0" y="62243"/>
                      </a:cubicBezTo>
                      <a:lnTo>
                        <a:pt x="272701" y="0"/>
                      </a:lnTo>
                      <a:cubicBezTo>
                        <a:pt x="273168" y="1783"/>
                        <a:pt x="273634" y="3566"/>
                        <a:pt x="274101" y="5322"/>
                      </a:cubicBezTo>
                      <a:cubicBezTo>
                        <a:pt x="329568" y="217042"/>
                        <a:pt x="413949" y="417049"/>
                        <a:pt x="522799" y="600898"/>
                      </a:cubicBezTo>
                      <a:lnTo>
                        <a:pt x="522826" y="600898"/>
                      </a:lnTo>
                      <a:cubicBezTo>
                        <a:pt x="525076" y="604738"/>
                        <a:pt x="527353" y="608579"/>
                        <a:pt x="529657" y="612392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5" name="图形 2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4876772" y="5108108"/>
                  <a:ext cx="457995" cy="437760"/>
                </a:xfrm>
                <a:custGeom>
                  <a:avLst/>
                  <a:gdLst>
                    <a:gd name="connsiteX0" fmla="*/ 652552 w 652552"/>
                    <a:gd name="connsiteY0" fmla="*/ 373542 h 623721"/>
                    <a:gd name="connsiteX1" fmla="*/ 532071 w 652552"/>
                    <a:gd name="connsiteY1" fmla="*/ 623721 h 623721"/>
                    <a:gd name="connsiteX2" fmla="*/ 101992 w 652552"/>
                    <a:gd name="connsiteY2" fmla="*/ 343970 h 623721"/>
                    <a:gd name="connsiteX3" fmla="*/ 8257 w 652552"/>
                    <a:gd name="connsiteY3" fmla="*/ 265350 h 623721"/>
                    <a:gd name="connsiteX4" fmla="*/ 0 w 652552"/>
                    <a:gd name="connsiteY4" fmla="*/ 258080 h 623721"/>
                    <a:gd name="connsiteX5" fmla="*/ 3923 w 652552"/>
                    <a:gd name="connsiteY5" fmla="*/ 254212 h 623721"/>
                    <a:gd name="connsiteX6" fmla="*/ 129699 w 652552"/>
                    <a:gd name="connsiteY6" fmla="*/ 0 h 623721"/>
                    <a:gd name="connsiteX7" fmla="*/ 139464 w 652552"/>
                    <a:gd name="connsiteY7" fmla="*/ 9190 h 623721"/>
                    <a:gd name="connsiteX8" fmla="*/ 647697 w 652552"/>
                    <a:gd name="connsiteY8" fmla="*/ 370990 h 623721"/>
                    <a:gd name="connsiteX9" fmla="*/ 652552 w 652552"/>
                    <a:gd name="connsiteY9" fmla="*/ 373542 h 623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52552" h="623721">
                      <a:moveTo>
                        <a:pt x="652552" y="373542"/>
                      </a:moveTo>
                      <a:lnTo>
                        <a:pt x="532071" y="623721"/>
                      </a:lnTo>
                      <a:cubicBezTo>
                        <a:pt x="380290" y="544964"/>
                        <a:pt x="235888" y="451037"/>
                        <a:pt x="101992" y="343970"/>
                      </a:cubicBezTo>
                      <a:cubicBezTo>
                        <a:pt x="70144" y="318513"/>
                        <a:pt x="38899" y="292316"/>
                        <a:pt x="8257" y="265350"/>
                      </a:cubicBezTo>
                      <a:cubicBezTo>
                        <a:pt x="5486" y="262963"/>
                        <a:pt x="2743" y="260522"/>
                        <a:pt x="0" y="258080"/>
                      </a:cubicBezTo>
                      <a:cubicBezTo>
                        <a:pt x="1344" y="256818"/>
                        <a:pt x="2634" y="255529"/>
                        <a:pt x="3923" y="254212"/>
                      </a:cubicBezTo>
                      <a:cubicBezTo>
                        <a:pt x="74643" y="183849"/>
                        <a:pt x="117135" y="93845"/>
                        <a:pt x="129699" y="0"/>
                      </a:cubicBezTo>
                      <a:cubicBezTo>
                        <a:pt x="132936" y="3100"/>
                        <a:pt x="136200" y="6172"/>
                        <a:pt x="139464" y="9190"/>
                      </a:cubicBezTo>
                      <a:cubicBezTo>
                        <a:pt x="291328" y="151205"/>
                        <a:pt x="462147" y="273195"/>
                        <a:pt x="647697" y="370990"/>
                      </a:cubicBezTo>
                      <a:cubicBezTo>
                        <a:pt x="649316" y="371841"/>
                        <a:pt x="650934" y="372691"/>
                        <a:pt x="652552" y="373542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6" name="图形 2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4342992" y="4749433"/>
                  <a:ext cx="635264" cy="635085"/>
                </a:xfrm>
                <a:custGeom>
                  <a:avLst/>
                  <a:gdLst>
                    <a:gd name="connsiteX0" fmla="*/ 805627 w 905126"/>
                    <a:gd name="connsiteY0" fmla="*/ 169047 h 904871"/>
                    <a:gd name="connsiteX1" fmla="*/ 482753 w 905126"/>
                    <a:gd name="connsiteY1" fmla="*/ 1026 h 904871"/>
                    <a:gd name="connsiteX2" fmla="*/ 482725 w 905126"/>
                    <a:gd name="connsiteY2" fmla="*/ 1026 h 904871"/>
                    <a:gd name="connsiteX3" fmla="*/ 208213 w 905126"/>
                    <a:gd name="connsiteY3" fmla="*/ 71471 h 904871"/>
                    <a:gd name="connsiteX4" fmla="*/ 203605 w 905126"/>
                    <a:gd name="connsiteY4" fmla="*/ 74489 h 904871"/>
                    <a:gd name="connsiteX5" fmla="*/ 199024 w 905126"/>
                    <a:gd name="connsiteY5" fmla="*/ 77561 h 904871"/>
                    <a:gd name="connsiteX6" fmla="*/ 169315 w 905126"/>
                    <a:gd name="connsiteY6" fmla="*/ 99479 h 904871"/>
                    <a:gd name="connsiteX7" fmla="*/ 2748 w 905126"/>
                    <a:gd name="connsiteY7" fmla="*/ 403207 h 904871"/>
                    <a:gd name="connsiteX8" fmla="*/ 99720 w 905126"/>
                    <a:gd name="connsiteY8" fmla="*/ 735792 h 904871"/>
                    <a:gd name="connsiteX9" fmla="*/ 456939 w 905126"/>
                    <a:gd name="connsiteY9" fmla="*/ 904856 h 904871"/>
                    <a:gd name="connsiteX10" fmla="*/ 736032 w 905126"/>
                    <a:gd name="connsiteY10" fmla="*/ 805387 h 904871"/>
                    <a:gd name="connsiteX11" fmla="*/ 764836 w 905126"/>
                    <a:gd name="connsiteY11" fmla="*/ 780205 h 904871"/>
                    <a:gd name="connsiteX12" fmla="*/ 768786 w 905126"/>
                    <a:gd name="connsiteY12" fmla="*/ 776392 h 904871"/>
                    <a:gd name="connsiteX13" fmla="*/ 772709 w 905126"/>
                    <a:gd name="connsiteY13" fmla="*/ 772524 h 904871"/>
                    <a:gd name="connsiteX14" fmla="*/ 899994 w 905126"/>
                    <a:gd name="connsiteY14" fmla="*/ 520231 h 904871"/>
                    <a:gd name="connsiteX15" fmla="*/ 805627 w 905126"/>
                    <a:gd name="connsiteY15" fmla="*/ 169047 h 904871"/>
                    <a:gd name="connsiteX16" fmla="*/ 764452 w 905126"/>
                    <a:gd name="connsiteY16" fmla="*/ 765254 h 904871"/>
                    <a:gd name="connsiteX17" fmla="*/ 760529 w 905126"/>
                    <a:gd name="connsiteY17" fmla="*/ 769122 h 904871"/>
                    <a:gd name="connsiteX18" fmla="*/ 756579 w 905126"/>
                    <a:gd name="connsiteY18" fmla="*/ 772908 h 904871"/>
                    <a:gd name="connsiteX19" fmla="*/ 729174 w 905126"/>
                    <a:gd name="connsiteY19" fmla="*/ 796829 h 904871"/>
                    <a:gd name="connsiteX20" fmla="*/ 456830 w 905126"/>
                    <a:gd name="connsiteY20" fmla="*/ 893883 h 904871"/>
                    <a:gd name="connsiteX21" fmla="*/ 108279 w 905126"/>
                    <a:gd name="connsiteY21" fmla="*/ 728907 h 904871"/>
                    <a:gd name="connsiteX22" fmla="*/ 13638 w 905126"/>
                    <a:gd name="connsiteY22" fmla="*/ 404414 h 904871"/>
                    <a:gd name="connsiteX23" fmla="*/ 176200 w 905126"/>
                    <a:gd name="connsiteY23" fmla="*/ 108038 h 904871"/>
                    <a:gd name="connsiteX24" fmla="*/ 204400 w 905126"/>
                    <a:gd name="connsiteY24" fmla="*/ 87190 h 904871"/>
                    <a:gd name="connsiteX25" fmla="*/ 208954 w 905126"/>
                    <a:gd name="connsiteY25" fmla="*/ 84118 h 904871"/>
                    <a:gd name="connsiteX26" fmla="*/ 213563 w 905126"/>
                    <a:gd name="connsiteY26" fmla="*/ 81100 h 904871"/>
                    <a:gd name="connsiteX27" fmla="*/ 448545 w 905126"/>
                    <a:gd name="connsiteY27" fmla="*/ 10957 h 904871"/>
                    <a:gd name="connsiteX28" fmla="*/ 489583 w 905126"/>
                    <a:gd name="connsiteY28" fmla="*/ 12520 h 904871"/>
                    <a:gd name="connsiteX29" fmla="*/ 797069 w 905126"/>
                    <a:gd name="connsiteY29" fmla="*/ 175932 h 904871"/>
                    <a:gd name="connsiteX30" fmla="*/ 890228 w 905126"/>
                    <a:gd name="connsiteY30" fmla="*/ 511042 h 904871"/>
                    <a:gd name="connsiteX31" fmla="*/ 764452 w 905126"/>
                    <a:gd name="connsiteY31" fmla="*/ 765254 h 904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905126" h="904871">
                      <a:moveTo>
                        <a:pt x="805627" y="169047"/>
                      </a:moveTo>
                      <a:cubicBezTo>
                        <a:pt x="723194" y="66369"/>
                        <a:pt x="604825" y="9173"/>
                        <a:pt x="482753" y="1026"/>
                      </a:cubicBezTo>
                      <a:lnTo>
                        <a:pt x="482725" y="1026"/>
                      </a:lnTo>
                      <a:cubicBezTo>
                        <a:pt x="388442" y="-5311"/>
                        <a:pt x="291963" y="17650"/>
                        <a:pt x="208213" y="71471"/>
                      </a:cubicBezTo>
                      <a:cubicBezTo>
                        <a:pt x="206677" y="72459"/>
                        <a:pt x="205141" y="73474"/>
                        <a:pt x="203605" y="74489"/>
                      </a:cubicBezTo>
                      <a:cubicBezTo>
                        <a:pt x="202069" y="75476"/>
                        <a:pt x="200532" y="76519"/>
                        <a:pt x="199024" y="77561"/>
                      </a:cubicBezTo>
                      <a:cubicBezTo>
                        <a:pt x="188901" y="84392"/>
                        <a:pt x="178998" y="91716"/>
                        <a:pt x="169315" y="99479"/>
                      </a:cubicBezTo>
                      <a:cubicBezTo>
                        <a:pt x="75031" y="175165"/>
                        <a:pt x="15888" y="283027"/>
                        <a:pt x="2748" y="403207"/>
                      </a:cubicBezTo>
                      <a:cubicBezTo>
                        <a:pt x="-10420" y="523386"/>
                        <a:pt x="24035" y="641509"/>
                        <a:pt x="99720" y="735792"/>
                      </a:cubicBezTo>
                      <a:cubicBezTo>
                        <a:pt x="189861" y="848071"/>
                        <a:pt x="323016" y="905980"/>
                        <a:pt x="456939" y="904856"/>
                      </a:cubicBezTo>
                      <a:cubicBezTo>
                        <a:pt x="555118" y="904033"/>
                        <a:pt x="653709" y="871471"/>
                        <a:pt x="736032" y="805387"/>
                      </a:cubicBezTo>
                      <a:cubicBezTo>
                        <a:pt x="746073" y="797322"/>
                        <a:pt x="755674" y="788928"/>
                        <a:pt x="764836" y="780205"/>
                      </a:cubicBezTo>
                      <a:cubicBezTo>
                        <a:pt x="766153" y="778943"/>
                        <a:pt x="767470" y="777681"/>
                        <a:pt x="768786" y="776392"/>
                      </a:cubicBezTo>
                      <a:cubicBezTo>
                        <a:pt x="770103" y="775130"/>
                        <a:pt x="771420" y="773841"/>
                        <a:pt x="772709" y="772524"/>
                      </a:cubicBezTo>
                      <a:cubicBezTo>
                        <a:pt x="842935" y="702435"/>
                        <a:pt x="885921" y="613418"/>
                        <a:pt x="899994" y="520231"/>
                      </a:cubicBezTo>
                      <a:cubicBezTo>
                        <a:pt x="918263" y="399394"/>
                        <a:pt x="887978" y="271615"/>
                        <a:pt x="805627" y="169047"/>
                      </a:cubicBezTo>
                      <a:close/>
                      <a:moveTo>
                        <a:pt x="764452" y="765254"/>
                      </a:moveTo>
                      <a:cubicBezTo>
                        <a:pt x="763163" y="766571"/>
                        <a:pt x="761873" y="767860"/>
                        <a:pt x="760529" y="769122"/>
                      </a:cubicBezTo>
                      <a:cubicBezTo>
                        <a:pt x="759240" y="770412"/>
                        <a:pt x="757896" y="771673"/>
                        <a:pt x="756579" y="772908"/>
                      </a:cubicBezTo>
                      <a:cubicBezTo>
                        <a:pt x="747856" y="781192"/>
                        <a:pt x="738721" y="789175"/>
                        <a:pt x="729174" y="796829"/>
                      </a:cubicBezTo>
                      <a:cubicBezTo>
                        <a:pt x="648826" y="861321"/>
                        <a:pt x="552650" y="893087"/>
                        <a:pt x="456830" y="893883"/>
                      </a:cubicBezTo>
                      <a:cubicBezTo>
                        <a:pt x="326171" y="894953"/>
                        <a:pt x="196226" y="838470"/>
                        <a:pt x="108279" y="728907"/>
                      </a:cubicBezTo>
                      <a:cubicBezTo>
                        <a:pt x="34432" y="636927"/>
                        <a:pt x="827" y="521685"/>
                        <a:pt x="13638" y="404414"/>
                      </a:cubicBezTo>
                      <a:cubicBezTo>
                        <a:pt x="26476" y="287142"/>
                        <a:pt x="84193" y="181885"/>
                        <a:pt x="176200" y="108038"/>
                      </a:cubicBezTo>
                      <a:cubicBezTo>
                        <a:pt x="185390" y="100659"/>
                        <a:pt x="194799" y="93691"/>
                        <a:pt x="204400" y="87190"/>
                      </a:cubicBezTo>
                      <a:cubicBezTo>
                        <a:pt x="205909" y="86148"/>
                        <a:pt x="207445" y="85105"/>
                        <a:pt x="208954" y="84118"/>
                      </a:cubicBezTo>
                      <a:cubicBezTo>
                        <a:pt x="210490" y="83075"/>
                        <a:pt x="212026" y="82088"/>
                        <a:pt x="213563" y="81100"/>
                      </a:cubicBezTo>
                      <a:cubicBezTo>
                        <a:pt x="285544" y="34658"/>
                        <a:pt x="367182" y="11642"/>
                        <a:pt x="448545" y="10957"/>
                      </a:cubicBezTo>
                      <a:cubicBezTo>
                        <a:pt x="462261" y="10847"/>
                        <a:pt x="475950" y="11368"/>
                        <a:pt x="489583" y="12520"/>
                      </a:cubicBezTo>
                      <a:cubicBezTo>
                        <a:pt x="605977" y="22313"/>
                        <a:pt x="718366" y="77863"/>
                        <a:pt x="797069" y="175932"/>
                      </a:cubicBezTo>
                      <a:cubicBezTo>
                        <a:pt x="875716" y="273892"/>
                        <a:pt x="905672" y="395388"/>
                        <a:pt x="890228" y="511042"/>
                      </a:cubicBezTo>
                      <a:cubicBezTo>
                        <a:pt x="877664" y="604887"/>
                        <a:pt x="835172" y="694891"/>
                        <a:pt x="764452" y="765254"/>
                      </a:cubicBezTo>
                      <a:close/>
                    </a:path>
                  </a:pathLst>
                </a:custGeom>
                <a:solidFill>
                  <a:srgbClr val="33B2E3"/>
                </a:solidFill>
                <a:ln w="2743" cap="flat">
                  <a:solidFill>
                    <a:srgbClr val="FF941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7" name="图形 2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4394986" y="4801260"/>
                  <a:ext cx="531305" cy="531408"/>
                </a:xfrm>
                <a:custGeom>
                  <a:avLst/>
                  <a:gdLst>
                    <a:gd name="connsiteX0" fmla="*/ 757003 w 757005"/>
                    <a:gd name="connsiteY0" fmla="*/ 379289 h 757151"/>
                    <a:gd name="connsiteX1" fmla="*/ 643600 w 757005"/>
                    <a:gd name="connsiteY1" fmla="*/ 648946 h 757151"/>
                    <a:gd name="connsiteX2" fmla="*/ 639622 w 757005"/>
                    <a:gd name="connsiteY2" fmla="*/ 652786 h 757151"/>
                    <a:gd name="connsiteX3" fmla="*/ 635617 w 757005"/>
                    <a:gd name="connsiteY3" fmla="*/ 656517 h 757151"/>
                    <a:gd name="connsiteX4" fmla="*/ 615591 w 757005"/>
                    <a:gd name="connsiteY4" fmla="*/ 673772 h 757151"/>
                    <a:gd name="connsiteX5" fmla="*/ 382063 w 757005"/>
                    <a:gd name="connsiteY5" fmla="*/ 757138 h 757151"/>
                    <a:gd name="connsiteX6" fmla="*/ 83411 w 757005"/>
                    <a:gd name="connsiteY6" fmla="*/ 615561 h 757151"/>
                    <a:gd name="connsiteX7" fmla="*/ 2294 w 757005"/>
                    <a:gd name="connsiteY7" fmla="*/ 337428 h 757151"/>
                    <a:gd name="connsiteX8" fmla="*/ 141594 w 757005"/>
                    <a:gd name="connsiteY8" fmla="*/ 83380 h 757151"/>
                    <a:gd name="connsiteX9" fmla="*/ 161866 w 757005"/>
                    <a:gd name="connsiteY9" fmla="*/ 68155 h 757151"/>
                    <a:gd name="connsiteX10" fmla="*/ 166365 w 757005"/>
                    <a:gd name="connsiteY10" fmla="*/ 65056 h 757151"/>
                    <a:gd name="connsiteX11" fmla="*/ 170946 w 757005"/>
                    <a:gd name="connsiteY11" fmla="*/ 62011 h 757151"/>
                    <a:gd name="connsiteX12" fmla="*/ 375150 w 757005"/>
                    <a:gd name="connsiteY12" fmla="*/ 14 h 757151"/>
                    <a:gd name="connsiteX13" fmla="*/ 459147 w 757005"/>
                    <a:gd name="connsiteY13" fmla="*/ 8601 h 757151"/>
                    <a:gd name="connsiteX14" fmla="*/ 673802 w 757005"/>
                    <a:gd name="connsiteY14" fmla="*/ 141591 h 757151"/>
                    <a:gd name="connsiteX15" fmla="*/ 757003 w 757005"/>
                    <a:gd name="connsiteY15" fmla="*/ 379289 h 757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757005" h="757151">
                      <a:moveTo>
                        <a:pt x="757003" y="379289"/>
                      </a:moveTo>
                      <a:cubicBezTo>
                        <a:pt x="756729" y="478099"/>
                        <a:pt x="718050" y="576086"/>
                        <a:pt x="643600" y="648946"/>
                      </a:cubicBezTo>
                      <a:cubicBezTo>
                        <a:pt x="642283" y="650235"/>
                        <a:pt x="640966" y="651497"/>
                        <a:pt x="639622" y="652786"/>
                      </a:cubicBezTo>
                      <a:cubicBezTo>
                        <a:pt x="638305" y="654048"/>
                        <a:pt x="636961" y="655283"/>
                        <a:pt x="635617" y="656517"/>
                      </a:cubicBezTo>
                      <a:cubicBezTo>
                        <a:pt x="629198" y="662470"/>
                        <a:pt x="622504" y="668203"/>
                        <a:pt x="615591" y="673772"/>
                      </a:cubicBezTo>
                      <a:cubicBezTo>
                        <a:pt x="548548" y="727593"/>
                        <a:pt x="467788" y="756424"/>
                        <a:pt x="382063" y="757138"/>
                      </a:cubicBezTo>
                      <a:cubicBezTo>
                        <a:pt x="265285" y="758125"/>
                        <a:pt x="156407" y="706526"/>
                        <a:pt x="83411" y="615561"/>
                      </a:cubicBezTo>
                      <a:cubicBezTo>
                        <a:pt x="20098" y="536722"/>
                        <a:pt x="-8706" y="437939"/>
                        <a:pt x="2294" y="337428"/>
                      </a:cubicBezTo>
                      <a:cubicBezTo>
                        <a:pt x="13267" y="236917"/>
                        <a:pt x="62754" y="146693"/>
                        <a:pt x="141594" y="83380"/>
                      </a:cubicBezTo>
                      <a:cubicBezTo>
                        <a:pt x="148232" y="78058"/>
                        <a:pt x="154981" y="72983"/>
                        <a:pt x="161866" y="68155"/>
                      </a:cubicBezTo>
                      <a:cubicBezTo>
                        <a:pt x="163375" y="67113"/>
                        <a:pt x="164856" y="66071"/>
                        <a:pt x="166365" y="65056"/>
                      </a:cubicBezTo>
                      <a:cubicBezTo>
                        <a:pt x="167874" y="64013"/>
                        <a:pt x="169410" y="62998"/>
                        <a:pt x="170946" y="62011"/>
                      </a:cubicBezTo>
                      <a:cubicBezTo>
                        <a:pt x="231653" y="21933"/>
                        <a:pt x="301577" y="618"/>
                        <a:pt x="375150" y="14"/>
                      </a:cubicBezTo>
                      <a:cubicBezTo>
                        <a:pt x="403762" y="-232"/>
                        <a:pt x="431907" y="2703"/>
                        <a:pt x="459147" y="8601"/>
                      </a:cubicBezTo>
                      <a:cubicBezTo>
                        <a:pt x="543116" y="26706"/>
                        <a:pt x="618664" y="72929"/>
                        <a:pt x="673802" y="141591"/>
                      </a:cubicBezTo>
                      <a:cubicBezTo>
                        <a:pt x="730038" y="211652"/>
                        <a:pt x="757250" y="295759"/>
                        <a:pt x="757003" y="379289"/>
                      </a:cubicBezTo>
                      <a:close/>
                    </a:path>
                  </a:pathLst>
                </a:custGeom>
                <a:solidFill>
                  <a:srgbClr val="FF9415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8" name="图形 2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4492824" y="4899153"/>
                  <a:ext cx="335621" cy="335621"/>
                </a:xfrm>
                <a:custGeom>
                  <a:avLst/>
                  <a:gdLst>
                    <a:gd name="connsiteX0" fmla="*/ 478195 w 478194"/>
                    <a:gd name="connsiteY0" fmla="*/ 239097 h 478194"/>
                    <a:gd name="connsiteX1" fmla="*/ 239097 w 478194"/>
                    <a:gd name="connsiteY1" fmla="*/ 478195 h 478194"/>
                    <a:gd name="connsiteX2" fmla="*/ 0 w 478194"/>
                    <a:gd name="connsiteY2" fmla="*/ 239097 h 478194"/>
                    <a:gd name="connsiteX3" fmla="*/ 239097 w 478194"/>
                    <a:gd name="connsiteY3" fmla="*/ 0 h 478194"/>
                    <a:gd name="connsiteX4" fmla="*/ 478195 w 478194"/>
                    <a:gd name="connsiteY4" fmla="*/ 239097 h 47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194" h="478194">
                      <a:moveTo>
                        <a:pt x="478195" y="239097"/>
                      </a:moveTo>
                      <a:cubicBezTo>
                        <a:pt x="478195" y="371147"/>
                        <a:pt x="371147" y="478195"/>
                        <a:pt x="239097" y="478195"/>
                      </a:cubicBezTo>
                      <a:cubicBezTo>
                        <a:pt x="107048" y="478195"/>
                        <a:pt x="0" y="371147"/>
                        <a:pt x="0" y="239097"/>
                      </a:cubicBezTo>
                      <a:cubicBezTo>
                        <a:pt x="0" y="107048"/>
                        <a:pt x="107048" y="0"/>
                        <a:pt x="239097" y="0"/>
                      </a:cubicBezTo>
                      <a:cubicBezTo>
                        <a:pt x="371147" y="0"/>
                        <a:pt x="478195" y="107047"/>
                        <a:pt x="478195" y="2390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0" name="组合 219"/>
              <p:cNvGrpSpPr/>
              <p:nvPr/>
            </p:nvGrpSpPr>
            <p:grpSpPr>
              <a:xfrm>
                <a:off x="3982425" y="2802364"/>
                <a:ext cx="1456019" cy="1474410"/>
                <a:chOff x="3982425" y="2802364"/>
                <a:chExt cx="1456019" cy="1474410"/>
              </a:xfrm>
            </p:grpSpPr>
            <p:sp>
              <p:nvSpPr>
                <p:cNvPr id="221" name="图形 2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4253083" y="2802364"/>
                  <a:ext cx="1185361" cy="1474410"/>
                </a:xfrm>
                <a:custGeom>
                  <a:avLst/>
                  <a:gdLst>
                    <a:gd name="connsiteX0" fmla="*/ 1688906 w 1688905"/>
                    <a:gd name="connsiteY0" fmla="*/ 924431 h 2100742"/>
                    <a:gd name="connsiteX1" fmla="*/ 534101 w 1688905"/>
                    <a:gd name="connsiteY1" fmla="*/ 3511 h 2100742"/>
                    <a:gd name="connsiteX2" fmla="*/ 529685 w 1688905"/>
                    <a:gd name="connsiteY2" fmla="*/ 0 h 2100742"/>
                    <a:gd name="connsiteX3" fmla="*/ 526310 w 1688905"/>
                    <a:gd name="connsiteY3" fmla="*/ 4499 h 2100742"/>
                    <a:gd name="connsiteX4" fmla="*/ 259946 w 1688905"/>
                    <a:gd name="connsiteY4" fmla="*/ 441271 h 2100742"/>
                    <a:gd name="connsiteX5" fmla="*/ 199239 w 1688905"/>
                    <a:gd name="connsiteY5" fmla="*/ 576703 h 2100742"/>
                    <a:gd name="connsiteX6" fmla="*/ 195069 w 1688905"/>
                    <a:gd name="connsiteY6" fmla="*/ 586880 h 2100742"/>
                    <a:gd name="connsiteX7" fmla="*/ 200336 w 1688905"/>
                    <a:gd name="connsiteY7" fmla="*/ 588499 h 2100742"/>
                    <a:gd name="connsiteX8" fmla="*/ 205575 w 1688905"/>
                    <a:gd name="connsiteY8" fmla="*/ 590199 h 2100742"/>
                    <a:gd name="connsiteX9" fmla="*/ 209745 w 1688905"/>
                    <a:gd name="connsiteY9" fmla="*/ 580050 h 2100742"/>
                    <a:gd name="connsiteX10" fmla="*/ 269821 w 1688905"/>
                    <a:gd name="connsiteY10" fmla="*/ 446044 h 2100742"/>
                    <a:gd name="connsiteX11" fmla="*/ 531687 w 1688905"/>
                    <a:gd name="connsiteY11" fmla="*/ 15609 h 2100742"/>
                    <a:gd name="connsiteX12" fmla="*/ 748180 w 1688905"/>
                    <a:gd name="connsiteY12" fmla="*/ 188266 h 2100742"/>
                    <a:gd name="connsiteX13" fmla="*/ 1674038 w 1688905"/>
                    <a:gd name="connsiteY13" fmla="*/ 926598 h 2100742"/>
                    <a:gd name="connsiteX14" fmla="*/ 1472111 w 1688905"/>
                    <a:gd name="connsiteY14" fmla="*/ 1578958 h 2100742"/>
                    <a:gd name="connsiteX15" fmla="*/ 1486540 w 1688905"/>
                    <a:gd name="connsiteY15" fmla="*/ 1761903 h 2100742"/>
                    <a:gd name="connsiteX16" fmla="*/ 327483 w 1688905"/>
                    <a:gd name="connsiteY16" fmla="*/ 2026457 h 2100742"/>
                    <a:gd name="connsiteX17" fmla="*/ 59912 w 1688905"/>
                    <a:gd name="connsiteY17" fmla="*/ 2087520 h 2100742"/>
                    <a:gd name="connsiteX18" fmla="*/ 10973 w 1688905"/>
                    <a:gd name="connsiteY18" fmla="*/ 1581647 h 2100742"/>
                    <a:gd name="connsiteX19" fmla="*/ 13826 w 1688905"/>
                    <a:gd name="connsiteY19" fmla="*/ 1459136 h 2100742"/>
                    <a:gd name="connsiteX20" fmla="*/ 14347 w 1688905"/>
                    <a:gd name="connsiteY20" fmla="*/ 1448108 h 2100742"/>
                    <a:gd name="connsiteX21" fmla="*/ 8888 w 1688905"/>
                    <a:gd name="connsiteY21" fmla="*/ 1447422 h 2100742"/>
                    <a:gd name="connsiteX22" fmla="*/ 3456 w 1688905"/>
                    <a:gd name="connsiteY22" fmla="*/ 1446654 h 2100742"/>
                    <a:gd name="connsiteX23" fmla="*/ 2908 w 1688905"/>
                    <a:gd name="connsiteY23" fmla="*/ 1457682 h 2100742"/>
                    <a:gd name="connsiteX24" fmla="*/ 0 w 1688905"/>
                    <a:gd name="connsiteY24" fmla="*/ 1581647 h 2100742"/>
                    <a:gd name="connsiteX25" fmla="*/ 50255 w 1688905"/>
                    <a:gd name="connsiteY25" fmla="*/ 2095201 h 2100742"/>
                    <a:gd name="connsiteX26" fmla="*/ 51353 w 1688905"/>
                    <a:gd name="connsiteY26" fmla="*/ 2100742 h 2100742"/>
                    <a:gd name="connsiteX27" fmla="*/ 1494002 w 1688905"/>
                    <a:gd name="connsiteY27" fmla="*/ 1771476 h 2100742"/>
                    <a:gd name="connsiteX28" fmla="*/ 1499022 w 1688905"/>
                    <a:gd name="connsiteY28" fmla="*/ 1770324 h 2100742"/>
                    <a:gd name="connsiteX29" fmla="*/ 1498199 w 1688905"/>
                    <a:gd name="connsiteY29" fmla="*/ 1765222 h 2100742"/>
                    <a:gd name="connsiteX30" fmla="*/ 1483084 w 1688905"/>
                    <a:gd name="connsiteY30" fmla="*/ 1578958 h 2100742"/>
                    <a:gd name="connsiteX31" fmla="*/ 1685971 w 1688905"/>
                    <a:gd name="connsiteY31" fmla="*/ 928655 h 2100742"/>
                    <a:gd name="connsiteX32" fmla="*/ 1688906 w 1688905"/>
                    <a:gd name="connsiteY32" fmla="*/ 924431 h 2100742"/>
                    <a:gd name="connsiteX33" fmla="*/ 18297 w 1688905"/>
                    <a:gd name="connsiteY33" fmla="*/ 1385014 h 2100742"/>
                    <a:gd name="connsiteX34" fmla="*/ 74944 w 1688905"/>
                    <a:gd name="connsiteY34" fmla="*/ 1004505 h 2100742"/>
                    <a:gd name="connsiteX35" fmla="*/ 182258 w 1688905"/>
                    <a:gd name="connsiteY35" fmla="*/ 648986 h 2100742"/>
                    <a:gd name="connsiteX36" fmla="*/ 177046 w 1688905"/>
                    <a:gd name="connsiteY36" fmla="*/ 647340 h 2100742"/>
                    <a:gd name="connsiteX37" fmla="*/ 171752 w 1688905"/>
                    <a:gd name="connsiteY37" fmla="*/ 645804 h 2100742"/>
                    <a:gd name="connsiteX38" fmla="*/ 64246 w 1688905"/>
                    <a:gd name="connsiteY38" fmla="*/ 1002091 h 2100742"/>
                    <a:gd name="connsiteX39" fmla="*/ 7407 w 1688905"/>
                    <a:gd name="connsiteY39" fmla="*/ 1383423 h 2100742"/>
                    <a:gd name="connsiteX40" fmla="*/ 12866 w 1688905"/>
                    <a:gd name="connsiteY40" fmla="*/ 1384246 h 2100742"/>
                    <a:gd name="connsiteX41" fmla="*/ 18297 w 1688905"/>
                    <a:gd name="connsiteY41" fmla="*/ 1385014 h 2100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688905" h="2100742">
                      <a:moveTo>
                        <a:pt x="1688906" y="924431"/>
                      </a:moveTo>
                      <a:lnTo>
                        <a:pt x="534101" y="3511"/>
                      </a:lnTo>
                      <a:lnTo>
                        <a:pt x="529685" y="0"/>
                      </a:lnTo>
                      <a:lnTo>
                        <a:pt x="526310" y="4499"/>
                      </a:lnTo>
                      <a:cubicBezTo>
                        <a:pt x="423550" y="141083"/>
                        <a:pt x="333957" y="288036"/>
                        <a:pt x="259946" y="441271"/>
                      </a:cubicBezTo>
                      <a:cubicBezTo>
                        <a:pt x="238439" y="485821"/>
                        <a:pt x="218194" y="531001"/>
                        <a:pt x="199239" y="576703"/>
                      </a:cubicBezTo>
                      <a:cubicBezTo>
                        <a:pt x="197840" y="580077"/>
                        <a:pt x="196441" y="583479"/>
                        <a:pt x="195069" y="586880"/>
                      </a:cubicBezTo>
                      <a:cubicBezTo>
                        <a:pt x="196825" y="587401"/>
                        <a:pt x="198580" y="587950"/>
                        <a:pt x="200336" y="588499"/>
                      </a:cubicBezTo>
                      <a:cubicBezTo>
                        <a:pt x="202092" y="589047"/>
                        <a:pt x="203820" y="589596"/>
                        <a:pt x="205575" y="590199"/>
                      </a:cubicBezTo>
                      <a:cubicBezTo>
                        <a:pt x="206920" y="586798"/>
                        <a:pt x="208319" y="583424"/>
                        <a:pt x="209745" y="580050"/>
                      </a:cubicBezTo>
                      <a:cubicBezTo>
                        <a:pt x="228509" y="534814"/>
                        <a:pt x="248534" y="490128"/>
                        <a:pt x="269821" y="446044"/>
                      </a:cubicBezTo>
                      <a:cubicBezTo>
                        <a:pt x="342708" y="295113"/>
                        <a:pt x="430792" y="150327"/>
                        <a:pt x="531687" y="15609"/>
                      </a:cubicBezTo>
                      <a:lnTo>
                        <a:pt x="748180" y="188266"/>
                      </a:lnTo>
                      <a:lnTo>
                        <a:pt x="1674038" y="926598"/>
                      </a:lnTo>
                      <a:cubicBezTo>
                        <a:pt x="1541925" y="1118457"/>
                        <a:pt x="1472111" y="1343894"/>
                        <a:pt x="1472111" y="1578958"/>
                      </a:cubicBezTo>
                      <a:cubicBezTo>
                        <a:pt x="1472111" y="1640159"/>
                        <a:pt x="1476966" y="1701662"/>
                        <a:pt x="1486540" y="1761903"/>
                      </a:cubicBezTo>
                      <a:lnTo>
                        <a:pt x="327483" y="2026457"/>
                      </a:lnTo>
                      <a:lnTo>
                        <a:pt x="59912" y="2087520"/>
                      </a:lnTo>
                      <a:cubicBezTo>
                        <a:pt x="27432" y="1921667"/>
                        <a:pt x="10973" y="1751506"/>
                        <a:pt x="10973" y="1581647"/>
                      </a:cubicBezTo>
                      <a:cubicBezTo>
                        <a:pt x="10973" y="1540773"/>
                        <a:pt x="11933" y="1499900"/>
                        <a:pt x="13826" y="1459136"/>
                      </a:cubicBezTo>
                      <a:cubicBezTo>
                        <a:pt x="13990" y="1455460"/>
                        <a:pt x="14155" y="1451784"/>
                        <a:pt x="14347" y="1448108"/>
                      </a:cubicBezTo>
                      <a:cubicBezTo>
                        <a:pt x="12536" y="1447916"/>
                        <a:pt x="10699" y="1447669"/>
                        <a:pt x="8888" y="1447422"/>
                      </a:cubicBezTo>
                      <a:cubicBezTo>
                        <a:pt x="7078" y="1447175"/>
                        <a:pt x="5267" y="1446928"/>
                        <a:pt x="3456" y="1446654"/>
                      </a:cubicBezTo>
                      <a:cubicBezTo>
                        <a:pt x="3237" y="1450330"/>
                        <a:pt x="3072" y="1454006"/>
                        <a:pt x="2908" y="1457682"/>
                      </a:cubicBezTo>
                      <a:cubicBezTo>
                        <a:pt x="960" y="1498939"/>
                        <a:pt x="0" y="1540279"/>
                        <a:pt x="0" y="1581647"/>
                      </a:cubicBezTo>
                      <a:cubicBezTo>
                        <a:pt x="0" y="1754112"/>
                        <a:pt x="16898" y="1926878"/>
                        <a:pt x="50255" y="2095201"/>
                      </a:cubicBezTo>
                      <a:lnTo>
                        <a:pt x="51353" y="2100742"/>
                      </a:lnTo>
                      <a:lnTo>
                        <a:pt x="1494002" y="1771476"/>
                      </a:lnTo>
                      <a:lnTo>
                        <a:pt x="1499022" y="1770324"/>
                      </a:lnTo>
                      <a:lnTo>
                        <a:pt x="1498199" y="1765222"/>
                      </a:lnTo>
                      <a:cubicBezTo>
                        <a:pt x="1488159" y="1703966"/>
                        <a:pt x="1483084" y="1641284"/>
                        <a:pt x="1483084" y="1578958"/>
                      </a:cubicBezTo>
                      <a:cubicBezTo>
                        <a:pt x="1483084" y="1344415"/>
                        <a:pt x="1553227" y="1119555"/>
                        <a:pt x="1685971" y="928655"/>
                      </a:cubicBezTo>
                      <a:lnTo>
                        <a:pt x="1688906" y="924431"/>
                      </a:lnTo>
                      <a:close/>
                      <a:moveTo>
                        <a:pt x="18297" y="1385014"/>
                      </a:moveTo>
                      <a:cubicBezTo>
                        <a:pt x="27871" y="1256660"/>
                        <a:pt x="46826" y="1129293"/>
                        <a:pt x="74944" y="1004505"/>
                      </a:cubicBezTo>
                      <a:cubicBezTo>
                        <a:pt x="102129" y="883722"/>
                        <a:pt x="138065" y="764777"/>
                        <a:pt x="182258" y="648986"/>
                      </a:cubicBezTo>
                      <a:cubicBezTo>
                        <a:pt x="180530" y="648383"/>
                        <a:pt x="178802" y="647862"/>
                        <a:pt x="177046" y="647340"/>
                      </a:cubicBezTo>
                      <a:cubicBezTo>
                        <a:pt x="175291" y="646792"/>
                        <a:pt x="173535" y="646270"/>
                        <a:pt x="171752" y="645804"/>
                      </a:cubicBezTo>
                      <a:cubicBezTo>
                        <a:pt x="127477" y="761841"/>
                        <a:pt x="91513" y="881061"/>
                        <a:pt x="64246" y="1002091"/>
                      </a:cubicBezTo>
                      <a:cubicBezTo>
                        <a:pt x="36046" y="1127154"/>
                        <a:pt x="17063" y="1254794"/>
                        <a:pt x="7407" y="1383423"/>
                      </a:cubicBezTo>
                      <a:cubicBezTo>
                        <a:pt x="9217" y="1383725"/>
                        <a:pt x="11055" y="1383999"/>
                        <a:pt x="12866" y="1384246"/>
                      </a:cubicBezTo>
                      <a:cubicBezTo>
                        <a:pt x="14676" y="1384520"/>
                        <a:pt x="16487" y="1384795"/>
                        <a:pt x="18297" y="1385014"/>
                      </a:cubicBez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2" name="图形 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256934" y="3776750"/>
                  <a:ext cx="226706" cy="495385"/>
                </a:xfrm>
                <a:custGeom>
                  <a:avLst/>
                  <a:gdLst>
                    <a:gd name="connsiteX0" fmla="*/ 321997 w 323011"/>
                    <a:gd name="connsiteY0" fmla="*/ 638151 h 705825"/>
                    <a:gd name="connsiteX1" fmla="*/ 323012 w 323011"/>
                    <a:gd name="connsiteY1" fmla="*/ 643555 h 705825"/>
                    <a:gd name="connsiteX2" fmla="*/ 50146 w 323011"/>
                    <a:gd name="connsiteY2" fmla="*/ 705826 h 705825"/>
                    <a:gd name="connsiteX3" fmla="*/ 0 w 323011"/>
                    <a:gd name="connsiteY3" fmla="*/ 193341 h 705825"/>
                    <a:gd name="connsiteX4" fmla="*/ 2880 w 323011"/>
                    <a:gd name="connsiteY4" fmla="*/ 70144 h 705825"/>
                    <a:gd name="connsiteX5" fmla="*/ 3402 w 323011"/>
                    <a:gd name="connsiteY5" fmla="*/ 59116 h 705825"/>
                    <a:gd name="connsiteX6" fmla="*/ 8861 w 323011"/>
                    <a:gd name="connsiteY6" fmla="*/ 59802 h 705825"/>
                    <a:gd name="connsiteX7" fmla="*/ 65398 w 323011"/>
                    <a:gd name="connsiteY7" fmla="*/ 63011 h 705825"/>
                    <a:gd name="connsiteX8" fmla="*/ 288502 w 323011"/>
                    <a:gd name="connsiteY8" fmla="*/ 0 h 705825"/>
                    <a:gd name="connsiteX9" fmla="*/ 287405 w 323011"/>
                    <a:gd name="connsiteY9" fmla="*/ 13606 h 705825"/>
                    <a:gd name="connsiteX10" fmla="*/ 280355 w 323011"/>
                    <a:gd name="connsiteY10" fmla="*/ 196523 h 705825"/>
                    <a:gd name="connsiteX11" fmla="*/ 321997 w 323011"/>
                    <a:gd name="connsiteY11" fmla="*/ 638151 h 705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23011" h="705825">
                      <a:moveTo>
                        <a:pt x="321997" y="638151"/>
                      </a:moveTo>
                      <a:cubicBezTo>
                        <a:pt x="322326" y="639961"/>
                        <a:pt x="322655" y="641744"/>
                        <a:pt x="323012" y="643555"/>
                      </a:cubicBezTo>
                      <a:lnTo>
                        <a:pt x="50146" y="705826"/>
                      </a:lnTo>
                      <a:cubicBezTo>
                        <a:pt x="16843" y="537777"/>
                        <a:pt x="0" y="365724"/>
                        <a:pt x="0" y="193341"/>
                      </a:cubicBezTo>
                      <a:cubicBezTo>
                        <a:pt x="0" y="152248"/>
                        <a:pt x="960" y="111155"/>
                        <a:pt x="2880" y="70144"/>
                      </a:cubicBezTo>
                      <a:cubicBezTo>
                        <a:pt x="3045" y="66468"/>
                        <a:pt x="3210" y="62792"/>
                        <a:pt x="3402" y="59116"/>
                      </a:cubicBezTo>
                      <a:cubicBezTo>
                        <a:pt x="5212" y="59363"/>
                        <a:pt x="7050" y="59610"/>
                        <a:pt x="8861" y="59802"/>
                      </a:cubicBezTo>
                      <a:cubicBezTo>
                        <a:pt x="27816" y="62106"/>
                        <a:pt x="46689" y="63176"/>
                        <a:pt x="65398" y="63011"/>
                      </a:cubicBezTo>
                      <a:cubicBezTo>
                        <a:pt x="145307" y="62325"/>
                        <a:pt x="222144" y="39804"/>
                        <a:pt x="288502" y="0"/>
                      </a:cubicBezTo>
                      <a:cubicBezTo>
                        <a:pt x="288118" y="4526"/>
                        <a:pt x="287762" y="9080"/>
                        <a:pt x="287405" y="13606"/>
                      </a:cubicBezTo>
                      <a:cubicBezTo>
                        <a:pt x="282742" y="73957"/>
                        <a:pt x="280355" y="134966"/>
                        <a:pt x="280355" y="196523"/>
                      </a:cubicBezTo>
                      <a:cubicBezTo>
                        <a:pt x="280355" y="347509"/>
                        <a:pt x="294647" y="495120"/>
                        <a:pt x="321997" y="638151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3" name="图形 2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393689" y="2807832"/>
                  <a:ext cx="386796" cy="530695"/>
                </a:xfrm>
                <a:custGeom>
                  <a:avLst/>
                  <a:gdLst>
                    <a:gd name="connsiteX0" fmla="*/ 551109 w 551108"/>
                    <a:gd name="connsiteY0" fmla="*/ 176059 h 756135"/>
                    <a:gd name="connsiteX1" fmla="*/ 547844 w 551108"/>
                    <a:gd name="connsiteY1" fmla="*/ 180475 h 756135"/>
                    <a:gd name="connsiteX2" fmla="*/ 238329 w 551108"/>
                    <a:gd name="connsiteY2" fmla="*/ 743627 h 756135"/>
                    <a:gd name="connsiteX3" fmla="*/ 233584 w 551108"/>
                    <a:gd name="connsiteY3" fmla="*/ 756136 h 756135"/>
                    <a:gd name="connsiteX4" fmla="*/ 5240 w 551108"/>
                    <a:gd name="connsiteY4" fmla="*/ 582409 h 756135"/>
                    <a:gd name="connsiteX5" fmla="*/ 0 w 551108"/>
                    <a:gd name="connsiteY5" fmla="*/ 580708 h 756135"/>
                    <a:gd name="connsiteX6" fmla="*/ 4170 w 551108"/>
                    <a:gd name="connsiteY6" fmla="*/ 570531 h 756135"/>
                    <a:gd name="connsiteX7" fmla="*/ 64547 w 551108"/>
                    <a:gd name="connsiteY7" fmla="*/ 435867 h 756135"/>
                    <a:gd name="connsiteX8" fmla="*/ 330336 w 551108"/>
                    <a:gd name="connsiteY8" fmla="*/ 0 h 756135"/>
                    <a:gd name="connsiteX9" fmla="*/ 551109 w 551108"/>
                    <a:gd name="connsiteY9" fmla="*/ 176059 h 756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51108" h="756135">
                      <a:moveTo>
                        <a:pt x="551109" y="176059"/>
                      </a:moveTo>
                      <a:cubicBezTo>
                        <a:pt x="550012" y="177513"/>
                        <a:pt x="548914" y="178994"/>
                        <a:pt x="547844" y="180475"/>
                      </a:cubicBezTo>
                      <a:cubicBezTo>
                        <a:pt x="420258" y="351651"/>
                        <a:pt x="315578" y="540877"/>
                        <a:pt x="238329" y="743627"/>
                      </a:cubicBezTo>
                      <a:cubicBezTo>
                        <a:pt x="236683" y="747796"/>
                        <a:pt x="235120" y="751966"/>
                        <a:pt x="233584" y="756136"/>
                      </a:cubicBezTo>
                      <a:cubicBezTo>
                        <a:pt x="180283" y="676528"/>
                        <a:pt x="101252" y="614011"/>
                        <a:pt x="5240" y="582409"/>
                      </a:cubicBezTo>
                      <a:cubicBezTo>
                        <a:pt x="3484" y="581805"/>
                        <a:pt x="1756" y="581257"/>
                        <a:pt x="0" y="580708"/>
                      </a:cubicBezTo>
                      <a:cubicBezTo>
                        <a:pt x="1372" y="577307"/>
                        <a:pt x="2771" y="573905"/>
                        <a:pt x="4170" y="570531"/>
                      </a:cubicBezTo>
                      <a:cubicBezTo>
                        <a:pt x="23015" y="525076"/>
                        <a:pt x="43151" y="480170"/>
                        <a:pt x="64547" y="435867"/>
                      </a:cubicBezTo>
                      <a:cubicBezTo>
                        <a:pt x="138504" y="282687"/>
                        <a:pt x="227768" y="136365"/>
                        <a:pt x="330336" y="0"/>
                      </a:cubicBezTo>
                      <a:lnTo>
                        <a:pt x="551109" y="176059"/>
                      </a:ln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4" name="图形 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982425" y="3193246"/>
                  <a:ext cx="635504" cy="635517"/>
                </a:xfrm>
                <a:custGeom>
                  <a:avLst/>
                  <a:gdLst>
                    <a:gd name="connsiteX0" fmla="*/ 824299 w 905468"/>
                    <a:gd name="connsiteY0" fmla="*/ 194488 h 905486"/>
                    <a:gd name="connsiteX1" fmla="*/ 595379 w 905468"/>
                    <a:gd name="connsiteY1" fmla="*/ 23120 h 905486"/>
                    <a:gd name="connsiteX2" fmla="*/ 590140 w 905468"/>
                    <a:gd name="connsiteY2" fmla="*/ 21392 h 905486"/>
                    <a:gd name="connsiteX3" fmla="*/ 584873 w 905468"/>
                    <a:gd name="connsiteY3" fmla="*/ 19773 h 905486"/>
                    <a:gd name="connsiteX4" fmla="*/ 552064 w 905468"/>
                    <a:gd name="connsiteY4" fmla="*/ 11077 h 905486"/>
                    <a:gd name="connsiteX5" fmla="*/ 11187 w 905468"/>
                    <a:gd name="connsiteY5" fmla="*/ 353401 h 905486"/>
                    <a:gd name="connsiteX6" fmla="*/ 70331 w 905468"/>
                    <a:gd name="connsiteY6" fmla="*/ 694738 h 905486"/>
                    <a:gd name="connsiteX7" fmla="*/ 353511 w 905468"/>
                    <a:gd name="connsiteY7" fmla="*/ 894278 h 905486"/>
                    <a:gd name="connsiteX8" fmla="*/ 388542 w 905468"/>
                    <a:gd name="connsiteY8" fmla="*/ 900752 h 905486"/>
                    <a:gd name="connsiteX9" fmla="*/ 394001 w 905468"/>
                    <a:gd name="connsiteY9" fmla="*/ 901520 h 905486"/>
                    <a:gd name="connsiteX10" fmla="*/ 399460 w 905468"/>
                    <a:gd name="connsiteY10" fmla="*/ 902206 h 905486"/>
                    <a:gd name="connsiteX11" fmla="*/ 457424 w 905468"/>
                    <a:gd name="connsiteY11" fmla="*/ 905470 h 905486"/>
                    <a:gd name="connsiteX12" fmla="*/ 678526 w 905468"/>
                    <a:gd name="connsiteY12" fmla="*/ 844983 h 905486"/>
                    <a:gd name="connsiteX13" fmla="*/ 694848 w 905468"/>
                    <a:gd name="connsiteY13" fmla="*/ 835135 h 905486"/>
                    <a:gd name="connsiteX14" fmla="*/ 894388 w 905468"/>
                    <a:gd name="connsiteY14" fmla="*/ 551954 h 905486"/>
                    <a:gd name="connsiteX15" fmla="*/ 824299 w 905468"/>
                    <a:gd name="connsiteY15" fmla="*/ 194488 h 905486"/>
                    <a:gd name="connsiteX16" fmla="*/ 883690 w 905468"/>
                    <a:gd name="connsiteY16" fmla="*/ 549567 h 905486"/>
                    <a:gd name="connsiteX17" fmla="*/ 679623 w 905468"/>
                    <a:gd name="connsiteY17" fmla="*/ 831376 h 905486"/>
                    <a:gd name="connsiteX18" fmla="*/ 456518 w 905468"/>
                    <a:gd name="connsiteY18" fmla="*/ 894388 h 905486"/>
                    <a:gd name="connsiteX19" fmla="*/ 399981 w 905468"/>
                    <a:gd name="connsiteY19" fmla="*/ 891178 h 905486"/>
                    <a:gd name="connsiteX20" fmla="*/ 394522 w 905468"/>
                    <a:gd name="connsiteY20" fmla="*/ 890492 h 905486"/>
                    <a:gd name="connsiteX21" fmla="*/ 389091 w 905468"/>
                    <a:gd name="connsiteY21" fmla="*/ 889724 h 905486"/>
                    <a:gd name="connsiteX22" fmla="*/ 355925 w 905468"/>
                    <a:gd name="connsiteY22" fmla="*/ 883580 h 905486"/>
                    <a:gd name="connsiteX23" fmla="*/ 79603 w 905468"/>
                    <a:gd name="connsiteY23" fmla="*/ 688867 h 905486"/>
                    <a:gd name="connsiteX24" fmla="*/ 21886 w 905468"/>
                    <a:gd name="connsiteY24" fmla="*/ 355815 h 905486"/>
                    <a:gd name="connsiteX25" fmla="*/ 449057 w 905468"/>
                    <a:gd name="connsiteY25" fmla="*/ 10995 h 905486"/>
                    <a:gd name="connsiteX26" fmla="*/ 549650 w 905468"/>
                    <a:gd name="connsiteY26" fmla="*/ 21776 h 905486"/>
                    <a:gd name="connsiteX27" fmla="*/ 580703 w 905468"/>
                    <a:gd name="connsiteY27" fmla="*/ 29951 h 905486"/>
                    <a:gd name="connsiteX28" fmla="*/ 585970 w 905468"/>
                    <a:gd name="connsiteY28" fmla="*/ 31569 h 905486"/>
                    <a:gd name="connsiteX29" fmla="*/ 591210 w 905468"/>
                    <a:gd name="connsiteY29" fmla="*/ 33270 h 905486"/>
                    <a:gd name="connsiteX30" fmla="*/ 819554 w 905468"/>
                    <a:gd name="connsiteY30" fmla="*/ 206997 h 905486"/>
                    <a:gd name="connsiteX31" fmla="*/ 883690 w 905468"/>
                    <a:gd name="connsiteY31" fmla="*/ 549567 h 905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905468" h="905486">
                      <a:moveTo>
                        <a:pt x="824299" y="194488"/>
                      </a:moveTo>
                      <a:cubicBezTo>
                        <a:pt x="769902" y="116169"/>
                        <a:pt x="690870" y="54694"/>
                        <a:pt x="595379" y="23120"/>
                      </a:cubicBezTo>
                      <a:cubicBezTo>
                        <a:pt x="593651" y="22516"/>
                        <a:pt x="591895" y="21940"/>
                        <a:pt x="590140" y="21392"/>
                      </a:cubicBezTo>
                      <a:cubicBezTo>
                        <a:pt x="588384" y="20816"/>
                        <a:pt x="586628" y="20267"/>
                        <a:pt x="584873" y="19773"/>
                      </a:cubicBezTo>
                      <a:cubicBezTo>
                        <a:pt x="574147" y="16481"/>
                        <a:pt x="563202" y="13574"/>
                        <a:pt x="552064" y="11077"/>
                      </a:cubicBezTo>
                      <a:cubicBezTo>
                        <a:pt x="308550" y="-43677"/>
                        <a:pt x="65914" y="109915"/>
                        <a:pt x="11187" y="353401"/>
                      </a:cubicBezTo>
                      <a:cubicBezTo>
                        <a:pt x="-15339" y="471359"/>
                        <a:pt x="5674" y="592581"/>
                        <a:pt x="70331" y="694738"/>
                      </a:cubicBezTo>
                      <a:cubicBezTo>
                        <a:pt x="134988" y="796894"/>
                        <a:pt x="235554" y="867779"/>
                        <a:pt x="353511" y="894278"/>
                      </a:cubicBezTo>
                      <a:cubicBezTo>
                        <a:pt x="365170" y="896911"/>
                        <a:pt x="376856" y="899079"/>
                        <a:pt x="388542" y="900752"/>
                      </a:cubicBezTo>
                      <a:cubicBezTo>
                        <a:pt x="390352" y="901026"/>
                        <a:pt x="392190" y="901273"/>
                        <a:pt x="394001" y="901520"/>
                      </a:cubicBezTo>
                      <a:cubicBezTo>
                        <a:pt x="395839" y="901767"/>
                        <a:pt x="397649" y="901986"/>
                        <a:pt x="399460" y="902206"/>
                      </a:cubicBezTo>
                      <a:cubicBezTo>
                        <a:pt x="418799" y="904538"/>
                        <a:pt x="438166" y="905635"/>
                        <a:pt x="457424" y="905470"/>
                      </a:cubicBezTo>
                      <a:cubicBezTo>
                        <a:pt x="534617" y="904812"/>
                        <a:pt x="610412" y="884293"/>
                        <a:pt x="678526" y="844983"/>
                      </a:cubicBezTo>
                      <a:cubicBezTo>
                        <a:pt x="684012" y="841828"/>
                        <a:pt x="689471" y="838536"/>
                        <a:pt x="694848" y="835135"/>
                      </a:cubicBezTo>
                      <a:cubicBezTo>
                        <a:pt x="797004" y="770477"/>
                        <a:pt x="867889" y="669912"/>
                        <a:pt x="894388" y="551954"/>
                      </a:cubicBezTo>
                      <a:cubicBezTo>
                        <a:pt x="923301" y="423380"/>
                        <a:pt x="894141" y="295053"/>
                        <a:pt x="824299" y="194488"/>
                      </a:cubicBezTo>
                      <a:close/>
                      <a:moveTo>
                        <a:pt x="883690" y="549567"/>
                      </a:moveTo>
                      <a:cubicBezTo>
                        <a:pt x="856120" y="672161"/>
                        <a:pt x="779750" y="771410"/>
                        <a:pt x="679623" y="831376"/>
                      </a:cubicBezTo>
                      <a:cubicBezTo>
                        <a:pt x="613265" y="871180"/>
                        <a:pt x="536428" y="893702"/>
                        <a:pt x="456518" y="894388"/>
                      </a:cubicBezTo>
                      <a:cubicBezTo>
                        <a:pt x="437810" y="894552"/>
                        <a:pt x="418937" y="893482"/>
                        <a:pt x="399981" y="891178"/>
                      </a:cubicBezTo>
                      <a:cubicBezTo>
                        <a:pt x="398171" y="890986"/>
                        <a:pt x="396333" y="890739"/>
                        <a:pt x="394522" y="890492"/>
                      </a:cubicBezTo>
                      <a:cubicBezTo>
                        <a:pt x="392712" y="890245"/>
                        <a:pt x="390901" y="889999"/>
                        <a:pt x="389091" y="889724"/>
                      </a:cubicBezTo>
                      <a:cubicBezTo>
                        <a:pt x="378063" y="888106"/>
                        <a:pt x="366980" y="886076"/>
                        <a:pt x="355925" y="883580"/>
                      </a:cubicBezTo>
                      <a:cubicBezTo>
                        <a:pt x="240821" y="857711"/>
                        <a:pt x="142696" y="788555"/>
                        <a:pt x="79603" y="688867"/>
                      </a:cubicBezTo>
                      <a:cubicBezTo>
                        <a:pt x="16509" y="589207"/>
                        <a:pt x="-3983" y="470920"/>
                        <a:pt x="21886" y="355815"/>
                      </a:cubicBezTo>
                      <a:cubicBezTo>
                        <a:pt x="67725" y="151941"/>
                        <a:pt x="248556" y="12668"/>
                        <a:pt x="449057" y="10995"/>
                      </a:cubicBezTo>
                      <a:cubicBezTo>
                        <a:pt x="482222" y="10721"/>
                        <a:pt x="515936" y="14204"/>
                        <a:pt x="549650" y="21776"/>
                      </a:cubicBezTo>
                      <a:cubicBezTo>
                        <a:pt x="560184" y="24135"/>
                        <a:pt x="570526" y="26878"/>
                        <a:pt x="580703" y="29951"/>
                      </a:cubicBezTo>
                      <a:cubicBezTo>
                        <a:pt x="582459" y="30472"/>
                        <a:pt x="584214" y="31020"/>
                        <a:pt x="585970" y="31569"/>
                      </a:cubicBezTo>
                      <a:cubicBezTo>
                        <a:pt x="587726" y="32118"/>
                        <a:pt x="589454" y="32666"/>
                        <a:pt x="591210" y="33270"/>
                      </a:cubicBezTo>
                      <a:cubicBezTo>
                        <a:pt x="687222" y="64871"/>
                        <a:pt x="766253" y="127389"/>
                        <a:pt x="819554" y="206997"/>
                      </a:cubicBezTo>
                      <a:cubicBezTo>
                        <a:pt x="884595" y="304161"/>
                        <a:pt x="911286" y="426754"/>
                        <a:pt x="883690" y="549567"/>
                      </a:cubicBez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 w="2743" cap="flat">
                  <a:solidFill>
                    <a:srgbClr val="3C49B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5" name="图形 2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4034429" y="3245198"/>
                  <a:ext cx="531569" cy="531521"/>
                </a:xfrm>
                <a:custGeom>
                  <a:avLst/>
                  <a:gdLst>
                    <a:gd name="connsiteX0" fmla="*/ 748036 w 757381"/>
                    <a:gd name="connsiteY0" fmla="*/ 461694 h 757312"/>
                    <a:gd name="connsiteX1" fmla="*/ 614854 w 757381"/>
                    <a:gd name="connsiteY1" fmla="*/ 674539 h 757312"/>
                    <a:gd name="connsiteX2" fmla="*/ 613784 w 757381"/>
                    <a:gd name="connsiteY2" fmla="*/ 675389 h 757312"/>
                    <a:gd name="connsiteX3" fmla="*/ 382230 w 757381"/>
                    <a:gd name="connsiteY3" fmla="*/ 757301 h 757312"/>
                    <a:gd name="connsiteX4" fmla="*/ 329835 w 757381"/>
                    <a:gd name="connsiteY4" fmla="*/ 754064 h 757312"/>
                    <a:gd name="connsiteX5" fmla="*/ 324404 w 757381"/>
                    <a:gd name="connsiteY5" fmla="*/ 753296 h 757312"/>
                    <a:gd name="connsiteX6" fmla="*/ 318945 w 757381"/>
                    <a:gd name="connsiteY6" fmla="*/ 752473 h 757312"/>
                    <a:gd name="connsiteX7" fmla="*/ 295655 w 757381"/>
                    <a:gd name="connsiteY7" fmla="*/ 748002 h 757312"/>
                    <a:gd name="connsiteX8" fmla="*/ 58807 w 757381"/>
                    <a:gd name="connsiteY8" fmla="*/ 581106 h 757312"/>
                    <a:gd name="connsiteX9" fmla="*/ 9347 w 757381"/>
                    <a:gd name="connsiteY9" fmla="*/ 295621 h 757312"/>
                    <a:gd name="connsiteX10" fmla="*/ 142530 w 757381"/>
                    <a:gd name="connsiteY10" fmla="*/ 82776 h 757312"/>
                    <a:gd name="connsiteX11" fmla="*/ 375126 w 757381"/>
                    <a:gd name="connsiteY11" fmla="*/ 14 h 757312"/>
                    <a:gd name="connsiteX12" fmla="*/ 461728 w 757381"/>
                    <a:gd name="connsiteY12" fmla="*/ 9313 h 757312"/>
                    <a:gd name="connsiteX13" fmla="*/ 483290 w 757381"/>
                    <a:gd name="connsiteY13" fmla="*/ 14854 h 757312"/>
                    <a:gd name="connsiteX14" fmla="*/ 488584 w 757381"/>
                    <a:gd name="connsiteY14" fmla="*/ 16390 h 757312"/>
                    <a:gd name="connsiteX15" fmla="*/ 493796 w 757381"/>
                    <a:gd name="connsiteY15" fmla="*/ 18036 h 757312"/>
                    <a:gd name="connsiteX16" fmla="*/ 698576 w 757381"/>
                    <a:gd name="connsiteY16" fmla="*/ 176209 h 757312"/>
                    <a:gd name="connsiteX17" fmla="*/ 717916 w 757381"/>
                    <a:gd name="connsiteY17" fmla="*/ 210581 h 757312"/>
                    <a:gd name="connsiteX18" fmla="*/ 748036 w 757381"/>
                    <a:gd name="connsiteY18" fmla="*/ 461694 h 757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57381" h="757312">
                      <a:moveTo>
                        <a:pt x="748036" y="461694"/>
                      </a:moveTo>
                      <a:cubicBezTo>
                        <a:pt x="728916" y="546733"/>
                        <a:pt x="682858" y="620333"/>
                        <a:pt x="614854" y="674539"/>
                      </a:cubicBezTo>
                      <a:cubicBezTo>
                        <a:pt x="614497" y="674813"/>
                        <a:pt x="614140" y="675115"/>
                        <a:pt x="613784" y="675389"/>
                      </a:cubicBezTo>
                      <a:cubicBezTo>
                        <a:pt x="547892" y="727510"/>
                        <a:pt x="465733" y="756615"/>
                        <a:pt x="382230" y="757301"/>
                      </a:cubicBezTo>
                      <a:cubicBezTo>
                        <a:pt x="364784" y="757439"/>
                        <a:pt x="347255" y="756369"/>
                        <a:pt x="329835" y="754064"/>
                      </a:cubicBezTo>
                      <a:cubicBezTo>
                        <a:pt x="328025" y="753845"/>
                        <a:pt x="326214" y="753570"/>
                        <a:pt x="324404" y="753296"/>
                      </a:cubicBezTo>
                      <a:cubicBezTo>
                        <a:pt x="322593" y="753049"/>
                        <a:pt x="320755" y="752775"/>
                        <a:pt x="318945" y="752473"/>
                      </a:cubicBezTo>
                      <a:cubicBezTo>
                        <a:pt x="311154" y="751239"/>
                        <a:pt x="303391" y="749730"/>
                        <a:pt x="295655" y="748002"/>
                      </a:cubicBezTo>
                      <a:cubicBezTo>
                        <a:pt x="197010" y="725837"/>
                        <a:pt x="112903" y="666556"/>
                        <a:pt x="58807" y="581106"/>
                      </a:cubicBezTo>
                      <a:cubicBezTo>
                        <a:pt x="4739" y="495682"/>
                        <a:pt x="-12818" y="394294"/>
                        <a:pt x="9347" y="295621"/>
                      </a:cubicBezTo>
                      <a:cubicBezTo>
                        <a:pt x="28467" y="210581"/>
                        <a:pt x="74526" y="136982"/>
                        <a:pt x="142530" y="82776"/>
                      </a:cubicBezTo>
                      <a:cubicBezTo>
                        <a:pt x="208613" y="30106"/>
                        <a:pt x="291211" y="727"/>
                        <a:pt x="375126" y="14"/>
                      </a:cubicBezTo>
                      <a:cubicBezTo>
                        <a:pt x="404066" y="-233"/>
                        <a:pt x="433199" y="2894"/>
                        <a:pt x="461728" y="9313"/>
                      </a:cubicBezTo>
                      <a:cubicBezTo>
                        <a:pt x="468998" y="10959"/>
                        <a:pt x="476185" y="12797"/>
                        <a:pt x="483290" y="14854"/>
                      </a:cubicBezTo>
                      <a:cubicBezTo>
                        <a:pt x="485073" y="15320"/>
                        <a:pt x="486829" y="15842"/>
                        <a:pt x="488584" y="16390"/>
                      </a:cubicBezTo>
                      <a:cubicBezTo>
                        <a:pt x="490340" y="16912"/>
                        <a:pt x="492068" y="17433"/>
                        <a:pt x="493796" y="18036"/>
                      </a:cubicBezTo>
                      <a:cubicBezTo>
                        <a:pt x="578561" y="44892"/>
                        <a:pt x="650433" y="100168"/>
                        <a:pt x="698576" y="176209"/>
                      </a:cubicBezTo>
                      <a:cubicBezTo>
                        <a:pt x="705654" y="187402"/>
                        <a:pt x="712128" y="198868"/>
                        <a:pt x="717916" y="210581"/>
                      </a:cubicBezTo>
                      <a:cubicBezTo>
                        <a:pt x="756567" y="288187"/>
                        <a:pt x="767293" y="375969"/>
                        <a:pt x="748036" y="461694"/>
                      </a:cubicBezTo>
                      <a:close/>
                    </a:path>
                  </a:pathLst>
                </a:custGeom>
                <a:solidFill>
                  <a:srgbClr val="3C49B9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6" name="图形 2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132404" y="3343148"/>
                  <a:ext cx="335621" cy="335621"/>
                </a:xfrm>
                <a:custGeom>
                  <a:avLst/>
                  <a:gdLst>
                    <a:gd name="connsiteX0" fmla="*/ 478195 w 478194"/>
                    <a:gd name="connsiteY0" fmla="*/ 239097 h 478194"/>
                    <a:gd name="connsiteX1" fmla="*/ 239097 w 478194"/>
                    <a:gd name="connsiteY1" fmla="*/ 478195 h 478194"/>
                    <a:gd name="connsiteX2" fmla="*/ 0 w 478194"/>
                    <a:gd name="connsiteY2" fmla="*/ 239097 h 478194"/>
                    <a:gd name="connsiteX3" fmla="*/ 239097 w 478194"/>
                    <a:gd name="connsiteY3" fmla="*/ 0 h 478194"/>
                    <a:gd name="connsiteX4" fmla="*/ 478195 w 478194"/>
                    <a:gd name="connsiteY4" fmla="*/ 239097 h 47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194" h="478194">
                      <a:moveTo>
                        <a:pt x="478195" y="239097"/>
                      </a:moveTo>
                      <a:cubicBezTo>
                        <a:pt x="478195" y="371147"/>
                        <a:pt x="371147" y="478195"/>
                        <a:pt x="239097" y="478195"/>
                      </a:cubicBezTo>
                      <a:cubicBezTo>
                        <a:pt x="107047" y="478195"/>
                        <a:pt x="0" y="371147"/>
                        <a:pt x="0" y="239097"/>
                      </a:cubicBezTo>
                      <a:cubicBezTo>
                        <a:pt x="0" y="107048"/>
                        <a:pt x="107047" y="0"/>
                        <a:pt x="239097" y="0"/>
                      </a:cubicBezTo>
                      <a:cubicBezTo>
                        <a:pt x="371147" y="0"/>
                        <a:pt x="478195" y="107048"/>
                        <a:pt x="478195" y="2390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28" name="组合 227"/>
            <p:cNvGrpSpPr/>
            <p:nvPr/>
          </p:nvGrpSpPr>
          <p:grpSpPr>
            <a:xfrm>
              <a:off x="1586403" y="1456070"/>
              <a:ext cx="8790338" cy="1151960"/>
              <a:chOff x="1434003" y="1456070"/>
              <a:chExt cx="8790338" cy="1151960"/>
            </a:xfrm>
          </p:grpSpPr>
          <p:grpSp>
            <p:nvGrpSpPr>
              <p:cNvPr id="229" name="组合 228"/>
              <p:cNvGrpSpPr/>
              <p:nvPr/>
            </p:nvGrpSpPr>
            <p:grpSpPr>
              <a:xfrm>
                <a:off x="7411205" y="1456070"/>
                <a:ext cx="2813136" cy="604739"/>
                <a:chOff x="708024" y="4188405"/>
                <a:chExt cx="2813136" cy="604739"/>
              </a:xfrm>
            </p:grpSpPr>
            <p:sp>
              <p:nvSpPr>
                <p:cNvPr id="230" name="文本框 229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717548" y="4188405"/>
                  <a:ext cx="1491996" cy="337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l">
                    <a:buClrTx/>
                    <a:buSzTx/>
                    <a:buFontTx/>
                  </a:pPr>
                  <a:r>
                    <a:rPr lang="zh-CN" altLang="en-US" sz="1600" dirty="0">
                      <a:solidFill>
                        <a:schemeClr val="accent2"/>
                      </a:solidFill>
                      <a:latin typeface="方正正粗黑简体" panose="02000500000000000000" charset="-122"/>
                      <a:ea typeface="方正正粗黑简体" panose="02000500000000000000" charset="-122"/>
                      <a:cs typeface="Calibri" panose="020F0502020204030204" pitchFamily="34" charset="0"/>
                      <a:sym typeface="+mn-ea"/>
                    </a:rPr>
                    <a:t>市场深度调查</a:t>
                  </a:r>
                  <a:endParaRPr lang="zh-CN" altLang="en-US" sz="1600" dirty="0">
                    <a:solidFill>
                      <a:schemeClr val="accent2"/>
                    </a:solidFill>
                    <a:latin typeface="方正正粗黑简体" panose="02000500000000000000" charset="-122"/>
                    <a:ea typeface="方正正粗黑简体" panose="02000500000000000000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  <p:sp>
              <p:nvSpPr>
                <p:cNvPr id="231" name="文本框 230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708024" y="4479888"/>
                  <a:ext cx="2813136" cy="3132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基于产品/服务洞察/竟品洞察/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营销洞察等分析对当前市场进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行深度调查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232" name="组合 231"/>
              <p:cNvGrpSpPr/>
              <p:nvPr/>
            </p:nvGrpSpPr>
            <p:grpSpPr>
              <a:xfrm>
                <a:off x="1434003" y="1456070"/>
                <a:ext cx="3059524" cy="1151960"/>
                <a:chOff x="1434003" y="1456070"/>
                <a:chExt cx="3059524" cy="1151960"/>
              </a:xfrm>
            </p:grpSpPr>
            <p:sp>
              <p:nvSpPr>
                <p:cNvPr id="233" name="文本框 232"/>
                <p:cNvSpPr txBox="1"/>
                <p:nvPr>
                  <p:custDataLst>
                    <p:tags r:id="rId47"/>
                  </p:custDataLst>
                </p:nvPr>
              </p:nvSpPr>
              <p:spPr>
                <a:xfrm>
                  <a:off x="3001472" y="1456070"/>
                  <a:ext cx="1491996" cy="337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r"/>
                  <a:r>
                    <a:rPr lang="zh-CN" altLang="en-US" sz="1600" dirty="0">
                      <a:solidFill>
                        <a:schemeClr val="accent2"/>
                      </a:solidFill>
                      <a:latin typeface="方正正粗黑简体" panose="02000500000000000000" charset="-122"/>
                      <a:ea typeface="方正正粗黑简体" panose="02000500000000000000" charset="-122"/>
                      <a:cs typeface="Calibri" panose="020F0502020204030204" pitchFamily="34" charset="0"/>
                    </a:rPr>
                    <a:t>品牌需求分析</a:t>
                  </a:r>
                  <a:endParaRPr lang="zh-CN" altLang="en-US" sz="1600" dirty="0">
                    <a:solidFill>
                      <a:schemeClr val="accent2"/>
                    </a:solidFill>
                    <a:latin typeface="方正正粗黑简体" panose="02000500000000000000" charset="-122"/>
                    <a:ea typeface="方正正粗黑简体" panose="02000500000000000000" charset="-122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35" name="文本框 234"/>
                <p:cNvSpPr txBox="1"/>
                <p:nvPr>
                  <p:custDataLst>
                    <p:tags r:id="rId48"/>
                  </p:custDataLst>
                </p:nvPr>
              </p:nvSpPr>
              <p:spPr>
                <a:xfrm>
                  <a:off x="1434003" y="1747553"/>
                  <a:ext cx="3059524" cy="8604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r">
                    <a:lnSpc>
                      <a:spcPts val="2000"/>
                    </a:lnSpc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</a:rPr>
                    <a:t>利用丰富的品牌营销经验和金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</a:endParaRPr>
                </a:p>
                <a:p>
                  <a:pPr algn="r">
                    <a:lnSpc>
                      <a:spcPts val="2000"/>
                    </a:lnSpc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</a:rPr>
                    <a:t>字塔营销体系，对品牌投放需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</a:endParaRPr>
                </a:p>
                <a:p>
                  <a:pPr algn="r">
                    <a:lnSpc>
                      <a:spcPts val="2000"/>
                    </a:lnSpc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</a:rPr>
                    <a:t>求进行分析与指导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36" name="组合 235"/>
            <p:cNvGrpSpPr/>
            <p:nvPr/>
          </p:nvGrpSpPr>
          <p:grpSpPr>
            <a:xfrm>
              <a:off x="1144746" y="2971177"/>
              <a:ext cx="9815555" cy="3210950"/>
              <a:chOff x="1220946" y="2971177"/>
              <a:chExt cx="9815555" cy="3210950"/>
            </a:xfrm>
          </p:grpSpPr>
          <p:grpSp>
            <p:nvGrpSpPr>
              <p:cNvPr id="237" name="组合 236"/>
              <p:cNvGrpSpPr/>
              <p:nvPr/>
            </p:nvGrpSpPr>
            <p:grpSpPr>
              <a:xfrm>
                <a:off x="8495788" y="2971177"/>
                <a:ext cx="2540713" cy="3210950"/>
                <a:chOff x="708024" y="4188405"/>
                <a:chExt cx="2540713" cy="3210950"/>
              </a:xfrm>
            </p:grpSpPr>
            <p:sp>
              <p:nvSpPr>
                <p:cNvPr id="238" name="文本框 237"/>
                <p:cNvSpPr txBox="1"/>
                <p:nvPr>
                  <p:custDataLst>
                    <p:tags r:id="rId49"/>
                  </p:custDataLst>
                </p:nvPr>
              </p:nvSpPr>
              <p:spPr>
                <a:xfrm>
                  <a:off x="717548" y="4188405"/>
                  <a:ext cx="1491996" cy="337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l">
                    <a:buClrTx/>
                    <a:buSzTx/>
                    <a:buFontTx/>
                  </a:pPr>
                  <a:r>
                    <a:rPr lang="zh-CN" altLang="en-US" sz="1600" dirty="0">
                      <a:solidFill>
                        <a:schemeClr val="accent2"/>
                      </a:solidFill>
                      <a:latin typeface="方正正粗黑简体" panose="02000500000000000000" charset="-122"/>
                      <a:ea typeface="方正正粗黑简体" panose="02000500000000000000" charset="-122"/>
                      <a:cs typeface="Calibri" panose="020F0502020204030204" pitchFamily="34" charset="0"/>
                      <a:sym typeface="+mn-ea"/>
                    </a:rPr>
                    <a:t>营销策略制定</a:t>
                  </a:r>
                  <a:endParaRPr lang="zh-CN" altLang="en-US" sz="1600" dirty="0">
                    <a:solidFill>
                      <a:schemeClr val="accent2"/>
                    </a:solidFill>
                    <a:latin typeface="方正正粗黑简体" panose="02000500000000000000" charset="-122"/>
                    <a:ea typeface="方正正粗黑简体" panose="02000500000000000000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  <p:sp>
              <p:nvSpPr>
                <p:cNvPr id="239" name="文本框 238"/>
                <p:cNvSpPr txBox="1"/>
                <p:nvPr>
                  <p:custDataLst>
                    <p:tags r:id="rId50"/>
                  </p:custDataLst>
                </p:nvPr>
              </p:nvSpPr>
              <p:spPr>
                <a:xfrm>
                  <a:off x="708024" y="4479888"/>
                  <a:ext cx="2540713" cy="29194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为品牌制定打通用户与媒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介/内容/场景/行为交互的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营销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240" name="组合 239"/>
              <p:cNvGrpSpPr/>
              <p:nvPr/>
            </p:nvGrpSpPr>
            <p:grpSpPr>
              <a:xfrm>
                <a:off x="1220946" y="2971177"/>
                <a:ext cx="2649301" cy="613646"/>
                <a:chOff x="1844226" y="1456070"/>
                <a:chExt cx="2649301" cy="613646"/>
              </a:xfrm>
            </p:grpSpPr>
            <p:sp>
              <p:nvSpPr>
                <p:cNvPr id="241" name="文本框 240"/>
                <p:cNvSpPr txBox="1"/>
                <p:nvPr>
                  <p:custDataLst>
                    <p:tags r:id="rId51"/>
                  </p:custDataLst>
                </p:nvPr>
              </p:nvSpPr>
              <p:spPr>
                <a:xfrm>
                  <a:off x="3001472" y="1456070"/>
                  <a:ext cx="1491996" cy="337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r">
                    <a:buClrTx/>
                    <a:buSzTx/>
                    <a:buFontTx/>
                  </a:pPr>
                  <a:r>
                    <a:rPr lang="zh-CN" altLang="en-US" sz="1600" dirty="0">
                      <a:solidFill>
                        <a:schemeClr val="accent2"/>
                      </a:solidFill>
                      <a:latin typeface="方正正粗黑简体" panose="02000500000000000000" charset="-122"/>
                      <a:ea typeface="方正正粗黑简体" panose="02000500000000000000" charset="-122"/>
                      <a:cs typeface="Calibri" panose="020F0502020204030204" pitchFamily="34" charset="0"/>
                      <a:sym typeface="+mn-ea"/>
                    </a:rPr>
                    <a:t>营销效果审核</a:t>
                  </a:r>
                  <a:endParaRPr lang="zh-CN" altLang="en-US" sz="1600" dirty="0">
                    <a:solidFill>
                      <a:schemeClr val="accent2"/>
                    </a:solidFill>
                    <a:latin typeface="方正正粗黑简体" panose="02000500000000000000" charset="-122"/>
                    <a:ea typeface="方正正粗黑简体" panose="02000500000000000000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  <p:sp>
              <p:nvSpPr>
                <p:cNvPr id="242" name="文本框 241"/>
                <p:cNvSpPr txBox="1"/>
                <p:nvPr>
                  <p:custDataLst>
                    <p:tags r:id="rId52"/>
                  </p:custDataLst>
                </p:nvPr>
              </p:nvSpPr>
              <p:spPr>
                <a:xfrm>
                  <a:off x="1844226" y="1747553"/>
                  <a:ext cx="2649301" cy="322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r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阶段性检测营销数据，全面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r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保障品牌利益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</p:grpSp>
        </p:grpSp>
        <p:grpSp>
          <p:nvGrpSpPr>
            <p:cNvPr id="243" name="组合 242"/>
            <p:cNvGrpSpPr/>
            <p:nvPr/>
          </p:nvGrpSpPr>
          <p:grpSpPr>
            <a:xfrm>
              <a:off x="1117695" y="4611789"/>
              <a:ext cx="9085875" cy="1152480"/>
              <a:chOff x="1244695" y="4611789"/>
              <a:chExt cx="9085875" cy="1152480"/>
            </a:xfrm>
          </p:grpSpPr>
          <p:grpSp>
            <p:nvGrpSpPr>
              <p:cNvPr id="244" name="组合 243"/>
              <p:cNvGrpSpPr/>
              <p:nvPr/>
            </p:nvGrpSpPr>
            <p:grpSpPr>
              <a:xfrm>
                <a:off x="8223575" y="4611789"/>
                <a:ext cx="2106995" cy="1152480"/>
                <a:chOff x="708024" y="4188405"/>
                <a:chExt cx="2106995" cy="1152480"/>
              </a:xfrm>
            </p:grpSpPr>
            <p:sp>
              <p:nvSpPr>
                <p:cNvPr id="245" name="文本框 244"/>
                <p:cNvSpPr txBox="1"/>
                <p:nvPr>
                  <p:custDataLst>
                    <p:tags r:id="rId53"/>
                  </p:custDataLst>
                </p:nvPr>
              </p:nvSpPr>
              <p:spPr>
                <a:xfrm>
                  <a:off x="717548" y="4188405"/>
                  <a:ext cx="1491996" cy="337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l">
                    <a:buClrTx/>
                    <a:buSzTx/>
                    <a:buFontTx/>
                  </a:pPr>
                  <a:r>
                    <a:rPr lang="zh-CN" altLang="en-US" sz="1600" dirty="0">
                      <a:solidFill>
                        <a:schemeClr val="accent2"/>
                      </a:solidFill>
                      <a:latin typeface="方正正粗黑简体" panose="02000500000000000000" charset="-122"/>
                      <a:ea typeface="方正正粗黑简体" panose="02000500000000000000" charset="-122"/>
                      <a:cs typeface="Calibri" panose="020F0502020204030204" pitchFamily="34" charset="0"/>
                      <a:sym typeface="+mn-ea"/>
                    </a:rPr>
                    <a:t>投放达人选定</a:t>
                  </a:r>
                  <a:endParaRPr lang="zh-CN" altLang="en-US" sz="1600" dirty="0">
                    <a:solidFill>
                      <a:schemeClr val="accent2"/>
                    </a:solidFill>
                    <a:latin typeface="方正正粗黑简体" panose="02000500000000000000" charset="-122"/>
                    <a:ea typeface="方正正粗黑简体" panose="02000500000000000000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  <p:sp>
              <p:nvSpPr>
                <p:cNvPr id="246" name="文本框 245"/>
                <p:cNvSpPr txBox="1"/>
                <p:nvPr>
                  <p:custDataLst>
                    <p:tags r:id="rId54"/>
                  </p:custDataLst>
                </p:nvPr>
              </p:nvSpPr>
              <p:spPr>
                <a:xfrm>
                  <a:off x="708024" y="4479888"/>
                  <a:ext cx="2106995" cy="86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利用账号矩阵和漏斗式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红选择标准，实现品牌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l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与达人的精准匹配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</p:grpSp>
          <p:grpSp>
            <p:nvGrpSpPr>
              <p:cNvPr id="247" name="组合 246"/>
              <p:cNvGrpSpPr/>
              <p:nvPr/>
            </p:nvGrpSpPr>
            <p:grpSpPr>
              <a:xfrm>
                <a:off x="1244695" y="4611789"/>
                <a:ext cx="2999197" cy="1151960"/>
                <a:chOff x="1494330" y="1456070"/>
                <a:chExt cx="2999197" cy="1151960"/>
              </a:xfrm>
            </p:grpSpPr>
            <p:sp>
              <p:nvSpPr>
                <p:cNvPr id="248" name="文本框 247"/>
                <p:cNvSpPr txBox="1"/>
                <p:nvPr>
                  <p:custDataLst>
                    <p:tags r:id="rId55"/>
                  </p:custDataLst>
                </p:nvPr>
              </p:nvSpPr>
              <p:spPr>
                <a:xfrm>
                  <a:off x="3001472" y="1456070"/>
                  <a:ext cx="1491996" cy="3372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r">
                    <a:buClrTx/>
                    <a:buSzTx/>
                    <a:buFontTx/>
                  </a:pPr>
                  <a:r>
                    <a:rPr lang="zh-CN" altLang="en-US" sz="1600" dirty="0">
                      <a:solidFill>
                        <a:schemeClr val="accent2"/>
                      </a:solidFill>
                      <a:latin typeface="方正正粗黑简体" panose="02000500000000000000" charset="-122"/>
                      <a:ea typeface="方正正粗黑简体" panose="02000500000000000000" charset="-122"/>
                      <a:cs typeface="Calibri" panose="020F0502020204030204" pitchFamily="34" charset="0"/>
                      <a:sym typeface="+mn-ea"/>
                    </a:rPr>
                    <a:t>实际服务执行</a:t>
                  </a:r>
                  <a:endParaRPr lang="zh-CN" altLang="en-US" sz="1600" dirty="0">
                    <a:solidFill>
                      <a:schemeClr val="accent2"/>
                    </a:solidFill>
                    <a:latin typeface="方正正粗黑简体" panose="02000500000000000000" charset="-122"/>
                    <a:ea typeface="方正正粗黑简体" panose="02000500000000000000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  <p:sp>
              <p:nvSpPr>
                <p:cNvPr id="249" name="文本框 248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1494330" y="1747553"/>
                  <a:ext cx="2999197" cy="8604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r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专业后端执行团队，实时跟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r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进投放过程，及时处理突发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  <a:p>
                  <a:pPr lvl="0" algn="r">
                    <a:lnSpc>
                      <a:spcPts val="2000"/>
                    </a:lnSpc>
                    <a:buClrTx/>
                    <a:buSzTx/>
                    <a:buFontTx/>
                  </a:pPr>
                  <a:r>
                    <a:rPr lang="zh-CN" altLang="en-US" sz="13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libri" panose="020F0502020204030204" pitchFamily="34" charset="0"/>
                      <a:sym typeface="+mn-ea"/>
                    </a:rPr>
                    <a:t>问题，即时落地营销任务</a:t>
                  </a:r>
                  <a:endPara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endParaRPr>
                </a:p>
              </p:txBody>
            </p:sp>
          </p:grpSp>
        </p:grpSp>
        <p:grpSp>
          <p:nvGrpSpPr>
            <p:cNvPr id="250" name="组合 249"/>
            <p:cNvGrpSpPr/>
            <p:nvPr/>
          </p:nvGrpSpPr>
          <p:grpSpPr>
            <a:xfrm>
              <a:off x="3234655" y="5684193"/>
              <a:ext cx="5184934" cy="895404"/>
              <a:chOff x="1076140" y="6657965"/>
              <a:chExt cx="5184934" cy="895404"/>
            </a:xfrm>
          </p:grpSpPr>
          <p:sp>
            <p:nvSpPr>
              <p:cNvPr id="251" name="文本框 250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3194502" y="6657965"/>
                <a:ext cx="1491996" cy="337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lvl="0" algn="ctr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accent2"/>
                    </a:solidFill>
                    <a:latin typeface="方正正粗黑简体" panose="02000500000000000000" charset="-122"/>
                    <a:ea typeface="方正正粗黑简体" panose="02000500000000000000" charset="-122"/>
                    <a:cs typeface="Calibri" panose="020F0502020204030204" pitchFamily="34" charset="0"/>
                    <a:sym typeface="+mn-ea"/>
                  </a:rPr>
                  <a:t>社交平台投放</a:t>
                </a:r>
                <a:endParaRPr lang="zh-CN" altLang="en-US" sz="1600" dirty="0">
                  <a:solidFill>
                    <a:schemeClr val="accent2"/>
                  </a:solidFill>
                  <a:latin typeface="方正正粗黑简体" panose="02000500000000000000" charset="-122"/>
                  <a:ea typeface="方正正粗黑简体" panose="02000500000000000000" charset="-122"/>
                  <a:cs typeface="Calibri" panose="020F0502020204030204" pitchFamily="34" charset="0"/>
                  <a:sym typeface="+mn-ea"/>
                </a:endParaRPr>
              </a:p>
            </p:txBody>
          </p:sp>
          <p:sp>
            <p:nvSpPr>
              <p:cNvPr id="252" name="文本框 251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1076140" y="6949448"/>
                <a:ext cx="5184934" cy="603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lvl="0" algn="ctr">
                  <a:lnSpc>
                    <a:spcPts val="2000"/>
                  </a:lnSpc>
                  <a:buClrTx/>
                  <a:buSzTx/>
                  <a:buFontTx/>
                </a:pPr>
                <a:r>
                  <a: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rPr>
                  <a:t>对品牌进行单平台拳头营销/多平台整合营销/拓宽圈层等营销</a:t>
                </a:r>
                <a:endParaRPr lang="zh-CN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pitchFamily="34" charset="0"/>
                  <a:sym typeface="+mn-ea"/>
                </a:endParaRPr>
              </a:p>
              <a:p>
                <a:pPr lvl="0" algn="ctr">
                  <a:lnSpc>
                    <a:spcPts val="2000"/>
                  </a:lnSpc>
                  <a:buClrTx/>
                  <a:buSzTx/>
                  <a:buFontTx/>
                </a:pPr>
                <a:r>
                  <a:rPr lang="zh-CN" altLang="en-US" sz="13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Calibri" panose="020F0502020204030204" pitchFamily="34" charset="0"/>
                    <a:sym typeface="+mn-ea"/>
                  </a:rPr>
                  <a:t>方案，实现品牌覆盖</a:t>
                </a:r>
                <a:endParaRPr lang="zh-CN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Calibri" panose="020F0502020204030204" pitchFamily="34" charset="0"/>
                  <a:sym typeface="+mn-ea"/>
                </a:endParaRPr>
              </a:p>
            </p:txBody>
          </p:sp>
        </p:grpSp>
      </p:grpSp>
      <p:sp>
        <p:nvSpPr>
          <p:cNvPr id="271" name="Freeform 48"/>
          <p:cNvSpPr/>
          <p:nvPr>
            <p:custDataLst>
              <p:tags r:id="rId59"/>
            </p:custDataLst>
          </p:nvPr>
        </p:nvSpPr>
        <p:spPr>
          <a:xfrm>
            <a:off x="6409055" y="2034540"/>
            <a:ext cx="279400" cy="2362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12" y="9800"/>
                </a:moveTo>
                <a:cubicBezTo>
                  <a:pt x="17381" y="9800"/>
                  <a:pt x="17381" y="9800"/>
                  <a:pt x="17381" y="9800"/>
                </a:cubicBezTo>
                <a:cubicBezTo>
                  <a:pt x="17381" y="5000"/>
                  <a:pt x="17381" y="5000"/>
                  <a:pt x="17381" y="5000"/>
                </a:cubicBezTo>
                <a:cubicBezTo>
                  <a:pt x="13162" y="0"/>
                  <a:pt x="13162" y="0"/>
                  <a:pt x="13162" y="0"/>
                </a:cubicBezTo>
                <a:cubicBezTo>
                  <a:pt x="4219" y="0"/>
                  <a:pt x="4219" y="0"/>
                  <a:pt x="4219" y="0"/>
                </a:cubicBezTo>
                <a:cubicBezTo>
                  <a:pt x="4219" y="9800"/>
                  <a:pt x="4219" y="9800"/>
                  <a:pt x="4219" y="9800"/>
                </a:cubicBezTo>
                <a:cubicBezTo>
                  <a:pt x="1688" y="9800"/>
                  <a:pt x="1688" y="9800"/>
                  <a:pt x="1688" y="9800"/>
                </a:cubicBezTo>
                <a:cubicBezTo>
                  <a:pt x="675" y="9800"/>
                  <a:pt x="0" y="10600"/>
                  <a:pt x="0" y="11800"/>
                </a:cubicBezTo>
                <a:cubicBezTo>
                  <a:pt x="0" y="19600"/>
                  <a:pt x="0" y="19600"/>
                  <a:pt x="0" y="19600"/>
                </a:cubicBezTo>
                <a:cubicBezTo>
                  <a:pt x="0" y="20800"/>
                  <a:pt x="675" y="21600"/>
                  <a:pt x="1688" y="21600"/>
                </a:cubicBezTo>
                <a:cubicBezTo>
                  <a:pt x="19912" y="21600"/>
                  <a:pt x="19912" y="21600"/>
                  <a:pt x="19912" y="21600"/>
                </a:cubicBezTo>
                <a:cubicBezTo>
                  <a:pt x="20925" y="21600"/>
                  <a:pt x="21600" y="20800"/>
                  <a:pt x="21600" y="19600"/>
                </a:cubicBezTo>
                <a:cubicBezTo>
                  <a:pt x="21600" y="11800"/>
                  <a:pt x="21600" y="11800"/>
                  <a:pt x="21600" y="11800"/>
                </a:cubicBezTo>
                <a:cubicBezTo>
                  <a:pt x="21600" y="10600"/>
                  <a:pt x="20925" y="9800"/>
                  <a:pt x="19912" y="9800"/>
                </a:cubicBezTo>
                <a:close/>
                <a:moveTo>
                  <a:pt x="5906" y="2000"/>
                </a:moveTo>
                <a:cubicBezTo>
                  <a:pt x="12487" y="2000"/>
                  <a:pt x="12487" y="2000"/>
                  <a:pt x="12487" y="2000"/>
                </a:cubicBezTo>
                <a:cubicBezTo>
                  <a:pt x="12487" y="5800"/>
                  <a:pt x="12487" y="5800"/>
                  <a:pt x="12487" y="5800"/>
                </a:cubicBezTo>
                <a:cubicBezTo>
                  <a:pt x="15694" y="5800"/>
                  <a:pt x="15694" y="5800"/>
                  <a:pt x="15694" y="5800"/>
                </a:cubicBezTo>
                <a:cubicBezTo>
                  <a:pt x="15694" y="11800"/>
                  <a:pt x="15694" y="11800"/>
                  <a:pt x="15694" y="11800"/>
                </a:cubicBezTo>
                <a:cubicBezTo>
                  <a:pt x="5906" y="11800"/>
                  <a:pt x="5906" y="11800"/>
                  <a:pt x="5906" y="11800"/>
                </a:cubicBezTo>
                <a:lnTo>
                  <a:pt x="5906" y="2000"/>
                </a:lnTo>
                <a:close/>
                <a:moveTo>
                  <a:pt x="17381" y="18600"/>
                </a:moveTo>
                <a:cubicBezTo>
                  <a:pt x="4219" y="18600"/>
                  <a:pt x="4219" y="18600"/>
                  <a:pt x="4219" y="18600"/>
                </a:cubicBezTo>
                <a:cubicBezTo>
                  <a:pt x="4219" y="16600"/>
                  <a:pt x="4219" y="16600"/>
                  <a:pt x="4219" y="16600"/>
                </a:cubicBezTo>
                <a:cubicBezTo>
                  <a:pt x="17381" y="16600"/>
                  <a:pt x="17381" y="16600"/>
                  <a:pt x="17381" y="16600"/>
                </a:cubicBezTo>
                <a:lnTo>
                  <a:pt x="17381" y="18600"/>
                </a:lnTo>
                <a:close/>
              </a:path>
            </a:pathLst>
          </a:custGeom>
          <a:solidFill>
            <a:srgbClr val="FF9415"/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 sz="900"/>
          </a:p>
        </p:txBody>
      </p:sp>
      <p:grpSp>
        <p:nvGrpSpPr>
          <p:cNvPr id="272" name="组合 271"/>
          <p:cNvGrpSpPr/>
          <p:nvPr/>
        </p:nvGrpSpPr>
        <p:grpSpPr>
          <a:xfrm>
            <a:off x="6991985" y="2707640"/>
            <a:ext cx="297815" cy="227965"/>
            <a:chOff x="7498184" y="2803300"/>
            <a:chExt cx="320063" cy="245064"/>
          </a:xfrm>
          <a:solidFill>
            <a:srgbClr val="3C49B9"/>
          </a:solidFill>
        </p:grpSpPr>
        <p:sp>
          <p:nvSpPr>
            <p:cNvPr id="273" name="Rectangle 53"/>
            <p:cNvSpPr/>
            <p:nvPr>
              <p:custDataLst>
                <p:tags r:id="rId60"/>
              </p:custDataLst>
            </p:nvPr>
          </p:nvSpPr>
          <p:spPr>
            <a:xfrm>
              <a:off x="7523535" y="2951183"/>
              <a:ext cx="49648" cy="49648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74" name="Rectangle 54"/>
            <p:cNvSpPr/>
            <p:nvPr>
              <p:custDataLst>
                <p:tags r:id="rId61"/>
              </p:custDataLst>
            </p:nvPr>
          </p:nvSpPr>
          <p:spPr>
            <a:xfrm>
              <a:off x="7595365" y="2900480"/>
              <a:ext cx="50704" cy="100351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75" name="Rectangle 55"/>
            <p:cNvSpPr/>
            <p:nvPr>
              <p:custDataLst>
                <p:tags r:id="rId62"/>
              </p:custDataLst>
            </p:nvPr>
          </p:nvSpPr>
          <p:spPr>
            <a:xfrm>
              <a:off x="7670362" y="2852947"/>
              <a:ext cx="49646" cy="147885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76" name="Rectangle 56"/>
            <p:cNvSpPr/>
            <p:nvPr>
              <p:custDataLst>
                <p:tags r:id="rId63"/>
              </p:custDataLst>
            </p:nvPr>
          </p:nvSpPr>
          <p:spPr>
            <a:xfrm>
              <a:off x="7743248" y="2803300"/>
              <a:ext cx="49648" cy="197531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77" name="Rectangle 57"/>
            <p:cNvSpPr/>
            <p:nvPr>
              <p:custDataLst>
                <p:tags r:id="rId64"/>
              </p:custDataLst>
            </p:nvPr>
          </p:nvSpPr>
          <p:spPr>
            <a:xfrm>
              <a:off x="7498184" y="3023012"/>
              <a:ext cx="320063" cy="25352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4914265" y="2688590"/>
            <a:ext cx="235585" cy="307975"/>
            <a:chOff x="6896086" y="1486078"/>
            <a:chExt cx="245065" cy="320063"/>
          </a:xfrm>
          <a:solidFill>
            <a:srgbClr val="3C49B9"/>
          </a:solidFill>
        </p:grpSpPr>
        <p:sp>
          <p:nvSpPr>
            <p:cNvPr id="290" name="Freeform 110"/>
            <p:cNvSpPr/>
            <p:nvPr>
              <p:custDataLst>
                <p:tags r:id="rId65"/>
              </p:custDataLst>
            </p:nvPr>
          </p:nvSpPr>
          <p:spPr>
            <a:xfrm>
              <a:off x="6896086" y="1486078"/>
              <a:ext cx="245065" cy="320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07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4206"/>
                  </a:lnTo>
                  <a:lnTo>
                    <a:pt x="16107" y="0"/>
                  </a:lnTo>
                  <a:close/>
                  <a:moveTo>
                    <a:pt x="18528" y="19248"/>
                  </a:moveTo>
                  <a:lnTo>
                    <a:pt x="3072" y="19248"/>
                  </a:lnTo>
                  <a:lnTo>
                    <a:pt x="3072" y="2495"/>
                  </a:lnTo>
                  <a:lnTo>
                    <a:pt x="13034" y="2495"/>
                  </a:lnTo>
                  <a:lnTo>
                    <a:pt x="13034" y="6558"/>
                  </a:lnTo>
                  <a:lnTo>
                    <a:pt x="18528" y="6558"/>
                  </a:lnTo>
                  <a:lnTo>
                    <a:pt x="18528" y="19248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91" name="Rectangle 111"/>
            <p:cNvSpPr/>
            <p:nvPr>
              <p:custDataLst>
                <p:tags r:id="rId66"/>
              </p:custDataLst>
            </p:nvPr>
          </p:nvSpPr>
          <p:spPr>
            <a:xfrm>
              <a:off x="6968972" y="1610723"/>
              <a:ext cx="49648" cy="25352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92" name="Rectangle 112"/>
            <p:cNvSpPr/>
            <p:nvPr>
              <p:custDataLst>
                <p:tags r:id="rId67"/>
              </p:custDataLst>
            </p:nvPr>
          </p:nvSpPr>
          <p:spPr>
            <a:xfrm>
              <a:off x="6968972" y="1660370"/>
              <a:ext cx="99294" cy="23239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93" name="Rectangle 113"/>
            <p:cNvSpPr/>
            <p:nvPr>
              <p:custDataLst>
                <p:tags r:id="rId68"/>
              </p:custDataLst>
            </p:nvPr>
          </p:nvSpPr>
          <p:spPr>
            <a:xfrm>
              <a:off x="6968972" y="1707904"/>
              <a:ext cx="99294" cy="25352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grpSp>
        <p:nvGrpSpPr>
          <p:cNvPr id="295" name="组合 294"/>
          <p:cNvGrpSpPr/>
          <p:nvPr/>
        </p:nvGrpSpPr>
        <p:grpSpPr>
          <a:xfrm>
            <a:off x="5116830" y="3639185"/>
            <a:ext cx="278765" cy="213995"/>
            <a:chOff x="2382465" y="882924"/>
            <a:chExt cx="319006" cy="245065"/>
          </a:xfrm>
          <a:solidFill>
            <a:srgbClr val="FF9415"/>
          </a:solidFill>
        </p:grpSpPr>
        <p:sp>
          <p:nvSpPr>
            <p:cNvPr id="296" name="Freeform 147"/>
            <p:cNvSpPr/>
            <p:nvPr>
              <p:custDataLst>
                <p:tags r:id="rId69"/>
              </p:custDataLst>
            </p:nvPr>
          </p:nvSpPr>
          <p:spPr>
            <a:xfrm>
              <a:off x="2382465" y="882924"/>
              <a:ext cx="319006" cy="245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0"/>
                    <a:pt x="3375" y="0"/>
                    <a:pt x="3375" y="0"/>
                  </a:cubicBezTo>
                  <a:cubicBezTo>
                    <a:pt x="3375" y="18294"/>
                    <a:pt x="3375" y="18294"/>
                    <a:pt x="3375" y="18294"/>
                  </a:cubicBezTo>
                  <a:cubicBezTo>
                    <a:pt x="3375" y="18294"/>
                    <a:pt x="3375" y="18294"/>
                    <a:pt x="3375" y="18294"/>
                  </a:cubicBezTo>
                  <a:cubicBezTo>
                    <a:pt x="3375" y="18294"/>
                    <a:pt x="3375" y="18294"/>
                    <a:pt x="3375" y="18294"/>
                  </a:cubicBezTo>
                  <a:cubicBezTo>
                    <a:pt x="3375" y="18955"/>
                    <a:pt x="2869" y="19396"/>
                    <a:pt x="2531" y="19396"/>
                  </a:cubicBezTo>
                  <a:cubicBezTo>
                    <a:pt x="2025" y="19396"/>
                    <a:pt x="1687" y="18955"/>
                    <a:pt x="1687" y="18294"/>
                  </a:cubicBezTo>
                  <a:cubicBezTo>
                    <a:pt x="1687" y="18294"/>
                    <a:pt x="1687" y="18294"/>
                    <a:pt x="1687" y="18294"/>
                  </a:cubicBezTo>
                  <a:cubicBezTo>
                    <a:pt x="1687" y="18294"/>
                    <a:pt x="1687" y="18294"/>
                    <a:pt x="1687" y="18294"/>
                  </a:cubicBezTo>
                  <a:cubicBezTo>
                    <a:pt x="1687" y="2204"/>
                    <a:pt x="1687" y="2204"/>
                    <a:pt x="1687" y="2204"/>
                  </a:cubicBezTo>
                  <a:cubicBezTo>
                    <a:pt x="0" y="2204"/>
                    <a:pt x="0" y="2204"/>
                    <a:pt x="0" y="2204"/>
                  </a:cubicBezTo>
                  <a:cubicBezTo>
                    <a:pt x="0" y="18294"/>
                    <a:pt x="0" y="18294"/>
                    <a:pt x="0" y="18294"/>
                  </a:cubicBezTo>
                  <a:cubicBezTo>
                    <a:pt x="0" y="18294"/>
                    <a:pt x="0" y="18294"/>
                    <a:pt x="0" y="18294"/>
                  </a:cubicBezTo>
                  <a:cubicBezTo>
                    <a:pt x="0" y="20057"/>
                    <a:pt x="1181" y="21600"/>
                    <a:pt x="2531" y="21600"/>
                  </a:cubicBezTo>
                  <a:cubicBezTo>
                    <a:pt x="19069" y="21600"/>
                    <a:pt x="19069" y="21600"/>
                    <a:pt x="19069" y="21600"/>
                  </a:cubicBezTo>
                  <a:cubicBezTo>
                    <a:pt x="20419" y="21600"/>
                    <a:pt x="21600" y="20057"/>
                    <a:pt x="21600" y="18294"/>
                  </a:cubicBezTo>
                  <a:cubicBezTo>
                    <a:pt x="21600" y="18294"/>
                    <a:pt x="21600" y="18294"/>
                    <a:pt x="21600" y="18294"/>
                  </a:cubicBezTo>
                  <a:cubicBezTo>
                    <a:pt x="21600" y="0"/>
                    <a:pt x="21600" y="0"/>
                    <a:pt x="21600" y="0"/>
                  </a:cubicBezTo>
                  <a:close/>
                  <a:moveTo>
                    <a:pt x="19913" y="18294"/>
                  </a:moveTo>
                  <a:cubicBezTo>
                    <a:pt x="19913" y="18294"/>
                    <a:pt x="19913" y="18294"/>
                    <a:pt x="19913" y="18294"/>
                  </a:cubicBezTo>
                  <a:cubicBezTo>
                    <a:pt x="19913" y="18294"/>
                    <a:pt x="19913" y="18294"/>
                    <a:pt x="19913" y="18294"/>
                  </a:cubicBezTo>
                  <a:cubicBezTo>
                    <a:pt x="19913" y="18955"/>
                    <a:pt x="19575" y="19396"/>
                    <a:pt x="19069" y="19396"/>
                  </a:cubicBezTo>
                  <a:cubicBezTo>
                    <a:pt x="4894" y="19396"/>
                    <a:pt x="4894" y="19396"/>
                    <a:pt x="4894" y="19396"/>
                  </a:cubicBezTo>
                  <a:cubicBezTo>
                    <a:pt x="4894" y="19176"/>
                    <a:pt x="4894" y="18735"/>
                    <a:pt x="4894" y="18294"/>
                  </a:cubicBezTo>
                  <a:cubicBezTo>
                    <a:pt x="4894" y="18294"/>
                    <a:pt x="4894" y="18294"/>
                    <a:pt x="4894" y="18294"/>
                  </a:cubicBezTo>
                  <a:cubicBezTo>
                    <a:pt x="4894" y="2204"/>
                    <a:pt x="4894" y="2204"/>
                    <a:pt x="4894" y="2204"/>
                  </a:cubicBezTo>
                  <a:cubicBezTo>
                    <a:pt x="19913" y="2204"/>
                    <a:pt x="19913" y="2204"/>
                    <a:pt x="19913" y="2204"/>
                  </a:cubicBezTo>
                  <a:lnTo>
                    <a:pt x="19913" y="18294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97" name="Rectangle 148"/>
            <p:cNvSpPr/>
            <p:nvPr>
              <p:custDataLst>
                <p:tags r:id="rId70"/>
              </p:custDataLst>
            </p:nvPr>
          </p:nvSpPr>
          <p:spPr>
            <a:xfrm>
              <a:off x="2481758" y="992781"/>
              <a:ext cx="72886" cy="74999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98" name="Rectangle 149"/>
            <p:cNvSpPr/>
            <p:nvPr>
              <p:custDataLst>
                <p:tags r:id="rId71"/>
              </p:custDataLst>
            </p:nvPr>
          </p:nvSpPr>
          <p:spPr>
            <a:xfrm>
              <a:off x="2481758" y="945247"/>
              <a:ext cx="170067" cy="25352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299" name="Rectangle 150"/>
            <p:cNvSpPr/>
            <p:nvPr>
              <p:custDataLst>
                <p:tags r:id="rId72"/>
              </p:custDataLst>
            </p:nvPr>
          </p:nvSpPr>
          <p:spPr>
            <a:xfrm>
              <a:off x="2578939" y="992781"/>
              <a:ext cx="72887" cy="25352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  <p:sp>
          <p:nvSpPr>
            <p:cNvPr id="300" name="Rectangle 151"/>
            <p:cNvSpPr/>
            <p:nvPr>
              <p:custDataLst>
                <p:tags r:id="rId73"/>
              </p:custDataLst>
            </p:nvPr>
          </p:nvSpPr>
          <p:spPr>
            <a:xfrm>
              <a:off x="2578939" y="1043483"/>
              <a:ext cx="72887" cy="24296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endParaRPr sz="900"/>
            </a:p>
          </p:txBody>
        </p:sp>
      </p:grpSp>
      <p:pic>
        <p:nvPicPr>
          <p:cNvPr id="301" name="图片 300" descr="品牌推广"/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5454015" y="1987550"/>
            <a:ext cx="329565" cy="329565"/>
          </a:xfrm>
          <a:prstGeom prst="rect">
            <a:avLst/>
          </a:prstGeom>
        </p:spPr>
      </p:pic>
      <p:pic>
        <p:nvPicPr>
          <p:cNvPr id="302" name="图片 301" descr="人"/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6749415" y="3632835"/>
            <a:ext cx="309880" cy="309880"/>
          </a:xfrm>
          <a:prstGeom prst="rect">
            <a:avLst/>
          </a:prstGeom>
        </p:spPr>
      </p:pic>
      <p:pic>
        <p:nvPicPr>
          <p:cNvPr id="303" name="图片 302" descr="媒体宣传"/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5980430" y="4056380"/>
            <a:ext cx="262890" cy="262890"/>
          </a:xfrm>
          <a:prstGeom prst="rect">
            <a:avLst/>
          </a:prstGeom>
        </p:spPr>
      </p:pic>
      <p:sp>
        <p:nvSpPr>
          <p:cNvPr id="304" name="文本框 303"/>
          <p:cNvSpPr txBox="1"/>
          <p:nvPr/>
        </p:nvSpPr>
        <p:spPr>
          <a:xfrm>
            <a:off x="5229225" y="1478915"/>
            <a:ext cx="31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6642735" y="1457325"/>
            <a:ext cx="31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7527925" y="2570480"/>
            <a:ext cx="31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7211060" y="3942715"/>
            <a:ext cx="31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/>
          <p:cNvSpPr txBox="1"/>
          <p:nvPr/>
        </p:nvSpPr>
        <p:spPr>
          <a:xfrm>
            <a:off x="5926455" y="4561840"/>
            <a:ext cx="31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/>
          <p:cNvSpPr txBox="1"/>
          <p:nvPr/>
        </p:nvSpPr>
        <p:spPr>
          <a:xfrm>
            <a:off x="4662805" y="3950970"/>
            <a:ext cx="31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zh-CN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/>
          <p:cNvSpPr txBox="1"/>
          <p:nvPr/>
        </p:nvSpPr>
        <p:spPr>
          <a:xfrm>
            <a:off x="4345940" y="2567305"/>
            <a:ext cx="3168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85575" y="223179"/>
            <a:ext cx="3226316" cy="659175"/>
            <a:chOff x="363985" y="407964"/>
            <a:chExt cx="3226316" cy="659175"/>
          </a:xfrm>
        </p:grpSpPr>
        <p:sp>
          <p:nvSpPr>
            <p:cNvPr id="3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内容全案营销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7" name="椭圆 6"/>
              <p:cNvSpPr/>
              <p:nvPr>
                <p:custDataLst>
                  <p:tags r:id="rId2"/>
                </p:custDataLst>
              </p:nvPr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12" name="椭圆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 bwMode="auto">
          <a:xfrm>
            <a:off x="435972" y="3024027"/>
            <a:ext cx="2372627" cy="2907701"/>
            <a:chOff x="681032" y="1902140"/>
            <a:chExt cx="1944688" cy="2681281"/>
          </a:xfrm>
        </p:grpSpPr>
        <p:sp>
          <p:nvSpPr>
            <p:cNvPr id="16" name="椭圆​​ 2"/>
            <p:cNvSpPr/>
            <p:nvPr>
              <p:custDataLst>
                <p:tags r:id="rId4"/>
              </p:custDataLst>
            </p:nvPr>
          </p:nvSpPr>
          <p:spPr>
            <a:xfrm>
              <a:off x="681032" y="1902140"/>
              <a:ext cx="1944688" cy="2448333"/>
            </a:xfrm>
            <a:custGeom>
              <a:avLst/>
              <a:gdLst/>
              <a:ahLst/>
              <a:cxnLst/>
              <a:rect l="l" t="t" r="r" b="b"/>
              <a:pathLst>
                <a:path w="1944132" h="2448272">
                  <a:moveTo>
                    <a:pt x="972066" y="0"/>
                  </a:moveTo>
                  <a:cubicBezTo>
                    <a:pt x="1508923" y="0"/>
                    <a:pt x="1944132" y="435209"/>
                    <a:pt x="1944132" y="972066"/>
                  </a:cubicBezTo>
                  <a:cubicBezTo>
                    <a:pt x="1944132" y="1465344"/>
                    <a:pt x="1576711" y="1872807"/>
                    <a:pt x="1100480" y="1934684"/>
                  </a:cubicBezTo>
                  <a:lnTo>
                    <a:pt x="972066" y="2448272"/>
                  </a:lnTo>
                  <a:lnTo>
                    <a:pt x="843652" y="1934684"/>
                  </a:lnTo>
                  <a:cubicBezTo>
                    <a:pt x="367421" y="1872807"/>
                    <a:pt x="0" y="1465344"/>
                    <a:pt x="0" y="972066"/>
                  </a:cubicBezTo>
                  <a:cubicBezTo>
                    <a:pt x="0" y="435209"/>
                    <a:pt x="435209" y="0"/>
                    <a:pt x="972066" y="0"/>
                  </a:cubicBezTo>
                  <a:close/>
                </a:path>
              </a:pathLst>
            </a:custGeom>
            <a:solidFill>
              <a:srgbClr val="EBC757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kern="0" dirty="0">
                <a:solidFill>
                  <a:srgbClr val="000000"/>
                </a:solidFill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17" name="椭圆​​ 6"/>
            <p:cNvSpPr/>
            <p:nvPr>
              <p:custDataLst>
                <p:tags r:id="rId5"/>
              </p:custDataLst>
            </p:nvPr>
          </p:nvSpPr>
          <p:spPr>
            <a:xfrm>
              <a:off x="897230" y="4432300"/>
              <a:ext cx="1512168" cy="151121"/>
            </a:xfrm>
            <a:prstGeom prst="ellipse">
              <a:avLst/>
            </a:prstGeom>
            <a:gradFill flip="none" rotWithShape="1">
              <a:gsLst>
                <a:gs pos="80000">
                  <a:sysClr val="window" lastClr="FFFFFF">
                    <a:alpha val="0"/>
                  </a:sysClr>
                </a:gs>
                <a:gs pos="0">
                  <a:srgbClr val="FFFFFF">
                    <a:lumMod val="5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矩形​​ 1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213601" y="2556441"/>
              <a:ext cx="855650" cy="404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255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34" charset="-122"/>
                </a:rPr>
                <a:t>优化易</a:t>
              </a:r>
              <a:endParaRPr lang="zh-CN" altLang="en-US" sz="2255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 bwMode="auto">
          <a:xfrm>
            <a:off x="3132087" y="1466964"/>
            <a:ext cx="1756692" cy="2111041"/>
            <a:chOff x="3146420" y="1529078"/>
            <a:chExt cx="1439862" cy="1946260"/>
          </a:xfrm>
        </p:grpSpPr>
        <p:sp>
          <p:nvSpPr>
            <p:cNvPr id="20" name="椭圆​​ 2"/>
            <p:cNvSpPr/>
            <p:nvPr>
              <p:custDataLst>
                <p:tags r:id="rId7"/>
              </p:custDataLst>
            </p:nvPr>
          </p:nvSpPr>
          <p:spPr>
            <a:xfrm>
              <a:off x="3146420" y="1529078"/>
              <a:ext cx="1439862" cy="1812775"/>
            </a:xfrm>
            <a:custGeom>
              <a:avLst/>
              <a:gdLst/>
              <a:ahLst/>
              <a:cxnLst/>
              <a:rect l="l" t="t" r="r" b="b"/>
              <a:pathLst>
                <a:path w="1944132" h="2448272">
                  <a:moveTo>
                    <a:pt x="972066" y="0"/>
                  </a:moveTo>
                  <a:cubicBezTo>
                    <a:pt x="1508923" y="0"/>
                    <a:pt x="1944132" y="435209"/>
                    <a:pt x="1944132" y="972066"/>
                  </a:cubicBezTo>
                  <a:cubicBezTo>
                    <a:pt x="1944132" y="1465344"/>
                    <a:pt x="1576711" y="1872807"/>
                    <a:pt x="1100480" y="1934684"/>
                  </a:cubicBezTo>
                  <a:lnTo>
                    <a:pt x="972066" y="2448272"/>
                  </a:lnTo>
                  <a:lnTo>
                    <a:pt x="843652" y="1934684"/>
                  </a:lnTo>
                  <a:cubicBezTo>
                    <a:pt x="367421" y="1872807"/>
                    <a:pt x="0" y="1465344"/>
                    <a:pt x="0" y="972066"/>
                  </a:cubicBezTo>
                  <a:cubicBezTo>
                    <a:pt x="0" y="435209"/>
                    <a:pt x="435209" y="0"/>
                    <a:pt x="972066" y="0"/>
                  </a:cubicBezTo>
                  <a:close/>
                </a:path>
              </a:pathLst>
            </a:custGeom>
            <a:solidFill>
              <a:srgbClr val="3C49B9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kern="0">
                <a:solidFill>
                  <a:srgbClr val="000000"/>
                </a:solidFill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1" name="椭圆​​ 9"/>
            <p:cNvSpPr/>
            <p:nvPr>
              <p:custDataLst>
                <p:tags r:id="rId8"/>
              </p:custDataLst>
            </p:nvPr>
          </p:nvSpPr>
          <p:spPr>
            <a:xfrm>
              <a:off x="3273494" y="3380494"/>
              <a:ext cx="1116000" cy="94844"/>
            </a:xfrm>
            <a:prstGeom prst="ellipse">
              <a:avLst/>
            </a:prstGeom>
            <a:gradFill flip="none" rotWithShape="1">
              <a:gsLst>
                <a:gs pos="80000">
                  <a:sysClr val="window" lastClr="FFFFFF">
                    <a:alpha val="0"/>
                  </a:sysClr>
                </a:gs>
                <a:gs pos="0">
                  <a:srgbClr val="FFFFFF">
                    <a:lumMod val="5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矩形​​ 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539807" y="2008978"/>
              <a:ext cx="736991" cy="35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88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34" charset="-122"/>
                </a:rPr>
                <a:t>资源易</a:t>
              </a:r>
              <a:endParaRPr lang="zh-CN" altLang="en-US" sz="188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5260826" y="515546"/>
            <a:ext cx="1235515" cy="1472310"/>
            <a:chOff x="5073645" y="1252853"/>
            <a:chExt cx="1012825" cy="1357676"/>
          </a:xfrm>
        </p:grpSpPr>
        <p:sp>
          <p:nvSpPr>
            <p:cNvPr id="24" name="椭圆​​ 2"/>
            <p:cNvSpPr/>
            <p:nvPr>
              <p:custDataLst>
                <p:tags r:id="rId10"/>
              </p:custDataLst>
            </p:nvPr>
          </p:nvSpPr>
          <p:spPr>
            <a:xfrm>
              <a:off x="5073645" y="1252853"/>
              <a:ext cx="1012825" cy="1275431"/>
            </a:xfrm>
            <a:custGeom>
              <a:avLst/>
              <a:gdLst/>
              <a:ahLst/>
              <a:cxnLst/>
              <a:rect l="l" t="t" r="r" b="b"/>
              <a:pathLst>
                <a:path w="1944132" h="2448272">
                  <a:moveTo>
                    <a:pt x="972066" y="0"/>
                  </a:moveTo>
                  <a:cubicBezTo>
                    <a:pt x="1508923" y="0"/>
                    <a:pt x="1944132" y="435209"/>
                    <a:pt x="1944132" y="972066"/>
                  </a:cubicBezTo>
                  <a:cubicBezTo>
                    <a:pt x="1944132" y="1465344"/>
                    <a:pt x="1576711" y="1872807"/>
                    <a:pt x="1100480" y="1934684"/>
                  </a:cubicBezTo>
                  <a:lnTo>
                    <a:pt x="972066" y="2448272"/>
                  </a:lnTo>
                  <a:lnTo>
                    <a:pt x="843652" y="1934684"/>
                  </a:lnTo>
                  <a:cubicBezTo>
                    <a:pt x="367421" y="1872807"/>
                    <a:pt x="0" y="1465344"/>
                    <a:pt x="0" y="972066"/>
                  </a:cubicBezTo>
                  <a:cubicBezTo>
                    <a:pt x="0" y="435209"/>
                    <a:pt x="435209" y="0"/>
                    <a:pt x="972066" y="0"/>
                  </a:cubicBezTo>
                  <a:close/>
                </a:path>
              </a:pathLst>
            </a:custGeom>
            <a:solidFill>
              <a:srgbClr val="F49F28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kern="0">
                <a:solidFill>
                  <a:srgbClr val="000000"/>
                </a:solidFill>
                <a:latin typeface="Arial" panose="020B0604020202020204" pitchFamily="34" charset="0"/>
                <a:ea typeface="华文细黑" panose="02010600040101010101" pitchFamily="2" charset="-122"/>
              </a:endParaRPr>
            </a:p>
          </p:txBody>
        </p:sp>
        <p:sp>
          <p:nvSpPr>
            <p:cNvPr id="25" name="椭圆​​ 10"/>
            <p:cNvSpPr/>
            <p:nvPr>
              <p:custDataLst>
                <p:tags r:id="rId11"/>
              </p:custDataLst>
            </p:nvPr>
          </p:nvSpPr>
          <p:spPr>
            <a:xfrm>
              <a:off x="5217790" y="2515685"/>
              <a:ext cx="720000" cy="94844"/>
            </a:xfrm>
            <a:prstGeom prst="ellipse">
              <a:avLst/>
            </a:prstGeom>
            <a:gradFill flip="none" rotWithShape="1">
              <a:gsLst>
                <a:gs pos="80000">
                  <a:sysClr val="window" lastClr="FFFFFF">
                    <a:alpha val="0"/>
                  </a:sysClr>
                </a:gs>
                <a:gs pos="0">
                  <a:srgbClr val="FFFFFF">
                    <a:lumMod val="5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矩形​​ 18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269875" y="1566549"/>
              <a:ext cx="621533" cy="298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505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34" charset="-122"/>
                </a:rPr>
                <a:t>策略易</a:t>
              </a:r>
              <a:endParaRPr lang="zh-CN" altLang="en-US" sz="1505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999990" y="2059940"/>
            <a:ext cx="3037840" cy="1255395"/>
            <a:chOff x="9369745" y="518130"/>
            <a:chExt cx="3530600" cy="1255395"/>
          </a:xfrm>
        </p:grpSpPr>
        <p:sp>
          <p:nvSpPr>
            <p:cNvPr id="38" name="文本框 19"/>
            <p:cNvSpPr txBox="1"/>
            <p:nvPr>
              <p:custDataLst>
                <p:tags r:id="rId13"/>
              </p:custDataLst>
            </p:nvPr>
          </p:nvSpPr>
          <p:spPr bwMode="auto">
            <a:xfrm>
              <a:off x="9369745" y="894685"/>
              <a:ext cx="3530600" cy="87884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70000"/>
                </a:lnSpc>
              </a:pPr>
              <a:r>
                <a:rPr lang="en-US" altLang="zh-CN" sz="1600" dirty="0">
                  <a:solidFill>
                    <a:srgbClr val="FF9415"/>
                  </a:solidFill>
                  <a:latin typeface="方正正粗黑简体" panose="02000500000000000000" charset="-122"/>
                  <a:ea typeface="方正正粗黑简体" panose="02000500000000000000" charset="-122"/>
                  <a:cs typeface="Arial" panose="020B0604020202020204" pitchFamily="34" charset="0"/>
                  <a:sym typeface="+mn-lt"/>
                </a:rPr>
                <a:t>1.自媒体资源采买服务</a:t>
              </a:r>
              <a:endParaRPr lang="en-US" altLang="zh-CN" sz="1600" dirty="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Arial" panose="020B0604020202020204" pitchFamily="34" charset="0"/>
                <a:sym typeface="+mn-lt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以海量资源、系统投放等为优势基础，向品牌主提供多类自媒体资源采买合作模式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39" name="1"/>
            <p:cNvSpPr txBox="1"/>
            <p:nvPr>
              <p:custDataLst>
                <p:tags r:id="rId14"/>
              </p:custDataLst>
            </p:nvPr>
          </p:nvSpPr>
          <p:spPr bwMode="auto">
            <a:xfrm>
              <a:off x="9369746" y="518130"/>
              <a:ext cx="2071813" cy="33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noAutofit/>
            </a:bodyPr>
            <a:lstStyle/>
            <a:p>
              <a:pPr algn="l"/>
              <a:r>
                <a:rPr lang="zh-CN" altLang="en-US" sz="1200" b="1">
                  <a:solidFill>
                    <a:srgbClr val="3C49B9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投放前</a:t>
              </a:r>
              <a:endParaRPr lang="zh-CN" altLang="en-US" sz="1200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l"/>
              <a:r>
                <a:rPr lang="zh-CN" altLang="en-US" sz="1200" b="1">
                  <a:solidFill>
                    <a:srgbClr val="3C49B9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新媒体整合种草策略策划服务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46" name="文本框 45"/>
          <p:cNvSpPr txBox="1"/>
          <p:nvPr/>
        </p:nvSpPr>
        <p:spPr bwMode="auto">
          <a:xfrm>
            <a:off x="3164205" y="3664585"/>
            <a:ext cx="315087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rIns="90000" rtlCol="0" anchor="t">
            <a:noAutofit/>
          </a:bodyPr>
          <a:lstStyle/>
          <a:p>
            <a:pPr>
              <a:buClrTx/>
              <a:buSzTx/>
              <a:buFontTx/>
            </a:pPr>
            <a:r>
              <a:rPr lang="zh-CN" altLang="en-US" sz="1200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投放中</a:t>
            </a:r>
            <a:endParaRPr lang="zh-CN" altLang="en-US" sz="1200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ClrTx/>
              <a:buSzTx/>
              <a:buFontTx/>
            </a:pPr>
            <a:r>
              <a:rPr lang="zh-CN" altLang="en-US" sz="1200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新媒体定制化种草资源库服务</a:t>
            </a:r>
            <a:endParaRPr lang="zh-CN" altLang="en-US" sz="1200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164205" y="4018280"/>
            <a:ext cx="6096000" cy="878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457200">
              <a:lnSpc>
                <a:spcPct val="170000"/>
              </a:lnSpc>
              <a:buClrTx/>
              <a:buSzTx/>
              <a:buFontTx/>
            </a:pPr>
            <a:r>
              <a:rPr lang="en-US" altLang="zh-CN" sz="1600" dirty="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Arial" panose="020B0604020202020204" pitchFamily="34" charset="0"/>
              </a:rPr>
              <a:t>2.社交大数据服务</a:t>
            </a:r>
            <a:endParaRPr lang="en-US" altLang="zh-CN" sz="1600" dirty="0">
              <a:solidFill>
                <a:srgbClr val="FF9415"/>
              </a:solidFill>
              <a:latin typeface="方正正粗黑简体" panose="02000500000000000000" charset="-122"/>
              <a:ea typeface="方正正粗黑简体" panose="02000500000000000000" charset="-122"/>
              <a:cs typeface="Arial" panose="020B0604020202020204" pitchFamily="34" charset="0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依托社交大数据及人工智能技术，发现并解决自媒体投放问题，实现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品牌投放的数字化改造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 bwMode="auto">
          <a:xfrm>
            <a:off x="2306320" y="5122545"/>
            <a:ext cx="269367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rIns="90000" rtlCol="0" anchor="t">
            <a:noAutofit/>
          </a:bodyPr>
          <a:lstStyle/>
          <a:p>
            <a:pPr>
              <a:buClrTx/>
              <a:buSzTx/>
              <a:buFontTx/>
            </a:pPr>
            <a:r>
              <a:rPr lang="zh-CN" altLang="en-US" sz="1200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投放后</a:t>
            </a:r>
            <a:endParaRPr lang="zh-CN" altLang="en-US" sz="1200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ClrTx/>
              <a:buSzTx/>
              <a:buFontTx/>
            </a:pPr>
            <a:r>
              <a:rPr lang="zh-CN" altLang="en-US" sz="1200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新媒体种草效果优化服务</a:t>
            </a:r>
            <a:endParaRPr lang="zh-CN" altLang="en-US" sz="1200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306320" y="5519420"/>
            <a:ext cx="5731510" cy="878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457200">
              <a:lnSpc>
                <a:spcPct val="170000"/>
              </a:lnSpc>
              <a:buClrTx/>
              <a:buSzTx/>
              <a:buFontTx/>
            </a:pPr>
            <a:r>
              <a:rPr lang="en-US" altLang="zh-CN" sz="1600" dirty="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Arial" panose="020B0604020202020204" pitchFamily="34" charset="0"/>
              </a:rPr>
              <a:t>3.社媒传播策略服务</a:t>
            </a:r>
            <a:endParaRPr lang="en-US" altLang="zh-CN" sz="1600" dirty="0">
              <a:solidFill>
                <a:srgbClr val="FF9415"/>
              </a:solidFill>
              <a:latin typeface="方正正粗黑简体" panose="02000500000000000000" charset="-122"/>
              <a:ea typeface="方正正粗黑简体" panose="02000500000000000000" charset="-122"/>
              <a:cs typeface="Arial" panose="020B0604020202020204" pitchFamily="34" charset="0"/>
            </a:endParaRPr>
          </a:p>
          <a:p>
            <a:pPr>
              <a:buClrTx/>
              <a:buSzTx/>
              <a:buNone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多年自媒体营销经验，近百万项目执行经验，迭代打磨出行业玩法标准及高效的传播策略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弧形 52"/>
          <p:cNvSpPr/>
          <p:nvPr/>
        </p:nvSpPr>
        <p:spPr>
          <a:xfrm rot="17220000">
            <a:off x="4014470" y="690880"/>
            <a:ext cx="2009140" cy="2017395"/>
          </a:xfrm>
          <a:prstGeom prst="arc">
            <a:avLst/>
          </a:prstGeom>
          <a:ln>
            <a:solidFill>
              <a:srgbClr val="FF9415"/>
            </a:solidFill>
            <a:prstDash val="dashDot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弧形 53"/>
          <p:cNvSpPr/>
          <p:nvPr/>
        </p:nvSpPr>
        <p:spPr>
          <a:xfrm rot="17220000">
            <a:off x="1807845" y="2281555"/>
            <a:ext cx="2009140" cy="2017395"/>
          </a:xfrm>
          <a:prstGeom prst="arc">
            <a:avLst/>
          </a:prstGeom>
          <a:ln>
            <a:solidFill>
              <a:srgbClr val="3C49B9"/>
            </a:solidFill>
            <a:prstDash val="dashDot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形状 20"/>
          <p:cNvSpPr/>
          <p:nvPr/>
        </p:nvSpPr>
        <p:spPr>
          <a:xfrm>
            <a:off x="6298456" y="19524"/>
            <a:ext cx="5893542" cy="2293097"/>
          </a:xfrm>
          <a:custGeom>
            <a:avLst/>
            <a:gdLst>
              <a:gd name="connsiteX0" fmla="*/ 15108 w 5893542"/>
              <a:gd name="connsiteY0" fmla="*/ 0 h 2293097"/>
              <a:gd name="connsiteX1" fmla="*/ 4005557 w 5893542"/>
              <a:gd name="connsiteY1" fmla="*/ 0 h 2293097"/>
              <a:gd name="connsiteX2" fmla="*/ 4342695 w 5893542"/>
              <a:gd name="connsiteY2" fmla="*/ 0 h 2293097"/>
              <a:gd name="connsiteX3" fmla="*/ 5893542 w 5893542"/>
              <a:gd name="connsiteY3" fmla="*/ 0 h 2293097"/>
              <a:gd name="connsiteX4" fmla="*/ 5893542 w 5893542"/>
              <a:gd name="connsiteY4" fmla="*/ 2285820 h 2293097"/>
              <a:gd name="connsiteX5" fmla="*/ 4074803 w 5893542"/>
              <a:gd name="connsiteY5" fmla="*/ 2285820 h 2293097"/>
              <a:gd name="connsiteX6" fmla="*/ 3957173 w 5893542"/>
              <a:gd name="connsiteY6" fmla="*/ 2293097 h 2293097"/>
              <a:gd name="connsiteX7" fmla="*/ 1659192 w 5893542"/>
              <a:gd name="connsiteY7" fmla="*/ 2293097 h 2293097"/>
              <a:gd name="connsiteX8" fmla="*/ 0 w 5893542"/>
              <a:gd name="connsiteY8" fmla="*/ 260350 h 2293097"/>
              <a:gd name="connsiteX9" fmla="*/ 8566 w 5893542"/>
              <a:gd name="connsiteY9" fmla="*/ 52514 h 2293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93542" h="2293097">
                <a:moveTo>
                  <a:pt x="15108" y="0"/>
                </a:moveTo>
                <a:lnTo>
                  <a:pt x="4005557" y="0"/>
                </a:lnTo>
                <a:lnTo>
                  <a:pt x="4342695" y="0"/>
                </a:lnTo>
                <a:lnTo>
                  <a:pt x="5893542" y="0"/>
                </a:lnTo>
                <a:lnTo>
                  <a:pt x="5893542" y="2285820"/>
                </a:lnTo>
                <a:lnTo>
                  <a:pt x="4074803" y="2285820"/>
                </a:lnTo>
                <a:lnTo>
                  <a:pt x="3957173" y="2293097"/>
                </a:lnTo>
                <a:lnTo>
                  <a:pt x="1659192" y="2293097"/>
                </a:lnTo>
                <a:cubicBezTo>
                  <a:pt x="742845" y="2293097"/>
                  <a:pt x="0" y="1383005"/>
                  <a:pt x="0" y="260350"/>
                </a:cubicBezTo>
                <a:cubicBezTo>
                  <a:pt x="0" y="190184"/>
                  <a:pt x="2901" y="120848"/>
                  <a:pt x="8566" y="52514"/>
                </a:cubicBezTo>
                <a:close/>
              </a:path>
            </a:pathLst>
          </a:cu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3" name="任意形状 12"/>
          <p:cNvSpPr/>
          <p:nvPr/>
        </p:nvSpPr>
        <p:spPr>
          <a:xfrm>
            <a:off x="0" y="2190752"/>
            <a:ext cx="5798949" cy="4724400"/>
          </a:xfrm>
          <a:custGeom>
            <a:avLst/>
            <a:gdLst>
              <a:gd name="connsiteX0" fmla="*/ 165100 w 5798949"/>
              <a:gd name="connsiteY0" fmla="*/ 0 h 4724400"/>
              <a:gd name="connsiteX1" fmla="*/ 3436749 w 5798949"/>
              <a:gd name="connsiteY1" fmla="*/ 0 h 4724400"/>
              <a:gd name="connsiteX2" fmla="*/ 5798949 w 5798949"/>
              <a:gd name="connsiteY2" fmla="*/ 2362200 h 4724400"/>
              <a:gd name="connsiteX3" fmla="*/ 3436749 w 5798949"/>
              <a:gd name="connsiteY3" fmla="*/ 4724400 h 4724400"/>
              <a:gd name="connsiteX4" fmla="*/ 165100 w 5798949"/>
              <a:gd name="connsiteY4" fmla="*/ 4724400 h 4724400"/>
              <a:gd name="connsiteX5" fmla="*/ 0 w 5798949"/>
              <a:gd name="connsiteY5" fmla="*/ 4716063 h 4724400"/>
              <a:gd name="connsiteX6" fmla="*/ 0 w 5798949"/>
              <a:gd name="connsiteY6" fmla="*/ 8337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8949" h="4724400">
                <a:moveTo>
                  <a:pt x="165100" y="0"/>
                </a:moveTo>
                <a:lnTo>
                  <a:pt x="3436749" y="0"/>
                </a:lnTo>
                <a:cubicBezTo>
                  <a:pt x="4741356" y="0"/>
                  <a:pt x="5798949" y="1057593"/>
                  <a:pt x="5798949" y="2362200"/>
                </a:cubicBezTo>
                <a:cubicBezTo>
                  <a:pt x="5798949" y="3666807"/>
                  <a:pt x="4741356" y="4724400"/>
                  <a:pt x="3436749" y="4724400"/>
                </a:cubicBezTo>
                <a:lnTo>
                  <a:pt x="165100" y="4724400"/>
                </a:lnTo>
                <a:lnTo>
                  <a:pt x="0" y="4716063"/>
                </a:lnTo>
                <a:lnTo>
                  <a:pt x="0" y="8337"/>
                </a:ln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5575" y="223179"/>
            <a:ext cx="3226316" cy="659175"/>
            <a:chOff x="363985" y="407964"/>
            <a:chExt cx="3226316" cy="659175"/>
          </a:xfrm>
        </p:grpSpPr>
        <p:sp>
          <p:nvSpPr>
            <p:cNvPr id="3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社会化营销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4" name="椭圆 3"/>
              <p:cNvSpPr/>
              <p:nvPr>
                <p:custDataLst>
                  <p:tags r:id="rId2"/>
                </p:custDataLst>
              </p:nvPr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3"/>
                </p:custDataLst>
              </p:nvPr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sp>
        <p:nvSpPr>
          <p:cNvPr id="16" name="文本框 15"/>
          <p:cNvSpPr txBox="1"/>
          <p:nvPr/>
        </p:nvSpPr>
        <p:spPr>
          <a:xfrm>
            <a:off x="6339840" y="4471670"/>
            <a:ext cx="526923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源于对各平台萌宠达人、内容动态的深耕，挖掘萌宠圈层与产品结合的高互动场景，增强品牌提及，塑造产品在消费者中的心智，增强目标用户对产品的联想率及好感度</a:t>
            </a:r>
            <a:endParaRPr lang="zh-CN" altLang="en-US" sz="2000">
              <a:solidFill>
                <a:srgbClr val="FF9415"/>
              </a:solidFill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44640" y="3172460"/>
            <a:ext cx="170942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破圈</a:t>
            </a:r>
            <a:endParaRPr lang="zh-CN" altLang="en-US" sz="6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528810" y="3199765"/>
            <a:ext cx="1709420" cy="101473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跨界</a:t>
            </a:r>
            <a:endParaRPr lang="zh-CN" altLang="en-US" sz="6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5" name="文本框 4"/>
            <p:cNvSpPr txBox="1"/>
            <p:nvPr/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社会化营销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sp>
        <p:nvSpPr>
          <p:cNvPr id="2" name="同侧圆角矩形 1"/>
          <p:cNvSpPr/>
          <p:nvPr>
            <p:custDataLst>
              <p:tags r:id="rId1"/>
            </p:custDataLst>
          </p:nvPr>
        </p:nvSpPr>
        <p:spPr>
          <a:xfrm>
            <a:off x="-635" y="6449060"/>
            <a:ext cx="12192635" cy="311785"/>
          </a:xfrm>
          <a:prstGeom prst="round2SameRect">
            <a:avLst/>
          </a:pr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同侧圆角矩形 2"/>
          <p:cNvSpPr/>
          <p:nvPr>
            <p:custDataLst>
              <p:tags r:id="rId2"/>
            </p:custDataLst>
          </p:nvPr>
        </p:nvSpPr>
        <p:spPr>
          <a:xfrm>
            <a:off x="-635" y="6567170"/>
            <a:ext cx="12192635" cy="311785"/>
          </a:xfrm>
          <a:prstGeom prst="round2SameRect">
            <a:avLst/>
          </a:pr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003300" y="1660525"/>
            <a:ext cx="6297930" cy="1728470"/>
            <a:chOff x="1580" y="2679"/>
            <a:chExt cx="9918" cy="2722"/>
          </a:xfrm>
        </p:grpSpPr>
        <p:sp>
          <p:nvSpPr>
            <p:cNvPr id="12" name="圆角矩形 11"/>
            <p:cNvSpPr/>
            <p:nvPr>
              <p:custDataLst>
                <p:tags r:id="rId3"/>
              </p:custDataLst>
            </p:nvPr>
          </p:nvSpPr>
          <p:spPr>
            <a:xfrm>
              <a:off x="1580" y="3135"/>
              <a:ext cx="9918" cy="2266"/>
            </a:xfrm>
            <a:prstGeom prst="roundRect">
              <a:avLst>
                <a:gd name="adj" fmla="val 97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圆角矩形 20"/>
            <p:cNvSpPr/>
            <p:nvPr>
              <p:custDataLst>
                <p:tags r:id="rId4"/>
              </p:custDataLst>
            </p:nvPr>
          </p:nvSpPr>
          <p:spPr>
            <a:xfrm>
              <a:off x="2076" y="2679"/>
              <a:ext cx="6593" cy="816"/>
            </a:xfrm>
            <a:prstGeom prst="roundRect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latin typeface="方正正粗黑简体" panose="02000500000000000000" charset="-122"/>
                  <a:ea typeface="方正正粗黑简体" panose="02000500000000000000" charset="-122"/>
                  <a:cs typeface="方正正粗黑简体" panose="02000500000000000000" charset="-122"/>
                </a:rPr>
                <a:t>平台整体萌宠内容趋势分析</a:t>
              </a:r>
              <a:r>
                <a:rPr lang="en-US" altLang="zh-CN">
                  <a:latin typeface="方正正粗黑简体" panose="02000500000000000000" charset="-122"/>
                  <a:ea typeface="方正正粗黑简体" panose="02000500000000000000" charset="-122"/>
                  <a:cs typeface="方正正粗黑简体" panose="02000500000000000000" charset="-122"/>
                </a:rPr>
                <a:t>  01</a:t>
              </a:r>
              <a:endParaRPr lang="en-US" altLang="zh-CN"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5"/>
              </p:custDataLst>
            </p:nvPr>
          </p:nvSpPr>
          <p:spPr>
            <a:xfrm>
              <a:off x="2076" y="3700"/>
              <a:ext cx="9034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对平台萌宠圈层相关内容梳理分析，总结圈层偏好的内容方向，探索该圈层与产品可结合（热点趋势内容/低成本多次触达）的方向及方法，输出建议</a:t>
              </a:r>
              <a:endPara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03300" y="3809365"/>
            <a:ext cx="6297930" cy="1728470"/>
            <a:chOff x="1580" y="2679"/>
            <a:chExt cx="9918" cy="2722"/>
          </a:xfrm>
        </p:grpSpPr>
        <p:sp>
          <p:nvSpPr>
            <p:cNvPr id="23" name="圆角矩形 22"/>
            <p:cNvSpPr/>
            <p:nvPr>
              <p:custDataLst>
                <p:tags r:id="rId6"/>
              </p:custDataLst>
            </p:nvPr>
          </p:nvSpPr>
          <p:spPr>
            <a:xfrm>
              <a:off x="1580" y="3135"/>
              <a:ext cx="9918" cy="2266"/>
            </a:xfrm>
            <a:prstGeom prst="roundRect">
              <a:avLst>
                <a:gd name="adj" fmla="val 97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>
              <p:custDataLst>
                <p:tags r:id="rId7"/>
              </p:custDataLst>
            </p:nvPr>
          </p:nvSpPr>
          <p:spPr>
            <a:xfrm>
              <a:off x="2076" y="2679"/>
              <a:ext cx="6593" cy="816"/>
            </a:xfrm>
            <a:prstGeom prst="roundRect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latin typeface="方正正粗黑简体" panose="02000500000000000000" charset="-122"/>
                  <a:ea typeface="方正正粗黑简体" panose="02000500000000000000" charset="-122"/>
                  <a:cs typeface="方正正粗黑简体" panose="02000500000000000000" charset="-122"/>
                </a:rPr>
                <a:t>平台萌宠内容话题共创</a:t>
              </a:r>
              <a:r>
                <a:rPr lang="en-US" altLang="zh-CN">
                  <a:latin typeface="方正正粗黑简体" panose="02000500000000000000" charset="-122"/>
                  <a:ea typeface="方正正粗黑简体" panose="02000500000000000000" charset="-122"/>
                  <a:cs typeface="方正正粗黑简体" panose="02000500000000000000" charset="-122"/>
                </a:rPr>
                <a:t>  02</a:t>
              </a:r>
              <a:endParaRPr lang="en-US" altLang="zh-CN"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2076" y="3700"/>
              <a:ext cx="9034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结合抖音平台当下“萌宠”类的内容趋势，产出品牌相关优质内容创意，以及创意内容放大传播的投放策略、人群多次触达策略等</a:t>
              </a:r>
              <a:endPara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5" name="文本框 4"/>
            <p:cNvSpPr txBox="1"/>
            <p:nvPr/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MCN-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抖音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sp>
        <p:nvSpPr>
          <p:cNvPr id="13" name="梯形 12"/>
          <p:cNvSpPr/>
          <p:nvPr/>
        </p:nvSpPr>
        <p:spPr>
          <a:xfrm>
            <a:off x="363855" y="5027295"/>
            <a:ext cx="6055360" cy="762000"/>
          </a:xfrm>
          <a:prstGeom prst="trapezoid">
            <a:avLst>
              <a:gd name="adj" fmla="val 18666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5000">
                <a:srgbClr val="3C49B9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梯形 13"/>
          <p:cNvSpPr/>
          <p:nvPr/>
        </p:nvSpPr>
        <p:spPr>
          <a:xfrm>
            <a:off x="941705" y="3503930"/>
            <a:ext cx="4899660" cy="762000"/>
          </a:xfrm>
          <a:prstGeom prst="trapezoid">
            <a:avLst>
              <a:gd name="adj" fmla="val 18666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5000">
                <a:srgbClr val="FF941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4"/>
          <p:cNvSpPr/>
          <p:nvPr/>
        </p:nvSpPr>
        <p:spPr>
          <a:xfrm>
            <a:off x="1310005" y="1979930"/>
            <a:ext cx="4163060" cy="762000"/>
          </a:xfrm>
          <a:prstGeom prst="trapezoid">
            <a:avLst>
              <a:gd name="adj" fmla="val 18666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5000">
                <a:srgbClr val="3C49B9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199005" y="1729105"/>
            <a:ext cx="642620" cy="64262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4020820" y="2801620"/>
            <a:ext cx="642620" cy="64262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070225" y="1749425"/>
            <a:ext cx="642620" cy="64262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070225" y="966470"/>
            <a:ext cx="642620" cy="64262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119630" y="2801620"/>
            <a:ext cx="642620" cy="64262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556385" y="3503930"/>
            <a:ext cx="642620" cy="642620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209675" y="4324985"/>
            <a:ext cx="642620" cy="642620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070225" y="2801620"/>
            <a:ext cx="642620" cy="642620"/>
          </a:xfrm>
          <a:prstGeom prst="ellipse">
            <a:avLst/>
          </a:prstGeom>
          <a:blipFill rotWithShape="1">
            <a:blip r:embed="rId8"/>
            <a:stretch>
              <a:fillRect/>
            </a:stretch>
          </a:blip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941445" y="1749425"/>
            <a:ext cx="642620" cy="642620"/>
          </a:xfrm>
          <a:prstGeom prst="ellipse">
            <a:avLst/>
          </a:prstGeom>
          <a:blipFill rotWithShape="1">
            <a:blip r:embed="rId9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2595880" y="3504565"/>
            <a:ext cx="642620" cy="642620"/>
          </a:xfrm>
          <a:prstGeom prst="ellipse">
            <a:avLst/>
          </a:prstGeom>
          <a:blipFill rotWithShape="1">
            <a:blip r:embed="rId10"/>
            <a:stretch>
              <a:fillRect/>
            </a:stretch>
          </a:blip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3635375" y="3505200"/>
            <a:ext cx="642620" cy="642620"/>
          </a:xfrm>
          <a:prstGeom prst="ellipse">
            <a:avLst/>
          </a:prstGeom>
          <a:blipFill rotWithShape="1">
            <a:blip r:embed="rId11"/>
            <a:stretch>
              <a:fillRect/>
            </a:stretch>
          </a:blip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4674870" y="3505835"/>
            <a:ext cx="642620" cy="642620"/>
          </a:xfrm>
          <a:prstGeom prst="ellipse">
            <a:avLst/>
          </a:prstGeom>
          <a:blipFill rotWithShape="1">
            <a:blip r:embed="rId12"/>
            <a:stretch>
              <a:fillRect/>
            </a:stretch>
          </a:blip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2139950" y="4325620"/>
            <a:ext cx="642620" cy="642620"/>
          </a:xfrm>
          <a:prstGeom prst="ellipse">
            <a:avLst/>
          </a:prstGeom>
          <a:blipFill rotWithShape="1">
            <a:blip r:embed="rId13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3070225" y="4324985"/>
            <a:ext cx="642620" cy="642620"/>
          </a:xfrm>
          <a:prstGeom prst="ellipse">
            <a:avLst/>
          </a:prstGeom>
          <a:blipFill rotWithShape="1">
            <a:blip r:embed="rId14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4000500" y="4325620"/>
            <a:ext cx="642620" cy="642620"/>
          </a:xfrm>
          <a:prstGeom prst="ellipse">
            <a:avLst/>
          </a:prstGeom>
          <a:blipFill rotWithShape="1">
            <a:blip r:embed="rId15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4930775" y="4326255"/>
            <a:ext cx="642620" cy="642620"/>
          </a:xfrm>
          <a:prstGeom prst="ellipse">
            <a:avLst/>
          </a:prstGeom>
          <a:blipFill rotWithShape="1">
            <a:blip r:embed="rId16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823595" y="5027295"/>
            <a:ext cx="642620" cy="642620"/>
          </a:xfrm>
          <a:prstGeom prst="ellipse">
            <a:avLst/>
          </a:prstGeom>
          <a:blipFill rotWithShape="1">
            <a:blip r:embed="rId17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753870" y="5027930"/>
            <a:ext cx="642620" cy="642620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2684145" y="5027295"/>
            <a:ext cx="642620" cy="642620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3614420" y="5027930"/>
            <a:ext cx="642620" cy="642620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4544695" y="5028565"/>
            <a:ext cx="642620" cy="642620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5474970" y="5029200"/>
            <a:ext cx="642620" cy="642620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5476240" y="2745740"/>
            <a:ext cx="5503545" cy="0"/>
          </a:xfrm>
          <a:prstGeom prst="line">
            <a:avLst/>
          </a:prstGeom>
          <a:ln>
            <a:solidFill>
              <a:srgbClr val="3C49B9"/>
            </a:solidFill>
            <a:prstDash val="dash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841365" y="4265930"/>
            <a:ext cx="5170170" cy="0"/>
          </a:xfrm>
          <a:prstGeom prst="line">
            <a:avLst/>
          </a:prstGeom>
          <a:ln>
            <a:solidFill>
              <a:srgbClr val="FF9415"/>
            </a:solidFill>
            <a:prstDash val="dash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419215" y="5786120"/>
            <a:ext cx="4566285" cy="0"/>
          </a:xfrm>
          <a:prstGeom prst="line">
            <a:avLst/>
          </a:prstGeom>
          <a:ln>
            <a:solidFill>
              <a:srgbClr val="3C49B9"/>
            </a:solidFill>
            <a:prstDash val="dashDot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5317490" y="1449070"/>
            <a:ext cx="4432935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头部账号</a:t>
            </a:r>
            <a:r>
              <a:rPr lang="en-US" altLang="zh-CN" sz="200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 </a:t>
            </a:r>
            <a:r>
              <a:rPr lang="zh-CN" altLang="en-US" sz="200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千万大V</a:t>
            </a:r>
            <a:r>
              <a:rPr lang="en-US" altLang="zh-CN" sz="200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(17)</a:t>
            </a:r>
            <a:endParaRPr lang="zh-CN" altLang="en-US" sz="2000">
              <a:solidFill>
                <a:srgbClr val="FF9415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果冻是只可爱猫、雪球日记、小豆花、大圆子、轮胎粑粑</a:t>
            </a:r>
            <a:r>
              <a:rPr lang="en-US" altLang="zh-CN" sz="16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···</a:t>
            </a:r>
            <a:endParaRPr lang="en-US" altLang="zh-CN" sz="16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117590" y="2980055"/>
            <a:ext cx="433705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肩部账号 中流砥柱</a:t>
            </a:r>
            <a:r>
              <a:rPr lang="zh-CN" altLang="en-US" sz="2000" dirty="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(30+)</a:t>
            </a:r>
            <a:endParaRPr lang="zh-CN" altLang="en-US" sz="2000" dirty="0">
              <a:solidFill>
                <a:srgbClr val="FF9415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布丁</a:t>
            </a:r>
            <a:r>
              <a:rPr lang="zh-CN" altLang="en-US" sz="1600" dirty="0">
                <a:solidFill>
                  <a:srgbClr val="3C49B9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仔</a:t>
            </a:r>
            <a:r>
              <a:rPr lang="zh-CN" altLang="en-US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和泡芙妹、七七和铲</a:t>
            </a:r>
            <a:r>
              <a:rPr lang="zh-CN" altLang="en-US" sz="1600" dirty="0">
                <a:solidFill>
                  <a:srgbClr val="3C49B9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屎官</a:t>
            </a:r>
            <a:r>
              <a:rPr lang="zh-CN" altLang="en-US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、乔巴日记、开心小宝贝、</a:t>
            </a:r>
            <a:r>
              <a:rPr lang="zh-CN" altLang="en-US" sz="1600" dirty="0">
                <a:solidFill>
                  <a:srgbClr val="3C49B9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喵</a:t>
            </a:r>
            <a:r>
              <a:rPr lang="zh-CN" altLang="en-US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无敌</a:t>
            </a:r>
            <a:r>
              <a:rPr lang="en-US" altLang="zh-CN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···</a:t>
            </a:r>
            <a:endParaRPr lang="en-US" altLang="zh-CN" sz="1600" dirty="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702425" y="4476115"/>
            <a:ext cx="477012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腰部账号 冉冉升起（</a:t>
            </a:r>
            <a:r>
              <a:rPr lang="zh-CN" altLang="en-US" sz="2000" dirty="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350+)</a:t>
            </a:r>
            <a:endParaRPr lang="zh-CN" altLang="en-US" sz="2000" dirty="0">
              <a:solidFill>
                <a:srgbClr val="FF9415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短腿的帕格尼尼、小可爱哈比、想要吃胖胖、</a:t>
            </a:r>
            <a:endParaRPr lang="zh-CN" altLang="en-US" sz="1600" dirty="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爱笑的小年糕</a:t>
            </a:r>
            <a:r>
              <a:rPr lang="en-US" altLang="zh-CN" sz="1600" dirty="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···</a:t>
            </a:r>
            <a:endParaRPr lang="en-US" altLang="zh-CN" sz="1600" dirty="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619365" y="5972175"/>
            <a:ext cx="43815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FF9415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尾部账号 后起之秀（1200+）</a:t>
            </a:r>
            <a:endParaRPr lang="zh-CN" altLang="en-US" sz="2000">
              <a:solidFill>
                <a:srgbClr val="FF9415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5" name="文本框 4"/>
            <p:cNvSpPr txBox="1"/>
            <p:nvPr/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MCN-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小红书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sp>
        <p:nvSpPr>
          <p:cNvPr id="3" name="直角三角形 2"/>
          <p:cNvSpPr/>
          <p:nvPr/>
        </p:nvSpPr>
        <p:spPr>
          <a:xfrm flipH="1">
            <a:off x="7026910" y="0"/>
            <a:ext cx="5165090" cy="6858000"/>
          </a:xfrm>
          <a:prstGeom prst="rtTriangle">
            <a:avLst/>
          </a:pr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10424160" y="0"/>
            <a:ext cx="1409700" cy="1889760"/>
          </a:xfrm>
          <a:prstGeom prst="line">
            <a:avLst/>
          </a:prstGeom>
          <a:ln>
            <a:solidFill>
              <a:srgbClr val="FF9415"/>
            </a:solidFill>
            <a:prstDash val="dash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690235" y="0"/>
            <a:ext cx="1410335" cy="1889760"/>
          </a:xfrm>
          <a:prstGeom prst="line">
            <a:avLst/>
          </a:prstGeom>
          <a:ln>
            <a:solidFill>
              <a:srgbClr val="FF9415"/>
            </a:solidFill>
            <a:prstDash val="dash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1362075" y="1550670"/>
            <a:ext cx="3397250" cy="12465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362075" y="3349625"/>
            <a:ext cx="3397250" cy="12465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3C49B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362075" y="5148580"/>
            <a:ext cx="3397250" cy="12465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虚尾箭头 18"/>
          <p:cNvSpPr/>
          <p:nvPr/>
        </p:nvSpPr>
        <p:spPr>
          <a:xfrm rot="1860000">
            <a:off x="4914900" y="2271395"/>
            <a:ext cx="979170" cy="485775"/>
          </a:xfrm>
          <a:prstGeom prst="stripedRightArrow">
            <a:avLst/>
          </a:pr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虚尾箭头 19"/>
          <p:cNvSpPr/>
          <p:nvPr/>
        </p:nvSpPr>
        <p:spPr>
          <a:xfrm rot="19740000" flipV="1">
            <a:off x="4914900" y="5162550"/>
            <a:ext cx="979170" cy="485775"/>
          </a:xfrm>
          <a:prstGeom prst="stripedRightArrow">
            <a:avLst/>
          </a:pr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虚尾箭头 20"/>
          <p:cNvSpPr/>
          <p:nvPr/>
        </p:nvSpPr>
        <p:spPr>
          <a:xfrm>
            <a:off x="5043805" y="3716655"/>
            <a:ext cx="979170" cy="485775"/>
          </a:xfrm>
          <a:prstGeom prst="stripedRightArrow">
            <a:avLst/>
          </a:pr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弧形 21"/>
          <p:cNvSpPr/>
          <p:nvPr/>
        </p:nvSpPr>
        <p:spPr>
          <a:xfrm rot="16200000">
            <a:off x="457835" y="2260600"/>
            <a:ext cx="1623060" cy="1407160"/>
          </a:xfrm>
          <a:prstGeom prst="arc">
            <a:avLst>
              <a:gd name="adj1" fmla="val 10749852"/>
              <a:gd name="adj2" fmla="val 0"/>
            </a:avLst>
          </a:prstGeom>
          <a:ln>
            <a:solidFill>
              <a:srgbClr val="FF9415"/>
            </a:solidFill>
            <a:prstDash val="sysDot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弧形 31"/>
          <p:cNvSpPr/>
          <p:nvPr/>
        </p:nvSpPr>
        <p:spPr>
          <a:xfrm rot="16200000">
            <a:off x="457835" y="4207510"/>
            <a:ext cx="1623060" cy="1407160"/>
          </a:xfrm>
          <a:prstGeom prst="arc">
            <a:avLst>
              <a:gd name="adj1" fmla="val 10749852"/>
              <a:gd name="adj2" fmla="val 0"/>
            </a:avLst>
          </a:prstGeom>
          <a:ln>
            <a:solidFill>
              <a:srgbClr val="3C49B9"/>
            </a:solidFill>
            <a:prstDash val="sysDot"/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303780" y="1758950"/>
            <a:ext cx="1524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小红书萌宠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</a:rPr>
              <a:t>第一MCN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24380" y="3397250"/>
            <a:ext cx="20828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常规合作萌宠类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KOL2000+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KOC4000+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24380" y="5356860"/>
            <a:ext cx="22301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分类组建达人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cs typeface="方正正粗黑简体" panose="02000500000000000000" charset="-122"/>
                <a:sym typeface="+mn-ea"/>
              </a:rPr>
              <a:t>数据库，信息全面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cs typeface="方正正粗黑简体" panose="02000500000000000000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4434" y="1758950"/>
            <a:ext cx="4636006" cy="44821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2"/>
          <p:cNvSpPr/>
          <p:nvPr/>
        </p:nvSpPr>
        <p:spPr>
          <a:xfrm>
            <a:off x="3845084" y="3956859"/>
            <a:ext cx="2813779" cy="2808384"/>
          </a:xfrm>
          <a:custGeom>
            <a:avLst/>
            <a:gdLst>
              <a:gd name="connsiteX0" fmla="*/ 456431 w 541867"/>
              <a:gd name="connsiteY0" fmla="*/ 85263 h 540828"/>
              <a:gd name="connsiteX1" fmla="*/ 378308 w 541867"/>
              <a:gd name="connsiteY1" fmla="*/ 81 h 540828"/>
              <a:gd name="connsiteX2" fmla="*/ 292951 w 541867"/>
              <a:gd name="connsiteY2" fmla="*/ 78045 h 540828"/>
              <a:gd name="connsiteX3" fmla="*/ 316795 w 541867"/>
              <a:gd name="connsiteY3" fmla="*/ 139350 h 540828"/>
              <a:gd name="connsiteX4" fmla="*/ 318985 w 541867"/>
              <a:gd name="connsiteY4" fmla="*/ 141441 h 540828"/>
              <a:gd name="connsiteX5" fmla="*/ 141725 w 541867"/>
              <a:gd name="connsiteY5" fmla="*/ 318339 h 540828"/>
              <a:gd name="connsiteX6" fmla="*/ 139630 w 541867"/>
              <a:gd name="connsiteY6" fmla="*/ 316152 h 540828"/>
              <a:gd name="connsiteX7" fmla="*/ 23919 w 541867"/>
              <a:gd name="connsiteY7" fmla="*/ 316243 h 540828"/>
              <a:gd name="connsiteX8" fmla="*/ 24010 w 541867"/>
              <a:gd name="connsiteY8" fmla="*/ 431717 h 540828"/>
              <a:gd name="connsiteX9" fmla="*/ 85528 w 541867"/>
              <a:gd name="connsiteY9" fmla="*/ 455503 h 540828"/>
              <a:gd name="connsiteX10" fmla="*/ 109340 w 541867"/>
              <a:gd name="connsiteY10" fmla="*/ 516909 h 540828"/>
              <a:gd name="connsiteX11" fmla="*/ 225069 w 541867"/>
              <a:gd name="connsiteY11" fmla="*/ 516909 h 540828"/>
              <a:gd name="connsiteX12" fmla="*/ 225069 w 541867"/>
              <a:gd name="connsiteY12" fmla="*/ 401417 h 540828"/>
              <a:gd name="connsiteX13" fmla="*/ 222878 w 541867"/>
              <a:gd name="connsiteY13" fmla="*/ 399326 h 540828"/>
              <a:gd name="connsiteX14" fmla="*/ 400138 w 541867"/>
              <a:gd name="connsiteY14" fmla="*/ 222808 h 540828"/>
              <a:gd name="connsiteX15" fmla="*/ 402234 w 541867"/>
              <a:gd name="connsiteY15" fmla="*/ 224994 h 540828"/>
              <a:gd name="connsiteX16" fmla="*/ 517944 w 541867"/>
              <a:gd name="connsiteY16" fmla="*/ 224912 h 540828"/>
              <a:gd name="connsiteX17" fmla="*/ 517862 w 541867"/>
              <a:gd name="connsiteY17" fmla="*/ 109438 h 540828"/>
              <a:gd name="connsiteX18" fmla="*/ 456431 w 541867"/>
              <a:gd name="connsiteY18" fmla="*/ 85643 h 54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867" h="540828">
                <a:moveTo>
                  <a:pt x="456431" y="85263"/>
                </a:moveTo>
                <a:cubicBezTo>
                  <a:pt x="458428" y="40212"/>
                  <a:pt x="423452" y="2075"/>
                  <a:pt x="378308" y="81"/>
                </a:cubicBezTo>
                <a:cubicBezTo>
                  <a:pt x="333164" y="-1912"/>
                  <a:pt x="294949" y="32993"/>
                  <a:pt x="292951" y="78045"/>
                </a:cubicBezTo>
                <a:cubicBezTo>
                  <a:pt x="291938" y="100911"/>
                  <a:pt x="300588" y="123153"/>
                  <a:pt x="316795" y="139350"/>
                </a:cubicBezTo>
                <a:lnTo>
                  <a:pt x="318985" y="141441"/>
                </a:lnTo>
                <a:lnTo>
                  <a:pt x="141725" y="318339"/>
                </a:lnTo>
                <a:lnTo>
                  <a:pt x="139630" y="316152"/>
                </a:lnTo>
                <a:cubicBezTo>
                  <a:pt x="107652" y="284290"/>
                  <a:pt x="55846" y="284331"/>
                  <a:pt x="23919" y="316243"/>
                </a:cubicBezTo>
                <a:cubicBezTo>
                  <a:pt x="-8009" y="348155"/>
                  <a:pt x="-7968" y="399855"/>
                  <a:pt x="24010" y="431717"/>
                </a:cubicBezTo>
                <a:cubicBezTo>
                  <a:pt x="40262" y="447910"/>
                  <a:pt x="62585" y="456542"/>
                  <a:pt x="85528" y="455503"/>
                </a:cubicBezTo>
                <a:cubicBezTo>
                  <a:pt x="84381" y="478415"/>
                  <a:pt x="93037" y="500736"/>
                  <a:pt x="109340" y="516909"/>
                </a:cubicBezTo>
                <a:cubicBezTo>
                  <a:pt x="141298" y="548801"/>
                  <a:pt x="193111" y="548801"/>
                  <a:pt x="225069" y="516909"/>
                </a:cubicBezTo>
                <a:cubicBezTo>
                  <a:pt x="257026" y="485017"/>
                  <a:pt x="257026" y="433309"/>
                  <a:pt x="225069" y="401417"/>
                </a:cubicBezTo>
                <a:lnTo>
                  <a:pt x="222878" y="399326"/>
                </a:lnTo>
                <a:lnTo>
                  <a:pt x="400138" y="222808"/>
                </a:lnTo>
                <a:lnTo>
                  <a:pt x="402234" y="224994"/>
                </a:lnTo>
                <a:cubicBezTo>
                  <a:pt x="434209" y="256859"/>
                  <a:pt x="486015" y="256822"/>
                  <a:pt x="517944" y="224912"/>
                </a:cubicBezTo>
                <a:cubicBezTo>
                  <a:pt x="549874" y="193001"/>
                  <a:pt x="549837" y="141302"/>
                  <a:pt x="517862" y="109438"/>
                </a:cubicBezTo>
                <a:cubicBezTo>
                  <a:pt x="501632" y="93264"/>
                  <a:pt x="479345" y="84632"/>
                  <a:pt x="456431" y="85643"/>
                </a:cubicBezTo>
                <a:close/>
              </a:path>
            </a:pathLst>
          </a:custGeom>
          <a:noFill/>
          <a:ln w="9525" cap="flat">
            <a:solidFill>
              <a:srgbClr val="FF941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4" name="任意多边形: 形状 19"/>
          <p:cNvSpPr/>
          <p:nvPr/>
        </p:nvSpPr>
        <p:spPr>
          <a:xfrm>
            <a:off x="7673010" y="3868365"/>
            <a:ext cx="4518990" cy="2999259"/>
          </a:xfrm>
          <a:custGeom>
            <a:avLst/>
            <a:gdLst>
              <a:gd name="connsiteX0" fmla="*/ 4137024 w 7137399"/>
              <a:gd name="connsiteY0" fmla="*/ 0 h 4737100"/>
              <a:gd name="connsiteX1" fmla="*/ 7062343 w 7137399"/>
              <a:gd name="connsiteY1" fmla="*/ 1211707 h 4737100"/>
              <a:gd name="connsiteX2" fmla="*/ 7137399 w 7137399"/>
              <a:gd name="connsiteY2" fmla="*/ 1294290 h 4737100"/>
              <a:gd name="connsiteX3" fmla="*/ 7137399 w 7137399"/>
              <a:gd name="connsiteY3" fmla="*/ 4737100 h 4737100"/>
              <a:gd name="connsiteX4" fmla="*/ 48385 w 7137399"/>
              <a:gd name="connsiteY4" fmla="*/ 4737100 h 4737100"/>
              <a:gd name="connsiteX5" fmla="*/ 21358 w 7137399"/>
              <a:gd name="connsiteY5" fmla="*/ 4560012 h 4737100"/>
              <a:gd name="connsiteX6" fmla="*/ 0 w 7137399"/>
              <a:gd name="connsiteY6" fmla="*/ 4137025 h 4737100"/>
              <a:gd name="connsiteX7" fmla="*/ 4137024 w 7137399"/>
              <a:gd name="connsiteY7" fmla="*/ 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37399" h="4737100">
                <a:moveTo>
                  <a:pt x="4137024" y="0"/>
                </a:moveTo>
                <a:cubicBezTo>
                  <a:pt x="5279432" y="0"/>
                  <a:pt x="6313688" y="463053"/>
                  <a:pt x="7062343" y="1211707"/>
                </a:cubicBezTo>
                <a:lnTo>
                  <a:pt x="7137399" y="1294290"/>
                </a:lnTo>
                <a:lnTo>
                  <a:pt x="7137399" y="4737100"/>
                </a:lnTo>
                <a:lnTo>
                  <a:pt x="48385" y="4737100"/>
                </a:lnTo>
                <a:lnTo>
                  <a:pt x="21358" y="4560012"/>
                </a:lnTo>
                <a:cubicBezTo>
                  <a:pt x="7235" y="4420937"/>
                  <a:pt x="0" y="4279826"/>
                  <a:pt x="0" y="4137025"/>
                </a:cubicBezTo>
                <a:cubicBezTo>
                  <a:pt x="0" y="1852209"/>
                  <a:pt x="1852209" y="0"/>
                  <a:pt x="4137024" y="0"/>
                </a:cubicBezTo>
                <a:close/>
              </a:path>
            </a:pathLst>
          </a:custGeom>
          <a:solidFill>
            <a:srgbClr val="3C49B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641" y="2679172"/>
            <a:ext cx="1555785" cy="1555785"/>
          </a:xfrm>
          <a:prstGeom prst="ellipse">
            <a:avLst/>
          </a:prstGeom>
          <a:solidFill>
            <a:srgbClr val="FF9415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OPPOSans B" pitchFamily="18" charset="-122"/>
              </a:rPr>
              <a:t>03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OPPOSans B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04490" y="3038475"/>
            <a:ext cx="62090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4800" spc="30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我们能为客户做什么</a:t>
            </a:r>
            <a:endParaRPr lang="zh-CN" altLang="en-US" sz="4800" spc="300" dirty="0">
              <a:solidFill>
                <a:srgbClr val="3C49B9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5" name="任意形状 14"/>
          <p:cNvSpPr/>
          <p:nvPr/>
        </p:nvSpPr>
        <p:spPr>
          <a:xfrm rot="1361601">
            <a:off x="-365342" y="-241793"/>
            <a:ext cx="2585772" cy="2755820"/>
          </a:xfrm>
          <a:custGeom>
            <a:avLst/>
            <a:gdLst>
              <a:gd name="connsiteX0" fmla="*/ 835907 w 2585772"/>
              <a:gd name="connsiteY0" fmla="*/ 2689327 h 2755820"/>
              <a:gd name="connsiteX1" fmla="*/ 1586975 w 2585772"/>
              <a:gd name="connsiteY1" fmla="*/ 2689328 h 2755820"/>
              <a:gd name="connsiteX2" fmla="*/ 1529153 w 2585772"/>
              <a:gd name="connsiteY2" fmla="*/ 2710148 h 2755820"/>
              <a:gd name="connsiteX3" fmla="*/ 1384287 w 2585772"/>
              <a:gd name="connsiteY3" fmla="*/ 2746310 h 2755820"/>
              <a:gd name="connsiteX4" fmla="*/ 1318884 w 2585772"/>
              <a:gd name="connsiteY4" fmla="*/ 2755820 h 2755820"/>
              <a:gd name="connsiteX5" fmla="*/ 879105 w 2585772"/>
              <a:gd name="connsiteY5" fmla="*/ 2755820 h 2755820"/>
              <a:gd name="connsiteX6" fmla="*/ 862676 w 2585772"/>
              <a:gd name="connsiteY6" fmla="*/ 2753339 h 2755820"/>
              <a:gd name="connsiteX7" fmla="*/ 749399 w 2585772"/>
              <a:gd name="connsiteY7" fmla="*/ 2482456 h 2755820"/>
              <a:gd name="connsiteX8" fmla="*/ 1980290 w 2585772"/>
              <a:gd name="connsiteY8" fmla="*/ 2482456 h 2755820"/>
              <a:gd name="connsiteX9" fmla="*/ 1937093 w 2585772"/>
              <a:gd name="connsiteY9" fmla="*/ 2515141 h 2755820"/>
              <a:gd name="connsiteX10" fmla="*/ 1881644 w 2585772"/>
              <a:gd name="connsiteY10" fmla="*/ 2548949 h 2755820"/>
              <a:gd name="connsiteX11" fmla="*/ 777205 w 2585772"/>
              <a:gd name="connsiteY11" fmla="*/ 2548948 h 2755820"/>
              <a:gd name="connsiteX12" fmla="*/ 662892 w 2585772"/>
              <a:gd name="connsiteY12" fmla="*/ 2275585 h 2755820"/>
              <a:gd name="connsiteX13" fmla="*/ 2207249 w 2585772"/>
              <a:gd name="connsiteY13" fmla="*/ 2275585 h 2755820"/>
              <a:gd name="connsiteX14" fmla="*/ 2161117 w 2585772"/>
              <a:gd name="connsiteY14" fmla="*/ 2327572 h 2755820"/>
              <a:gd name="connsiteX15" fmla="*/ 2145449 w 2585772"/>
              <a:gd name="connsiteY15" fmla="*/ 2342078 h 2755820"/>
              <a:gd name="connsiteX16" fmla="*/ 690697 w 2585772"/>
              <a:gd name="connsiteY16" fmla="*/ 2342078 h 2755820"/>
              <a:gd name="connsiteX17" fmla="*/ 576384 w 2585772"/>
              <a:gd name="connsiteY17" fmla="*/ 2068714 h 2755820"/>
              <a:gd name="connsiteX18" fmla="*/ 2361830 w 2585772"/>
              <a:gd name="connsiteY18" fmla="*/ 2068715 h 2755820"/>
              <a:gd name="connsiteX19" fmla="*/ 2341206 w 2585772"/>
              <a:gd name="connsiteY19" fmla="*/ 2103701 h 2755820"/>
              <a:gd name="connsiteX20" fmla="*/ 2318292 w 2585772"/>
              <a:gd name="connsiteY20" fmla="*/ 2135208 h 2755820"/>
              <a:gd name="connsiteX21" fmla="*/ 604190 w 2585772"/>
              <a:gd name="connsiteY21" fmla="*/ 2135208 h 2755820"/>
              <a:gd name="connsiteX22" fmla="*/ 489876 w 2585772"/>
              <a:gd name="connsiteY22" fmla="*/ 1861842 h 2755820"/>
              <a:gd name="connsiteX23" fmla="*/ 2469250 w 2585772"/>
              <a:gd name="connsiteY23" fmla="*/ 1861842 h 2755820"/>
              <a:gd name="connsiteX24" fmla="*/ 2438187 w 2585772"/>
              <a:gd name="connsiteY24" fmla="*/ 1928335 h 2755820"/>
              <a:gd name="connsiteX25" fmla="*/ 517681 w 2585772"/>
              <a:gd name="connsiteY25" fmla="*/ 1928335 h 2755820"/>
              <a:gd name="connsiteX26" fmla="*/ 403367 w 2585772"/>
              <a:gd name="connsiteY26" fmla="*/ 1654969 h 2755820"/>
              <a:gd name="connsiteX27" fmla="*/ 2537501 w 2585772"/>
              <a:gd name="connsiteY27" fmla="*/ 1654970 h 2755820"/>
              <a:gd name="connsiteX28" fmla="*/ 2521941 w 2585772"/>
              <a:gd name="connsiteY28" fmla="*/ 1716940 h 2755820"/>
              <a:gd name="connsiteX29" fmla="*/ 2520333 w 2585772"/>
              <a:gd name="connsiteY29" fmla="*/ 1721463 h 2755820"/>
              <a:gd name="connsiteX30" fmla="*/ 431173 w 2585772"/>
              <a:gd name="connsiteY30" fmla="*/ 1721463 h 2755820"/>
              <a:gd name="connsiteX31" fmla="*/ 316859 w 2585772"/>
              <a:gd name="connsiteY31" fmla="*/ 1448098 h 2755820"/>
              <a:gd name="connsiteX32" fmla="*/ 2576407 w 2585772"/>
              <a:gd name="connsiteY32" fmla="*/ 1448098 h 2755820"/>
              <a:gd name="connsiteX33" fmla="*/ 2566368 w 2585772"/>
              <a:gd name="connsiteY33" fmla="*/ 1514591 h 2755820"/>
              <a:gd name="connsiteX34" fmla="*/ 344665 w 2585772"/>
              <a:gd name="connsiteY34" fmla="*/ 1514591 h 2755820"/>
              <a:gd name="connsiteX35" fmla="*/ 230351 w 2585772"/>
              <a:gd name="connsiteY35" fmla="*/ 1241226 h 2755820"/>
              <a:gd name="connsiteX36" fmla="*/ 2583452 w 2585772"/>
              <a:gd name="connsiteY36" fmla="*/ 1241226 h 2755820"/>
              <a:gd name="connsiteX37" fmla="*/ 2585772 w 2585772"/>
              <a:gd name="connsiteY37" fmla="*/ 1292498 h 2755820"/>
              <a:gd name="connsiteX38" fmla="*/ 2584967 w 2585772"/>
              <a:gd name="connsiteY38" fmla="*/ 1307720 h 2755820"/>
              <a:gd name="connsiteX39" fmla="*/ 258157 w 2585772"/>
              <a:gd name="connsiteY39" fmla="*/ 1307720 h 2755820"/>
              <a:gd name="connsiteX40" fmla="*/ 143844 w 2585772"/>
              <a:gd name="connsiteY40" fmla="*/ 1034356 h 2755820"/>
              <a:gd name="connsiteX41" fmla="*/ 2562789 w 2585772"/>
              <a:gd name="connsiteY41" fmla="*/ 1034357 h 2755820"/>
              <a:gd name="connsiteX42" fmla="*/ 2572458 w 2585772"/>
              <a:gd name="connsiteY42" fmla="*/ 1100850 h 2755820"/>
              <a:gd name="connsiteX43" fmla="*/ 171649 w 2585772"/>
              <a:gd name="connsiteY43" fmla="*/ 1100850 h 2755820"/>
              <a:gd name="connsiteX44" fmla="*/ 57336 w 2585772"/>
              <a:gd name="connsiteY44" fmla="*/ 827485 h 2755820"/>
              <a:gd name="connsiteX45" fmla="*/ 2511325 w 2585772"/>
              <a:gd name="connsiteY45" fmla="*/ 827486 h 2755820"/>
              <a:gd name="connsiteX46" fmla="*/ 2521869 w 2585772"/>
              <a:gd name="connsiteY46" fmla="*/ 856770 h 2755820"/>
              <a:gd name="connsiteX47" fmla="*/ 2531157 w 2585772"/>
              <a:gd name="connsiteY47" fmla="*/ 893980 h 2755820"/>
              <a:gd name="connsiteX48" fmla="*/ 85142 w 2585772"/>
              <a:gd name="connsiteY48" fmla="*/ 893980 h 2755820"/>
              <a:gd name="connsiteX49" fmla="*/ 1484105 w 2585772"/>
              <a:gd name="connsiteY49" fmla="*/ 66494 h 2755820"/>
              <a:gd name="connsiteX50" fmla="*/ 1643116 w 2585772"/>
              <a:gd name="connsiteY50" fmla="*/ 0 h 2755820"/>
              <a:gd name="connsiteX51" fmla="*/ 1839561 w 2585772"/>
              <a:gd name="connsiteY51" fmla="*/ 0 h 2755820"/>
              <a:gd name="connsiteX52" fmla="*/ 1915422 w 2585772"/>
              <a:gd name="connsiteY52" fmla="*/ 44719 h 2755820"/>
              <a:gd name="connsiteX53" fmla="*/ 1945363 w 2585772"/>
              <a:gd name="connsiteY53" fmla="*/ 66494 h 2755820"/>
              <a:gd name="connsiteX54" fmla="*/ 989401 w 2585772"/>
              <a:gd name="connsiteY54" fmla="*/ 273366 h 2755820"/>
              <a:gd name="connsiteX55" fmla="*/ 1148409 w 2585772"/>
              <a:gd name="connsiteY55" fmla="*/ 206873 h 2755820"/>
              <a:gd name="connsiteX56" fmla="*/ 2119083 w 2585772"/>
              <a:gd name="connsiteY56" fmla="*/ 206873 h 2755820"/>
              <a:gd name="connsiteX57" fmla="*/ 2139293 w 2585772"/>
              <a:gd name="connsiteY57" fmla="*/ 224808 h 2755820"/>
              <a:gd name="connsiteX58" fmla="*/ 2184253 w 2585772"/>
              <a:gd name="connsiteY58" fmla="*/ 273366 h 2755820"/>
              <a:gd name="connsiteX59" fmla="*/ 494698 w 2585772"/>
              <a:gd name="connsiteY59" fmla="*/ 480237 h 2755820"/>
              <a:gd name="connsiteX60" fmla="*/ 653708 w 2585772"/>
              <a:gd name="connsiteY60" fmla="*/ 413743 h 2755820"/>
              <a:gd name="connsiteX61" fmla="*/ 2300313 w 2585772"/>
              <a:gd name="connsiteY61" fmla="*/ 413743 h 2755820"/>
              <a:gd name="connsiteX62" fmla="*/ 2326862 w 2585772"/>
              <a:gd name="connsiteY62" fmla="*/ 448832 h 2755820"/>
              <a:gd name="connsiteX63" fmla="*/ 2346010 w 2585772"/>
              <a:gd name="connsiteY63" fmla="*/ 480236 h 2755820"/>
              <a:gd name="connsiteX64" fmla="*/ 0 w 2585772"/>
              <a:gd name="connsiteY64" fmla="*/ 687106 h 2755820"/>
              <a:gd name="connsiteX65" fmla="*/ 159011 w 2585772"/>
              <a:gd name="connsiteY65" fmla="*/ 620612 h 2755820"/>
              <a:gd name="connsiteX66" fmla="*/ 2425799 w 2585772"/>
              <a:gd name="connsiteY66" fmla="*/ 620613 h 2755820"/>
              <a:gd name="connsiteX67" fmla="*/ 2457634 w 2585772"/>
              <a:gd name="connsiteY67" fmla="*/ 687106 h 275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585772" h="2755820">
                <a:moveTo>
                  <a:pt x="835907" y="2689327"/>
                </a:moveTo>
                <a:lnTo>
                  <a:pt x="1586975" y="2689328"/>
                </a:lnTo>
                <a:lnTo>
                  <a:pt x="1529153" y="2710148"/>
                </a:lnTo>
                <a:cubicBezTo>
                  <a:pt x="1481090" y="2724745"/>
                  <a:pt x="1432747" y="2736777"/>
                  <a:pt x="1384287" y="2746310"/>
                </a:cubicBezTo>
                <a:lnTo>
                  <a:pt x="1318884" y="2755820"/>
                </a:lnTo>
                <a:lnTo>
                  <a:pt x="879105" y="2755820"/>
                </a:lnTo>
                <a:lnTo>
                  <a:pt x="862676" y="2753339"/>
                </a:lnTo>
                <a:close/>
                <a:moveTo>
                  <a:pt x="749399" y="2482456"/>
                </a:moveTo>
                <a:lnTo>
                  <a:pt x="1980290" y="2482456"/>
                </a:lnTo>
                <a:lnTo>
                  <a:pt x="1937093" y="2515141"/>
                </a:lnTo>
                <a:lnTo>
                  <a:pt x="1881644" y="2548949"/>
                </a:lnTo>
                <a:lnTo>
                  <a:pt x="777205" y="2548948"/>
                </a:lnTo>
                <a:close/>
                <a:moveTo>
                  <a:pt x="662892" y="2275585"/>
                </a:moveTo>
                <a:lnTo>
                  <a:pt x="2207249" y="2275585"/>
                </a:lnTo>
                <a:lnTo>
                  <a:pt x="2161117" y="2327572"/>
                </a:lnTo>
                <a:lnTo>
                  <a:pt x="2145449" y="2342078"/>
                </a:lnTo>
                <a:lnTo>
                  <a:pt x="690697" y="2342078"/>
                </a:lnTo>
                <a:close/>
                <a:moveTo>
                  <a:pt x="576384" y="2068714"/>
                </a:moveTo>
                <a:lnTo>
                  <a:pt x="2361830" y="2068715"/>
                </a:lnTo>
                <a:lnTo>
                  <a:pt x="2341206" y="2103701"/>
                </a:lnTo>
                <a:lnTo>
                  <a:pt x="2318292" y="2135208"/>
                </a:lnTo>
                <a:lnTo>
                  <a:pt x="604190" y="2135208"/>
                </a:lnTo>
                <a:close/>
                <a:moveTo>
                  <a:pt x="489876" y="1861842"/>
                </a:moveTo>
                <a:lnTo>
                  <a:pt x="2469250" y="1861842"/>
                </a:lnTo>
                <a:lnTo>
                  <a:pt x="2438187" y="1928335"/>
                </a:lnTo>
                <a:lnTo>
                  <a:pt x="517681" y="1928335"/>
                </a:lnTo>
                <a:close/>
                <a:moveTo>
                  <a:pt x="403367" y="1654969"/>
                </a:moveTo>
                <a:lnTo>
                  <a:pt x="2537501" y="1654970"/>
                </a:lnTo>
                <a:lnTo>
                  <a:pt x="2521941" y="1716940"/>
                </a:lnTo>
                <a:lnTo>
                  <a:pt x="2520333" y="1721463"/>
                </a:lnTo>
                <a:lnTo>
                  <a:pt x="431173" y="1721463"/>
                </a:lnTo>
                <a:close/>
                <a:moveTo>
                  <a:pt x="316859" y="1448098"/>
                </a:moveTo>
                <a:lnTo>
                  <a:pt x="2576407" y="1448098"/>
                </a:lnTo>
                <a:lnTo>
                  <a:pt x="2566368" y="1514591"/>
                </a:lnTo>
                <a:lnTo>
                  <a:pt x="344665" y="1514591"/>
                </a:lnTo>
                <a:close/>
                <a:moveTo>
                  <a:pt x="230351" y="1241226"/>
                </a:moveTo>
                <a:lnTo>
                  <a:pt x="2583452" y="1241226"/>
                </a:lnTo>
                <a:lnTo>
                  <a:pt x="2585772" y="1292498"/>
                </a:lnTo>
                <a:lnTo>
                  <a:pt x="2584967" y="1307720"/>
                </a:lnTo>
                <a:lnTo>
                  <a:pt x="258157" y="1307720"/>
                </a:lnTo>
                <a:close/>
                <a:moveTo>
                  <a:pt x="143844" y="1034356"/>
                </a:moveTo>
                <a:lnTo>
                  <a:pt x="2562789" y="1034357"/>
                </a:lnTo>
                <a:lnTo>
                  <a:pt x="2572458" y="1100850"/>
                </a:lnTo>
                <a:lnTo>
                  <a:pt x="171649" y="1100850"/>
                </a:lnTo>
                <a:close/>
                <a:moveTo>
                  <a:pt x="57336" y="827485"/>
                </a:moveTo>
                <a:lnTo>
                  <a:pt x="2511325" y="827486"/>
                </a:lnTo>
                <a:lnTo>
                  <a:pt x="2521869" y="856770"/>
                </a:lnTo>
                <a:lnTo>
                  <a:pt x="2531157" y="893980"/>
                </a:lnTo>
                <a:lnTo>
                  <a:pt x="85142" y="893980"/>
                </a:lnTo>
                <a:close/>
                <a:moveTo>
                  <a:pt x="1484105" y="66494"/>
                </a:moveTo>
                <a:lnTo>
                  <a:pt x="1643116" y="0"/>
                </a:lnTo>
                <a:lnTo>
                  <a:pt x="1839561" y="0"/>
                </a:lnTo>
                <a:lnTo>
                  <a:pt x="1915422" y="44719"/>
                </a:lnTo>
                <a:lnTo>
                  <a:pt x="1945363" y="66494"/>
                </a:lnTo>
                <a:close/>
                <a:moveTo>
                  <a:pt x="989401" y="273366"/>
                </a:moveTo>
                <a:lnTo>
                  <a:pt x="1148409" y="206873"/>
                </a:lnTo>
                <a:lnTo>
                  <a:pt x="2119083" y="206873"/>
                </a:lnTo>
                <a:lnTo>
                  <a:pt x="2139293" y="224808"/>
                </a:lnTo>
                <a:lnTo>
                  <a:pt x="2184253" y="273366"/>
                </a:lnTo>
                <a:close/>
                <a:moveTo>
                  <a:pt x="494698" y="480237"/>
                </a:moveTo>
                <a:lnTo>
                  <a:pt x="653708" y="413743"/>
                </a:lnTo>
                <a:lnTo>
                  <a:pt x="2300313" y="413743"/>
                </a:lnTo>
                <a:lnTo>
                  <a:pt x="2326862" y="448832"/>
                </a:lnTo>
                <a:lnTo>
                  <a:pt x="2346010" y="480236"/>
                </a:lnTo>
                <a:close/>
                <a:moveTo>
                  <a:pt x="0" y="687106"/>
                </a:moveTo>
                <a:lnTo>
                  <a:pt x="159011" y="620612"/>
                </a:lnTo>
                <a:lnTo>
                  <a:pt x="2425799" y="620613"/>
                </a:lnTo>
                <a:lnTo>
                  <a:pt x="2457634" y="687106"/>
                </a:ln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438150" y="2540635"/>
            <a:ext cx="5587365" cy="3968115"/>
          </a:xfrm>
          <a:prstGeom prst="round1Rect">
            <a:avLst>
              <a:gd name="adj" fmla="val 50000"/>
            </a:avLst>
          </a:pr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5" name="文本框 4"/>
            <p:cNvSpPr txBox="1"/>
            <p:nvPr/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服务范围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sp>
        <p:nvSpPr>
          <p:cNvPr id="2" name="单圆角矩形 1"/>
          <p:cNvSpPr/>
          <p:nvPr/>
        </p:nvSpPr>
        <p:spPr>
          <a:xfrm>
            <a:off x="0" y="2889885"/>
            <a:ext cx="5587365" cy="3968115"/>
          </a:xfrm>
          <a:prstGeom prst="round1Rect">
            <a:avLst>
              <a:gd name="adj" fmla="val 50000"/>
            </a:avLst>
          </a:pr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746217" y="324654"/>
            <a:ext cx="875424" cy="819397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6383655" y="4135755"/>
            <a:ext cx="488823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</a:rPr>
              <a:t>助力客户在抖音等平台，通过有效种草，提升5A人群数字资产包，提升信息流，直播间转化效率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66790" y="2540635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种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376795" y="2540635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草</a:t>
            </a:r>
            <a:endParaRPr lang="zh-CN" altLang="en-US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775700" y="2540635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提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174605" y="2510790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效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直角三角形 40"/>
          <p:cNvSpPr/>
          <p:nvPr/>
        </p:nvSpPr>
        <p:spPr>
          <a:xfrm>
            <a:off x="0" y="4237990"/>
            <a:ext cx="5074285" cy="2609215"/>
          </a:xfrm>
          <a:prstGeom prst="rtTriangle">
            <a:avLst/>
          </a:pr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3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服务范围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7" name="椭圆 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pic>
        <p:nvPicPr>
          <p:cNvPr id="43" name="图片 4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10746217" y="324654"/>
            <a:ext cx="875424" cy="819397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6"/>
            </p:custDataLst>
          </p:nvPr>
        </p:nvSpPr>
        <p:spPr>
          <a:xfrm>
            <a:off x="5525770" y="4237990"/>
            <a:ext cx="575119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帮助萌宠赛道新老品牌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（市场+竞品+受众+自身）洞察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（营销+创意+媒介+投放）策略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42" name="矩形 41"/>
          <p:cNvSpPr/>
          <p:nvPr>
            <p:custDataLst>
              <p:tags r:id="rId7"/>
            </p:custDataLst>
          </p:nvPr>
        </p:nvSpPr>
        <p:spPr>
          <a:xfrm>
            <a:off x="5262880" y="2480945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陪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44" name="矩形 43"/>
          <p:cNvSpPr/>
          <p:nvPr>
            <p:custDataLst>
              <p:tags r:id="rId8"/>
            </p:custDataLst>
          </p:nvPr>
        </p:nvSpPr>
        <p:spPr>
          <a:xfrm>
            <a:off x="6661785" y="2510790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跑</a:t>
            </a:r>
            <a:endParaRPr lang="zh-CN" altLang="en-US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9"/>
            </p:custDataLst>
          </p:nvPr>
        </p:nvSpPr>
        <p:spPr>
          <a:xfrm>
            <a:off x="8060690" y="2510790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成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0"/>
            </p:custDataLst>
          </p:nvPr>
        </p:nvSpPr>
        <p:spPr>
          <a:xfrm>
            <a:off x="9459595" y="2510790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长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五边形 7"/>
          <p:cNvSpPr/>
          <p:nvPr/>
        </p:nvSpPr>
        <p:spPr>
          <a:xfrm>
            <a:off x="0" y="3492500"/>
            <a:ext cx="4789805" cy="4559300"/>
          </a:xfrm>
          <a:prstGeom prst="pentagon">
            <a:avLst/>
          </a:pr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63985" y="407964"/>
            <a:ext cx="3226316" cy="659175"/>
            <a:chOff x="363985" y="407964"/>
            <a:chExt cx="3226316" cy="659175"/>
          </a:xfrm>
        </p:grpSpPr>
        <p:sp>
          <p:nvSpPr>
            <p:cNvPr id="3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1171476" y="475941"/>
              <a:ext cx="241882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9B9"/>
                  </a:solidFill>
                  <a:effectLst/>
                  <a:uLnTx/>
                  <a:uFillTx/>
                  <a:latin typeface="汉仪雅酷黑 65W" panose="020B0604020202020204" pitchFamily="34" charset="-122"/>
                  <a:ea typeface="汉仪雅酷黑 65W" panose="020B0604020202020204" pitchFamily="34" charset="-122"/>
                </a:rPr>
                <a:t>服务范围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63985" y="407964"/>
              <a:ext cx="733333" cy="659175"/>
              <a:chOff x="344107" y="272008"/>
              <a:chExt cx="884584" cy="795131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433560" y="272008"/>
                <a:ext cx="795131" cy="795131"/>
              </a:xfrm>
              <a:prstGeom prst="ellipse">
                <a:avLst/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  <p:sp>
            <p:nvSpPr>
              <p:cNvPr id="7" name="椭圆 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4107" y="272008"/>
                <a:ext cx="795131" cy="795131"/>
              </a:xfrm>
              <a:prstGeom prst="ellipse">
                <a:avLst/>
              </a:prstGeom>
              <a:solidFill>
                <a:srgbClr val="3C49B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汉仪雅酷黑 65W" panose="020B0604020202020204" pitchFamily="34" charset="-122"/>
                  <a:ea typeface="汉仪雅酷黑 65W" panose="020B0604020202020204" pitchFamily="34" charset="-122"/>
                </a:endParaRPr>
              </a:p>
            </p:txBody>
          </p:sp>
        </p:grpSp>
      </p:grpSp>
      <p:pic>
        <p:nvPicPr>
          <p:cNvPr id="43" name="图片 4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10746217" y="324654"/>
            <a:ext cx="875424" cy="819397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6"/>
            </p:custDataLst>
          </p:nvPr>
        </p:nvSpPr>
        <p:spPr>
          <a:xfrm>
            <a:off x="5525770" y="4237990"/>
            <a:ext cx="575119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洞悉萌宠赛道内容趋势，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助力破圈品牌在萌宠内容加持下，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3C49B9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塑造心智，增强联想率及好感度</a:t>
            </a:r>
            <a:endParaRPr lang="zh-CN" altLang="en-US" sz="2000">
              <a:solidFill>
                <a:srgbClr val="3C49B9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42" name="矩形 41"/>
          <p:cNvSpPr/>
          <p:nvPr>
            <p:custDataLst>
              <p:tags r:id="rId7"/>
            </p:custDataLst>
          </p:nvPr>
        </p:nvSpPr>
        <p:spPr>
          <a:xfrm>
            <a:off x="5230495" y="2518410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玩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44" name="矩形 43"/>
          <p:cNvSpPr/>
          <p:nvPr>
            <p:custDataLst>
              <p:tags r:id="rId8"/>
            </p:custDataLst>
          </p:nvPr>
        </p:nvSpPr>
        <p:spPr>
          <a:xfrm>
            <a:off x="6661785" y="2510790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转</a:t>
            </a:r>
            <a:endParaRPr lang="zh-CN" altLang="en-US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9"/>
            </p:custDataLst>
          </p:nvPr>
        </p:nvSpPr>
        <p:spPr>
          <a:xfrm>
            <a:off x="8093075" y="2538730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跨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0"/>
            </p:custDataLst>
          </p:nvPr>
        </p:nvSpPr>
        <p:spPr>
          <a:xfrm>
            <a:off x="9459595" y="2538730"/>
            <a:ext cx="1098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界</a:t>
            </a:r>
            <a:endParaRPr lang="zh-CN" altLang="en-US" sz="7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5" name="正五边形 4"/>
          <p:cNvSpPr/>
          <p:nvPr/>
        </p:nvSpPr>
        <p:spPr>
          <a:xfrm>
            <a:off x="277495" y="3887470"/>
            <a:ext cx="4206875" cy="4004310"/>
          </a:xfrm>
          <a:prstGeom prst="pentagon">
            <a:avLst/>
          </a:pr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形状 2"/>
          <p:cNvSpPr/>
          <p:nvPr/>
        </p:nvSpPr>
        <p:spPr>
          <a:xfrm>
            <a:off x="3845084" y="3956859"/>
            <a:ext cx="2813779" cy="2808384"/>
          </a:xfrm>
          <a:custGeom>
            <a:avLst/>
            <a:gdLst>
              <a:gd name="connsiteX0" fmla="*/ 456431 w 541867"/>
              <a:gd name="connsiteY0" fmla="*/ 85263 h 540828"/>
              <a:gd name="connsiteX1" fmla="*/ 378308 w 541867"/>
              <a:gd name="connsiteY1" fmla="*/ 81 h 540828"/>
              <a:gd name="connsiteX2" fmla="*/ 292951 w 541867"/>
              <a:gd name="connsiteY2" fmla="*/ 78045 h 540828"/>
              <a:gd name="connsiteX3" fmla="*/ 316795 w 541867"/>
              <a:gd name="connsiteY3" fmla="*/ 139350 h 540828"/>
              <a:gd name="connsiteX4" fmla="*/ 318985 w 541867"/>
              <a:gd name="connsiteY4" fmla="*/ 141441 h 540828"/>
              <a:gd name="connsiteX5" fmla="*/ 141725 w 541867"/>
              <a:gd name="connsiteY5" fmla="*/ 318339 h 540828"/>
              <a:gd name="connsiteX6" fmla="*/ 139630 w 541867"/>
              <a:gd name="connsiteY6" fmla="*/ 316152 h 540828"/>
              <a:gd name="connsiteX7" fmla="*/ 23919 w 541867"/>
              <a:gd name="connsiteY7" fmla="*/ 316243 h 540828"/>
              <a:gd name="connsiteX8" fmla="*/ 24010 w 541867"/>
              <a:gd name="connsiteY8" fmla="*/ 431717 h 540828"/>
              <a:gd name="connsiteX9" fmla="*/ 85528 w 541867"/>
              <a:gd name="connsiteY9" fmla="*/ 455503 h 540828"/>
              <a:gd name="connsiteX10" fmla="*/ 109340 w 541867"/>
              <a:gd name="connsiteY10" fmla="*/ 516909 h 540828"/>
              <a:gd name="connsiteX11" fmla="*/ 225069 w 541867"/>
              <a:gd name="connsiteY11" fmla="*/ 516909 h 540828"/>
              <a:gd name="connsiteX12" fmla="*/ 225069 w 541867"/>
              <a:gd name="connsiteY12" fmla="*/ 401417 h 540828"/>
              <a:gd name="connsiteX13" fmla="*/ 222878 w 541867"/>
              <a:gd name="connsiteY13" fmla="*/ 399326 h 540828"/>
              <a:gd name="connsiteX14" fmla="*/ 400138 w 541867"/>
              <a:gd name="connsiteY14" fmla="*/ 222808 h 540828"/>
              <a:gd name="connsiteX15" fmla="*/ 402234 w 541867"/>
              <a:gd name="connsiteY15" fmla="*/ 224994 h 540828"/>
              <a:gd name="connsiteX16" fmla="*/ 517944 w 541867"/>
              <a:gd name="connsiteY16" fmla="*/ 224912 h 540828"/>
              <a:gd name="connsiteX17" fmla="*/ 517862 w 541867"/>
              <a:gd name="connsiteY17" fmla="*/ 109438 h 540828"/>
              <a:gd name="connsiteX18" fmla="*/ 456431 w 541867"/>
              <a:gd name="connsiteY18" fmla="*/ 85643 h 54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867" h="540828">
                <a:moveTo>
                  <a:pt x="456431" y="85263"/>
                </a:moveTo>
                <a:cubicBezTo>
                  <a:pt x="458428" y="40212"/>
                  <a:pt x="423452" y="2075"/>
                  <a:pt x="378308" y="81"/>
                </a:cubicBezTo>
                <a:cubicBezTo>
                  <a:pt x="333164" y="-1912"/>
                  <a:pt x="294949" y="32993"/>
                  <a:pt x="292951" y="78045"/>
                </a:cubicBezTo>
                <a:cubicBezTo>
                  <a:pt x="291938" y="100911"/>
                  <a:pt x="300588" y="123153"/>
                  <a:pt x="316795" y="139350"/>
                </a:cubicBezTo>
                <a:lnTo>
                  <a:pt x="318985" y="141441"/>
                </a:lnTo>
                <a:lnTo>
                  <a:pt x="141725" y="318339"/>
                </a:lnTo>
                <a:lnTo>
                  <a:pt x="139630" y="316152"/>
                </a:lnTo>
                <a:cubicBezTo>
                  <a:pt x="107652" y="284290"/>
                  <a:pt x="55846" y="284331"/>
                  <a:pt x="23919" y="316243"/>
                </a:cubicBezTo>
                <a:cubicBezTo>
                  <a:pt x="-8009" y="348155"/>
                  <a:pt x="-7968" y="399855"/>
                  <a:pt x="24010" y="431717"/>
                </a:cubicBezTo>
                <a:cubicBezTo>
                  <a:pt x="40262" y="447910"/>
                  <a:pt x="62585" y="456542"/>
                  <a:pt x="85528" y="455503"/>
                </a:cubicBezTo>
                <a:cubicBezTo>
                  <a:pt x="84381" y="478415"/>
                  <a:pt x="93037" y="500736"/>
                  <a:pt x="109340" y="516909"/>
                </a:cubicBezTo>
                <a:cubicBezTo>
                  <a:pt x="141298" y="548801"/>
                  <a:pt x="193111" y="548801"/>
                  <a:pt x="225069" y="516909"/>
                </a:cubicBezTo>
                <a:cubicBezTo>
                  <a:pt x="257026" y="485017"/>
                  <a:pt x="257026" y="433309"/>
                  <a:pt x="225069" y="401417"/>
                </a:cubicBezTo>
                <a:lnTo>
                  <a:pt x="222878" y="399326"/>
                </a:lnTo>
                <a:lnTo>
                  <a:pt x="400138" y="222808"/>
                </a:lnTo>
                <a:lnTo>
                  <a:pt x="402234" y="224994"/>
                </a:lnTo>
                <a:cubicBezTo>
                  <a:pt x="434209" y="256859"/>
                  <a:pt x="486015" y="256822"/>
                  <a:pt x="517944" y="224912"/>
                </a:cubicBezTo>
                <a:cubicBezTo>
                  <a:pt x="549874" y="193001"/>
                  <a:pt x="549837" y="141302"/>
                  <a:pt x="517862" y="109438"/>
                </a:cubicBezTo>
                <a:cubicBezTo>
                  <a:pt x="501632" y="93264"/>
                  <a:pt x="479345" y="84632"/>
                  <a:pt x="456431" y="85643"/>
                </a:cubicBezTo>
                <a:close/>
              </a:path>
            </a:pathLst>
          </a:custGeom>
          <a:noFill/>
          <a:ln w="9525" cap="flat">
            <a:solidFill>
              <a:srgbClr val="FF941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4" name="任意多边形: 形状 19"/>
          <p:cNvSpPr/>
          <p:nvPr/>
        </p:nvSpPr>
        <p:spPr>
          <a:xfrm>
            <a:off x="7673010" y="3868365"/>
            <a:ext cx="4518990" cy="2999259"/>
          </a:xfrm>
          <a:custGeom>
            <a:avLst/>
            <a:gdLst>
              <a:gd name="connsiteX0" fmla="*/ 4137024 w 7137399"/>
              <a:gd name="connsiteY0" fmla="*/ 0 h 4737100"/>
              <a:gd name="connsiteX1" fmla="*/ 7062343 w 7137399"/>
              <a:gd name="connsiteY1" fmla="*/ 1211707 h 4737100"/>
              <a:gd name="connsiteX2" fmla="*/ 7137399 w 7137399"/>
              <a:gd name="connsiteY2" fmla="*/ 1294290 h 4737100"/>
              <a:gd name="connsiteX3" fmla="*/ 7137399 w 7137399"/>
              <a:gd name="connsiteY3" fmla="*/ 4737100 h 4737100"/>
              <a:gd name="connsiteX4" fmla="*/ 48385 w 7137399"/>
              <a:gd name="connsiteY4" fmla="*/ 4737100 h 4737100"/>
              <a:gd name="connsiteX5" fmla="*/ 21358 w 7137399"/>
              <a:gd name="connsiteY5" fmla="*/ 4560012 h 4737100"/>
              <a:gd name="connsiteX6" fmla="*/ 0 w 7137399"/>
              <a:gd name="connsiteY6" fmla="*/ 4137025 h 4737100"/>
              <a:gd name="connsiteX7" fmla="*/ 4137024 w 7137399"/>
              <a:gd name="connsiteY7" fmla="*/ 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37399" h="4737100">
                <a:moveTo>
                  <a:pt x="4137024" y="0"/>
                </a:moveTo>
                <a:cubicBezTo>
                  <a:pt x="5279432" y="0"/>
                  <a:pt x="6313688" y="463053"/>
                  <a:pt x="7062343" y="1211707"/>
                </a:cubicBezTo>
                <a:lnTo>
                  <a:pt x="7137399" y="1294290"/>
                </a:lnTo>
                <a:lnTo>
                  <a:pt x="7137399" y="4737100"/>
                </a:lnTo>
                <a:lnTo>
                  <a:pt x="48385" y="4737100"/>
                </a:lnTo>
                <a:lnTo>
                  <a:pt x="21358" y="4560012"/>
                </a:lnTo>
                <a:cubicBezTo>
                  <a:pt x="7235" y="4420937"/>
                  <a:pt x="0" y="4279826"/>
                  <a:pt x="0" y="4137025"/>
                </a:cubicBezTo>
                <a:cubicBezTo>
                  <a:pt x="0" y="1852209"/>
                  <a:pt x="1852209" y="0"/>
                  <a:pt x="4137024" y="0"/>
                </a:cubicBezTo>
                <a:close/>
              </a:path>
            </a:pathLst>
          </a:custGeom>
          <a:solidFill>
            <a:srgbClr val="3C49B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641" y="2679172"/>
            <a:ext cx="1555785" cy="1555785"/>
          </a:xfrm>
          <a:prstGeom prst="ellipse">
            <a:avLst/>
          </a:prstGeom>
          <a:solidFill>
            <a:srgbClr val="FF9415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cs typeface="OPPOSans B" pitchFamily="18" charset="-122"/>
              </a:rPr>
              <a:t>04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cs typeface="OPPOSans B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04603" y="3038407"/>
            <a:ext cx="601785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4800" spc="30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合作案例</a:t>
            </a:r>
            <a:endParaRPr lang="zh-CN" altLang="en-US" sz="4800" spc="300" dirty="0">
              <a:solidFill>
                <a:srgbClr val="3C49B9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5" name="任意形状 14"/>
          <p:cNvSpPr/>
          <p:nvPr/>
        </p:nvSpPr>
        <p:spPr>
          <a:xfrm rot="1361601">
            <a:off x="-365342" y="-241793"/>
            <a:ext cx="2585772" cy="2755820"/>
          </a:xfrm>
          <a:custGeom>
            <a:avLst/>
            <a:gdLst>
              <a:gd name="connsiteX0" fmla="*/ 835907 w 2585772"/>
              <a:gd name="connsiteY0" fmla="*/ 2689327 h 2755820"/>
              <a:gd name="connsiteX1" fmla="*/ 1586975 w 2585772"/>
              <a:gd name="connsiteY1" fmla="*/ 2689328 h 2755820"/>
              <a:gd name="connsiteX2" fmla="*/ 1529153 w 2585772"/>
              <a:gd name="connsiteY2" fmla="*/ 2710148 h 2755820"/>
              <a:gd name="connsiteX3" fmla="*/ 1384287 w 2585772"/>
              <a:gd name="connsiteY3" fmla="*/ 2746310 h 2755820"/>
              <a:gd name="connsiteX4" fmla="*/ 1318884 w 2585772"/>
              <a:gd name="connsiteY4" fmla="*/ 2755820 h 2755820"/>
              <a:gd name="connsiteX5" fmla="*/ 879105 w 2585772"/>
              <a:gd name="connsiteY5" fmla="*/ 2755820 h 2755820"/>
              <a:gd name="connsiteX6" fmla="*/ 862676 w 2585772"/>
              <a:gd name="connsiteY6" fmla="*/ 2753339 h 2755820"/>
              <a:gd name="connsiteX7" fmla="*/ 749399 w 2585772"/>
              <a:gd name="connsiteY7" fmla="*/ 2482456 h 2755820"/>
              <a:gd name="connsiteX8" fmla="*/ 1980290 w 2585772"/>
              <a:gd name="connsiteY8" fmla="*/ 2482456 h 2755820"/>
              <a:gd name="connsiteX9" fmla="*/ 1937093 w 2585772"/>
              <a:gd name="connsiteY9" fmla="*/ 2515141 h 2755820"/>
              <a:gd name="connsiteX10" fmla="*/ 1881644 w 2585772"/>
              <a:gd name="connsiteY10" fmla="*/ 2548949 h 2755820"/>
              <a:gd name="connsiteX11" fmla="*/ 777205 w 2585772"/>
              <a:gd name="connsiteY11" fmla="*/ 2548948 h 2755820"/>
              <a:gd name="connsiteX12" fmla="*/ 662892 w 2585772"/>
              <a:gd name="connsiteY12" fmla="*/ 2275585 h 2755820"/>
              <a:gd name="connsiteX13" fmla="*/ 2207249 w 2585772"/>
              <a:gd name="connsiteY13" fmla="*/ 2275585 h 2755820"/>
              <a:gd name="connsiteX14" fmla="*/ 2161117 w 2585772"/>
              <a:gd name="connsiteY14" fmla="*/ 2327572 h 2755820"/>
              <a:gd name="connsiteX15" fmla="*/ 2145449 w 2585772"/>
              <a:gd name="connsiteY15" fmla="*/ 2342078 h 2755820"/>
              <a:gd name="connsiteX16" fmla="*/ 690697 w 2585772"/>
              <a:gd name="connsiteY16" fmla="*/ 2342078 h 2755820"/>
              <a:gd name="connsiteX17" fmla="*/ 576384 w 2585772"/>
              <a:gd name="connsiteY17" fmla="*/ 2068714 h 2755820"/>
              <a:gd name="connsiteX18" fmla="*/ 2361830 w 2585772"/>
              <a:gd name="connsiteY18" fmla="*/ 2068715 h 2755820"/>
              <a:gd name="connsiteX19" fmla="*/ 2341206 w 2585772"/>
              <a:gd name="connsiteY19" fmla="*/ 2103701 h 2755820"/>
              <a:gd name="connsiteX20" fmla="*/ 2318292 w 2585772"/>
              <a:gd name="connsiteY20" fmla="*/ 2135208 h 2755820"/>
              <a:gd name="connsiteX21" fmla="*/ 604190 w 2585772"/>
              <a:gd name="connsiteY21" fmla="*/ 2135208 h 2755820"/>
              <a:gd name="connsiteX22" fmla="*/ 489876 w 2585772"/>
              <a:gd name="connsiteY22" fmla="*/ 1861842 h 2755820"/>
              <a:gd name="connsiteX23" fmla="*/ 2469250 w 2585772"/>
              <a:gd name="connsiteY23" fmla="*/ 1861842 h 2755820"/>
              <a:gd name="connsiteX24" fmla="*/ 2438187 w 2585772"/>
              <a:gd name="connsiteY24" fmla="*/ 1928335 h 2755820"/>
              <a:gd name="connsiteX25" fmla="*/ 517681 w 2585772"/>
              <a:gd name="connsiteY25" fmla="*/ 1928335 h 2755820"/>
              <a:gd name="connsiteX26" fmla="*/ 403367 w 2585772"/>
              <a:gd name="connsiteY26" fmla="*/ 1654969 h 2755820"/>
              <a:gd name="connsiteX27" fmla="*/ 2537501 w 2585772"/>
              <a:gd name="connsiteY27" fmla="*/ 1654970 h 2755820"/>
              <a:gd name="connsiteX28" fmla="*/ 2521941 w 2585772"/>
              <a:gd name="connsiteY28" fmla="*/ 1716940 h 2755820"/>
              <a:gd name="connsiteX29" fmla="*/ 2520333 w 2585772"/>
              <a:gd name="connsiteY29" fmla="*/ 1721463 h 2755820"/>
              <a:gd name="connsiteX30" fmla="*/ 431173 w 2585772"/>
              <a:gd name="connsiteY30" fmla="*/ 1721463 h 2755820"/>
              <a:gd name="connsiteX31" fmla="*/ 316859 w 2585772"/>
              <a:gd name="connsiteY31" fmla="*/ 1448098 h 2755820"/>
              <a:gd name="connsiteX32" fmla="*/ 2576407 w 2585772"/>
              <a:gd name="connsiteY32" fmla="*/ 1448098 h 2755820"/>
              <a:gd name="connsiteX33" fmla="*/ 2566368 w 2585772"/>
              <a:gd name="connsiteY33" fmla="*/ 1514591 h 2755820"/>
              <a:gd name="connsiteX34" fmla="*/ 344665 w 2585772"/>
              <a:gd name="connsiteY34" fmla="*/ 1514591 h 2755820"/>
              <a:gd name="connsiteX35" fmla="*/ 230351 w 2585772"/>
              <a:gd name="connsiteY35" fmla="*/ 1241226 h 2755820"/>
              <a:gd name="connsiteX36" fmla="*/ 2583452 w 2585772"/>
              <a:gd name="connsiteY36" fmla="*/ 1241226 h 2755820"/>
              <a:gd name="connsiteX37" fmla="*/ 2585772 w 2585772"/>
              <a:gd name="connsiteY37" fmla="*/ 1292498 h 2755820"/>
              <a:gd name="connsiteX38" fmla="*/ 2584967 w 2585772"/>
              <a:gd name="connsiteY38" fmla="*/ 1307720 h 2755820"/>
              <a:gd name="connsiteX39" fmla="*/ 258157 w 2585772"/>
              <a:gd name="connsiteY39" fmla="*/ 1307720 h 2755820"/>
              <a:gd name="connsiteX40" fmla="*/ 143844 w 2585772"/>
              <a:gd name="connsiteY40" fmla="*/ 1034356 h 2755820"/>
              <a:gd name="connsiteX41" fmla="*/ 2562789 w 2585772"/>
              <a:gd name="connsiteY41" fmla="*/ 1034357 h 2755820"/>
              <a:gd name="connsiteX42" fmla="*/ 2572458 w 2585772"/>
              <a:gd name="connsiteY42" fmla="*/ 1100850 h 2755820"/>
              <a:gd name="connsiteX43" fmla="*/ 171649 w 2585772"/>
              <a:gd name="connsiteY43" fmla="*/ 1100850 h 2755820"/>
              <a:gd name="connsiteX44" fmla="*/ 57336 w 2585772"/>
              <a:gd name="connsiteY44" fmla="*/ 827485 h 2755820"/>
              <a:gd name="connsiteX45" fmla="*/ 2511325 w 2585772"/>
              <a:gd name="connsiteY45" fmla="*/ 827486 h 2755820"/>
              <a:gd name="connsiteX46" fmla="*/ 2521869 w 2585772"/>
              <a:gd name="connsiteY46" fmla="*/ 856770 h 2755820"/>
              <a:gd name="connsiteX47" fmla="*/ 2531157 w 2585772"/>
              <a:gd name="connsiteY47" fmla="*/ 893980 h 2755820"/>
              <a:gd name="connsiteX48" fmla="*/ 85142 w 2585772"/>
              <a:gd name="connsiteY48" fmla="*/ 893980 h 2755820"/>
              <a:gd name="connsiteX49" fmla="*/ 1484105 w 2585772"/>
              <a:gd name="connsiteY49" fmla="*/ 66494 h 2755820"/>
              <a:gd name="connsiteX50" fmla="*/ 1643116 w 2585772"/>
              <a:gd name="connsiteY50" fmla="*/ 0 h 2755820"/>
              <a:gd name="connsiteX51" fmla="*/ 1839561 w 2585772"/>
              <a:gd name="connsiteY51" fmla="*/ 0 h 2755820"/>
              <a:gd name="connsiteX52" fmla="*/ 1915422 w 2585772"/>
              <a:gd name="connsiteY52" fmla="*/ 44719 h 2755820"/>
              <a:gd name="connsiteX53" fmla="*/ 1945363 w 2585772"/>
              <a:gd name="connsiteY53" fmla="*/ 66494 h 2755820"/>
              <a:gd name="connsiteX54" fmla="*/ 989401 w 2585772"/>
              <a:gd name="connsiteY54" fmla="*/ 273366 h 2755820"/>
              <a:gd name="connsiteX55" fmla="*/ 1148409 w 2585772"/>
              <a:gd name="connsiteY55" fmla="*/ 206873 h 2755820"/>
              <a:gd name="connsiteX56" fmla="*/ 2119083 w 2585772"/>
              <a:gd name="connsiteY56" fmla="*/ 206873 h 2755820"/>
              <a:gd name="connsiteX57" fmla="*/ 2139293 w 2585772"/>
              <a:gd name="connsiteY57" fmla="*/ 224808 h 2755820"/>
              <a:gd name="connsiteX58" fmla="*/ 2184253 w 2585772"/>
              <a:gd name="connsiteY58" fmla="*/ 273366 h 2755820"/>
              <a:gd name="connsiteX59" fmla="*/ 494698 w 2585772"/>
              <a:gd name="connsiteY59" fmla="*/ 480237 h 2755820"/>
              <a:gd name="connsiteX60" fmla="*/ 653708 w 2585772"/>
              <a:gd name="connsiteY60" fmla="*/ 413743 h 2755820"/>
              <a:gd name="connsiteX61" fmla="*/ 2300313 w 2585772"/>
              <a:gd name="connsiteY61" fmla="*/ 413743 h 2755820"/>
              <a:gd name="connsiteX62" fmla="*/ 2326862 w 2585772"/>
              <a:gd name="connsiteY62" fmla="*/ 448832 h 2755820"/>
              <a:gd name="connsiteX63" fmla="*/ 2346010 w 2585772"/>
              <a:gd name="connsiteY63" fmla="*/ 480236 h 2755820"/>
              <a:gd name="connsiteX64" fmla="*/ 0 w 2585772"/>
              <a:gd name="connsiteY64" fmla="*/ 687106 h 2755820"/>
              <a:gd name="connsiteX65" fmla="*/ 159011 w 2585772"/>
              <a:gd name="connsiteY65" fmla="*/ 620612 h 2755820"/>
              <a:gd name="connsiteX66" fmla="*/ 2425799 w 2585772"/>
              <a:gd name="connsiteY66" fmla="*/ 620613 h 2755820"/>
              <a:gd name="connsiteX67" fmla="*/ 2457634 w 2585772"/>
              <a:gd name="connsiteY67" fmla="*/ 687106 h 275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585772" h="2755820">
                <a:moveTo>
                  <a:pt x="835907" y="2689327"/>
                </a:moveTo>
                <a:lnTo>
                  <a:pt x="1586975" y="2689328"/>
                </a:lnTo>
                <a:lnTo>
                  <a:pt x="1529153" y="2710148"/>
                </a:lnTo>
                <a:cubicBezTo>
                  <a:pt x="1481090" y="2724745"/>
                  <a:pt x="1432747" y="2736777"/>
                  <a:pt x="1384287" y="2746310"/>
                </a:cubicBezTo>
                <a:lnTo>
                  <a:pt x="1318884" y="2755820"/>
                </a:lnTo>
                <a:lnTo>
                  <a:pt x="879105" y="2755820"/>
                </a:lnTo>
                <a:lnTo>
                  <a:pt x="862676" y="2753339"/>
                </a:lnTo>
                <a:close/>
                <a:moveTo>
                  <a:pt x="749399" y="2482456"/>
                </a:moveTo>
                <a:lnTo>
                  <a:pt x="1980290" y="2482456"/>
                </a:lnTo>
                <a:lnTo>
                  <a:pt x="1937093" y="2515141"/>
                </a:lnTo>
                <a:lnTo>
                  <a:pt x="1881644" y="2548949"/>
                </a:lnTo>
                <a:lnTo>
                  <a:pt x="777205" y="2548948"/>
                </a:lnTo>
                <a:close/>
                <a:moveTo>
                  <a:pt x="662892" y="2275585"/>
                </a:moveTo>
                <a:lnTo>
                  <a:pt x="2207249" y="2275585"/>
                </a:lnTo>
                <a:lnTo>
                  <a:pt x="2161117" y="2327572"/>
                </a:lnTo>
                <a:lnTo>
                  <a:pt x="2145449" y="2342078"/>
                </a:lnTo>
                <a:lnTo>
                  <a:pt x="690697" y="2342078"/>
                </a:lnTo>
                <a:close/>
                <a:moveTo>
                  <a:pt x="576384" y="2068714"/>
                </a:moveTo>
                <a:lnTo>
                  <a:pt x="2361830" y="2068715"/>
                </a:lnTo>
                <a:lnTo>
                  <a:pt x="2341206" y="2103701"/>
                </a:lnTo>
                <a:lnTo>
                  <a:pt x="2318292" y="2135208"/>
                </a:lnTo>
                <a:lnTo>
                  <a:pt x="604190" y="2135208"/>
                </a:lnTo>
                <a:close/>
                <a:moveTo>
                  <a:pt x="489876" y="1861842"/>
                </a:moveTo>
                <a:lnTo>
                  <a:pt x="2469250" y="1861842"/>
                </a:lnTo>
                <a:lnTo>
                  <a:pt x="2438187" y="1928335"/>
                </a:lnTo>
                <a:lnTo>
                  <a:pt x="517681" y="1928335"/>
                </a:lnTo>
                <a:close/>
                <a:moveTo>
                  <a:pt x="403367" y="1654969"/>
                </a:moveTo>
                <a:lnTo>
                  <a:pt x="2537501" y="1654970"/>
                </a:lnTo>
                <a:lnTo>
                  <a:pt x="2521941" y="1716940"/>
                </a:lnTo>
                <a:lnTo>
                  <a:pt x="2520333" y="1721463"/>
                </a:lnTo>
                <a:lnTo>
                  <a:pt x="431173" y="1721463"/>
                </a:lnTo>
                <a:close/>
                <a:moveTo>
                  <a:pt x="316859" y="1448098"/>
                </a:moveTo>
                <a:lnTo>
                  <a:pt x="2576407" y="1448098"/>
                </a:lnTo>
                <a:lnTo>
                  <a:pt x="2566368" y="1514591"/>
                </a:lnTo>
                <a:lnTo>
                  <a:pt x="344665" y="1514591"/>
                </a:lnTo>
                <a:close/>
                <a:moveTo>
                  <a:pt x="230351" y="1241226"/>
                </a:moveTo>
                <a:lnTo>
                  <a:pt x="2583452" y="1241226"/>
                </a:lnTo>
                <a:lnTo>
                  <a:pt x="2585772" y="1292498"/>
                </a:lnTo>
                <a:lnTo>
                  <a:pt x="2584967" y="1307720"/>
                </a:lnTo>
                <a:lnTo>
                  <a:pt x="258157" y="1307720"/>
                </a:lnTo>
                <a:close/>
                <a:moveTo>
                  <a:pt x="143844" y="1034356"/>
                </a:moveTo>
                <a:lnTo>
                  <a:pt x="2562789" y="1034357"/>
                </a:lnTo>
                <a:lnTo>
                  <a:pt x="2572458" y="1100850"/>
                </a:lnTo>
                <a:lnTo>
                  <a:pt x="171649" y="1100850"/>
                </a:lnTo>
                <a:close/>
                <a:moveTo>
                  <a:pt x="57336" y="827485"/>
                </a:moveTo>
                <a:lnTo>
                  <a:pt x="2511325" y="827486"/>
                </a:lnTo>
                <a:lnTo>
                  <a:pt x="2521869" y="856770"/>
                </a:lnTo>
                <a:lnTo>
                  <a:pt x="2531157" y="893980"/>
                </a:lnTo>
                <a:lnTo>
                  <a:pt x="85142" y="893980"/>
                </a:lnTo>
                <a:close/>
                <a:moveTo>
                  <a:pt x="1484105" y="66494"/>
                </a:moveTo>
                <a:lnTo>
                  <a:pt x="1643116" y="0"/>
                </a:lnTo>
                <a:lnTo>
                  <a:pt x="1839561" y="0"/>
                </a:lnTo>
                <a:lnTo>
                  <a:pt x="1915422" y="44719"/>
                </a:lnTo>
                <a:lnTo>
                  <a:pt x="1945363" y="66494"/>
                </a:lnTo>
                <a:close/>
                <a:moveTo>
                  <a:pt x="989401" y="273366"/>
                </a:moveTo>
                <a:lnTo>
                  <a:pt x="1148409" y="206873"/>
                </a:lnTo>
                <a:lnTo>
                  <a:pt x="2119083" y="206873"/>
                </a:lnTo>
                <a:lnTo>
                  <a:pt x="2139293" y="224808"/>
                </a:lnTo>
                <a:lnTo>
                  <a:pt x="2184253" y="273366"/>
                </a:lnTo>
                <a:close/>
                <a:moveTo>
                  <a:pt x="494698" y="480237"/>
                </a:moveTo>
                <a:lnTo>
                  <a:pt x="653708" y="413743"/>
                </a:lnTo>
                <a:lnTo>
                  <a:pt x="2300313" y="413743"/>
                </a:lnTo>
                <a:lnTo>
                  <a:pt x="2326862" y="448832"/>
                </a:lnTo>
                <a:lnTo>
                  <a:pt x="2346010" y="480236"/>
                </a:lnTo>
                <a:close/>
                <a:moveTo>
                  <a:pt x="0" y="687106"/>
                </a:moveTo>
                <a:lnTo>
                  <a:pt x="159011" y="620612"/>
                </a:lnTo>
                <a:lnTo>
                  <a:pt x="2425799" y="620613"/>
                </a:lnTo>
                <a:lnTo>
                  <a:pt x="2457634" y="687106"/>
                </a:ln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任意多边形 76"/>
          <p:cNvSpPr/>
          <p:nvPr/>
        </p:nvSpPr>
        <p:spPr>
          <a:xfrm>
            <a:off x="-9525" y="3863663"/>
            <a:ext cx="12201525" cy="2591747"/>
          </a:xfrm>
          <a:custGeom>
            <a:avLst/>
            <a:gdLst>
              <a:gd name="connsiteX0" fmla="*/ 0 w 19215"/>
              <a:gd name="connsiteY0" fmla="*/ 231 h 4081"/>
              <a:gd name="connsiteX1" fmla="*/ 6874 w 19215"/>
              <a:gd name="connsiteY1" fmla="*/ 1056 h 4081"/>
              <a:gd name="connsiteX2" fmla="*/ 14107 w 19215"/>
              <a:gd name="connsiteY2" fmla="*/ 72 h 4081"/>
              <a:gd name="connsiteX3" fmla="*/ 19215 w 19215"/>
              <a:gd name="connsiteY3" fmla="*/ 231 h 4081"/>
              <a:gd name="connsiteX4" fmla="*/ 19215 w 19215"/>
              <a:gd name="connsiteY4" fmla="*/ 4081 h 4081"/>
              <a:gd name="connsiteX5" fmla="*/ 0 w 19215"/>
              <a:gd name="connsiteY5" fmla="*/ 4081 h 4081"/>
              <a:gd name="connsiteX6" fmla="*/ 0 w 19215"/>
              <a:gd name="connsiteY6" fmla="*/ 231 h 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15" h="4081">
                <a:moveTo>
                  <a:pt x="0" y="231"/>
                </a:moveTo>
                <a:cubicBezTo>
                  <a:pt x="1230" y="416"/>
                  <a:pt x="4053" y="1088"/>
                  <a:pt x="6874" y="1056"/>
                </a:cubicBezTo>
                <a:cubicBezTo>
                  <a:pt x="9695" y="1024"/>
                  <a:pt x="12798" y="285"/>
                  <a:pt x="14107" y="72"/>
                </a:cubicBezTo>
                <a:cubicBezTo>
                  <a:pt x="15416" y="-141"/>
                  <a:pt x="17512" y="178"/>
                  <a:pt x="19215" y="231"/>
                </a:cubicBezTo>
                <a:lnTo>
                  <a:pt x="19215" y="4081"/>
                </a:lnTo>
                <a:lnTo>
                  <a:pt x="0" y="4081"/>
                </a:lnTo>
                <a:lnTo>
                  <a:pt x="0" y="231"/>
                </a:lnTo>
                <a:close/>
              </a:path>
            </a:pathLst>
          </a:cu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种草营销案例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四大类种草模型</a:t>
            </a:r>
            <a:endParaRPr lang="en-US" altLang="zh-CN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en-US" altLang="zh-CN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76" name="任意多边形 75"/>
          <p:cNvSpPr/>
          <p:nvPr/>
        </p:nvSpPr>
        <p:spPr>
          <a:xfrm>
            <a:off x="-5080" y="4276413"/>
            <a:ext cx="12201525" cy="2591747"/>
          </a:xfrm>
          <a:custGeom>
            <a:avLst/>
            <a:gdLst>
              <a:gd name="connsiteX0" fmla="*/ 0 w 19215"/>
              <a:gd name="connsiteY0" fmla="*/ 231 h 4081"/>
              <a:gd name="connsiteX1" fmla="*/ 6874 w 19215"/>
              <a:gd name="connsiteY1" fmla="*/ 1056 h 4081"/>
              <a:gd name="connsiteX2" fmla="*/ 14107 w 19215"/>
              <a:gd name="connsiteY2" fmla="*/ 72 h 4081"/>
              <a:gd name="connsiteX3" fmla="*/ 19215 w 19215"/>
              <a:gd name="connsiteY3" fmla="*/ 231 h 4081"/>
              <a:gd name="connsiteX4" fmla="*/ 19215 w 19215"/>
              <a:gd name="connsiteY4" fmla="*/ 4081 h 4081"/>
              <a:gd name="connsiteX5" fmla="*/ 0 w 19215"/>
              <a:gd name="connsiteY5" fmla="*/ 4081 h 4081"/>
              <a:gd name="connsiteX6" fmla="*/ 0 w 19215"/>
              <a:gd name="connsiteY6" fmla="*/ 231 h 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15" h="4081">
                <a:moveTo>
                  <a:pt x="0" y="231"/>
                </a:moveTo>
                <a:cubicBezTo>
                  <a:pt x="1230" y="416"/>
                  <a:pt x="4053" y="1088"/>
                  <a:pt x="6874" y="1056"/>
                </a:cubicBezTo>
                <a:cubicBezTo>
                  <a:pt x="9695" y="1024"/>
                  <a:pt x="12798" y="285"/>
                  <a:pt x="14107" y="72"/>
                </a:cubicBezTo>
                <a:cubicBezTo>
                  <a:pt x="15416" y="-141"/>
                  <a:pt x="17512" y="178"/>
                  <a:pt x="19215" y="231"/>
                </a:cubicBezTo>
                <a:lnTo>
                  <a:pt x="19215" y="4081"/>
                </a:lnTo>
                <a:lnTo>
                  <a:pt x="0" y="4081"/>
                </a:lnTo>
                <a:lnTo>
                  <a:pt x="0" y="23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 rot="2580000">
            <a:off x="530860" y="2893695"/>
            <a:ext cx="2004695" cy="2004695"/>
          </a:xfrm>
          <a:prstGeom prst="roundRect">
            <a:avLst>
              <a:gd name="adj" fmla="val 27083"/>
            </a:avLst>
          </a:prstGeom>
          <a:gradFill>
            <a:gsLst>
              <a:gs pos="0">
                <a:srgbClr val="FF9415"/>
              </a:gs>
              <a:gs pos="100000">
                <a:srgbClr val="515FC7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 rot="2580000">
            <a:off x="3489960" y="3242945"/>
            <a:ext cx="2004695" cy="2004695"/>
          </a:xfrm>
          <a:prstGeom prst="roundRect">
            <a:avLst>
              <a:gd name="adj" fmla="val 27083"/>
            </a:avLst>
          </a:prstGeom>
          <a:gradFill>
            <a:gsLst>
              <a:gs pos="0">
                <a:srgbClr val="FF9415"/>
              </a:gs>
              <a:gs pos="100000">
                <a:srgbClr val="515FC7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>
          <a:xfrm rot="2580000">
            <a:off x="6449060" y="2755265"/>
            <a:ext cx="2004695" cy="2004695"/>
          </a:xfrm>
          <a:prstGeom prst="roundRect">
            <a:avLst>
              <a:gd name="adj" fmla="val 27083"/>
            </a:avLst>
          </a:prstGeom>
          <a:gradFill>
            <a:gsLst>
              <a:gs pos="0">
                <a:srgbClr val="FF9415"/>
              </a:gs>
              <a:gs pos="100000">
                <a:srgbClr val="515FC7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圆角矩形 80"/>
          <p:cNvSpPr/>
          <p:nvPr/>
        </p:nvSpPr>
        <p:spPr>
          <a:xfrm rot="2580000">
            <a:off x="9410700" y="2426335"/>
            <a:ext cx="2004695" cy="2004695"/>
          </a:xfrm>
          <a:prstGeom prst="roundRect">
            <a:avLst>
              <a:gd name="adj" fmla="val 27083"/>
            </a:avLst>
          </a:prstGeom>
          <a:gradFill>
            <a:gsLst>
              <a:gs pos="0">
                <a:srgbClr val="FF9415"/>
              </a:gs>
              <a:gs pos="100000">
                <a:srgbClr val="515FC7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brain_162825"/>
          <p:cNvSpPr/>
          <p:nvPr>
            <p:custDataLst>
              <p:tags r:id="rId1"/>
            </p:custDataLst>
          </p:nvPr>
        </p:nvSpPr>
        <p:spPr>
          <a:xfrm>
            <a:off x="1193800" y="3501554"/>
            <a:ext cx="775162" cy="775162"/>
          </a:xfrm>
          <a:custGeom>
            <a:avLst/>
            <a:gdLst>
              <a:gd name="T0" fmla="*/ 3035 w 3602"/>
              <a:gd name="T1" fmla="*/ 567 h 3960"/>
              <a:gd name="T2" fmla="*/ 1801 w 3602"/>
              <a:gd name="T3" fmla="*/ 282 h 3960"/>
              <a:gd name="T4" fmla="*/ 567 w 3602"/>
              <a:gd name="T5" fmla="*/ 567 h 3960"/>
              <a:gd name="T6" fmla="*/ 145 w 3602"/>
              <a:gd name="T7" fmla="*/ 1656 h 3960"/>
              <a:gd name="T8" fmla="*/ 324 w 3602"/>
              <a:gd name="T9" fmla="*/ 2664 h 3960"/>
              <a:gd name="T10" fmla="*/ 603 w 3602"/>
              <a:gd name="T11" fmla="*/ 3498 h 3960"/>
              <a:gd name="T12" fmla="*/ 1801 w 3602"/>
              <a:gd name="T13" fmla="*/ 3607 h 3960"/>
              <a:gd name="T14" fmla="*/ 2999 w 3602"/>
              <a:gd name="T15" fmla="*/ 3498 h 3960"/>
              <a:gd name="T16" fmla="*/ 3278 w 3602"/>
              <a:gd name="T17" fmla="*/ 2664 h 3960"/>
              <a:gd name="T18" fmla="*/ 3457 w 3602"/>
              <a:gd name="T19" fmla="*/ 1656 h 3960"/>
              <a:gd name="T20" fmla="*/ 1668 w 3602"/>
              <a:gd name="T21" fmla="*/ 3370 h 3960"/>
              <a:gd name="T22" fmla="*/ 862 w 3602"/>
              <a:gd name="T23" fmla="*/ 3414 h 3960"/>
              <a:gd name="T24" fmla="*/ 1141 w 3602"/>
              <a:gd name="T25" fmla="*/ 3139 h 3960"/>
              <a:gd name="T26" fmla="*/ 1139 w 3602"/>
              <a:gd name="T27" fmla="*/ 2872 h 3960"/>
              <a:gd name="T28" fmla="*/ 647 w 3602"/>
              <a:gd name="T29" fmla="*/ 3189 h 3960"/>
              <a:gd name="T30" fmla="*/ 616 w 3602"/>
              <a:gd name="T31" fmla="*/ 2678 h 3960"/>
              <a:gd name="T32" fmla="*/ 549 w 3602"/>
              <a:gd name="T33" fmla="*/ 2478 h 3960"/>
              <a:gd name="T34" fmla="*/ 689 w 3602"/>
              <a:gd name="T35" fmla="*/ 1657 h 3960"/>
              <a:gd name="T36" fmla="*/ 1245 w 3602"/>
              <a:gd name="T37" fmla="*/ 2213 h 3960"/>
              <a:gd name="T38" fmla="*/ 689 w 3602"/>
              <a:gd name="T39" fmla="*/ 1390 h 3960"/>
              <a:gd name="T40" fmla="*/ 267 w 3602"/>
              <a:gd name="T41" fmla="*/ 1245 h 3960"/>
              <a:gd name="T42" fmla="*/ 823 w 3602"/>
              <a:gd name="T43" fmla="*/ 689 h 3960"/>
              <a:gd name="T44" fmla="*/ 1668 w 3602"/>
              <a:gd name="T45" fmla="*/ 689 h 3960"/>
              <a:gd name="T46" fmla="*/ 2357 w 3602"/>
              <a:gd name="T47" fmla="*/ 2213 h 3960"/>
              <a:gd name="T48" fmla="*/ 2913 w 3602"/>
              <a:gd name="T49" fmla="*/ 1657 h 3960"/>
              <a:gd name="T50" fmla="*/ 3053 w 3602"/>
              <a:gd name="T51" fmla="*/ 2478 h 3960"/>
              <a:gd name="T52" fmla="*/ 2986 w 3602"/>
              <a:gd name="T53" fmla="*/ 2678 h 3960"/>
              <a:gd name="T54" fmla="*/ 2955 w 3602"/>
              <a:gd name="T55" fmla="*/ 3189 h 3960"/>
              <a:gd name="T56" fmla="*/ 2463 w 3602"/>
              <a:gd name="T57" fmla="*/ 2872 h 3960"/>
              <a:gd name="T58" fmla="*/ 2461 w 3602"/>
              <a:gd name="T59" fmla="*/ 3139 h 3960"/>
              <a:gd name="T60" fmla="*/ 2740 w 3602"/>
              <a:gd name="T61" fmla="*/ 3414 h 3960"/>
              <a:gd name="T62" fmla="*/ 1934 w 3602"/>
              <a:gd name="T63" fmla="*/ 3370 h 3960"/>
              <a:gd name="T64" fmla="*/ 2357 w 3602"/>
              <a:gd name="T65" fmla="*/ 267 h 3960"/>
              <a:gd name="T66" fmla="*/ 2913 w 3602"/>
              <a:gd name="T67" fmla="*/ 823 h 3960"/>
              <a:gd name="T68" fmla="*/ 3254 w 3602"/>
              <a:gd name="T69" fmla="*/ 1481 h 3960"/>
              <a:gd name="T70" fmla="*/ 2224 w 3602"/>
              <a:gd name="T71" fmla="*/ 2079 h 3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602" h="3960">
                <a:moveTo>
                  <a:pt x="3602" y="1245"/>
                </a:moveTo>
                <a:cubicBezTo>
                  <a:pt x="3602" y="907"/>
                  <a:pt x="3357" y="625"/>
                  <a:pt x="3035" y="567"/>
                </a:cubicBezTo>
                <a:cubicBezTo>
                  <a:pt x="2977" y="245"/>
                  <a:pt x="2695" y="0"/>
                  <a:pt x="2357" y="0"/>
                </a:cubicBezTo>
                <a:cubicBezTo>
                  <a:pt x="2129" y="0"/>
                  <a:pt x="1927" y="111"/>
                  <a:pt x="1801" y="282"/>
                </a:cubicBezTo>
                <a:cubicBezTo>
                  <a:pt x="1675" y="111"/>
                  <a:pt x="1473" y="0"/>
                  <a:pt x="1245" y="0"/>
                </a:cubicBezTo>
                <a:cubicBezTo>
                  <a:pt x="907" y="0"/>
                  <a:pt x="625" y="245"/>
                  <a:pt x="567" y="567"/>
                </a:cubicBezTo>
                <a:cubicBezTo>
                  <a:pt x="245" y="625"/>
                  <a:pt x="0" y="907"/>
                  <a:pt x="0" y="1245"/>
                </a:cubicBezTo>
                <a:cubicBezTo>
                  <a:pt x="0" y="1354"/>
                  <a:pt x="39" y="1545"/>
                  <a:pt x="145" y="1656"/>
                </a:cubicBezTo>
                <a:cubicBezTo>
                  <a:pt x="54" y="1773"/>
                  <a:pt x="0" y="1920"/>
                  <a:pt x="0" y="2079"/>
                </a:cubicBezTo>
                <a:cubicBezTo>
                  <a:pt x="0" y="2320"/>
                  <a:pt x="126" y="2540"/>
                  <a:pt x="324" y="2664"/>
                </a:cubicBezTo>
                <a:cubicBezTo>
                  <a:pt x="293" y="2743"/>
                  <a:pt x="278" y="2827"/>
                  <a:pt x="278" y="2913"/>
                </a:cubicBezTo>
                <a:cubicBezTo>
                  <a:pt x="278" y="3152"/>
                  <a:pt x="403" y="3374"/>
                  <a:pt x="603" y="3498"/>
                </a:cubicBezTo>
                <a:cubicBezTo>
                  <a:pt x="646" y="3759"/>
                  <a:pt x="874" y="3960"/>
                  <a:pt x="1146" y="3960"/>
                </a:cubicBezTo>
                <a:cubicBezTo>
                  <a:pt x="1352" y="3960"/>
                  <a:pt x="1647" y="3737"/>
                  <a:pt x="1801" y="3607"/>
                </a:cubicBezTo>
                <a:cubicBezTo>
                  <a:pt x="1955" y="3737"/>
                  <a:pt x="2250" y="3960"/>
                  <a:pt x="2456" y="3960"/>
                </a:cubicBezTo>
                <a:cubicBezTo>
                  <a:pt x="2728" y="3960"/>
                  <a:pt x="2956" y="3759"/>
                  <a:pt x="2999" y="3498"/>
                </a:cubicBezTo>
                <a:cubicBezTo>
                  <a:pt x="3199" y="3374"/>
                  <a:pt x="3324" y="3152"/>
                  <a:pt x="3324" y="2913"/>
                </a:cubicBezTo>
                <a:cubicBezTo>
                  <a:pt x="3324" y="2827"/>
                  <a:pt x="3309" y="2743"/>
                  <a:pt x="3278" y="2664"/>
                </a:cubicBezTo>
                <a:cubicBezTo>
                  <a:pt x="3477" y="2540"/>
                  <a:pt x="3602" y="2320"/>
                  <a:pt x="3602" y="2079"/>
                </a:cubicBezTo>
                <a:cubicBezTo>
                  <a:pt x="3602" y="1920"/>
                  <a:pt x="3548" y="1773"/>
                  <a:pt x="3457" y="1656"/>
                </a:cubicBezTo>
                <a:cubicBezTo>
                  <a:pt x="3563" y="1545"/>
                  <a:pt x="3602" y="1354"/>
                  <a:pt x="3602" y="1245"/>
                </a:cubicBezTo>
                <a:close/>
                <a:moveTo>
                  <a:pt x="1668" y="3370"/>
                </a:moveTo>
                <a:cubicBezTo>
                  <a:pt x="1482" y="3532"/>
                  <a:pt x="1244" y="3693"/>
                  <a:pt x="1146" y="3693"/>
                </a:cubicBezTo>
                <a:cubicBezTo>
                  <a:pt x="992" y="3693"/>
                  <a:pt x="865" y="3568"/>
                  <a:pt x="862" y="3414"/>
                </a:cubicBezTo>
                <a:cubicBezTo>
                  <a:pt x="862" y="3413"/>
                  <a:pt x="862" y="3413"/>
                  <a:pt x="862" y="3412"/>
                </a:cubicBezTo>
                <a:cubicBezTo>
                  <a:pt x="868" y="3263"/>
                  <a:pt x="991" y="3141"/>
                  <a:pt x="1141" y="3139"/>
                </a:cubicBezTo>
                <a:cubicBezTo>
                  <a:pt x="1215" y="3138"/>
                  <a:pt x="1274" y="3078"/>
                  <a:pt x="1273" y="3004"/>
                </a:cubicBezTo>
                <a:cubicBezTo>
                  <a:pt x="1272" y="2931"/>
                  <a:pt x="1212" y="2872"/>
                  <a:pt x="1139" y="2872"/>
                </a:cubicBezTo>
                <a:cubicBezTo>
                  <a:pt x="1139" y="2872"/>
                  <a:pt x="1138" y="2872"/>
                  <a:pt x="1137" y="2872"/>
                </a:cubicBezTo>
                <a:cubicBezTo>
                  <a:pt x="921" y="2875"/>
                  <a:pt x="735" y="3005"/>
                  <a:pt x="647" y="3189"/>
                </a:cubicBezTo>
                <a:cubicBezTo>
                  <a:pt x="582" y="3113"/>
                  <a:pt x="545" y="3016"/>
                  <a:pt x="545" y="2913"/>
                </a:cubicBezTo>
                <a:cubicBezTo>
                  <a:pt x="545" y="2829"/>
                  <a:pt x="569" y="2748"/>
                  <a:pt x="616" y="2678"/>
                </a:cubicBezTo>
                <a:cubicBezTo>
                  <a:pt x="639" y="2644"/>
                  <a:pt x="645" y="2601"/>
                  <a:pt x="632" y="2562"/>
                </a:cubicBezTo>
                <a:cubicBezTo>
                  <a:pt x="619" y="2523"/>
                  <a:pt x="588" y="2492"/>
                  <a:pt x="549" y="2478"/>
                </a:cubicBezTo>
                <a:cubicBezTo>
                  <a:pt x="380" y="2419"/>
                  <a:pt x="267" y="2258"/>
                  <a:pt x="267" y="2079"/>
                </a:cubicBezTo>
                <a:cubicBezTo>
                  <a:pt x="267" y="1846"/>
                  <a:pt x="456" y="1657"/>
                  <a:pt x="689" y="1657"/>
                </a:cubicBezTo>
                <a:cubicBezTo>
                  <a:pt x="922" y="1657"/>
                  <a:pt x="1112" y="1846"/>
                  <a:pt x="1112" y="2079"/>
                </a:cubicBezTo>
                <a:cubicBezTo>
                  <a:pt x="1112" y="2153"/>
                  <a:pt x="1171" y="2213"/>
                  <a:pt x="1245" y="2213"/>
                </a:cubicBezTo>
                <a:cubicBezTo>
                  <a:pt x="1319" y="2213"/>
                  <a:pt x="1378" y="2153"/>
                  <a:pt x="1378" y="2079"/>
                </a:cubicBezTo>
                <a:cubicBezTo>
                  <a:pt x="1378" y="1699"/>
                  <a:pt x="1069" y="1390"/>
                  <a:pt x="689" y="1390"/>
                </a:cubicBezTo>
                <a:cubicBezTo>
                  <a:pt x="565" y="1390"/>
                  <a:pt x="448" y="1423"/>
                  <a:pt x="348" y="1481"/>
                </a:cubicBezTo>
                <a:cubicBezTo>
                  <a:pt x="310" y="1449"/>
                  <a:pt x="267" y="1328"/>
                  <a:pt x="267" y="1245"/>
                </a:cubicBezTo>
                <a:cubicBezTo>
                  <a:pt x="267" y="1012"/>
                  <a:pt x="456" y="823"/>
                  <a:pt x="689" y="823"/>
                </a:cubicBezTo>
                <a:cubicBezTo>
                  <a:pt x="763" y="823"/>
                  <a:pt x="823" y="763"/>
                  <a:pt x="823" y="689"/>
                </a:cubicBezTo>
                <a:cubicBezTo>
                  <a:pt x="823" y="456"/>
                  <a:pt x="1012" y="267"/>
                  <a:pt x="1245" y="267"/>
                </a:cubicBezTo>
                <a:cubicBezTo>
                  <a:pt x="1478" y="267"/>
                  <a:pt x="1668" y="456"/>
                  <a:pt x="1668" y="689"/>
                </a:cubicBezTo>
                <a:lnTo>
                  <a:pt x="1668" y="3370"/>
                </a:lnTo>
                <a:close/>
                <a:moveTo>
                  <a:pt x="2357" y="2213"/>
                </a:moveTo>
                <a:cubicBezTo>
                  <a:pt x="2431" y="2213"/>
                  <a:pt x="2490" y="2153"/>
                  <a:pt x="2490" y="2079"/>
                </a:cubicBezTo>
                <a:cubicBezTo>
                  <a:pt x="2490" y="1846"/>
                  <a:pt x="2680" y="1657"/>
                  <a:pt x="2913" y="1657"/>
                </a:cubicBezTo>
                <a:cubicBezTo>
                  <a:pt x="3146" y="1657"/>
                  <a:pt x="3335" y="1846"/>
                  <a:pt x="3335" y="2079"/>
                </a:cubicBezTo>
                <a:cubicBezTo>
                  <a:pt x="3335" y="2258"/>
                  <a:pt x="3222" y="2419"/>
                  <a:pt x="3053" y="2478"/>
                </a:cubicBezTo>
                <a:cubicBezTo>
                  <a:pt x="3014" y="2492"/>
                  <a:pt x="2983" y="2523"/>
                  <a:pt x="2970" y="2562"/>
                </a:cubicBezTo>
                <a:cubicBezTo>
                  <a:pt x="2957" y="2601"/>
                  <a:pt x="2963" y="2644"/>
                  <a:pt x="2986" y="2678"/>
                </a:cubicBezTo>
                <a:cubicBezTo>
                  <a:pt x="3033" y="2748"/>
                  <a:pt x="3057" y="2829"/>
                  <a:pt x="3057" y="2913"/>
                </a:cubicBezTo>
                <a:cubicBezTo>
                  <a:pt x="3057" y="3016"/>
                  <a:pt x="3020" y="3113"/>
                  <a:pt x="2955" y="3189"/>
                </a:cubicBezTo>
                <a:cubicBezTo>
                  <a:pt x="2867" y="3005"/>
                  <a:pt x="2681" y="2875"/>
                  <a:pt x="2465" y="2872"/>
                </a:cubicBezTo>
                <a:cubicBezTo>
                  <a:pt x="2464" y="2872"/>
                  <a:pt x="2463" y="2872"/>
                  <a:pt x="2463" y="2872"/>
                </a:cubicBezTo>
                <a:cubicBezTo>
                  <a:pt x="2390" y="2872"/>
                  <a:pt x="2330" y="2931"/>
                  <a:pt x="2329" y="3004"/>
                </a:cubicBezTo>
                <a:cubicBezTo>
                  <a:pt x="2328" y="3078"/>
                  <a:pt x="2387" y="3138"/>
                  <a:pt x="2461" y="3139"/>
                </a:cubicBezTo>
                <a:cubicBezTo>
                  <a:pt x="2611" y="3141"/>
                  <a:pt x="2734" y="3263"/>
                  <a:pt x="2740" y="3412"/>
                </a:cubicBezTo>
                <a:cubicBezTo>
                  <a:pt x="2740" y="3413"/>
                  <a:pt x="2740" y="3413"/>
                  <a:pt x="2740" y="3414"/>
                </a:cubicBezTo>
                <a:cubicBezTo>
                  <a:pt x="2737" y="3568"/>
                  <a:pt x="2610" y="3693"/>
                  <a:pt x="2456" y="3693"/>
                </a:cubicBezTo>
                <a:cubicBezTo>
                  <a:pt x="2358" y="3693"/>
                  <a:pt x="2120" y="3532"/>
                  <a:pt x="1934" y="3370"/>
                </a:cubicBezTo>
                <a:lnTo>
                  <a:pt x="1934" y="689"/>
                </a:lnTo>
                <a:cubicBezTo>
                  <a:pt x="1934" y="456"/>
                  <a:pt x="2124" y="267"/>
                  <a:pt x="2357" y="267"/>
                </a:cubicBezTo>
                <a:cubicBezTo>
                  <a:pt x="2590" y="267"/>
                  <a:pt x="2779" y="456"/>
                  <a:pt x="2779" y="689"/>
                </a:cubicBezTo>
                <a:cubicBezTo>
                  <a:pt x="2779" y="763"/>
                  <a:pt x="2839" y="823"/>
                  <a:pt x="2913" y="823"/>
                </a:cubicBezTo>
                <a:cubicBezTo>
                  <a:pt x="3146" y="823"/>
                  <a:pt x="3335" y="1012"/>
                  <a:pt x="3335" y="1245"/>
                </a:cubicBezTo>
                <a:cubicBezTo>
                  <a:pt x="3335" y="1328"/>
                  <a:pt x="3292" y="1449"/>
                  <a:pt x="3254" y="1481"/>
                </a:cubicBezTo>
                <a:cubicBezTo>
                  <a:pt x="3154" y="1423"/>
                  <a:pt x="3037" y="1390"/>
                  <a:pt x="2913" y="1390"/>
                </a:cubicBezTo>
                <a:cubicBezTo>
                  <a:pt x="2533" y="1390"/>
                  <a:pt x="2224" y="1699"/>
                  <a:pt x="2224" y="2079"/>
                </a:cubicBezTo>
                <a:cubicBezTo>
                  <a:pt x="2224" y="2153"/>
                  <a:pt x="2283" y="2213"/>
                  <a:pt x="2357" y="221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3" name="three-rings_74134"/>
          <p:cNvSpPr/>
          <p:nvPr>
            <p:custDataLst>
              <p:tags r:id="rId2"/>
            </p:custDataLst>
          </p:nvPr>
        </p:nvSpPr>
        <p:spPr>
          <a:xfrm>
            <a:off x="4104920" y="3864140"/>
            <a:ext cx="775162" cy="775162"/>
          </a:xfrm>
          <a:custGeom>
            <a:avLst/>
            <a:gdLst>
              <a:gd name="T0" fmla="*/ 5387 w 6562"/>
              <a:gd name="T1" fmla="*/ 2265 h 6270"/>
              <a:gd name="T2" fmla="*/ 5395 w 6562"/>
              <a:gd name="T3" fmla="*/ 2114 h 6270"/>
              <a:gd name="T4" fmla="*/ 3281 w 6562"/>
              <a:gd name="T5" fmla="*/ 0 h 6270"/>
              <a:gd name="T6" fmla="*/ 1167 w 6562"/>
              <a:gd name="T7" fmla="*/ 2114 h 6270"/>
              <a:gd name="T8" fmla="*/ 1175 w 6562"/>
              <a:gd name="T9" fmla="*/ 2265 h 6270"/>
              <a:gd name="T10" fmla="*/ 0 w 6562"/>
              <a:gd name="T11" fmla="*/ 4156 h 6270"/>
              <a:gd name="T12" fmla="*/ 2114 w 6562"/>
              <a:gd name="T13" fmla="*/ 6270 h 6270"/>
              <a:gd name="T14" fmla="*/ 3281 w 6562"/>
              <a:gd name="T15" fmla="*/ 5917 h 6270"/>
              <a:gd name="T16" fmla="*/ 4448 w 6562"/>
              <a:gd name="T17" fmla="*/ 6270 h 6270"/>
              <a:gd name="T18" fmla="*/ 6562 w 6562"/>
              <a:gd name="T19" fmla="*/ 4156 h 6270"/>
              <a:gd name="T20" fmla="*/ 5387 w 6562"/>
              <a:gd name="T21" fmla="*/ 2265 h 6270"/>
              <a:gd name="T22" fmla="*/ 3281 w 6562"/>
              <a:gd name="T23" fmla="*/ 5361 h 6270"/>
              <a:gd name="T24" fmla="*/ 2770 w 6562"/>
              <a:gd name="T25" fmla="*/ 4163 h 6270"/>
              <a:gd name="T26" fmla="*/ 3281 w 6562"/>
              <a:gd name="T27" fmla="*/ 4228 h 6270"/>
              <a:gd name="T28" fmla="*/ 3793 w 6562"/>
              <a:gd name="T29" fmla="*/ 4163 h 6270"/>
              <a:gd name="T30" fmla="*/ 3281 w 6562"/>
              <a:gd name="T31" fmla="*/ 5361 h 6270"/>
              <a:gd name="T32" fmla="*/ 3281 w 6562"/>
              <a:gd name="T33" fmla="*/ 3793 h 6270"/>
              <a:gd name="T34" fmla="*/ 2826 w 6562"/>
              <a:gd name="T35" fmla="*/ 3729 h 6270"/>
              <a:gd name="T36" fmla="*/ 3281 w 6562"/>
              <a:gd name="T37" fmla="*/ 2952 h 6270"/>
              <a:gd name="T38" fmla="*/ 3736 w 6562"/>
              <a:gd name="T39" fmla="*/ 3729 h 6270"/>
              <a:gd name="T40" fmla="*/ 3281 w 6562"/>
              <a:gd name="T41" fmla="*/ 3793 h 6270"/>
              <a:gd name="T42" fmla="*/ 2423 w 6562"/>
              <a:gd name="T43" fmla="*/ 3554 h 6270"/>
              <a:gd name="T44" fmla="*/ 1659 w 6562"/>
              <a:gd name="T45" fmla="*/ 2541 h 6270"/>
              <a:gd name="T46" fmla="*/ 2114 w 6562"/>
              <a:gd name="T47" fmla="*/ 2477 h 6270"/>
              <a:gd name="T48" fmla="*/ 2929 w 6562"/>
              <a:gd name="T49" fmla="*/ 2690 h 6270"/>
              <a:gd name="T50" fmla="*/ 2423 w 6562"/>
              <a:gd name="T51" fmla="*/ 3554 h 6270"/>
              <a:gd name="T52" fmla="*/ 3633 w 6562"/>
              <a:gd name="T53" fmla="*/ 2690 h 6270"/>
              <a:gd name="T54" fmla="*/ 4448 w 6562"/>
              <a:gd name="T55" fmla="*/ 2477 h 6270"/>
              <a:gd name="T56" fmla="*/ 4903 w 6562"/>
              <a:gd name="T57" fmla="*/ 2541 h 6270"/>
              <a:gd name="T58" fmla="*/ 4140 w 6562"/>
              <a:gd name="T59" fmla="*/ 3554 h 6270"/>
              <a:gd name="T60" fmla="*/ 3633 w 6562"/>
              <a:gd name="T61" fmla="*/ 2690 h 6270"/>
              <a:gd name="T62" fmla="*/ 3281 w 6562"/>
              <a:gd name="T63" fmla="*/ 435 h 6270"/>
              <a:gd name="T64" fmla="*/ 4960 w 6562"/>
              <a:gd name="T65" fmla="*/ 2107 h 6270"/>
              <a:gd name="T66" fmla="*/ 4448 w 6562"/>
              <a:gd name="T67" fmla="*/ 2042 h 6270"/>
              <a:gd name="T68" fmla="*/ 3281 w 6562"/>
              <a:gd name="T69" fmla="*/ 2395 h 6270"/>
              <a:gd name="T70" fmla="*/ 2114 w 6562"/>
              <a:gd name="T71" fmla="*/ 2042 h 6270"/>
              <a:gd name="T72" fmla="*/ 1602 w 6562"/>
              <a:gd name="T73" fmla="*/ 2107 h 6270"/>
              <a:gd name="T74" fmla="*/ 3281 w 6562"/>
              <a:gd name="T75" fmla="*/ 435 h 6270"/>
              <a:gd name="T76" fmla="*/ 435 w 6562"/>
              <a:gd name="T77" fmla="*/ 4156 h 6270"/>
              <a:gd name="T78" fmla="*/ 1256 w 6562"/>
              <a:gd name="T79" fmla="*/ 2716 h 6270"/>
              <a:gd name="T80" fmla="*/ 2342 w 6562"/>
              <a:gd name="T81" fmla="*/ 4005 h 6270"/>
              <a:gd name="T82" fmla="*/ 2334 w 6562"/>
              <a:gd name="T83" fmla="*/ 4156 h 6270"/>
              <a:gd name="T84" fmla="*/ 2929 w 6562"/>
              <a:gd name="T85" fmla="*/ 5623 h 6270"/>
              <a:gd name="T86" fmla="*/ 2114 w 6562"/>
              <a:gd name="T87" fmla="*/ 5835 h 6270"/>
              <a:gd name="T88" fmla="*/ 435 w 6562"/>
              <a:gd name="T89" fmla="*/ 4156 h 6270"/>
              <a:gd name="T90" fmla="*/ 4448 w 6562"/>
              <a:gd name="T91" fmla="*/ 5835 h 6270"/>
              <a:gd name="T92" fmla="*/ 3633 w 6562"/>
              <a:gd name="T93" fmla="*/ 5623 h 6270"/>
              <a:gd name="T94" fmla="*/ 4228 w 6562"/>
              <a:gd name="T95" fmla="*/ 4156 h 6270"/>
              <a:gd name="T96" fmla="*/ 4220 w 6562"/>
              <a:gd name="T97" fmla="*/ 4005 h 6270"/>
              <a:gd name="T98" fmla="*/ 5307 w 6562"/>
              <a:gd name="T99" fmla="*/ 2716 h 6270"/>
              <a:gd name="T100" fmla="*/ 6127 w 6562"/>
              <a:gd name="T101" fmla="*/ 4156 h 6270"/>
              <a:gd name="T102" fmla="*/ 4448 w 6562"/>
              <a:gd name="T103" fmla="*/ 5835 h 6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562" h="6270">
                <a:moveTo>
                  <a:pt x="5387" y="2265"/>
                </a:moveTo>
                <a:cubicBezTo>
                  <a:pt x="5391" y="2215"/>
                  <a:pt x="5395" y="2165"/>
                  <a:pt x="5395" y="2114"/>
                </a:cubicBezTo>
                <a:cubicBezTo>
                  <a:pt x="5395" y="948"/>
                  <a:pt x="4447" y="0"/>
                  <a:pt x="3281" y="0"/>
                </a:cubicBezTo>
                <a:cubicBezTo>
                  <a:pt x="2115" y="0"/>
                  <a:pt x="1167" y="948"/>
                  <a:pt x="1167" y="2114"/>
                </a:cubicBezTo>
                <a:cubicBezTo>
                  <a:pt x="1167" y="2165"/>
                  <a:pt x="1171" y="2215"/>
                  <a:pt x="1175" y="2265"/>
                </a:cubicBezTo>
                <a:cubicBezTo>
                  <a:pt x="480" y="2612"/>
                  <a:pt x="0" y="3328"/>
                  <a:pt x="0" y="4156"/>
                </a:cubicBezTo>
                <a:cubicBezTo>
                  <a:pt x="0" y="5322"/>
                  <a:pt x="948" y="6270"/>
                  <a:pt x="2114" y="6270"/>
                </a:cubicBezTo>
                <a:cubicBezTo>
                  <a:pt x="2545" y="6270"/>
                  <a:pt x="2946" y="6140"/>
                  <a:pt x="3281" y="5917"/>
                </a:cubicBezTo>
                <a:cubicBezTo>
                  <a:pt x="3616" y="6140"/>
                  <a:pt x="4017" y="6270"/>
                  <a:pt x="4448" y="6270"/>
                </a:cubicBezTo>
                <a:cubicBezTo>
                  <a:pt x="5614" y="6270"/>
                  <a:pt x="6562" y="5322"/>
                  <a:pt x="6562" y="4156"/>
                </a:cubicBezTo>
                <a:cubicBezTo>
                  <a:pt x="6562" y="3328"/>
                  <a:pt x="6082" y="2612"/>
                  <a:pt x="5387" y="2265"/>
                </a:cubicBezTo>
                <a:close/>
                <a:moveTo>
                  <a:pt x="3281" y="5361"/>
                </a:moveTo>
                <a:cubicBezTo>
                  <a:pt x="2967" y="5057"/>
                  <a:pt x="2771" y="4633"/>
                  <a:pt x="2770" y="4163"/>
                </a:cubicBezTo>
                <a:cubicBezTo>
                  <a:pt x="2934" y="4204"/>
                  <a:pt x="3104" y="4228"/>
                  <a:pt x="3281" y="4228"/>
                </a:cubicBezTo>
                <a:cubicBezTo>
                  <a:pt x="3458" y="4228"/>
                  <a:pt x="3628" y="4204"/>
                  <a:pt x="3793" y="4163"/>
                </a:cubicBezTo>
                <a:cubicBezTo>
                  <a:pt x="3791" y="4633"/>
                  <a:pt x="3595" y="5057"/>
                  <a:pt x="3281" y="5361"/>
                </a:cubicBezTo>
                <a:close/>
                <a:moveTo>
                  <a:pt x="3281" y="3793"/>
                </a:moveTo>
                <a:cubicBezTo>
                  <a:pt x="3123" y="3793"/>
                  <a:pt x="2971" y="3770"/>
                  <a:pt x="2826" y="3729"/>
                </a:cubicBezTo>
                <a:cubicBezTo>
                  <a:pt x="2905" y="3429"/>
                  <a:pt x="3065" y="3161"/>
                  <a:pt x="3281" y="2952"/>
                </a:cubicBezTo>
                <a:cubicBezTo>
                  <a:pt x="3498" y="3161"/>
                  <a:pt x="3657" y="3429"/>
                  <a:pt x="3736" y="3729"/>
                </a:cubicBezTo>
                <a:cubicBezTo>
                  <a:pt x="3591" y="3770"/>
                  <a:pt x="3439" y="3793"/>
                  <a:pt x="3281" y="3793"/>
                </a:cubicBezTo>
                <a:close/>
                <a:moveTo>
                  <a:pt x="2423" y="3554"/>
                </a:moveTo>
                <a:cubicBezTo>
                  <a:pt x="2051" y="3332"/>
                  <a:pt x="1773" y="2970"/>
                  <a:pt x="1659" y="2541"/>
                </a:cubicBezTo>
                <a:cubicBezTo>
                  <a:pt x="1804" y="2500"/>
                  <a:pt x="1956" y="2477"/>
                  <a:pt x="2114" y="2477"/>
                </a:cubicBezTo>
                <a:cubicBezTo>
                  <a:pt x="2410" y="2477"/>
                  <a:pt x="2687" y="2555"/>
                  <a:pt x="2929" y="2690"/>
                </a:cubicBezTo>
                <a:cubicBezTo>
                  <a:pt x="2697" y="2930"/>
                  <a:pt x="2521" y="3225"/>
                  <a:pt x="2423" y="3554"/>
                </a:cubicBezTo>
                <a:close/>
                <a:moveTo>
                  <a:pt x="3633" y="2690"/>
                </a:moveTo>
                <a:cubicBezTo>
                  <a:pt x="3875" y="2555"/>
                  <a:pt x="4152" y="2477"/>
                  <a:pt x="4448" y="2477"/>
                </a:cubicBezTo>
                <a:cubicBezTo>
                  <a:pt x="4606" y="2477"/>
                  <a:pt x="4758" y="2501"/>
                  <a:pt x="4903" y="2541"/>
                </a:cubicBezTo>
                <a:cubicBezTo>
                  <a:pt x="4790" y="2970"/>
                  <a:pt x="4511" y="3332"/>
                  <a:pt x="4140" y="3554"/>
                </a:cubicBezTo>
                <a:cubicBezTo>
                  <a:pt x="4042" y="3225"/>
                  <a:pt x="3866" y="2930"/>
                  <a:pt x="3633" y="2690"/>
                </a:cubicBezTo>
                <a:close/>
                <a:moveTo>
                  <a:pt x="3281" y="435"/>
                </a:moveTo>
                <a:cubicBezTo>
                  <a:pt x="4205" y="435"/>
                  <a:pt x="4957" y="1185"/>
                  <a:pt x="4960" y="2107"/>
                </a:cubicBezTo>
                <a:cubicBezTo>
                  <a:pt x="4796" y="2066"/>
                  <a:pt x="4625" y="2042"/>
                  <a:pt x="4448" y="2042"/>
                </a:cubicBezTo>
                <a:cubicBezTo>
                  <a:pt x="4017" y="2042"/>
                  <a:pt x="3616" y="2173"/>
                  <a:pt x="3281" y="2395"/>
                </a:cubicBezTo>
                <a:cubicBezTo>
                  <a:pt x="2946" y="2173"/>
                  <a:pt x="2545" y="2042"/>
                  <a:pt x="2114" y="2042"/>
                </a:cubicBezTo>
                <a:cubicBezTo>
                  <a:pt x="1937" y="2042"/>
                  <a:pt x="1767" y="2066"/>
                  <a:pt x="1602" y="2107"/>
                </a:cubicBezTo>
                <a:cubicBezTo>
                  <a:pt x="1606" y="1185"/>
                  <a:pt x="2358" y="435"/>
                  <a:pt x="3281" y="435"/>
                </a:cubicBezTo>
                <a:close/>
                <a:moveTo>
                  <a:pt x="435" y="4156"/>
                </a:moveTo>
                <a:cubicBezTo>
                  <a:pt x="435" y="3544"/>
                  <a:pt x="765" y="3009"/>
                  <a:pt x="1256" y="2716"/>
                </a:cubicBezTo>
                <a:cubicBezTo>
                  <a:pt x="1424" y="3281"/>
                  <a:pt x="1823" y="3746"/>
                  <a:pt x="2342" y="4005"/>
                </a:cubicBezTo>
                <a:cubicBezTo>
                  <a:pt x="2338" y="4055"/>
                  <a:pt x="2334" y="4105"/>
                  <a:pt x="2334" y="4156"/>
                </a:cubicBezTo>
                <a:cubicBezTo>
                  <a:pt x="2334" y="4726"/>
                  <a:pt x="2562" y="5242"/>
                  <a:pt x="2929" y="5623"/>
                </a:cubicBezTo>
                <a:cubicBezTo>
                  <a:pt x="2687" y="5758"/>
                  <a:pt x="2410" y="5835"/>
                  <a:pt x="2114" y="5835"/>
                </a:cubicBezTo>
                <a:cubicBezTo>
                  <a:pt x="1188" y="5835"/>
                  <a:pt x="435" y="5082"/>
                  <a:pt x="435" y="4156"/>
                </a:cubicBezTo>
                <a:close/>
                <a:moveTo>
                  <a:pt x="4448" y="5835"/>
                </a:moveTo>
                <a:cubicBezTo>
                  <a:pt x="4152" y="5835"/>
                  <a:pt x="3875" y="5758"/>
                  <a:pt x="3633" y="5623"/>
                </a:cubicBezTo>
                <a:cubicBezTo>
                  <a:pt x="4000" y="5242"/>
                  <a:pt x="4228" y="4726"/>
                  <a:pt x="4228" y="4156"/>
                </a:cubicBezTo>
                <a:cubicBezTo>
                  <a:pt x="4228" y="4105"/>
                  <a:pt x="4224" y="4055"/>
                  <a:pt x="4220" y="4005"/>
                </a:cubicBezTo>
                <a:cubicBezTo>
                  <a:pt x="4740" y="3746"/>
                  <a:pt x="5138" y="3281"/>
                  <a:pt x="5307" y="2716"/>
                </a:cubicBezTo>
                <a:cubicBezTo>
                  <a:pt x="5797" y="3009"/>
                  <a:pt x="6127" y="3544"/>
                  <a:pt x="6127" y="4156"/>
                </a:cubicBezTo>
                <a:cubicBezTo>
                  <a:pt x="6127" y="5082"/>
                  <a:pt x="5374" y="5835"/>
                  <a:pt x="4448" y="583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4" name="idea-lightbulb-symbol_45725"/>
          <p:cNvSpPr/>
          <p:nvPr>
            <p:custDataLst>
              <p:tags r:id="rId3"/>
            </p:custDataLst>
          </p:nvPr>
        </p:nvSpPr>
        <p:spPr bwMode="auto">
          <a:xfrm>
            <a:off x="7015405" y="3370110"/>
            <a:ext cx="775162" cy="775162"/>
          </a:xfrm>
          <a:custGeom>
            <a:avLst/>
            <a:gdLst>
              <a:gd name="connsiteX0" fmla="*/ 172872 w 536204"/>
              <a:gd name="connsiteY0" fmla="*/ 329116 h 529128"/>
              <a:gd name="connsiteX1" fmla="*/ 492604 w 536204"/>
              <a:gd name="connsiteY1" fmla="*/ 477512 h 529128"/>
              <a:gd name="connsiteX2" fmla="*/ 492604 w 536204"/>
              <a:gd name="connsiteY2" fmla="*/ 329116 h 529128"/>
              <a:gd name="connsiteX3" fmla="*/ 19465 w 536204"/>
              <a:gd name="connsiteY3" fmla="*/ 285565 h 529128"/>
              <a:gd name="connsiteX4" fmla="*/ 492604 w 536204"/>
              <a:gd name="connsiteY4" fmla="*/ 285565 h 529128"/>
              <a:gd name="connsiteX5" fmla="*/ 536204 w 536204"/>
              <a:gd name="connsiteY5" fmla="*/ 329116 h 529128"/>
              <a:gd name="connsiteX6" fmla="*/ 536204 w 536204"/>
              <a:gd name="connsiteY6" fmla="*/ 501707 h 529128"/>
              <a:gd name="connsiteX7" fmla="*/ 511982 w 536204"/>
              <a:gd name="connsiteY7" fmla="*/ 529128 h 529128"/>
              <a:gd name="connsiteX8" fmla="*/ 497449 w 536204"/>
              <a:gd name="connsiteY8" fmla="*/ 525902 h 529128"/>
              <a:gd name="connsiteX9" fmla="*/ 14621 w 536204"/>
              <a:gd name="connsiteY9" fmla="*/ 303308 h 529128"/>
              <a:gd name="connsiteX10" fmla="*/ 19465 w 536204"/>
              <a:gd name="connsiteY10" fmla="*/ 285565 h 529128"/>
              <a:gd name="connsiteX11" fmla="*/ 512361 w 536204"/>
              <a:gd name="connsiteY11" fmla="*/ 1 h 529128"/>
              <a:gd name="connsiteX12" fmla="*/ 536204 w 536204"/>
              <a:gd name="connsiteY12" fmla="*/ 27648 h 529128"/>
              <a:gd name="connsiteX13" fmla="*/ 536204 w 536204"/>
              <a:gd name="connsiteY13" fmla="*/ 200079 h 529128"/>
              <a:gd name="connsiteX14" fmla="*/ 492604 w 536204"/>
              <a:gd name="connsiteY14" fmla="*/ 243589 h 529128"/>
              <a:gd name="connsiteX15" fmla="*/ 19465 w 536204"/>
              <a:gd name="connsiteY15" fmla="*/ 243589 h 529128"/>
              <a:gd name="connsiteX16" fmla="*/ 14621 w 536204"/>
              <a:gd name="connsiteY16" fmla="*/ 224251 h 529128"/>
              <a:gd name="connsiteX17" fmla="*/ 497449 w 536204"/>
              <a:gd name="connsiteY17" fmla="*/ 3476 h 529128"/>
              <a:gd name="connsiteX18" fmla="*/ 512361 w 536204"/>
              <a:gd name="connsiteY18" fmla="*/ 1 h 52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6204" h="529128">
                <a:moveTo>
                  <a:pt x="172872" y="329116"/>
                </a:moveTo>
                <a:lnTo>
                  <a:pt x="492604" y="477512"/>
                </a:lnTo>
                <a:lnTo>
                  <a:pt x="492604" y="329116"/>
                </a:lnTo>
                <a:close/>
                <a:moveTo>
                  <a:pt x="19465" y="285565"/>
                </a:moveTo>
                <a:lnTo>
                  <a:pt x="492604" y="285565"/>
                </a:lnTo>
                <a:cubicBezTo>
                  <a:pt x="516827" y="285565"/>
                  <a:pt x="536204" y="304921"/>
                  <a:pt x="536204" y="329116"/>
                </a:cubicBezTo>
                <a:lnTo>
                  <a:pt x="536204" y="501707"/>
                </a:lnTo>
                <a:cubicBezTo>
                  <a:pt x="536204" y="519450"/>
                  <a:pt x="526515" y="529128"/>
                  <a:pt x="511982" y="529128"/>
                </a:cubicBezTo>
                <a:cubicBezTo>
                  <a:pt x="507138" y="529128"/>
                  <a:pt x="502293" y="529128"/>
                  <a:pt x="497449" y="525902"/>
                </a:cubicBezTo>
                <a:lnTo>
                  <a:pt x="14621" y="303308"/>
                </a:lnTo>
                <a:cubicBezTo>
                  <a:pt x="-6372" y="293630"/>
                  <a:pt x="-4757" y="285565"/>
                  <a:pt x="19465" y="285565"/>
                </a:cubicBezTo>
                <a:close/>
                <a:moveTo>
                  <a:pt x="512361" y="1"/>
                </a:moveTo>
                <a:cubicBezTo>
                  <a:pt x="526213" y="152"/>
                  <a:pt x="536204" y="10728"/>
                  <a:pt x="536204" y="27648"/>
                </a:cubicBezTo>
                <a:lnTo>
                  <a:pt x="536204" y="200079"/>
                </a:lnTo>
                <a:cubicBezTo>
                  <a:pt x="536204" y="224251"/>
                  <a:pt x="516827" y="243589"/>
                  <a:pt x="492604" y="243589"/>
                </a:cubicBezTo>
                <a:lnTo>
                  <a:pt x="19465" y="243589"/>
                </a:lnTo>
                <a:cubicBezTo>
                  <a:pt x="-4757" y="243589"/>
                  <a:pt x="-6372" y="235531"/>
                  <a:pt x="14621" y="224251"/>
                </a:cubicBezTo>
                <a:lnTo>
                  <a:pt x="497449" y="3476"/>
                </a:lnTo>
                <a:cubicBezTo>
                  <a:pt x="502697" y="1059"/>
                  <a:pt x="507743" y="-49"/>
                  <a:pt x="51236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5" name="图片 84" descr="随机播放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6340" y="3077210"/>
            <a:ext cx="786765" cy="786765"/>
          </a:xfrm>
          <a:prstGeom prst="rect">
            <a:avLst/>
          </a:prstGeom>
        </p:spPr>
      </p:pic>
      <p:sp>
        <p:nvSpPr>
          <p:cNvPr id="86" name="文本框 85"/>
          <p:cNvSpPr txBox="1"/>
          <p:nvPr/>
        </p:nvSpPr>
        <p:spPr>
          <a:xfrm>
            <a:off x="438150" y="5312410"/>
            <a:ext cx="21748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洗脑营销</a:t>
            </a:r>
            <a:endParaRPr kumimoji="1" lang="zh-CN" altLang="en-US" sz="2400" dirty="0">
              <a:solidFill>
                <a:srgbClr val="002060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08070" y="5613400"/>
            <a:ext cx="17684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400" dirty="0">
                <a:solidFill>
                  <a:srgbClr val="002060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圈层营销</a:t>
            </a:r>
            <a:endParaRPr kumimoji="1" lang="zh-CN" altLang="en-US" sz="2400" dirty="0">
              <a:solidFill>
                <a:srgbClr val="002060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663690" y="5105400"/>
            <a:ext cx="15748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400" dirty="0">
                <a:solidFill>
                  <a:srgbClr val="002060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翻盘营销</a:t>
            </a:r>
            <a:endParaRPr kumimoji="1" lang="zh-CN" altLang="en-US" sz="2400" dirty="0">
              <a:solidFill>
                <a:srgbClr val="002060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638030" y="4768850"/>
            <a:ext cx="1683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400" dirty="0">
                <a:solidFill>
                  <a:srgbClr val="002060"/>
                </a:solidFill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跨界营销</a:t>
            </a:r>
            <a:endParaRPr kumimoji="1" lang="zh-CN" altLang="en-US" sz="2400" dirty="0">
              <a:solidFill>
                <a:srgbClr val="002060"/>
              </a:solidFill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pic>
        <p:nvPicPr>
          <p:cNvPr id="91" name="图片 9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10746217" y="324654"/>
            <a:ext cx="875424" cy="8193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折角形 2"/>
          <p:cNvSpPr/>
          <p:nvPr/>
        </p:nvSpPr>
        <p:spPr>
          <a:xfrm>
            <a:off x="793750" y="1478915"/>
            <a:ext cx="4240530" cy="4952365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</a:ln>
          <a:effectLst>
            <a:outerShdw blurRad="317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方正正粗黑简体" panose="02000500000000000000" charset="-122"/>
                <a:ea typeface="方正正粗黑简体" panose="02000500000000000000" charset="-122"/>
                <a:cs typeface="Yuppy SC" panose="020F0603040207020204" pitchFamily="34" charset="-122"/>
                <a:sym typeface="+mn-ea"/>
              </a:rPr>
              <a:t>数据举例：大促收割</a:t>
            </a:r>
            <a:endParaRPr kumimoji="1" lang="zh-CN" altLang="en-US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方正正粗黑简体" panose="02000500000000000000" charset="-122"/>
              <a:ea typeface="方正正粗黑简体" panose="02000500000000000000" charset="-122"/>
              <a:cs typeface="Yuppy SC" panose="020F0603040207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2668" y="1686560"/>
            <a:ext cx="272605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阿飞和巴弟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800" y="2304415"/>
            <a:ext cx="609600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产品研发基本依赖于代工厂，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但高举高打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精准划分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+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快速更迭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93800" y="3013075"/>
            <a:ext cx="12833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rgbClr val="FF94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微软雅黑" panose="020B0503020204020204" charset="-122"/>
              </a:rPr>
              <a:t>品牌特点</a:t>
            </a:r>
            <a:endParaRPr lang="zh-CN" altLang="en-US" b="1" dirty="0">
              <a:solidFill>
                <a:srgbClr val="FF9415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93800" y="3358515"/>
            <a:ext cx="6096000" cy="800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严于律己：首创三国国标检测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与Z世代双向奔赴：高频互动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视觉强化：理想国IP+理工感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1193489" y="4224719"/>
            <a:ext cx="1107996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rgbClr val="FF94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微软雅黑" panose="020B0503020204020204" charset="-122"/>
              </a:rPr>
              <a:t>合作模式</a:t>
            </a:r>
            <a:endParaRPr lang="zh-CN" altLang="en-US" b="1" dirty="0">
              <a:solidFill>
                <a:srgbClr val="FF9415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93800" y="4583430"/>
            <a:ext cx="6096000" cy="1510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21年1月至今，抖音全投放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indent="0" algn="l">
              <a:lnSpc>
                <a:spcPct val="110000"/>
              </a:lnSpc>
              <a:buClrTx/>
              <a:buSzTx/>
              <a:buNone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服务项目：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投放策略辅助 – 节奏与主题优化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Brief优化辅助 – 商业化内容的落地优化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达人推荐筛选 – 30+维度筛选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媒介投放执行 – 达人对接与沟通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752465" y="1066800"/>
            <a:ext cx="0" cy="5613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6470650" y="1478915"/>
            <a:ext cx="4698365" cy="2183765"/>
          </a:xfrm>
          <a:prstGeom prst="roundRect">
            <a:avLst>
              <a:gd name="adj" fmla="val 5612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470650" y="3935095"/>
            <a:ext cx="4698365" cy="2602865"/>
          </a:xfrm>
          <a:prstGeom prst="roundRect">
            <a:avLst>
              <a:gd name="adj" fmla="val 5612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90030" y="1644015"/>
            <a:ext cx="4370070" cy="183324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590030" y="4159250"/>
            <a:ext cx="4376420" cy="2214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新媒体投放策略：</a:t>
            </a:r>
            <a:endParaRPr lang="en-US" altLang="zh-CN" b="1" dirty="0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通过大批量的日常类达人投放，先提高曝光和电商评论量级，后以此为基础扩展适量测评类达人，并形成正向循环，逐步建立对品牌整体的心智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endParaRPr lang="zh-CN" altLang="en-US" sz="1800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抖音投放：大预算</a:t>
            </a:r>
            <a:endParaRPr lang="zh-CN" altLang="en-US" sz="1800" b="1" dirty="0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年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-12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月，抖音投放金额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700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+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年平均月度抖音投放金额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60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万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年预计全年投放金额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1500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+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折角形 2"/>
          <p:cNvSpPr/>
          <p:nvPr/>
        </p:nvSpPr>
        <p:spPr>
          <a:xfrm>
            <a:off x="793750" y="1478915"/>
            <a:ext cx="4531995" cy="4952365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</a:ln>
          <a:effectLst>
            <a:outerShdw blurRad="317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新锐品牌的“洗脑营销”</a:t>
            </a:r>
            <a:endParaRPr lang="en-US" altLang="zh-CN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2668" y="1686560"/>
            <a:ext cx="272605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阿飞和巴弟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31" name="矩形 30"/>
          <p:cNvSpPr/>
          <p:nvPr>
            <p:custDataLst>
              <p:tags r:id="rId1"/>
            </p:custDataLst>
          </p:nvPr>
        </p:nvSpPr>
        <p:spPr>
          <a:xfrm>
            <a:off x="1097280" y="2393315"/>
            <a:ext cx="3881120" cy="4661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案例说明</a:t>
            </a:r>
            <a:endParaRPr lang="zh-CN" altLang="en-US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2021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-11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月，精选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100+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位抖音矩阵达人进行为时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个月的推广投放，为阿飞和巴弟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E76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猫粮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纯条猫条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/C0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猫粮产品带来的巨大曝光声量，辅助品牌稳居</a:t>
            </a:r>
            <a:r>
              <a:rPr lang="zh-CN" altLang="en-US" sz="14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天猫冻干猫粮热销榜</a:t>
            </a:r>
            <a:r>
              <a:rPr lang="en-US" altLang="zh-CN" sz="14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TOP1</a:t>
            </a:r>
            <a:endParaRPr lang="en-US" altLang="zh-CN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en-US" altLang="zh-CN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项目效果</a:t>
            </a:r>
            <a:endParaRPr lang="zh-CN" altLang="en-US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累计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总曝光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70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00w+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累计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总互动 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250w+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单条最高播放量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75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0w+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双</a:t>
            </a:r>
            <a:r>
              <a:rPr lang="en-US" altLang="zh-CN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11</a:t>
            </a:r>
            <a:r>
              <a:rPr lang="zh-CN" altLang="en-US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天猫销量 </a:t>
            </a:r>
            <a:r>
              <a:rPr lang="en-US" altLang="zh-CN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3300w+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折角形 2"/>
          <p:cNvSpPr/>
          <p:nvPr/>
        </p:nvSpPr>
        <p:spPr>
          <a:xfrm>
            <a:off x="6940550" y="501015"/>
            <a:ext cx="4531995" cy="5942965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</a:ln>
          <a:effectLst>
            <a:outerShdw blurRad="317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新锐品牌的“洗脑营销”</a:t>
            </a:r>
            <a:endParaRPr lang="en-US" altLang="zh-CN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44081" y="708660"/>
            <a:ext cx="120015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蓝氏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31" name="矩形 30"/>
          <p:cNvSpPr/>
          <p:nvPr>
            <p:custDataLst>
              <p:tags r:id="rId1"/>
            </p:custDataLst>
          </p:nvPr>
        </p:nvSpPr>
        <p:spPr>
          <a:xfrm>
            <a:off x="7244080" y="1415415"/>
            <a:ext cx="3843655" cy="4793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自有高级配方技术人员，创新能力强，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以点带面精准突破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品牌特点</a:t>
            </a:r>
            <a:endParaRPr lang="en-US" altLang="zh-CN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创新创造：首创鸽子配方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甜甜圈造型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差异受众：较其他品牌更年轻化女性化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硬核品质：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5.7%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超低淀粉</a:t>
            </a:r>
            <a:endParaRPr lang="zh-CN" altLang="en-US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800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合作模式</a:t>
            </a:r>
            <a:endParaRPr lang="zh-CN" altLang="en-US" sz="1800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合作模式：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2021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-12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月，抖音全投放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2022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月至今，抖音全案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服务项目：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全年营销策略 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– 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营销主题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节奏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资源匹配等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阶段策划汇报 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– 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预规划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复盘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动态策略等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调研数据辅助 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– 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行业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竞品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渠道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受众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媒介执行投放 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– 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达人筛选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对接</a:t>
            </a:r>
            <a:r>
              <a:rPr lang="en-US" altLang="zh-CN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沟通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en-US" altLang="zh-CN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2"/>
            </p:custDataLst>
          </p:nvPr>
        </p:nvCxnSpPr>
        <p:spPr>
          <a:xfrm>
            <a:off x="6346190" y="501015"/>
            <a:ext cx="0" cy="60077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>
            <p:custDataLst>
              <p:tags r:id="rId3"/>
            </p:custDataLst>
          </p:nvPr>
        </p:nvSpPr>
        <p:spPr>
          <a:xfrm>
            <a:off x="749935" y="1478915"/>
            <a:ext cx="5001895" cy="2183765"/>
          </a:xfrm>
          <a:prstGeom prst="roundRect">
            <a:avLst>
              <a:gd name="adj" fmla="val 5612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749935" y="3846195"/>
            <a:ext cx="5001895" cy="2537460"/>
          </a:xfrm>
          <a:prstGeom prst="roundRect">
            <a:avLst>
              <a:gd name="adj" fmla="val 5612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80110" y="1717040"/>
            <a:ext cx="4635500" cy="16186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22985" y="3985895"/>
            <a:ext cx="4481830" cy="2153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新媒体投放策略：</a:t>
            </a:r>
            <a:endParaRPr lang="en-US" altLang="zh-CN" b="1" dirty="0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通过小批量的测评类达人投放，先铺垫搜索承接基础，后投放小批量的腰尾部类达人，弱化营销感，再逐步拓展达人量级，引爆品牌声量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抖音投放：小预算</a:t>
            </a:r>
            <a:endParaRPr lang="zh-CN" altLang="en-US" sz="1800" b="1" dirty="0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年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8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-12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月，抖音投放金额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80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+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年平均月度抖音投放金额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15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万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年预计全年投放金额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600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+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数据举例：新兵上阵</a:t>
            </a:r>
            <a:endParaRPr lang="zh-CN" altLang="en-US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11" name="折角形 10"/>
          <p:cNvSpPr/>
          <p:nvPr>
            <p:custDataLst>
              <p:tags r:id="rId1"/>
            </p:custDataLst>
          </p:nvPr>
        </p:nvSpPr>
        <p:spPr>
          <a:xfrm>
            <a:off x="793750" y="1478915"/>
            <a:ext cx="4531995" cy="4952365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</a:ln>
          <a:effectLst>
            <a:outerShdw blurRad="317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1097280" y="1686560"/>
            <a:ext cx="120015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蓝氏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1097280" y="2393315"/>
            <a:ext cx="3881120" cy="4661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案例说明</a:t>
            </a:r>
            <a:endParaRPr lang="zh-CN" altLang="en-US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2021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-12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月，蓝氏从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起步，精选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40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位头腰尾部抖音达人进行产品曝光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&amp;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种草，为蓝氏猫粮收获了大量消费者，冲上</a:t>
            </a:r>
            <a:r>
              <a:rPr lang="zh-CN" altLang="en-US" sz="14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天猫冻干猫粮热销榜第</a:t>
            </a:r>
            <a:r>
              <a:rPr lang="en-US" altLang="zh-CN" sz="14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</a:t>
            </a:r>
            <a:r>
              <a:rPr lang="zh-CN" altLang="en-US" sz="14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位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en-US" altLang="zh-CN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项目效果</a:t>
            </a:r>
            <a:endParaRPr lang="zh-CN" altLang="en-US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累计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总曝光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35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00w+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累计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总互动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11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0w+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平均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CPM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值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24.89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双</a:t>
            </a:r>
            <a:r>
              <a:rPr lang="en-US" altLang="zh-CN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11</a:t>
            </a:r>
            <a:r>
              <a:rPr lang="zh-CN" altLang="en-US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天猫销量 </a:t>
            </a:r>
            <a:r>
              <a:rPr lang="en-US" altLang="zh-CN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600w+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数据举例：大促收割</a:t>
            </a:r>
            <a:endParaRPr lang="zh-CN" altLang="en-US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2" name="对角圆角矩形 1"/>
          <p:cNvSpPr/>
          <p:nvPr/>
        </p:nvSpPr>
        <p:spPr>
          <a:xfrm>
            <a:off x="1193800" y="1447800"/>
            <a:ext cx="10006965" cy="12065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389380" y="1686560"/>
            <a:ext cx="120015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蓝氏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774950" y="1625600"/>
            <a:ext cx="0" cy="812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960370" y="1656080"/>
            <a:ext cx="807593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在策略方面，针对目前市场受众的认知，根据全价主粮竞品和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KOL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大盘情况找到投放锚点，最终集宠帮助品牌梳理三类卖点，并在全年随品牌进行有计划的抛售。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3855" y="2895600"/>
            <a:ext cx="3580130" cy="3606165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Yuppy SC" panose="020F0603040207020204" pitchFamily="34" charset="-122"/>
                <a:sym typeface="+mn-ea"/>
              </a:rPr>
              <a:t>核心卖点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4305935" y="2895600"/>
            <a:ext cx="3580130" cy="3606165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8248015" y="2895600"/>
            <a:ext cx="3580130" cy="3606165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92455" y="3136900"/>
            <a:ext cx="3122930" cy="5721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592455" y="3244850"/>
            <a:ext cx="300164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Yuppy SC" panose="020F0603040207020204" pitchFamily="34" charset="-122"/>
              </a:rPr>
              <a:t>基础卖点</a:t>
            </a:r>
            <a:r>
              <a:rPr lang="en-US" altLang="zh-CN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Yuppy SC" panose="020F0603040207020204" pitchFamily="34" charset="-122"/>
              </a:rPr>
              <a:t>: 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无谷低敏</a:t>
            </a:r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r>
              <a:rPr lang="zh-CN" altLang="en-US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高蛋白 </a:t>
            </a:r>
            <a:r>
              <a:rPr lang="en-US" altLang="zh-CN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…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/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2455" y="3778250"/>
            <a:ext cx="1540510" cy="1631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74875" y="3778250"/>
            <a:ext cx="1540510" cy="1631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07085" y="3828415"/>
            <a:ext cx="11112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Yuppy SC" panose="020F0603040207020204" pitchFamily="34" charset="-122"/>
                <a:sym typeface="+mn-ea"/>
              </a:rPr>
              <a:t>核心卖点</a:t>
            </a:r>
            <a:endParaRPr lang="zh-CN" altLang="en-US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Yuppy SC" panose="020F0603040207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226945" y="3828415"/>
            <a:ext cx="14357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Yuppy SC" panose="020F0603040207020204" pitchFamily="34" charset="-122"/>
                <a:sym typeface="+mn-ea"/>
              </a:rPr>
              <a:t>差异化卖点</a:t>
            </a:r>
            <a:endParaRPr lang="zh-CN" altLang="en-US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Yuppy SC" panose="020F0603040207020204" pitchFamily="3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92455" y="4196715"/>
            <a:ext cx="154368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金瓜配方</a:t>
            </a:r>
            <a:endParaRPr lang="en-US" altLang="zh-CN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差异化后生元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乳鸽配方</a:t>
            </a:r>
            <a:r>
              <a:rPr lang="en-US" altLang="zh-CN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辨识度</a:t>
            </a:r>
            <a:r>
              <a:rPr lang="en-US" altLang="zh-CN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)</a:t>
            </a:r>
            <a:endParaRPr lang="en-US" altLang="zh-CN" sz="1400" b="1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804035" y="4316095"/>
            <a:ext cx="23685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甜甜圈造型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添加冻干生骨肉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燕尾形箭头 35"/>
          <p:cNvSpPr/>
          <p:nvPr/>
        </p:nvSpPr>
        <p:spPr>
          <a:xfrm>
            <a:off x="947420" y="5478780"/>
            <a:ext cx="2413000" cy="868045"/>
          </a:xfrm>
          <a:prstGeom prst="notchedRightArrow">
            <a:avLst/>
          </a:prstGeom>
          <a:gradFill>
            <a:gsLst>
              <a:gs pos="0">
                <a:srgbClr val="FF9415"/>
              </a:gs>
              <a:gs pos="100000">
                <a:srgbClr val="515FC7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70585" y="5715000"/>
            <a:ext cx="25660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Yuppy SC" panose="020F0603040207020204" pitchFamily="34" charset="-122"/>
                <a:sym typeface="+mn-ea"/>
              </a:rPr>
              <a:t>年度品牌策略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Yuppy SC" panose="020F0603040207020204" pitchFamily="34" charset="-122"/>
              <a:sym typeface="+mn-ea"/>
            </a:endParaRPr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7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96740" y="3757930"/>
            <a:ext cx="3398520" cy="249682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4424680" y="3187065"/>
            <a:ext cx="33426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Yuppy SC" panose="020F0603040207020204" pitchFamily="34" charset="-122"/>
                <a:sym typeface="+mn-ea"/>
              </a:rPr>
              <a:t>卖点&amp;竞品梳理</a:t>
            </a:r>
            <a:endParaRPr lang="zh-CN" altLang="en-US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Yuppy SC" panose="020F0603040207020204" pitchFamily="34" charset="-122"/>
              <a:sym typeface="+mn-ea"/>
            </a:endParaRPr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378190" y="3060700"/>
            <a:ext cx="3326765" cy="3285490"/>
          </a:xfrm>
          <a:prstGeom prst="rect">
            <a:avLst/>
          </a:prstGeom>
        </p:spPr>
      </p:pic>
      <p:cxnSp>
        <p:nvCxnSpPr>
          <p:cNvPr id="40" name="直接连接符 39"/>
          <p:cNvCxnSpPr/>
          <p:nvPr/>
        </p:nvCxnSpPr>
        <p:spPr>
          <a:xfrm>
            <a:off x="6096000" y="2656840"/>
            <a:ext cx="0" cy="2660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2125980" y="2663825"/>
            <a:ext cx="0" cy="2660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10029190" y="2656840"/>
            <a:ext cx="0" cy="2660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资深品牌的</a:t>
            </a:r>
            <a:r>
              <a:rPr lang="en-US" altLang="zh-CN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“</a:t>
            </a:r>
            <a:r>
              <a:rPr lang="zh-CN" altLang="en-US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翻盘营销</a:t>
            </a:r>
            <a:r>
              <a:rPr lang="en-US" altLang="zh-CN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”</a:t>
            </a:r>
            <a:endParaRPr lang="en-US" altLang="zh-CN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11" name="折角形 10"/>
          <p:cNvSpPr/>
          <p:nvPr>
            <p:custDataLst>
              <p:tags r:id="rId1"/>
            </p:custDataLst>
          </p:nvPr>
        </p:nvSpPr>
        <p:spPr>
          <a:xfrm>
            <a:off x="6940550" y="501015"/>
            <a:ext cx="4531995" cy="5942965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</a:ln>
          <a:effectLst>
            <a:outerShdw blurRad="317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7244081" y="708660"/>
            <a:ext cx="221742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海洋之星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7244080" y="1415415"/>
            <a:ext cx="3843655" cy="4793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资金实力雄厚，产品重金求“优”，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但过往风评影响较大，易守难攻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品牌特点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极致纯鲜：新肉源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鲜工艺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鲜距离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鲜风味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自有工厂：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GMP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级别瑞士品牌生产线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差异品类：烘焙粮中的风干粮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合作模式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合作模式：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2021年11月-2月，小红书全案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2022年5月-6月，抖音全案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服务项目：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全年营销策略 – 营销主题/节奏/资源匹配等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阶段策划汇报 – 预规划/复盘/动态策略等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调研数据辅助 – 行业/竞品/渠道/受众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buClrTx/>
              <a:buSzTx/>
              <a:buNone/>
              <a:defRPr/>
            </a:pPr>
            <a:r>
              <a:rPr lang="zh-CN" altLang="en-US" sz="12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媒介执行投放 – 达人筛选/对接/沟通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en-US" altLang="zh-CN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4"/>
            </p:custDataLst>
          </p:nvPr>
        </p:nvSpPr>
        <p:spPr>
          <a:xfrm>
            <a:off x="749935" y="1478915"/>
            <a:ext cx="5001895" cy="2183765"/>
          </a:xfrm>
          <a:prstGeom prst="roundRect">
            <a:avLst>
              <a:gd name="adj" fmla="val 5612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5"/>
            </p:custDataLst>
          </p:nvPr>
        </p:nvSpPr>
        <p:spPr>
          <a:xfrm>
            <a:off x="749935" y="3846195"/>
            <a:ext cx="5001895" cy="2537460"/>
          </a:xfrm>
          <a:prstGeom prst="roundRect">
            <a:avLst>
              <a:gd name="adj" fmla="val 5612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1022985" y="3985895"/>
            <a:ext cx="4481830" cy="2153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新媒体投放策略：</a:t>
            </a:r>
            <a:endParaRPr lang="en-US" altLang="zh-CN" b="1" dirty="0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先集中铺量小红书+抖音分散布点做TA基础盘触达，后在大促节点集中放量抖音通过硬实力强势扭转形象，并深度洞察竞品动态调整品销规划憋单转化TA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新媒体投放：集中预算</a:t>
            </a:r>
            <a:endParaRPr lang="zh-CN" altLang="en-US" b="1" dirty="0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algn="l">
              <a:buClrTx/>
              <a:buSzTx/>
              <a:buFont typeface="Arial" panose="020B0604020202020204" pitchFamily="34" charset="0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2021年11月-2月，小红书投放金额30万+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algn="l">
              <a:buClrTx/>
              <a:buSzTx/>
              <a:buFont typeface="Arial" panose="020B0604020202020204" pitchFamily="34" charset="0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2022年618大促抖音投放金额150万+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  <a:p>
            <a:pPr algn="l">
              <a:buClrTx/>
              <a:buSzTx/>
              <a:buFont typeface="Arial" panose="020B0604020202020204" pitchFamily="34" charset="0"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pitchFamily="34" charset="-122"/>
              </a:rPr>
              <a:t>2022年预计全年投放金额500万+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76630" y="1706880"/>
            <a:ext cx="4528185" cy="1639570"/>
          </a:xfrm>
          <a:prstGeom prst="rect">
            <a:avLst/>
          </a:prstGeom>
        </p:spPr>
      </p:pic>
      <p:cxnSp>
        <p:nvCxnSpPr>
          <p:cNvPr id="19" name="直接连接符 18"/>
          <p:cNvCxnSpPr/>
          <p:nvPr>
            <p:custDataLst>
              <p:tags r:id="rId9"/>
            </p:custDataLst>
          </p:nvPr>
        </p:nvCxnSpPr>
        <p:spPr>
          <a:xfrm>
            <a:off x="6346190" y="501015"/>
            <a:ext cx="0" cy="60077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数据举例：半道截胡</a:t>
            </a:r>
            <a:endParaRPr lang="zh-CN" altLang="en-US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11" name="折角形 10"/>
          <p:cNvSpPr/>
          <p:nvPr>
            <p:custDataLst>
              <p:tags r:id="rId1"/>
            </p:custDataLst>
          </p:nvPr>
        </p:nvSpPr>
        <p:spPr>
          <a:xfrm>
            <a:off x="793750" y="1478915"/>
            <a:ext cx="4531995" cy="4952365"/>
          </a:xfrm>
          <a:prstGeom prst="foldedCorner">
            <a:avLst/>
          </a:prstGeom>
          <a:solidFill>
            <a:schemeClr val="bg1">
              <a:lumMod val="95000"/>
            </a:schemeClr>
          </a:solidFill>
          <a:ln>
            <a:solidFill>
              <a:srgbClr val="FF9415"/>
            </a:solidFill>
          </a:ln>
          <a:effectLst>
            <a:outerShdw blurRad="317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1109345" y="1686560"/>
            <a:ext cx="221742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海洋之星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1097280" y="2393315"/>
            <a:ext cx="3881120" cy="4661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案例说明</a:t>
            </a:r>
            <a:endParaRPr lang="zh-CN" altLang="en-US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2022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-6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月，通过洞察预判竞品产能困境，调节高价品的大促优惠政策，精选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70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位头腰尾部抖音达人进行种草，为海洋之星高效拓展正向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基本盘，达成</a:t>
            </a:r>
            <a:r>
              <a:rPr lang="zh-CN" altLang="en-US" sz="1400" b="1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天猫销量翻倍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en-US" altLang="zh-CN" sz="14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94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项目效果</a:t>
            </a:r>
            <a:endParaRPr lang="zh-CN" altLang="en-US" b="1" dirty="0">
              <a:solidFill>
                <a:srgbClr val="FF94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累计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总曝光 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8500w+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平均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CPM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值</a:t>
            </a: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15.67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单条最高播放量 </a:t>
            </a:r>
            <a:r>
              <a:rPr lang="en-US" altLang="zh-CN" sz="14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900w+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直播间点击下单率</a:t>
            </a:r>
            <a:r>
              <a:rPr lang="en-US" altLang="zh-CN" sz="1400" b="1" dirty="0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7.9%+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4076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en-US" altLang="zh-CN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marL="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数据举例：大促收割</a:t>
            </a:r>
            <a:endParaRPr lang="zh-CN" altLang="en-US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2" name="对角圆角矩形 1"/>
          <p:cNvSpPr/>
          <p:nvPr/>
        </p:nvSpPr>
        <p:spPr>
          <a:xfrm>
            <a:off x="363855" y="1447800"/>
            <a:ext cx="8728710" cy="12065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04825" y="1697355"/>
            <a:ext cx="221742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</a:rPr>
              <a:t>海洋之星</a:t>
            </a:r>
            <a:endParaRPr lang="zh-CN" altLang="en-US" sz="40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900680" y="1644650"/>
            <a:ext cx="0" cy="812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017520" y="1647825"/>
            <a:ext cx="57848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在达人选择方面，通过评判品牌阶段，选择针对部分有影响力的评测类</a:t>
            </a:r>
            <a:r>
              <a:rPr lang="en-US" altLang="zh-CN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KOL</a:t>
            </a:r>
            <a:r>
              <a:rPr lang="zh-CN" altLang="en-US" sz="14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发力，共创内容的同时，携手打造品牌“鲜”主题。</a:t>
            </a:r>
            <a:endParaRPr lang="zh-CN" altLang="en-US" sz="1400" b="1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363855" y="2895600"/>
            <a:ext cx="8728710" cy="3606165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Yuppy SC" panose="020F0603040207020204" pitchFamily="34" charset="-122"/>
                <a:sym typeface="+mn-ea"/>
              </a:rPr>
              <a:t>核心卖点</a:t>
            </a:r>
            <a:endParaRPr lang="zh-CN" altLang="en-US"/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8150" y="2977515"/>
            <a:ext cx="8364220" cy="161353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450705" y="4899660"/>
            <a:ext cx="2141855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50000"/>
              </a:lnSpc>
              <a:defRPr/>
            </a:pPr>
            <a:r>
              <a:rPr lang="zh-CN" altLang="en-US" b="1">
                <a:solidFill>
                  <a:srgbClr val="3C49B9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内容共创一鱼两吃</a:t>
            </a:r>
            <a:endParaRPr lang="zh-CN" altLang="en-US" b="1">
              <a:solidFill>
                <a:srgbClr val="3C49B9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algn="ctr"/>
            <a:r>
              <a:rPr lang="zh-CN" altLang="en-US" sz="14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用评测角度帮助品牌赢得</a:t>
            </a:r>
            <a:r>
              <a:rPr lang="en-US" altLang="zh-CN" sz="14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KOC</a:t>
            </a:r>
            <a:r>
              <a:rPr lang="zh-CN" altLang="en-US" sz="14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圈层口碑</a:t>
            </a:r>
            <a:endParaRPr kumimoji="0" lang="en-US" altLang="zh-CN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寄样实测肉粉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鲜肉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冻肉区别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just">
              <a:lnSpc>
                <a:spcPct val="150000"/>
              </a:lnSpc>
              <a:defRPr/>
            </a:pP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-661670" y="4622800"/>
          <a:ext cx="4549775" cy="1796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940435" y="5111115"/>
            <a:ext cx="1345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达人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投放占比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900680" y="4624070"/>
            <a:ext cx="3502660" cy="1807210"/>
            <a:chOff x="3766" y="7280"/>
            <a:chExt cx="5516" cy="2846"/>
          </a:xfrm>
        </p:grpSpPr>
        <p:graphicFrame>
          <p:nvGraphicFramePr>
            <p:cNvPr id="21" name="图表 20"/>
            <p:cNvGraphicFramePr/>
            <p:nvPr/>
          </p:nvGraphicFramePr>
          <p:xfrm>
            <a:off x="3766" y="7280"/>
            <a:ext cx="5516" cy="284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6" name="文本框 25"/>
            <p:cNvSpPr txBox="1"/>
            <p:nvPr/>
          </p:nvSpPr>
          <p:spPr>
            <a:xfrm>
              <a:off x="5464" y="8133"/>
              <a:ext cx="211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达人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曝光占比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5" name="矩形 104"/>
          <p:cNvSpPr/>
          <p:nvPr>
            <p:custDataLst>
              <p:tags r:id="rId7"/>
            </p:custDataLst>
          </p:nvPr>
        </p:nvSpPr>
        <p:spPr>
          <a:xfrm>
            <a:off x="7311628" y="5271767"/>
            <a:ext cx="354557" cy="8934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>
            <p:custDataLst>
              <p:tags r:id="rId8"/>
            </p:custDataLst>
          </p:nvPr>
        </p:nvSpPr>
        <p:spPr>
          <a:xfrm>
            <a:off x="7665550" y="4624354"/>
            <a:ext cx="379663" cy="1540861"/>
          </a:xfrm>
          <a:prstGeom prst="rect">
            <a:avLst/>
          </a:pr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731510" y="6198235"/>
            <a:ext cx="36931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charset="-122"/>
              </a:rPr>
              <a:t>618</a:t>
            </a:r>
            <a:r>
              <a:rPr lang="zh-CN" altLang="en-US" sz="12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charset="-122"/>
              </a:rPr>
              <a:t>期间</a:t>
            </a:r>
            <a:r>
              <a:rPr lang="en-US" altLang="zh-CN" sz="1200" b="1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charset="-122"/>
              </a:rPr>
              <a:t>CPM</a:t>
            </a:r>
            <a:r>
              <a:rPr lang="zh-CN" altLang="en-US" sz="1200" b="1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charset="-122"/>
              </a:rPr>
              <a:t>低于行业均值</a:t>
            </a:r>
            <a:r>
              <a:rPr lang="en-US" altLang="zh-CN" sz="1200" b="1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charset="-122"/>
              </a:rPr>
              <a:t>30%</a:t>
            </a:r>
            <a:endParaRPr lang="en-US" altLang="zh-CN" sz="1200" b="1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26797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800" b="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营销案例</a:t>
            </a:r>
            <a:endParaRPr lang="zh-CN" altLang="en-US" sz="2800" b="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0" noProof="0" dirty="0">
                <a:ln>
                  <a:noFill/>
                </a:ln>
                <a:solidFill>
                  <a:srgbClr val="FF9415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999感冒灵</a:t>
            </a:r>
            <a:endParaRPr lang="zh-CN" altLang="en-US" b="0" noProof="0" dirty="0">
              <a:ln>
                <a:noFill/>
              </a:ln>
              <a:solidFill>
                <a:srgbClr val="FF9415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74625" y="1264285"/>
            <a:ext cx="11657965" cy="5031105"/>
            <a:chOff x="923" y="3010"/>
            <a:chExt cx="17369" cy="5485"/>
          </a:xfrm>
        </p:grpSpPr>
        <p:sp>
          <p:nvSpPr>
            <p:cNvPr id="6" name="直角三角形 5"/>
            <p:cNvSpPr/>
            <p:nvPr>
              <p:custDataLst>
                <p:tags r:id="rId1"/>
              </p:custDataLst>
            </p:nvPr>
          </p:nvSpPr>
          <p:spPr>
            <a:xfrm rot="16200000">
              <a:off x="884" y="3619"/>
              <a:ext cx="316" cy="233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  <a:effectLst>
              <a:innerShdw blurRad="25400" dist="12700" dir="18900000">
                <a:srgbClr val="FCB098">
                  <a:lumMod val="50000"/>
                  <a:alpha val="50000"/>
                </a:srgbClr>
              </a:inn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2"/>
              </p:custDataLst>
            </p:nvPr>
          </p:nvSpPr>
          <p:spPr>
            <a:xfrm>
              <a:off x="1157" y="3010"/>
              <a:ext cx="3654" cy="4936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77" h="3661">
                  <a:moveTo>
                    <a:pt x="2236" y="336"/>
                  </a:moveTo>
                  <a:cubicBezTo>
                    <a:pt x="2235" y="304"/>
                    <a:pt x="2264" y="278"/>
                    <a:pt x="2293" y="279"/>
                  </a:cubicBezTo>
                  <a:cubicBezTo>
                    <a:pt x="2325" y="278"/>
                    <a:pt x="2350" y="307"/>
                    <a:pt x="2349" y="336"/>
                  </a:cubicBezTo>
                  <a:cubicBezTo>
                    <a:pt x="2350" y="368"/>
                    <a:pt x="2321" y="393"/>
                    <a:pt x="2293" y="392"/>
                  </a:cubicBezTo>
                  <a:cubicBezTo>
                    <a:pt x="2261" y="393"/>
                    <a:pt x="2235" y="364"/>
                    <a:pt x="2236" y="336"/>
                  </a:cubicBezTo>
                  <a:close/>
                  <a:moveTo>
                    <a:pt x="0" y="0"/>
                  </a:moveTo>
                  <a:lnTo>
                    <a:pt x="2677" y="0"/>
                  </a:lnTo>
                  <a:lnTo>
                    <a:pt x="2677" y="3661"/>
                  </a:lnTo>
                  <a:lnTo>
                    <a:pt x="0" y="3661"/>
                  </a:lnTo>
                  <a:lnTo>
                    <a:pt x="0" y="0"/>
                  </a:lnTo>
                  <a:close/>
                  <a:moveTo>
                    <a:pt x="2048" y="336"/>
                  </a:moveTo>
                  <a:cubicBezTo>
                    <a:pt x="2047" y="304"/>
                    <a:pt x="2076" y="278"/>
                    <a:pt x="2105" y="279"/>
                  </a:cubicBezTo>
                  <a:cubicBezTo>
                    <a:pt x="2137" y="278"/>
                    <a:pt x="2162" y="307"/>
                    <a:pt x="2161" y="336"/>
                  </a:cubicBezTo>
                  <a:cubicBezTo>
                    <a:pt x="2162" y="368"/>
                    <a:pt x="2133" y="393"/>
                    <a:pt x="2105" y="392"/>
                  </a:cubicBezTo>
                  <a:cubicBezTo>
                    <a:pt x="2073" y="393"/>
                    <a:pt x="2047" y="364"/>
                    <a:pt x="2048" y="336"/>
                  </a:cubicBezTo>
                  <a:close/>
                </a:path>
              </a:pathLst>
            </a:custGeom>
            <a:solidFill>
              <a:srgbClr val="515FC7"/>
            </a:solidFill>
            <a:ln>
              <a:noFill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>
              <a:off x="1449" y="3267"/>
              <a:ext cx="3074" cy="4522"/>
            </a:xfrm>
            <a:prstGeom prst="rect">
              <a:avLst/>
            </a:prstGeom>
            <a:noFill/>
            <a:ln w="6350">
              <a:solidFill>
                <a:srgbClr val="BE854A">
                  <a:lumMod val="20000"/>
                  <a:lumOff val="80000"/>
                </a:srgbClr>
              </a:solidFill>
              <a:prstDash val="dash"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4"/>
              </p:custDataLst>
            </p:nvPr>
          </p:nvSpPr>
          <p:spPr>
            <a:xfrm flipH="1">
              <a:off x="923" y="3893"/>
              <a:ext cx="3684" cy="4602"/>
            </a:xfrm>
            <a:custGeom>
              <a:avLst/>
              <a:gdLst>
                <a:gd name="adj" fmla="val 16667"/>
                <a:gd name="a" fmla="pin 0 adj 50000"/>
                <a:gd name="dy2" fmla="*/ ss a 100000"/>
                <a:gd name="dy1" fmla="*/ dy2 1 5"/>
                <a:gd name="x1" fmla="+- r 0 dy2"/>
                <a:gd name="x2" fmla="+- x1 dy1 0"/>
                <a:gd name="y2" fmla="+- b 0 dy2"/>
                <a:gd name="y1" fmla="+- y2 dy1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9" h="3371">
                  <a:moveTo>
                    <a:pt x="0" y="0"/>
                  </a:moveTo>
                  <a:lnTo>
                    <a:pt x="2699" y="0"/>
                  </a:lnTo>
                  <a:lnTo>
                    <a:pt x="2699" y="2921"/>
                  </a:lnTo>
                  <a:lnTo>
                    <a:pt x="2249" y="3371"/>
                  </a:lnTo>
                  <a:lnTo>
                    <a:pt x="0" y="3371"/>
                  </a:lnTo>
                  <a:lnTo>
                    <a:pt x="0" y="0"/>
                  </a:lnTo>
                  <a:close/>
                  <a:moveTo>
                    <a:pt x="341" y="3104"/>
                  </a:moveTo>
                  <a:cubicBezTo>
                    <a:pt x="343" y="3047"/>
                    <a:pt x="290" y="3001"/>
                    <a:pt x="239" y="3002"/>
                  </a:cubicBezTo>
                  <a:cubicBezTo>
                    <a:pt x="182" y="3000"/>
                    <a:pt x="136" y="3053"/>
                    <a:pt x="137" y="3104"/>
                  </a:cubicBezTo>
                  <a:cubicBezTo>
                    <a:pt x="135" y="3161"/>
                    <a:pt x="188" y="3207"/>
                    <a:pt x="239" y="3206"/>
                  </a:cubicBezTo>
                  <a:cubicBezTo>
                    <a:pt x="296" y="3208"/>
                    <a:pt x="342" y="3155"/>
                    <a:pt x="341" y="310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FCB098">
                  <a:lumMod val="50000"/>
                  <a:alpha val="40000"/>
                </a:srgbClr>
              </a:out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/>
            <p:nvPr>
              <p:custDataLst>
                <p:tags r:id="rId5"/>
              </p:custDataLst>
            </p:nvPr>
          </p:nvCxnSpPr>
          <p:spPr>
            <a:xfrm>
              <a:off x="1463" y="3704"/>
              <a:ext cx="2972" cy="0"/>
            </a:xfrm>
            <a:prstGeom prst="line">
              <a:avLst/>
            </a:prstGeom>
            <a:ln w="6350">
              <a:solidFill>
                <a:srgbClr val="FFFFFF"/>
              </a:solidFill>
              <a:prstDash val="dash"/>
            </a:ln>
          </p:spPr>
          <p:style>
            <a:lnRef idx="1">
              <a:srgbClr val="BE854A"/>
            </a:lnRef>
            <a:fillRef idx="0">
              <a:srgbClr val="BE854A"/>
            </a:fillRef>
            <a:effectRef idx="0">
              <a:srgbClr val="BE854A"/>
            </a:effectRef>
            <a:fontRef idx="minor">
              <a:srgbClr val="000000"/>
            </a:fontRef>
          </p:style>
        </p:cxnSp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1185" y="4796"/>
              <a:ext cx="3262" cy="21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1.</a:t>
              </a:r>
              <a:r>
                <a:rPr lang="zh-CN" altLang="zh-CN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挖掘萌宠圈层内能与产品结合的高互动场景，增强品牌的提及，并实现单一圈层的多次触达；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just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2.</a:t>
              </a:r>
              <a:r>
                <a:rPr lang="zh-CN" altLang="zh-CN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在传播中塑造“感冒要用感冒灵”的消费者心智，增强目标用户对感冒灵的联想率及好感度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just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3.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疫情应对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备药：疫情趋势下进行紧急应对，与热点结合</a:t>
              </a:r>
              <a:endParaRPr lang="zh-CN" altLang="en-US" sz="1200" spc="1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7"/>
              </p:custDataLst>
            </p:nvPr>
          </p:nvSpPr>
          <p:spPr>
            <a:xfrm>
              <a:off x="1189" y="4092"/>
              <a:ext cx="3068" cy="704"/>
            </a:xfrm>
            <a:prstGeom prst="rect">
              <a:avLst/>
            </a:prstGeom>
            <a:noFill/>
          </p:spPr>
          <p:txBody>
            <a:bodyPr wrap="square" bIns="0" rtlCol="0">
              <a:no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rgbClr val="002060"/>
                  </a:solidFill>
                  <a:effectLst/>
                  <a:ea typeface="微软雅黑" panose="020B0503020204020204" charset="-122"/>
                  <a:sym typeface="+mn-ea"/>
                </a:rPr>
                <a:t>传播目标</a:t>
              </a:r>
              <a:endParaRPr kumimoji="1" lang="zh-CN" altLang="en-US" sz="2400" b="1" spc="300" dirty="0">
                <a:solidFill>
                  <a:srgbClr val="002060"/>
                </a:solidFill>
                <a:effectLst/>
                <a:uFillTx/>
                <a:latin typeface="思源黑体 CN Heavy" panose="020B0A00000000000000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" name="直角三角形 32"/>
            <p:cNvSpPr/>
            <p:nvPr>
              <p:custDataLst>
                <p:tags r:id="rId8"/>
              </p:custDataLst>
            </p:nvPr>
          </p:nvSpPr>
          <p:spPr>
            <a:xfrm rot="16200000">
              <a:off x="5378" y="3619"/>
              <a:ext cx="316" cy="233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innerShdw blurRad="25400" dist="12700" dir="18900000">
                <a:srgbClr val="BE854A">
                  <a:lumMod val="50000"/>
                  <a:alpha val="50000"/>
                </a:srgbClr>
              </a:inn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9"/>
              </p:custDataLst>
            </p:nvPr>
          </p:nvSpPr>
          <p:spPr>
            <a:xfrm>
              <a:off x="5651" y="3010"/>
              <a:ext cx="3654" cy="4936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77" h="3661">
                  <a:moveTo>
                    <a:pt x="2236" y="336"/>
                  </a:moveTo>
                  <a:cubicBezTo>
                    <a:pt x="2235" y="304"/>
                    <a:pt x="2264" y="278"/>
                    <a:pt x="2293" y="279"/>
                  </a:cubicBezTo>
                  <a:cubicBezTo>
                    <a:pt x="2325" y="278"/>
                    <a:pt x="2350" y="307"/>
                    <a:pt x="2349" y="336"/>
                  </a:cubicBezTo>
                  <a:cubicBezTo>
                    <a:pt x="2350" y="368"/>
                    <a:pt x="2321" y="393"/>
                    <a:pt x="2293" y="392"/>
                  </a:cubicBezTo>
                  <a:cubicBezTo>
                    <a:pt x="2261" y="393"/>
                    <a:pt x="2235" y="364"/>
                    <a:pt x="2236" y="336"/>
                  </a:cubicBezTo>
                  <a:close/>
                  <a:moveTo>
                    <a:pt x="0" y="0"/>
                  </a:moveTo>
                  <a:lnTo>
                    <a:pt x="2677" y="0"/>
                  </a:lnTo>
                  <a:lnTo>
                    <a:pt x="2677" y="3661"/>
                  </a:lnTo>
                  <a:lnTo>
                    <a:pt x="0" y="3661"/>
                  </a:lnTo>
                  <a:lnTo>
                    <a:pt x="0" y="0"/>
                  </a:lnTo>
                  <a:close/>
                  <a:moveTo>
                    <a:pt x="2048" y="336"/>
                  </a:moveTo>
                  <a:cubicBezTo>
                    <a:pt x="2047" y="304"/>
                    <a:pt x="2076" y="278"/>
                    <a:pt x="2105" y="279"/>
                  </a:cubicBezTo>
                  <a:cubicBezTo>
                    <a:pt x="2137" y="278"/>
                    <a:pt x="2162" y="307"/>
                    <a:pt x="2161" y="336"/>
                  </a:cubicBezTo>
                  <a:cubicBezTo>
                    <a:pt x="2162" y="368"/>
                    <a:pt x="2133" y="393"/>
                    <a:pt x="2105" y="392"/>
                  </a:cubicBezTo>
                  <a:cubicBezTo>
                    <a:pt x="2073" y="393"/>
                    <a:pt x="2047" y="364"/>
                    <a:pt x="2048" y="336"/>
                  </a:cubicBezTo>
                  <a:close/>
                </a:path>
              </a:pathLst>
            </a:custGeom>
            <a:solidFill>
              <a:srgbClr val="EB6D19"/>
            </a:solidFill>
            <a:ln>
              <a:noFill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>
              <p:custDataLst>
                <p:tags r:id="rId10"/>
              </p:custDataLst>
            </p:nvPr>
          </p:nvSpPr>
          <p:spPr>
            <a:xfrm>
              <a:off x="5943" y="3267"/>
              <a:ext cx="3074" cy="4522"/>
            </a:xfrm>
            <a:prstGeom prst="rect">
              <a:avLst/>
            </a:prstGeom>
            <a:noFill/>
            <a:ln w="6350">
              <a:solidFill>
                <a:srgbClr val="BE854A">
                  <a:lumMod val="20000"/>
                  <a:lumOff val="80000"/>
                </a:srgbClr>
              </a:solidFill>
              <a:prstDash val="dash"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11"/>
              </p:custDataLst>
            </p:nvPr>
          </p:nvSpPr>
          <p:spPr>
            <a:xfrm flipH="1">
              <a:off x="5417" y="3893"/>
              <a:ext cx="3684" cy="4602"/>
            </a:xfrm>
            <a:custGeom>
              <a:avLst/>
              <a:gdLst>
                <a:gd name="adj" fmla="val 16667"/>
                <a:gd name="a" fmla="pin 0 adj 50000"/>
                <a:gd name="dy2" fmla="*/ ss a 100000"/>
                <a:gd name="dy1" fmla="*/ dy2 1 5"/>
                <a:gd name="x1" fmla="+- r 0 dy2"/>
                <a:gd name="x2" fmla="+- x1 dy1 0"/>
                <a:gd name="y2" fmla="+- b 0 dy2"/>
                <a:gd name="y1" fmla="+- y2 dy1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9" h="3371">
                  <a:moveTo>
                    <a:pt x="0" y="0"/>
                  </a:moveTo>
                  <a:lnTo>
                    <a:pt x="2699" y="0"/>
                  </a:lnTo>
                  <a:lnTo>
                    <a:pt x="2699" y="2921"/>
                  </a:lnTo>
                  <a:lnTo>
                    <a:pt x="2249" y="3371"/>
                  </a:lnTo>
                  <a:lnTo>
                    <a:pt x="0" y="3371"/>
                  </a:lnTo>
                  <a:lnTo>
                    <a:pt x="0" y="0"/>
                  </a:lnTo>
                  <a:close/>
                  <a:moveTo>
                    <a:pt x="341" y="3104"/>
                  </a:moveTo>
                  <a:cubicBezTo>
                    <a:pt x="343" y="3047"/>
                    <a:pt x="290" y="3001"/>
                    <a:pt x="239" y="3002"/>
                  </a:cubicBezTo>
                  <a:cubicBezTo>
                    <a:pt x="182" y="3000"/>
                    <a:pt x="136" y="3053"/>
                    <a:pt x="137" y="3104"/>
                  </a:cubicBezTo>
                  <a:cubicBezTo>
                    <a:pt x="135" y="3161"/>
                    <a:pt x="188" y="3207"/>
                    <a:pt x="239" y="3206"/>
                  </a:cubicBezTo>
                  <a:cubicBezTo>
                    <a:pt x="296" y="3208"/>
                    <a:pt x="342" y="3155"/>
                    <a:pt x="341" y="310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E4968F">
                  <a:lumMod val="75000"/>
                  <a:alpha val="40000"/>
                </a:srgbClr>
              </a:out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/>
            <p:cNvCxnSpPr/>
            <p:nvPr>
              <p:custDataLst>
                <p:tags r:id="rId12"/>
              </p:custDataLst>
            </p:nvPr>
          </p:nvCxnSpPr>
          <p:spPr>
            <a:xfrm>
              <a:off x="5957" y="3704"/>
              <a:ext cx="2972" cy="0"/>
            </a:xfrm>
            <a:prstGeom prst="line">
              <a:avLst/>
            </a:prstGeom>
            <a:ln w="6350">
              <a:solidFill>
                <a:srgbClr val="FFFFFF"/>
              </a:solidFill>
              <a:prstDash val="dash"/>
            </a:ln>
          </p:spPr>
          <p:style>
            <a:lnRef idx="1">
              <a:srgbClr val="BE854A"/>
            </a:lnRef>
            <a:fillRef idx="0">
              <a:srgbClr val="BE854A"/>
            </a:fillRef>
            <a:effectRef idx="0">
              <a:srgbClr val="BE854A"/>
            </a:effectRef>
            <a:fontRef idx="minor">
              <a:srgbClr val="000000"/>
            </a:fontRef>
          </p:style>
        </p:cxnSp>
        <p:sp>
          <p:nvSpPr>
            <p:cNvPr id="119" name="直角三角形 118"/>
            <p:cNvSpPr/>
            <p:nvPr>
              <p:custDataLst>
                <p:tags r:id="rId13"/>
              </p:custDataLst>
            </p:nvPr>
          </p:nvSpPr>
          <p:spPr>
            <a:xfrm rot="16200000">
              <a:off x="9872" y="3619"/>
              <a:ext cx="316" cy="232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  <a:effectLst>
              <a:innerShdw blurRad="25400" dist="12700" dir="18900000">
                <a:srgbClr val="F9944D">
                  <a:lumMod val="50000"/>
                  <a:alpha val="50000"/>
                </a:srgbClr>
              </a:inn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任意多边形 119"/>
            <p:cNvSpPr/>
            <p:nvPr>
              <p:custDataLst>
                <p:tags r:id="rId14"/>
              </p:custDataLst>
            </p:nvPr>
          </p:nvSpPr>
          <p:spPr>
            <a:xfrm>
              <a:off x="10147" y="3010"/>
              <a:ext cx="3654" cy="4936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77" h="3661">
                  <a:moveTo>
                    <a:pt x="2236" y="336"/>
                  </a:moveTo>
                  <a:cubicBezTo>
                    <a:pt x="2235" y="304"/>
                    <a:pt x="2264" y="278"/>
                    <a:pt x="2293" y="279"/>
                  </a:cubicBezTo>
                  <a:cubicBezTo>
                    <a:pt x="2325" y="278"/>
                    <a:pt x="2350" y="307"/>
                    <a:pt x="2349" y="336"/>
                  </a:cubicBezTo>
                  <a:cubicBezTo>
                    <a:pt x="2350" y="368"/>
                    <a:pt x="2321" y="393"/>
                    <a:pt x="2293" y="392"/>
                  </a:cubicBezTo>
                  <a:cubicBezTo>
                    <a:pt x="2261" y="393"/>
                    <a:pt x="2235" y="364"/>
                    <a:pt x="2236" y="336"/>
                  </a:cubicBezTo>
                  <a:close/>
                  <a:moveTo>
                    <a:pt x="0" y="0"/>
                  </a:moveTo>
                  <a:lnTo>
                    <a:pt x="2677" y="0"/>
                  </a:lnTo>
                  <a:lnTo>
                    <a:pt x="2677" y="3661"/>
                  </a:lnTo>
                  <a:lnTo>
                    <a:pt x="0" y="3661"/>
                  </a:lnTo>
                  <a:lnTo>
                    <a:pt x="0" y="0"/>
                  </a:lnTo>
                  <a:close/>
                  <a:moveTo>
                    <a:pt x="2048" y="336"/>
                  </a:moveTo>
                  <a:cubicBezTo>
                    <a:pt x="2047" y="304"/>
                    <a:pt x="2076" y="278"/>
                    <a:pt x="2105" y="279"/>
                  </a:cubicBezTo>
                  <a:cubicBezTo>
                    <a:pt x="2137" y="278"/>
                    <a:pt x="2162" y="307"/>
                    <a:pt x="2161" y="336"/>
                  </a:cubicBezTo>
                  <a:cubicBezTo>
                    <a:pt x="2162" y="368"/>
                    <a:pt x="2133" y="393"/>
                    <a:pt x="2105" y="392"/>
                  </a:cubicBezTo>
                  <a:cubicBezTo>
                    <a:pt x="2073" y="393"/>
                    <a:pt x="2047" y="364"/>
                    <a:pt x="2048" y="336"/>
                  </a:cubicBezTo>
                  <a:close/>
                </a:path>
              </a:pathLst>
            </a:custGeom>
            <a:solidFill>
              <a:srgbClr val="515FC7"/>
            </a:solidFill>
            <a:ln>
              <a:noFill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>
              <p:custDataLst>
                <p:tags r:id="rId15"/>
              </p:custDataLst>
            </p:nvPr>
          </p:nvSpPr>
          <p:spPr>
            <a:xfrm>
              <a:off x="10439" y="3267"/>
              <a:ext cx="3074" cy="4522"/>
            </a:xfrm>
            <a:prstGeom prst="rect">
              <a:avLst/>
            </a:prstGeom>
            <a:noFill/>
            <a:ln w="6350">
              <a:solidFill>
                <a:srgbClr val="BE854A">
                  <a:lumMod val="20000"/>
                  <a:lumOff val="80000"/>
                </a:srgbClr>
              </a:solidFill>
              <a:prstDash val="dash"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 121"/>
            <p:cNvSpPr/>
            <p:nvPr>
              <p:custDataLst>
                <p:tags r:id="rId16"/>
              </p:custDataLst>
            </p:nvPr>
          </p:nvSpPr>
          <p:spPr>
            <a:xfrm flipH="1">
              <a:off x="9913" y="3893"/>
              <a:ext cx="3684" cy="4602"/>
            </a:xfrm>
            <a:custGeom>
              <a:avLst/>
              <a:gdLst>
                <a:gd name="adj" fmla="val 16667"/>
                <a:gd name="a" fmla="pin 0 adj 50000"/>
                <a:gd name="dy2" fmla="*/ ss a 100000"/>
                <a:gd name="dy1" fmla="*/ dy2 1 5"/>
                <a:gd name="x1" fmla="+- r 0 dy2"/>
                <a:gd name="x2" fmla="+- x1 dy1 0"/>
                <a:gd name="y2" fmla="+- b 0 dy2"/>
                <a:gd name="y1" fmla="+- y2 dy1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9" h="3371">
                  <a:moveTo>
                    <a:pt x="0" y="0"/>
                  </a:moveTo>
                  <a:lnTo>
                    <a:pt x="2699" y="0"/>
                  </a:lnTo>
                  <a:lnTo>
                    <a:pt x="2699" y="2921"/>
                  </a:lnTo>
                  <a:lnTo>
                    <a:pt x="2249" y="3371"/>
                  </a:lnTo>
                  <a:lnTo>
                    <a:pt x="0" y="3371"/>
                  </a:lnTo>
                  <a:lnTo>
                    <a:pt x="0" y="0"/>
                  </a:lnTo>
                  <a:close/>
                  <a:moveTo>
                    <a:pt x="341" y="3104"/>
                  </a:moveTo>
                  <a:cubicBezTo>
                    <a:pt x="343" y="3047"/>
                    <a:pt x="290" y="3001"/>
                    <a:pt x="239" y="3002"/>
                  </a:cubicBezTo>
                  <a:cubicBezTo>
                    <a:pt x="182" y="3000"/>
                    <a:pt x="136" y="3053"/>
                    <a:pt x="137" y="3104"/>
                  </a:cubicBezTo>
                  <a:cubicBezTo>
                    <a:pt x="135" y="3161"/>
                    <a:pt x="188" y="3207"/>
                    <a:pt x="239" y="3206"/>
                  </a:cubicBezTo>
                  <a:cubicBezTo>
                    <a:pt x="296" y="3208"/>
                    <a:pt x="342" y="3155"/>
                    <a:pt x="341" y="310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F9944D">
                  <a:lumMod val="75000"/>
                  <a:alpha val="40000"/>
                </a:srgbClr>
              </a:out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23" name="直接连接符 122"/>
            <p:cNvCxnSpPr/>
            <p:nvPr>
              <p:custDataLst>
                <p:tags r:id="rId17"/>
              </p:custDataLst>
            </p:nvPr>
          </p:nvCxnSpPr>
          <p:spPr>
            <a:xfrm>
              <a:off x="10453" y="3704"/>
              <a:ext cx="2972" cy="0"/>
            </a:xfrm>
            <a:prstGeom prst="line">
              <a:avLst/>
            </a:prstGeom>
            <a:ln w="6350">
              <a:solidFill>
                <a:srgbClr val="FFFFFF"/>
              </a:solidFill>
              <a:prstDash val="dash"/>
            </a:ln>
          </p:spPr>
          <p:style>
            <a:lnRef idx="1">
              <a:srgbClr val="BE854A"/>
            </a:lnRef>
            <a:fillRef idx="0">
              <a:srgbClr val="BE854A"/>
            </a:fillRef>
            <a:effectRef idx="0">
              <a:srgbClr val="BE854A"/>
            </a:effectRef>
            <a:fontRef idx="minor">
              <a:srgbClr val="000000"/>
            </a:fontRef>
          </p:style>
        </p:cxnSp>
        <p:sp>
          <p:nvSpPr>
            <p:cNvPr id="113" name="直角三角形 112"/>
            <p:cNvSpPr/>
            <p:nvPr>
              <p:custDataLst>
                <p:tags r:id="rId18"/>
              </p:custDataLst>
            </p:nvPr>
          </p:nvSpPr>
          <p:spPr>
            <a:xfrm rot="16200000">
              <a:off x="14365" y="3619"/>
              <a:ext cx="316" cy="233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  <a:effectLst>
              <a:innerShdw blurRad="25400" dist="12700" dir="18900000">
                <a:srgbClr val="F9944D">
                  <a:lumMod val="50000"/>
                  <a:alpha val="50000"/>
                </a:srgbClr>
              </a:inn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638" y="3010"/>
              <a:ext cx="3654" cy="4936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77" h="3661">
                  <a:moveTo>
                    <a:pt x="2236" y="336"/>
                  </a:moveTo>
                  <a:cubicBezTo>
                    <a:pt x="2235" y="304"/>
                    <a:pt x="2264" y="278"/>
                    <a:pt x="2293" y="279"/>
                  </a:cubicBezTo>
                  <a:cubicBezTo>
                    <a:pt x="2325" y="278"/>
                    <a:pt x="2350" y="307"/>
                    <a:pt x="2349" y="336"/>
                  </a:cubicBezTo>
                  <a:cubicBezTo>
                    <a:pt x="2350" y="368"/>
                    <a:pt x="2321" y="393"/>
                    <a:pt x="2293" y="392"/>
                  </a:cubicBezTo>
                  <a:cubicBezTo>
                    <a:pt x="2261" y="393"/>
                    <a:pt x="2235" y="364"/>
                    <a:pt x="2236" y="336"/>
                  </a:cubicBezTo>
                  <a:close/>
                  <a:moveTo>
                    <a:pt x="0" y="0"/>
                  </a:moveTo>
                  <a:lnTo>
                    <a:pt x="2677" y="0"/>
                  </a:lnTo>
                  <a:lnTo>
                    <a:pt x="2677" y="3661"/>
                  </a:lnTo>
                  <a:lnTo>
                    <a:pt x="0" y="3661"/>
                  </a:lnTo>
                  <a:lnTo>
                    <a:pt x="0" y="0"/>
                  </a:lnTo>
                  <a:close/>
                  <a:moveTo>
                    <a:pt x="2048" y="336"/>
                  </a:moveTo>
                  <a:cubicBezTo>
                    <a:pt x="2047" y="304"/>
                    <a:pt x="2076" y="278"/>
                    <a:pt x="2105" y="279"/>
                  </a:cubicBezTo>
                  <a:cubicBezTo>
                    <a:pt x="2137" y="278"/>
                    <a:pt x="2162" y="307"/>
                    <a:pt x="2161" y="336"/>
                  </a:cubicBezTo>
                  <a:cubicBezTo>
                    <a:pt x="2162" y="368"/>
                    <a:pt x="2133" y="393"/>
                    <a:pt x="2105" y="392"/>
                  </a:cubicBezTo>
                  <a:cubicBezTo>
                    <a:pt x="2073" y="393"/>
                    <a:pt x="2047" y="364"/>
                    <a:pt x="2048" y="336"/>
                  </a:cubicBezTo>
                  <a:close/>
                </a:path>
              </a:pathLst>
            </a:custGeom>
            <a:solidFill>
              <a:srgbClr val="EB6D19"/>
            </a:solidFill>
            <a:ln>
              <a:noFill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>
              <p:custDataLst>
                <p:tags r:id="rId20"/>
              </p:custDataLst>
            </p:nvPr>
          </p:nvSpPr>
          <p:spPr>
            <a:xfrm>
              <a:off x="14930" y="3267"/>
              <a:ext cx="3074" cy="4522"/>
            </a:xfrm>
            <a:prstGeom prst="rect">
              <a:avLst/>
            </a:prstGeom>
            <a:noFill/>
            <a:ln w="6350">
              <a:solidFill>
                <a:srgbClr val="BE854A">
                  <a:lumMod val="20000"/>
                  <a:lumOff val="80000"/>
                </a:srgbClr>
              </a:solidFill>
              <a:prstDash val="dash"/>
            </a:ln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任意多边形 115"/>
            <p:cNvSpPr/>
            <p:nvPr>
              <p:custDataLst>
                <p:tags r:id="rId21"/>
              </p:custDataLst>
            </p:nvPr>
          </p:nvSpPr>
          <p:spPr>
            <a:xfrm flipH="1">
              <a:off x="14404" y="3893"/>
              <a:ext cx="3684" cy="4602"/>
            </a:xfrm>
            <a:custGeom>
              <a:avLst/>
              <a:gdLst>
                <a:gd name="adj" fmla="val 16667"/>
                <a:gd name="a" fmla="pin 0 adj 50000"/>
                <a:gd name="dy2" fmla="*/ ss a 100000"/>
                <a:gd name="dy1" fmla="*/ dy2 1 5"/>
                <a:gd name="x1" fmla="+- r 0 dy2"/>
                <a:gd name="x2" fmla="+- x1 dy1 0"/>
                <a:gd name="y2" fmla="+- b 0 dy2"/>
                <a:gd name="y1" fmla="+- y2 dy1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9" h="3371">
                  <a:moveTo>
                    <a:pt x="0" y="0"/>
                  </a:moveTo>
                  <a:lnTo>
                    <a:pt x="2699" y="0"/>
                  </a:lnTo>
                  <a:lnTo>
                    <a:pt x="2699" y="2921"/>
                  </a:lnTo>
                  <a:lnTo>
                    <a:pt x="2249" y="3371"/>
                  </a:lnTo>
                  <a:lnTo>
                    <a:pt x="0" y="3371"/>
                  </a:lnTo>
                  <a:lnTo>
                    <a:pt x="0" y="0"/>
                  </a:lnTo>
                  <a:close/>
                  <a:moveTo>
                    <a:pt x="341" y="3104"/>
                  </a:moveTo>
                  <a:cubicBezTo>
                    <a:pt x="343" y="3047"/>
                    <a:pt x="290" y="3001"/>
                    <a:pt x="239" y="3002"/>
                  </a:cubicBezTo>
                  <a:cubicBezTo>
                    <a:pt x="182" y="3000"/>
                    <a:pt x="136" y="3053"/>
                    <a:pt x="137" y="3104"/>
                  </a:cubicBezTo>
                  <a:cubicBezTo>
                    <a:pt x="135" y="3161"/>
                    <a:pt x="188" y="3207"/>
                    <a:pt x="239" y="3206"/>
                  </a:cubicBezTo>
                  <a:cubicBezTo>
                    <a:pt x="296" y="3208"/>
                    <a:pt x="342" y="3155"/>
                    <a:pt x="341" y="310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F9944D">
                  <a:lumMod val="75000"/>
                  <a:alpha val="40000"/>
                </a:srgbClr>
              </a:outerShdw>
            </a:effectLst>
          </p:spPr>
          <p:style>
            <a:lnRef idx="2">
              <a:srgbClr val="BE854A">
                <a:shade val="50000"/>
              </a:srgbClr>
            </a:lnRef>
            <a:fillRef idx="1">
              <a:srgbClr val="BE854A"/>
            </a:fillRef>
            <a:effectRef idx="0">
              <a:srgbClr val="BE854A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17" name="直接连接符 116"/>
            <p:cNvCxnSpPr/>
            <p:nvPr>
              <p:custDataLst>
                <p:tags r:id="rId22"/>
              </p:custDataLst>
            </p:nvPr>
          </p:nvCxnSpPr>
          <p:spPr>
            <a:xfrm>
              <a:off x="14944" y="3704"/>
              <a:ext cx="2972" cy="0"/>
            </a:xfrm>
            <a:prstGeom prst="line">
              <a:avLst/>
            </a:prstGeom>
            <a:ln w="6350">
              <a:solidFill>
                <a:srgbClr val="FFFFFF"/>
              </a:solidFill>
              <a:prstDash val="dash"/>
            </a:ln>
          </p:spPr>
          <p:style>
            <a:lnRef idx="1">
              <a:srgbClr val="BE854A"/>
            </a:lnRef>
            <a:fillRef idx="0">
              <a:srgbClr val="BE854A"/>
            </a:fillRef>
            <a:effectRef idx="0">
              <a:srgbClr val="BE854A"/>
            </a:effectRef>
            <a:fontRef idx="minor">
              <a:srgbClr val="000000"/>
            </a:fontRef>
          </p:style>
        </p:cxnSp>
      </p:grp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3594100" y="2256790"/>
            <a:ext cx="1668145" cy="563880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400" b="1" dirty="0">
                <a:solidFill>
                  <a:schemeClr val="accent2">
                    <a:lumMod val="50000"/>
                  </a:schemeClr>
                </a:solidFill>
                <a:effectLst/>
                <a:ea typeface="微软雅黑" panose="020B0503020204020204" charset="-122"/>
                <a:sym typeface="+mn-ea"/>
              </a:rPr>
              <a:t>传播策略</a:t>
            </a:r>
            <a:endParaRPr kumimoji="1" lang="zh-CN" altLang="en-US" sz="2400" b="1" dirty="0">
              <a:solidFill>
                <a:schemeClr val="accent2">
                  <a:lumMod val="50000"/>
                </a:schemeClr>
              </a:solidFill>
              <a:effectLst/>
              <a:ea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24"/>
            </p:custDataLst>
          </p:nvPr>
        </p:nvSpPr>
        <p:spPr>
          <a:xfrm>
            <a:off x="3293745" y="2902585"/>
            <a:ext cx="2268220" cy="2888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1.在养宠人美好生活的主题场景下，结合#万宠皆有灵的创意话题，进行多方向的内容创作，以及传播梗的扩散；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2.具有不同内容风格达人，结合场景以及创意话题产出不同类型的内容；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3.通过传递身份、价值、理念认同。扩大家庭备药名单，产品品牌力提升，用药认知提升；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25"/>
            </p:custDataLst>
          </p:nvPr>
        </p:nvSpPr>
        <p:spPr>
          <a:xfrm>
            <a:off x="6600825" y="2256790"/>
            <a:ext cx="1684655" cy="322580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400" b="1" dirty="0">
                <a:solidFill>
                  <a:srgbClr val="002060"/>
                </a:solidFill>
                <a:effectLst/>
                <a:ea typeface="微软雅黑" panose="020B0503020204020204" charset="-122"/>
                <a:sym typeface="+mn-ea"/>
              </a:rPr>
              <a:t>媒介策略</a:t>
            </a:r>
            <a:endParaRPr kumimoji="1" lang="zh-CN" altLang="en-US" sz="2400" b="1" dirty="0">
              <a:solidFill>
                <a:srgbClr val="002060"/>
              </a:solidFill>
              <a:effectLst/>
              <a:ea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314440" y="2935605"/>
            <a:ext cx="2210435" cy="3969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just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1.头部+腰部达人为主，短期内集中发布，以达到多频次覆盖目的，迅速提高话题热度，吸引更多用户关注，增加讨论互动，深度触达圈层用户；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2.账号筛选上，从多方面维度考量，选出基本盘；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星图和非星图达人的选取上，择优选定，从数据、成本等多维度考虑，以达到最理想的搭配传播效果；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0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3.调整部分达人进行备药内容沟通   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26"/>
            </p:custDataLst>
          </p:nvPr>
        </p:nvSpPr>
        <p:spPr>
          <a:xfrm>
            <a:off x="9523095" y="2256790"/>
            <a:ext cx="1915795" cy="414655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400" b="1" dirty="0">
                <a:solidFill>
                  <a:schemeClr val="accent2">
                    <a:lumMod val="50000"/>
                  </a:schemeClr>
                </a:solidFill>
                <a:effectLst/>
                <a:ea typeface="微软雅黑" panose="020B0503020204020204" charset="-122"/>
                <a:sym typeface="+mn-ea"/>
              </a:rPr>
              <a:t>投放执行</a:t>
            </a:r>
            <a:endParaRPr kumimoji="1" lang="zh-CN" altLang="en-US" sz="2400" b="1" dirty="0">
              <a:solidFill>
                <a:schemeClr val="accent2">
                  <a:lumMod val="50000"/>
                </a:schemeClr>
              </a:solidFill>
              <a:effectLst/>
              <a:ea typeface="微软雅黑" panose="020B050302020402020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27"/>
            </p:custDataLst>
          </p:nvPr>
        </p:nvSpPr>
        <p:spPr>
          <a:xfrm>
            <a:off x="9385935" y="2902585"/>
            <a:ext cx="2160905" cy="2461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1.投放周期12.8-12.31，共计24天；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2.共发布达人70位，星图48位，非星图22位，完成备药内容24位；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3.恰逢“国家静默”期，达人档期整体后移，比原定预计发布周期拉长8天左右；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just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93800" y="5448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传播表现-整体数据展示</a:t>
            </a:r>
            <a:endParaRPr lang="zh-CN" altLang="en-US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03475" y="1445260"/>
            <a:ext cx="73856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2060"/>
                </a:solidFill>
                <a:ea typeface="微软雅黑" panose="020B0503020204020204" charset="-122"/>
                <a:sym typeface="+mn-ea"/>
              </a:rPr>
              <a:t>本次投放共</a:t>
            </a:r>
            <a:r>
              <a:rPr lang="en-US" altLang="zh-CN" sz="2400" b="1" dirty="0">
                <a:solidFill>
                  <a:srgbClr val="002060"/>
                </a:solidFill>
                <a:ea typeface="微软雅黑" panose="020B0503020204020204" charset="-122"/>
                <a:sym typeface="+mn-ea"/>
              </a:rPr>
              <a:t>70</a:t>
            </a:r>
            <a:r>
              <a:rPr lang="zh-CN" altLang="en-US" sz="2400" b="1" dirty="0">
                <a:solidFill>
                  <a:srgbClr val="002060"/>
                </a:solidFill>
                <a:ea typeface="微软雅黑" panose="020B0503020204020204" charset="-122"/>
                <a:sym typeface="+mn-ea"/>
              </a:rPr>
              <a:t>位达人，其中星图</a:t>
            </a:r>
            <a:r>
              <a:rPr lang="en-US" altLang="zh-CN" sz="2400" b="1" dirty="0">
                <a:solidFill>
                  <a:srgbClr val="002060"/>
                </a:solidFill>
                <a:ea typeface="微软雅黑" panose="020B0503020204020204" charset="-122"/>
                <a:sym typeface="+mn-ea"/>
              </a:rPr>
              <a:t>48</a:t>
            </a:r>
            <a:r>
              <a:rPr lang="zh-CN" altLang="en-US" sz="2400" b="1" dirty="0">
                <a:solidFill>
                  <a:srgbClr val="002060"/>
                </a:solidFill>
                <a:ea typeface="微软雅黑" panose="020B0503020204020204" charset="-122"/>
                <a:sym typeface="+mn-ea"/>
              </a:rPr>
              <a:t>位，非星图</a:t>
            </a:r>
            <a:r>
              <a:rPr lang="en-US" altLang="zh-CN" sz="2400" b="1" dirty="0">
                <a:solidFill>
                  <a:srgbClr val="002060"/>
                </a:solidFill>
                <a:ea typeface="微软雅黑" panose="020B0503020204020204" charset="-122"/>
                <a:sym typeface="+mn-ea"/>
              </a:rPr>
              <a:t>22</a:t>
            </a:r>
            <a:r>
              <a:rPr lang="zh-CN" altLang="en-US" sz="2400" b="1" dirty="0">
                <a:solidFill>
                  <a:srgbClr val="002060"/>
                </a:solidFill>
                <a:ea typeface="微软雅黑" panose="020B0503020204020204" charset="-122"/>
                <a:sym typeface="+mn-ea"/>
              </a:rPr>
              <a:t>位。</a:t>
            </a:r>
            <a:endParaRPr lang="zh-CN" altLang="en-US" sz="2400" b="1" dirty="0">
              <a:solidFill>
                <a:srgbClr val="002060"/>
              </a:solidFill>
              <a:ea typeface="微软雅黑" panose="020B0503020204020204" charset="-122"/>
              <a:sym typeface="+mn-ea"/>
            </a:endParaRPr>
          </a:p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1478920" y="2423043"/>
            <a:ext cx="2680959" cy="2422913"/>
            <a:chOff x="1238376" y="2140621"/>
            <a:chExt cx="2680959" cy="2422913"/>
          </a:xfrm>
        </p:grpSpPr>
        <p:sp>
          <p:nvSpPr>
            <p:cNvPr id="11" name="任意多边形 10"/>
            <p:cNvSpPr/>
            <p:nvPr>
              <p:custDataLst>
                <p:tags r:id="rId2"/>
              </p:custDataLst>
            </p:nvPr>
          </p:nvSpPr>
          <p:spPr>
            <a:xfrm>
              <a:off x="1436421" y="2140621"/>
              <a:ext cx="2284868" cy="1872577"/>
            </a:xfrm>
            <a:custGeom>
              <a:avLst/>
              <a:gdLst>
                <a:gd name="connsiteX0" fmla="*/ 1036790 w 2073580"/>
                <a:gd name="connsiteY0" fmla="*/ 0 h 1699415"/>
                <a:gd name="connsiteX1" fmla="*/ 2073580 w 2073580"/>
                <a:gd name="connsiteY1" fmla="*/ 1036790 h 1699415"/>
                <a:gd name="connsiteX2" fmla="*/ 1896513 w 2073580"/>
                <a:gd name="connsiteY2" fmla="*/ 1616469 h 1699415"/>
                <a:gd name="connsiteX3" fmla="*/ 1828076 w 2073580"/>
                <a:gd name="connsiteY3" fmla="*/ 1699415 h 1699415"/>
                <a:gd name="connsiteX4" fmla="*/ 1748116 w 2073580"/>
                <a:gd name="connsiteY4" fmla="*/ 1699415 h 1699415"/>
                <a:gd name="connsiteX5" fmla="*/ 1845135 w 2073580"/>
                <a:gd name="connsiteY5" fmla="*/ 1581827 h 1699415"/>
                <a:gd name="connsiteX6" fmla="*/ 2011621 w 2073580"/>
                <a:gd name="connsiteY6" fmla="*/ 1036790 h 1699415"/>
                <a:gd name="connsiteX7" fmla="*/ 1036790 w 2073580"/>
                <a:gd name="connsiteY7" fmla="*/ 61959 h 1699415"/>
                <a:gd name="connsiteX8" fmla="*/ 61959 w 2073580"/>
                <a:gd name="connsiteY8" fmla="*/ 1036790 h 1699415"/>
                <a:gd name="connsiteX9" fmla="*/ 228445 w 2073580"/>
                <a:gd name="connsiteY9" fmla="*/ 1581827 h 1699415"/>
                <a:gd name="connsiteX10" fmla="*/ 325464 w 2073580"/>
                <a:gd name="connsiteY10" fmla="*/ 1699415 h 1699415"/>
                <a:gd name="connsiteX11" fmla="*/ 245504 w 2073580"/>
                <a:gd name="connsiteY11" fmla="*/ 1699415 h 1699415"/>
                <a:gd name="connsiteX12" fmla="*/ 177068 w 2073580"/>
                <a:gd name="connsiteY12" fmla="*/ 1616469 h 1699415"/>
                <a:gd name="connsiteX13" fmla="*/ 0 w 2073580"/>
                <a:gd name="connsiteY13" fmla="*/ 1036790 h 1699415"/>
                <a:gd name="connsiteX14" fmla="*/ 1036790 w 2073580"/>
                <a:gd name="connsiteY14" fmla="*/ 0 h 16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73580" h="1699415">
                  <a:moveTo>
                    <a:pt x="1036790" y="0"/>
                  </a:moveTo>
                  <a:cubicBezTo>
                    <a:pt x="1609393" y="0"/>
                    <a:pt x="2073580" y="464187"/>
                    <a:pt x="2073580" y="1036790"/>
                  </a:cubicBezTo>
                  <a:cubicBezTo>
                    <a:pt x="2073580" y="1251516"/>
                    <a:pt x="2008304" y="1450996"/>
                    <a:pt x="1896513" y="1616469"/>
                  </a:cubicBezTo>
                  <a:lnTo>
                    <a:pt x="1828076" y="1699415"/>
                  </a:lnTo>
                  <a:lnTo>
                    <a:pt x="1748116" y="1699415"/>
                  </a:lnTo>
                  <a:lnTo>
                    <a:pt x="1845135" y="1581827"/>
                  </a:lnTo>
                  <a:cubicBezTo>
                    <a:pt x="1950246" y="1426243"/>
                    <a:pt x="2011621" y="1238684"/>
                    <a:pt x="2011621" y="1036790"/>
                  </a:cubicBezTo>
                  <a:cubicBezTo>
                    <a:pt x="2011621" y="498406"/>
                    <a:pt x="1575174" y="61959"/>
                    <a:pt x="1036790" y="61959"/>
                  </a:cubicBezTo>
                  <a:cubicBezTo>
                    <a:pt x="498406" y="61959"/>
                    <a:pt x="61959" y="498406"/>
                    <a:pt x="61959" y="1036790"/>
                  </a:cubicBezTo>
                  <a:cubicBezTo>
                    <a:pt x="61959" y="1238684"/>
                    <a:pt x="123334" y="1426243"/>
                    <a:pt x="228445" y="1581827"/>
                  </a:cubicBezTo>
                  <a:lnTo>
                    <a:pt x="325464" y="1699415"/>
                  </a:lnTo>
                  <a:lnTo>
                    <a:pt x="245504" y="1699415"/>
                  </a:lnTo>
                  <a:lnTo>
                    <a:pt x="177068" y="1616469"/>
                  </a:lnTo>
                  <a:cubicBezTo>
                    <a:pt x="65276" y="1450996"/>
                    <a:pt x="0" y="1251516"/>
                    <a:pt x="0" y="1036790"/>
                  </a:cubicBezTo>
                  <a:cubicBezTo>
                    <a:pt x="0" y="464187"/>
                    <a:pt x="464187" y="0"/>
                    <a:pt x="103679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lIns="180000" tIns="360000" rIns="180000" bIns="108000" rtlCol="0" anchor="ctr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dirty="0">
                <a:solidFill>
                  <a:srgbClr val="47B6E7"/>
                </a:solidFill>
              </a:endParaRPr>
            </a:p>
          </p:txBody>
        </p:sp>
        <p:sp>
          <p:nvSpPr>
            <p:cNvPr id="12" name="梯形 11"/>
            <p:cNvSpPr/>
            <p:nvPr>
              <p:custDataLst>
                <p:tags r:id="rId3"/>
              </p:custDataLst>
            </p:nvPr>
          </p:nvSpPr>
          <p:spPr>
            <a:xfrm>
              <a:off x="1238376" y="4005895"/>
              <a:ext cx="2680959" cy="515586"/>
            </a:xfrm>
            <a:prstGeom prst="trapezoid">
              <a:avLst>
                <a:gd name="adj" fmla="val 4339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4"/>
              </p:custDataLst>
            </p:nvPr>
          </p:nvSpPr>
          <p:spPr>
            <a:xfrm>
              <a:off x="1458214" y="4005895"/>
              <a:ext cx="2241282" cy="557639"/>
            </a:xfrm>
            <a:custGeom>
              <a:avLst/>
              <a:gdLst>
                <a:gd name="connsiteX0" fmla="*/ 1126105 w 1564941"/>
                <a:gd name="connsiteY0" fmla="*/ 194508 h 389363"/>
                <a:gd name="connsiteX1" fmla="*/ 1108605 w 1564941"/>
                <a:gd name="connsiteY1" fmla="*/ 251142 h 389363"/>
                <a:gd name="connsiteX2" fmla="*/ 1051971 w 1564941"/>
                <a:gd name="connsiteY2" fmla="*/ 251141 h 389363"/>
                <a:gd name="connsiteX3" fmla="*/ 1097789 w 1564941"/>
                <a:gd name="connsiteY3" fmla="*/ 286142 h 389363"/>
                <a:gd name="connsiteX4" fmla="*/ 1080288 w 1564941"/>
                <a:gd name="connsiteY4" fmla="*/ 342776 h 389363"/>
                <a:gd name="connsiteX5" fmla="*/ 1126105 w 1564941"/>
                <a:gd name="connsiteY5" fmla="*/ 307774 h 389363"/>
                <a:gd name="connsiteX6" fmla="*/ 1171922 w 1564941"/>
                <a:gd name="connsiteY6" fmla="*/ 342776 h 389363"/>
                <a:gd name="connsiteX7" fmla="*/ 1154421 w 1564941"/>
                <a:gd name="connsiteY7" fmla="*/ 286142 h 389363"/>
                <a:gd name="connsiteX8" fmla="*/ 1200239 w 1564941"/>
                <a:gd name="connsiteY8" fmla="*/ 251141 h 389363"/>
                <a:gd name="connsiteX9" fmla="*/ 1143605 w 1564941"/>
                <a:gd name="connsiteY9" fmla="*/ 251142 h 389363"/>
                <a:gd name="connsiteX10" fmla="*/ 438835 w 1564941"/>
                <a:gd name="connsiteY10" fmla="*/ 194508 h 389363"/>
                <a:gd name="connsiteX11" fmla="*/ 421335 w 1564941"/>
                <a:gd name="connsiteY11" fmla="*/ 251142 h 389363"/>
                <a:gd name="connsiteX12" fmla="*/ 364701 w 1564941"/>
                <a:gd name="connsiteY12" fmla="*/ 251141 h 389363"/>
                <a:gd name="connsiteX13" fmla="*/ 410519 w 1564941"/>
                <a:gd name="connsiteY13" fmla="*/ 286142 h 389363"/>
                <a:gd name="connsiteX14" fmla="*/ 393018 w 1564941"/>
                <a:gd name="connsiteY14" fmla="*/ 342776 h 389363"/>
                <a:gd name="connsiteX15" fmla="*/ 438835 w 1564941"/>
                <a:gd name="connsiteY15" fmla="*/ 307774 h 389363"/>
                <a:gd name="connsiteX16" fmla="*/ 484652 w 1564941"/>
                <a:gd name="connsiteY16" fmla="*/ 342776 h 389363"/>
                <a:gd name="connsiteX17" fmla="*/ 467151 w 1564941"/>
                <a:gd name="connsiteY17" fmla="*/ 286142 h 389363"/>
                <a:gd name="connsiteX18" fmla="*/ 512969 w 1564941"/>
                <a:gd name="connsiteY18" fmla="*/ 251141 h 389363"/>
                <a:gd name="connsiteX19" fmla="*/ 456335 w 1564941"/>
                <a:gd name="connsiteY19" fmla="*/ 251142 h 389363"/>
                <a:gd name="connsiteX20" fmla="*/ 913727 w 1564941"/>
                <a:gd name="connsiteY20" fmla="*/ 40206 h 389363"/>
                <a:gd name="connsiteX21" fmla="*/ 896227 w 1564941"/>
                <a:gd name="connsiteY21" fmla="*/ 96840 h 389363"/>
                <a:gd name="connsiteX22" fmla="*/ 839593 w 1564941"/>
                <a:gd name="connsiteY22" fmla="*/ 96839 h 389363"/>
                <a:gd name="connsiteX23" fmla="*/ 885411 w 1564941"/>
                <a:gd name="connsiteY23" fmla="*/ 131840 h 389363"/>
                <a:gd name="connsiteX24" fmla="*/ 867910 w 1564941"/>
                <a:gd name="connsiteY24" fmla="*/ 188474 h 389363"/>
                <a:gd name="connsiteX25" fmla="*/ 913727 w 1564941"/>
                <a:gd name="connsiteY25" fmla="*/ 153472 h 389363"/>
                <a:gd name="connsiteX26" fmla="*/ 959544 w 1564941"/>
                <a:gd name="connsiteY26" fmla="*/ 188474 h 389363"/>
                <a:gd name="connsiteX27" fmla="*/ 942043 w 1564941"/>
                <a:gd name="connsiteY27" fmla="*/ 131840 h 389363"/>
                <a:gd name="connsiteX28" fmla="*/ 987861 w 1564941"/>
                <a:gd name="connsiteY28" fmla="*/ 96839 h 389363"/>
                <a:gd name="connsiteX29" fmla="*/ 931227 w 1564941"/>
                <a:gd name="connsiteY29" fmla="*/ 96840 h 389363"/>
                <a:gd name="connsiteX30" fmla="*/ 651212 w 1564941"/>
                <a:gd name="connsiteY30" fmla="*/ 40206 h 389363"/>
                <a:gd name="connsiteX31" fmla="*/ 633712 w 1564941"/>
                <a:gd name="connsiteY31" fmla="*/ 96840 h 389363"/>
                <a:gd name="connsiteX32" fmla="*/ 577078 w 1564941"/>
                <a:gd name="connsiteY32" fmla="*/ 96839 h 389363"/>
                <a:gd name="connsiteX33" fmla="*/ 622896 w 1564941"/>
                <a:gd name="connsiteY33" fmla="*/ 131840 h 389363"/>
                <a:gd name="connsiteX34" fmla="*/ 605395 w 1564941"/>
                <a:gd name="connsiteY34" fmla="*/ 188474 h 389363"/>
                <a:gd name="connsiteX35" fmla="*/ 651212 w 1564941"/>
                <a:gd name="connsiteY35" fmla="*/ 153472 h 389363"/>
                <a:gd name="connsiteX36" fmla="*/ 697029 w 1564941"/>
                <a:gd name="connsiteY36" fmla="*/ 188474 h 389363"/>
                <a:gd name="connsiteX37" fmla="*/ 679528 w 1564941"/>
                <a:gd name="connsiteY37" fmla="*/ 131840 h 389363"/>
                <a:gd name="connsiteX38" fmla="*/ 725346 w 1564941"/>
                <a:gd name="connsiteY38" fmla="*/ 96839 h 389363"/>
                <a:gd name="connsiteX39" fmla="*/ 668712 w 1564941"/>
                <a:gd name="connsiteY39" fmla="*/ 96840 h 389363"/>
                <a:gd name="connsiteX40" fmla="*/ 0 w 1564941"/>
                <a:gd name="connsiteY40" fmla="*/ 0 h 389363"/>
                <a:gd name="connsiteX41" fmla="*/ 1564941 w 1564941"/>
                <a:gd name="connsiteY41" fmla="*/ 0 h 389363"/>
                <a:gd name="connsiteX42" fmla="*/ 1413751 w 1564941"/>
                <a:gd name="connsiteY42" fmla="*/ 389363 h 389363"/>
                <a:gd name="connsiteX43" fmla="*/ 151190 w 1564941"/>
                <a:gd name="connsiteY43" fmla="*/ 389363 h 38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564941" h="389363">
                  <a:moveTo>
                    <a:pt x="1126105" y="194508"/>
                  </a:moveTo>
                  <a:lnTo>
                    <a:pt x="1108605" y="251142"/>
                  </a:lnTo>
                  <a:lnTo>
                    <a:pt x="1051971" y="251141"/>
                  </a:lnTo>
                  <a:lnTo>
                    <a:pt x="1097789" y="286142"/>
                  </a:lnTo>
                  <a:lnTo>
                    <a:pt x="1080288" y="342776"/>
                  </a:lnTo>
                  <a:lnTo>
                    <a:pt x="1126105" y="307774"/>
                  </a:lnTo>
                  <a:lnTo>
                    <a:pt x="1171922" y="342776"/>
                  </a:lnTo>
                  <a:lnTo>
                    <a:pt x="1154421" y="286142"/>
                  </a:lnTo>
                  <a:lnTo>
                    <a:pt x="1200239" y="251141"/>
                  </a:lnTo>
                  <a:lnTo>
                    <a:pt x="1143605" y="251142"/>
                  </a:lnTo>
                  <a:close/>
                  <a:moveTo>
                    <a:pt x="438835" y="194508"/>
                  </a:moveTo>
                  <a:lnTo>
                    <a:pt x="421335" y="251142"/>
                  </a:lnTo>
                  <a:lnTo>
                    <a:pt x="364701" y="251141"/>
                  </a:lnTo>
                  <a:lnTo>
                    <a:pt x="410519" y="286142"/>
                  </a:lnTo>
                  <a:lnTo>
                    <a:pt x="393018" y="342776"/>
                  </a:lnTo>
                  <a:lnTo>
                    <a:pt x="438835" y="307774"/>
                  </a:lnTo>
                  <a:lnTo>
                    <a:pt x="484652" y="342776"/>
                  </a:lnTo>
                  <a:lnTo>
                    <a:pt x="467151" y="286142"/>
                  </a:lnTo>
                  <a:lnTo>
                    <a:pt x="512969" y="251141"/>
                  </a:lnTo>
                  <a:lnTo>
                    <a:pt x="456335" y="251142"/>
                  </a:lnTo>
                  <a:close/>
                  <a:moveTo>
                    <a:pt x="913727" y="40206"/>
                  </a:moveTo>
                  <a:lnTo>
                    <a:pt x="896227" y="96840"/>
                  </a:lnTo>
                  <a:lnTo>
                    <a:pt x="839593" y="96839"/>
                  </a:lnTo>
                  <a:lnTo>
                    <a:pt x="885411" y="131840"/>
                  </a:lnTo>
                  <a:lnTo>
                    <a:pt x="867910" y="188474"/>
                  </a:lnTo>
                  <a:lnTo>
                    <a:pt x="913727" y="153472"/>
                  </a:lnTo>
                  <a:lnTo>
                    <a:pt x="959544" y="188474"/>
                  </a:lnTo>
                  <a:lnTo>
                    <a:pt x="942043" y="131840"/>
                  </a:lnTo>
                  <a:lnTo>
                    <a:pt x="987861" y="96839"/>
                  </a:lnTo>
                  <a:lnTo>
                    <a:pt x="931227" y="96840"/>
                  </a:lnTo>
                  <a:close/>
                  <a:moveTo>
                    <a:pt x="651212" y="40206"/>
                  </a:moveTo>
                  <a:lnTo>
                    <a:pt x="633712" y="96840"/>
                  </a:lnTo>
                  <a:lnTo>
                    <a:pt x="577078" y="96839"/>
                  </a:lnTo>
                  <a:lnTo>
                    <a:pt x="622896" y="131840"/>
                  </a:lnTo>
                  <a:lnTo>
                    <a:pt x="605395" y="188474"/>
                  </a:lnTo>
                  <a:lnTo>
                    <a:pt x="651212" y="153472"/>
                  </a:lnTo>
                  <a:lnTo>
                    <a:pt x="697029" y="188474"/>
                  </a:lnTo>
                  <a:lnTo>
                    <a:pt x="679528" y="131840"/>
                  </a:lnTo>
                  <a:lnTo>
                    <a:pt x="725346" y="96839"/>
                  </a:lnTo>
                  <a:lnTo>
                    <a:pt x="668712" y="96840"/>
                  </a:lnTo>
                  <a:close/>
                  <a:moveTo>
                    <a:pt x="0" y="0"/>
                  </a:moveTo>
                  <a:lnTo>
                    <a:pt x="1564941" y="0"/>
                  </a:lnTo>
                  <a:lnTo>
                    <a:pt x="1413751" y="389363"/>
                  </a:lnTo>
                  <a:lnTo>
                    <a:pt x="151190" y="389363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tIns="216000" bIns="0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2">
                      <a:lumMod val="50000"/>
                    </a:schemeClr>
                  </a:solidFill>
                </a:rPr>
                <a:t>A</a:t>
              </a:r>
              <a:endParaRPr lang="en-US" altLang="zh-CN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5"/>
            </p:custDataLst>
          </p:nvPr>
        </p:nvGrpSpPr>
        <p:grpSpPr>
          <a:xfrm>
            <a:off x="4755521" y="2423043"/>
            <a:ext cx="2680959" cy="2422913"/>
            <a:chOff x="1238376" y="2140621"/>
            <a:chExt cx="2680959" cy="2422913"/>
          </a:xfrm>
        </p:grpSpPr>
        <p:sp>
          <p:nvSpPr>
            <p:cNvPr id="29" name="任意多边形 28"/>
            <p:cNvSpPr/>
            <p:nvPr>
              <p:custDataLst>
                <p:tags r:id="rId6"/>
              </p:custDataLst>
            </p:nvPr>
          </p:nvSpPr>
          <p:spPr>
            <a:xfrm>
              <a:off x="1436421" y="2140621"/>
              <a:ext cx="2284868" cy="1872577"/>
            </a:xfrm>
            <a:custGeom>
              <a:avLst/>
              <a:gdLst>
                <a:gd name="connsiteX0" fmla="*/ 1036790 w 2073580"/>
                <a:gd name="connsiteY0" fmla="*/ 0 h 1699415"/>
                <a:gd name="connsiteX1" fmla="*/ 2073580 w 2073580"/>
                <a:gd name="connsiteY1" fmla="*/ 1036790 h 1699415"/>
                <a:gd name="connsiteX2" fmla="*/ 1896513 w 2073580"/>
                <a:gd name="connsiteY2" fmla="*/ 1616469 h 1699415"/>
                <a:gd name="connsiteX3" fmla="*/ 1828076 w 2073580"/>
                <a:gd name="connsiteY3" fmla="*/ 1699415 h 1699415"/>
                <a:gd name="connsiteX4" fmla="*/ 1748116 w 2073580"/>
                <a:gd name="connsiteY4" fmla="*/ 1699415 h 1699415"/>
                <a:gd name="connsiteX5" fmla="*/ 1845135 w 2073580"/>
                <a:gd name="connsiteY5" fmla="*/ 1581827 h 1699415"/>
                <a:gd name="connsiteX6" fmla="*/ 2011621 w 2073580"/>
                <a:gd name="connsiteY6" fmla="*/ 1036790 h 1699415"/>
                <a:gd name="connsiteX7" fmla="*/ 1036790 w 2073580"/>
                <a:gd name="connsiteY7" fmla="*/ 61959 h 1699415"/>
                <a:gd name="connsiteX8" fmla="*/ 61959 w 2073580"/>
                <a:gd name="connsiteY8" fmla="*/ 1036790 h 1699415"/>
                <a:gd name="connsiteX9" fmla="*/ 228445 w 2073580"/>
                <a:gd name="connsiteY9" fmla="*/ 1581827 h 1699415"/>
                <a:gd name="connsiteX10" fmla="*/ 325464 w 2073580"/>
                <a:gd name="connsiteY10" fmla="*/ 1699415 h 1699415"/>
                <a:gd name="connsiteX11" fmla="*/ 245504 w 2073580"/>
                <a:gd name="connsiteY11" fmla="*/ 1699415 h 1699415"/>
                <a:gd name="connsiteX12" fmla="*/ 177068 w 2073580"/>
                <a:gd name="connsiteY12" fmla="*/ 1616469 h 1699415"/>
                <a:gd name="connsiteX13" fmla="*/ 0 w 2073580"/>
                <a:gd name="connsiteY13" fmla="*/ 1036790 h 1699415"/>
                <a:gd name="connsiteX14" fmla="*/ 1036790 w 2073580"/>
                <a:gd name="connsiteY14" fmla="*/ 0 h 16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73580" h="1699415">
                  <a:moveTo>
                    <a:pt x="1036790" y="0"/>
                  </a:moveTo>
                  <a:cubicBezTo>
                    <a:pt x="1609393" y="0"/>
                    <a:pt x="2073580" y="464187"/>
                    <a:pt x="2073580" y="1036790"/>
                  </a:cubicBezTo>
                  <a:cubicBezTo>
                    <a:pt x="2073580" y="1251516"/>
                    <a:pt x="2008304" y="1450996"/>
                    <a:pt x="1896513" y="1616469"/>
                  </a:cubicBezTo>
                  <a:lnTo>
                    <a:pt x="1828076" y="1699415"/>
                  </a:lnTo>
                  <a:lnTo>
                    <a:pt x="1748116" y="1699415"/>
                  </a:lnTo>
                  <a:lnTo>
                    <a:pt x="1845135" y="1581827"/>
                  </a:lnTo>
                  <a:cubicBezTo>
                    <a:pt x="1950246" y="1426243"/>
                    <a:pt x="2011621" y="1238684"/>
                    <a:pt x="2011621" y="1036790"/>
                  </a:cubicBezTo>
                  <a:cubicBezTo>
                    <a:pt x="2011621" y="498406"/>
                    <a:pt x="1575174" y="61959"/>
                    <a:pt x="1036790" y="61959"/>
                  </a:cubicBezTo>
                  <a:cubicBezTo>
                    <a:pt x="498406" y="61959"/>
                    <a:pt x="61959" y="498406"/>
                    <a:pt x="61959" y="1036790"/>
                  </a:cubicBezTo>
                  <a:cubicBezTo>
                    <a:pt x="61959" y="1238684"/>
                    <a:pt x="123334" y="1426243"/>
                    <a:pt x="228445" y="1581827"/>
                  </a:cubicBezTo>
                  <a:lnTo>
                    <a:pt x="325464" y="1699415"/>
                  </a:lnTo>
                  <a:lnTo>
                    <a:pt x="245504" y="1699415"/>
                  </a:lnTo>
                  <a:lnTo>
                    <a:pt x="177068" y="1616469"/>
                  </a:lnTo>
                  <a:cubicBezTo>
                    <a:pt x="65276" y="1450996"/>
                    <a:pt x="0" y="1251516"/>
                    <a:pt x="0" y="1036790"/>
                  </a:cubicBezTo>
                  <a:cubicBezTo>
                    <a:pt x="0" y="464187"/>
                    <a:pt x="464187" y="0"/>
                    <a:pt x="103679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lIns="180000" tIns="360000" rIns="180000" bIns="108000" rtlCol="0" anchor="ctr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dirty="0">
                <a:solidFill>
                  <a:srgbClr val="47B6E7"/>
                </a:solidFill>
              </a:endParaRPr>
            </a:p>
          </p:txBody>
        </p:sp>
        <p:sp>
          <p:nvSpPr>
            <p:cNvPr id="13" name="梯形 12"/>
            <p:cNvSpPr/>
            <p:nvPr>
              <p:custDataLst>
                <p:tags r:id="rId7"/>
              </p:custDataLst>
            </p:nvPr>
          </p:nvSpPr>
          <p:spPr>
            <a:xfrm>
              <a:off x="1238376" y="4005895"/>
              <a:ext cx="2680959" cy="515586"/>
            </a:xfrm>
            <a:prstGeom prst="trapezoid">
              <a:avLst>
                <a:gd name="adj" fmla="val 43399"/>
              </a:avLst>
            </a:prstGeom>
            <a:solidFill>
              <a:srgbClr val="EB6D19"/>
            </a:solidFill>
            <a:ln>
              <a:noFill/>
            </a:ln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8"/>
              </p:custDataLst>
            </p:nvPr>
          </p:nvSpPr>
          <p:spPr>
            <a:xfrm>
              <a:off x="1458214" y="4005895"/>
              <a:ext cx="2241282" cy="557639"/>
            </a:xfrm>
            <a:custGeom>
              <a:avLst/>
              <a:gdLst>
                <a:gd name="connsiteX0" fmla="*/ 1126105 w 1564941"/>
                <a:gd name="connsiteY0" fmla="*/ 194508 h 389363"/>
                <a:gd name="connsiteX1" fmla="*/ 1108605 w 1564941"/>
                <a:gd name="connsiteY1" fmla="*/ 251142 h 389363"/>
                <a:gd name="connsiteX2" fmla="*/ 1051971 w 1564941"/>
                <a:gd name="connsiteY2" fmla="*/ 251141 h 389363"/>
                <a:gd name="connsiteX3" fmla="*/ 1097789 w 1564941"/>
                <a:gd name="connsiteY3" fmla="*/ 286142 h 389363"/>
                <a:gd name="connsiteX4" fmla="*/ 1080288 w 1564941"/>
                <a:gd name="connsiteY4" fmla="*/ 342776 h 389363"/>
                <a:gd name="connsiteX5" fmla="*/ 1126105 w 1564941"/>
                <a:gd name="connsiteY5" fmla="*/ 307774 h 389363"/>
                <a:gd name="connsiteX6" fmla="*/ 1171922 w 1564941"/>
                <a:gd name="connsiteY6" fmla="*/ 342776 h 389363"/>
                <a:gd name="connsiteX7" fmla="*/ 1154421 w 1564941"/>
                <a:gd name="connsiteY7" fmla="*/ 286142 h 389363"/>
                <a:gd name="connsiteX8" fmla="*/ 1200239 w 1564941"/>
                <a:gd name="connsiteY8" fmla="*/ 251141 h 389363"/>
                <a:gd name="connsiteX9" fmla="*/ 1143605 w 1564941"/>
                <a:gd name="connsiteY9" fmla="*/ 251142 h 389363"/>
                <a:gd name="connsiteX10" fmla="*/ 438835 w 1564941"/>
                <a:gd name="connsiteY10" fmla="*/ 194508 h 389363"/>
                <a:gd name="connsiteX11" fmla="*/ 421335 w 1564941"/>
                <a:gd name="connsiteY11" fmla="*/ 251142 h 389363"/>
                <a:gd name="connsiteX12" fmla="*/ 364701 w 1564941"/>
                <a:gd name="connsiteY12" fmla="*/ 251141 h 389363"/>
                <a:gd name="connsiteX13" fmla="*/ 410519 w 1564941"/>
                <a:gd name="connsiteY13" fmla="*/ 286142 h 389363"/>
                <a:gd name="connsiteX14" fmla="*/ 393018 w 1564941"/>
                <a:gd name="connsiteY14" fmla="*/ 342776 h 389363"/>
                <a:gd name="connsiteX15" fmla="*/ 438835 w 1564941"/>
                <a:gd name="connsiteY15" fmla="*/ 307774 h 389363"/>
                <a:gd name="connsiteX16" fmla="*/ 484652 w 1564941"/>
                <a:gd name="connsiteY16" fmla="*/ 342776 h 389363"/>
                <a:gd name="connsiteX17" fmla="*/ 467151 w 1564941"/>
                <a:gd name="connsiteY17" fmla="*/ 286142 h 389363"/>
                <a:gd name="connsiteX18" fmla="*/ 512969 w 1564941"/>
                <a:gd name="connsiteY18" fmla="*/ 251141 h 389363"/>
                <a:gd name="connsiteX19" fmla="*/ 456335 w 1564941"/>
                <a:gd name="connsiteY19" fmla="*/ 251142 h 389363"/>
                <a:gd name="connsiteX20" fmla="*/ 913727 w 1564941"/>
                <a:gd name="connsiteY20" fmla="*/ 40206 h 389363"/>
                <a:gd name="connsiteX21" fmla="*/ 896227 w 1564941"/>
                <a:gd name="connsiteY21" fmla="*/ 96840 h 389363"/>
                <a:gd name="connsiteX22" fmla="*/ 839593 w 1564941"/>
                <a:gd name="connsiteY22" fmla="*/ 96839 h 389363"/>
                <a:gd name="connsiteX23" fmla="*/ 885411 w 1564941"/>
                <a:gd name="connsiteY23" fmla="*/ 131840 h 389363"/>
                <a:gd name="connsiteX24" fmla="*/ 867910 w 1564941"/>
                <a:gd name="connsiteY24" fmla="*/ 188474 h 389363"/>
                <a:gd name="connsiteX25" fmla="*/ 913727 w 1564941"/>
                <a:gd name="connsiteY25" fmla="*/ 153472 h 389363"/>
                <a:gd name="connsiteX26" fmla="*/ 959544 w 1564941"/>
                <a:gd name="connsiteY26" fmla="*/ 188474 h 389363"/>
                <a:gd name="connsiteX27" fmla="*/ 942043 w 1564941"/>
                <a:gd name="connsiteY27" fmla="*/ 131840 h 389363"/>
                <a:gd name="connsiteX28" fmla="*/ 987861 w 1564941"/>
                <a:gd name="connsiteY28" fmla="*/ 96839 h 389363"/>
                <a:gd name="connsiteX29" fmla="*/ 931227 w 1564941"/>
                <a:gd name="connsiteY29" fmla="*/ 96840 h 389363"/>
                <a:gd name="connsiteX30" fmla="*/ 651212 w 1564941"/>
                <a:gd name="connsiteY30" fmla="*/ 40206 h 389363"/>
                <a:gd name="connsiteX31" fmla="*/ 633712 w 1564941"/>
                <a:gd name="connsiteY31" fmla="*/ 96840 h 389363"/>
                <a:gd name="connsiteX32" fmla="*/ 577078 w 1564941"/>
                <a:gd name="connsiteY32" fmla="*/ 96839 h 389363"/>
                <a:gd name="connsiteX33" fmla="*/ 622896 w 1564941"/>
                <a:gd name="connsiteY33" fmla="*/ 131840 h 389363"/>
                <a:gd name="connsiteX34" fmla="*/ 605395 w 1564941"/>
                <a:gd name="connsiteY34" fmla="*/ 188474 h 389363"/>
                <a:gd name="connsiteX35" fmla="*/ 651212 w 1564941"/>
                <a:gd name="connsiteY35" fmla="*/ 153472 h 389363"/>
                <a:gd name="connsiteX36" fmla="*/ 697029 w 1564941"/>
                <a:gd name="connsiteY36" fmla="*/ 188474 h 389363"/>
                <a:gd name="connsiteX37" fmla="*/ 679528 w 1564941"/>
                <a:gd name="connsiteY37" fmla="*/ 131840 h 389363"/>
                <a:gd name="connsiteX38" fmla="*/ 725346 w 1564941"/>
                <a:gd name="connsiteY38" fmla="*/ 96839 h 389363"/>
                <a:gd name="connsiteX39" fmla="*/ 668712 w 1564941"/>
                <a:gd name="connsiteY39" fmla="*/ 96840 h 389363"/>
                <a:gd name="connsiteX40" fmla="*/ 0 w 1564941"/>
                <a:gd name="connsiteY40" fmla="*/ 0 h 389363"/>
                <a:gd name="connsiteX41" fmla="*/ 1564941 w 1564941"/>
                <a:gd name="connsiteY41" fmla="*/ 0 h 389363"/>
                <a:gd name="connsiteX42" fmla="*/ 1413751 w 1564941"/>
                <a:gd name="connsiteY42" fmla="*/ 389363 h 389363"/>
                <a:gd name="connsiteX43" fmla="*/ 151190 w 1564941"/>
                <a:gd name="connsiteY43" fmla="*/ 389363 h 38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564941" h="389363">
                  <a:moveTo>
                    <a:pt x="1126105" y="194508"/>
                  </a:moveTo>
                  <a:lnTo>
                    <a:pt x="1108605" y="251142"/>
                  </a:lnTo>
                  <a:lnTo>
                    <a:pt x="1051971" y="251141"/>
                  </a:lnTo>
                  <a:lnTo>
                    <a:pt x="1097789" y="286142"/>
                  </a:lnTo>
                  <a:lnTo>
                    <a:pt x="1080288" y="342776"/>
                  </a:lnTo>
                  <a:lnTo>
                    <a:pt x="1126105" y="307774"/>
                  </a:lnTo>
                  <a:lnTo>
                    <a:pt x="1171922" y="342776"/>
                  </a:lnTo>
                  <a:lnTo>
                    <a:pt x="1154421" y="286142"/>
                  </a:lnTo>
                  <a:lnTo>
                    <a:pt x="1200239" y="251141"/>
                  </a:lnTo>
                  <a:lnTo>
                    <a:pt x="1143605" y="251142"/>
                  </a:lnTo>
                  <a:close/>
                  <a:moveTo>
                    <a:pt x="438835" y="194508"/>
                  </a:moveTo>
                  <a:lnTo>
                    <a:pt x="421335" y="251142"/>
                  </a:lnTo>
                  <a:lnTo>
                    <a:pt x="364701" y="251141"/>
                  </a:lnTo>
                  <a:lnTo>
                    <a:pt x="410519" y="286142"/>
                  </a:lnTo>
                  <a:lnTo>
                    <a:pt x="393018" y="342776"/>
                  </a:lnTo>
                  <a:lnTo>
                    <a:pt x="438835" y="307774"/>
                  </a:lnTo>
                  <a:lnTo>
                    <a:pt x="484652" y="342776"/>
                  </a:lnTo>
                  <a:lnTo>
                    <a:pt x="467151" y="286142"/>
                  </a:lnTo>
                  <a:lnTo>
                    <a:pt x="512969" y="251141"/>
                  </a:lnTo>
                  <a:lnTo>
                    <a:pt x="456335" y="251142"/>
                  </a:lnTo>
                  <a:close/>
                  <a:moveTo>
                    <a:pt x="913727" y="40206"/>
                  </a:moveTo>
                  <a:lnTo>
                    <a:pt x="896227" y="96840"/>
                  </a:lnTo>
                  <a:lnTo>
                    <a:pt x="839593" y="96839"/>
                  </a:lnTo>
                  <a:lnTo>
                    <a:pt x="885411" y="131840"/>
                  </a:lnTo>
                  <a:lnTo>
                    <a:pt x="867910" y="188474"/>
                  </a:lnTo>
                  <a:lnTo>
                    <a:pt x="913727" y="153472"/>
                  </a:lnTo>
                  <a:lnTo>
                    <a:pt x="959544" y="188474"/>
                  </a:lnTo>
                  <a:lnTo>
                    <a:pt x="942043" y="131840"/>
                  </a:lnTo>
                  <a:lnTo>
                    <a:pt x="987861" y="96839"/>
                  </a:lnTo>
                  <a:lnTo>
                    <a:pt x="931227" y="96840"/>
                  </a:lnTo>
                  <a:close/>
                  <a:moveTo>
                    <a:pt x="651212" y="40206"/>
                  </a:moveTo>
                  <a:lnTo>
                    <a:pt x="633712" y="96840"/>
                  </a:lnTo>
                  <a:lnTo>
                    <a:pt x="577078" y="96839"/>
                  </a:lnTo>
                  <a:lnTo>
                    <a:pt x="622896" y="131840"/>
                  </a:lnTo>
                  <a:lnTo>
                    <a:pt x="605395" y="188474"/>
                  </a:lnTo>
                  <a:lnTo>
                    <a:pt x="651212" y="153472"/>
                  </a:lnTo>
                  <a:lnTo>
                    <a:pt x="697029" y="188474"/>
                  </a:lnTo>
                  <a:lnTo>
                    <a:pt x="679528" y="131840"/>
                  </a:lnTo>
                  <a:lnTo>
                    <a:pt x="725346" y="96839"/>
                  </a:lnTo>
                  <a:lnTo>
                    <a:pt x="668712" y="96840"/>
                  </a:lnTo>
                  <a:close/>
                  <a:moveTo>
                    <a:pt x="0" y="0"/>
                  </a:moveTo>
                  <a:lnTo>
                    <a:pt x="1564941" y="0"/>
                  </a:lnTo>
                  <a:lnTo>
                    <a:pt x="1413751" y="389363"/>
                  </a:lnTo>
                  <a:lnTo>
                    <a:pt x="151190" y="389363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tIns="216000" bIns="0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en-US" altLang="zh-CN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9"/>
            </p:custDataLst>
          </p:nvPr>
        </p:nvGrpSpPr>
        <p:grpSpPr>
          <a:xfrm>
            <a:off x="8032121" y="2423043"/>
            <a:ext cx="2680959" cy="2422913"/>
            <a:chOff x="1238376" y="2140621"/>
            <a:chExt cx="2680959" cy="2422913"/>
          </a:xfrm>
        </p:grpSpPr>
        <p:sp>
          <p:nvSpPr>
            <p:cNvPr id="19" name="任意多边形 18"/>
            <p:cNvSpPr/>
            <p:nvPr>
              <p:custDataLst>
                <p:tags r:id="rId10"/>
              </p:custDataLst>
            </p:nvPr>
          </p:nvSpPr>
          <p:spPr>
            <a:xfrm>
              <a:off x="1436421" y="2140621"/>
              <a:ext cx="2284868" cy="1872577"/>
            </a:xfrm>
            <a:custGeom>
              <a:avLst/>
              <a:gdLst>
                <a:gd name="connsiteX0" fmla="*/ 1036790 w 2073580"/>
                <a:gd name="connsiteY0" fmla="*/ 0 h 1699415"/>
                <a:gd name="connsiteX1" fmla="*/ 2073580 w 2073580"/>
                <a:gd name="connsiteY1" fmla="*/ 1036790 h 1699415"/>
                <a:gd name="connsiteX2" fmla="*/ 1896513 w 2073580"/>
                <a:gd name="connsiteY2" fmla="*/ 1616469 h 1699415"/>
                <a:gd name="connsiteX3" fmla="*/ 1828076 w 2073580"/>
                <a:gd name="connsiteY3" fmla="*/ 1699415 h 1699415"/>
                <a:gd name="connsiteX4" fmla="*/ 1748116 w 2073580"/>
                <a:gd name="connsiteY4" fmla="*/ 1699415 h 1699415"/>
                <a:gd name="connsiteX5" fmla="*/ 1845135 w 2073580"/>
                <a:gd name="connsiteY5" fmla="*/ 1581827 h 1699415"/>
                <a:gd name="connsiteX6" fmla="*/ 2011621 w 2073580"/>
                <a:gd name="connsiteY6" fmla="*/ 1036790 h 1699415"/>
                <a:gd name="connsiteX7" fmla="*/ 1036790 w 2073580"/>
                <a:gd name="connsiteY7" fmla="*/ 61959 h 1699415"/>
                <a:gd name="connsiteX8" fmla="*/ 61959 w 2073580"/>
                <a:gd name="connsiteY8" fmla="*/ 1036790 h 1699415"/>
                <a:gd name="connsiteX9" fmla="*/ 228445 w 2073580"/>
                <a:gd name="connsiteY9" fmla="*/ 1581827 h 1699415"/>
                <a:gd name="connsiteX10" fmla="*/ 325464 w 2073580"/>
                <a:gd name="connsiteY10" fmla="*/ 1699415 h 1699415"/>
                <a:gd name="connsiteX11" fmla="*/ 245504 w 2073580"/>
                <a:gd name="connsiteY11" fmla="*/ 1699415 h 1699415"/>
                <a:gd name="connsiteX12" fmla="*/ 177068 w 2073580"/>
                <a:gd name="connsiteY12" fmla="*/ 1616469 h 1699415"/>
                <a:gd name="connsiteX13" fmla="*/ 0 w 2073580"/>
                <a:gd name="connsiteY13" fmla="*/ 1036790 h 1699415"/>
                <a:gd name="connsiteX14" fmla="*/ 1036790 w 2073580"/>
                <a:gd name="connsiteY14" fmla="*/ 0 h 169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73580" h="1699415">
                  <a:moveTo>
                    <a:pt x="1036790" y="0"/>
                  </a:moveTo>
                  <a:cubicBezTo>
                    <a:pt x="1609393" y="0"/>
                    <a:pt x="2073580" y="464187"/>
                    <a:pt x="2073580" y="1036790"/>
                  </a:cubicBezTo>
                  <a:cubicBezTo>
                    <a:pt x="2073580" y="1251516"/>
                    <a:pt x="2008304" y="1450996"/>
                    <a:pt x="1896513" y="1616469"/>
                  </a:cubicBezTo>
                  <a:lnTo>
                    <a:pt x="1828076" y="1699415"/>
                  </a:lnTo>
                  <a:lnTo>
                    <a:pt x="1748116" y="1699415"/>
                  </a:lnTo>
                  <a:lnTo>
                    <a:pt x="1845135" y="1581827"/>
                  </a:lnTo>
                  <a:cubicBezTo>
                    <a:pt x="1950246" y="1426243"/>
                    <a:pt x="2011621" y="1238684"/>
                    <a:pt x="2011621" y="1036790"/>
                  </a:cubicBezTo>
                  <a:cubicBezTo>
                    <a:pt x="2011621" y="498406"/>
                    <a:pt x="1575174" y="61959"/>
                    <a:pt x="1036790" y="61959"/>
                  </a:cubicBezTo>
                  <a:cubicBezTo>
                    <a:pt x="498406" y="61959"/>
                    <a:pt x="61959" y="498406"/>
                    <a:pt x="61959" y="1036790"/>
                  </a:cubicBezTo>
                  <a:cubicBezTo>
                    <a:pt x="61959" y="1238684"/>
                    <a:pt x="123334" y="1426243"/>
                    <a:pt x="228445" y="1581827"/>
                  </a:cubicBezTo>
                  <a:lnTo>
                    <a:pt x="325464" y="1699415"/>
                  </a:lnTo>
                  <a:lnTo>
                    <a:pt x="245504" y="1699415"/>
                  </a:lnTo>
                  <a:lnTo>
                    <a:pt x="177068" y="1616469"/>
                  </a:lnTo>
                  <a:cubicBezTo>
                    <a:pt x="65276" y="1450996"/>
                    <a:pt x="0" y="1251516"/>
                    <a:pt x="0" y="1036790"/>
                  </a:cubicBezTo>
                  <a:cubicBezTo>
                    <a:pt x="0" y="464187"/>
                    <a:pt x="464187" y="0"/>
                    <a:pt x="103679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lIns="180000" tIns="360000" rIns="180000" bIns="108000" rtlCol="0" anchor="ctr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dirty="0">
                <a:solidFill>
                  <a:srgbClr val="47B6E7"/>
                </a:solidFill>
              </a:endParaRPr>
            </a:p>
          </p:txBody>
        </p:sp>
        <p:sp>
          <p:nvSpPr>
            <p:cNvPr id="21" name="梯形 20"/>
            <p:cNvSpPr/>
            <p:nvPr>
              <p:custDataLst>
                <p:tags r:id="rId11"/>
              </p:custDataLst>
            </p:nvPr>
          </p:nvSpPr>
          <p:spPr>
            <a:xfrm>
              <a:off x="1238376" y="4005895"/>
              <a:ext cx="2680959" cy="515586"/>
            </a:xfrm>
            <a:prstGeom prst="trapezoid">
              <a:avLst>
                <a:gd name="adj" fmla="val 43399"/>
              </a:avLst>
            </a:prstGeom>
            <a:solidFill>
              <a:srgbClr val="EB6D19"/>
            </a:solidFill>
            <a:ln>
              <a:noFill/>
            </a:ln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12"/>
              </p:custDataLst>
            </p:nvPr>
          </p:nvSpPr>
          <p:spPr>
            <a:xfrm>
              <a:off x="1458214" y="4005895"/>
              <a:ext cx="2241282" cy="557639"/>
            </a:xfrm>
            <a:custGeom>
              <a:avLst/>
              <a:gdLst>
                <a:gd name="connsiteX0" fmla="*/ 1126105 w 1564941"/>
                <a:gd name="connsiteY0" fmla="*/ 194508 h 389363"/>
                <a:gd name="connsiteX1" fmla="*/ 1108605 w 1564941"/>
                <a:gd name="connsiteY1" fmla="*/ 251142 h 389363"/>
                <a:gd name="connsiteX2" fmla="*/ 1051971 w 1564941"/>
                <a:gd name="connsiteY2" fmla="*/ 251141 h 389363"/>
                <a:gd name="connsiteX3" fmla="*/ 1097789 w 1564941"/>
                <a:gd name="connsiteY3" fmla="*/ 286142 h 389363"/>
                <a:gd name="connsiteX4" fmla="*/ 1080288 w 1564941"/>
                <a:gd name="connsiteY4" fmla="*/ 342776 h 389363"/>
                <a:gd name="connsiteX5" fmla="*/ 1126105 w 1564941"/>
                <a:gd name="connsiteY5" fmla="*/ 307774 h 389363"/>
                <a:gd name="connsiteX6" fmla="*/ 1171922 w 1564941"/>
                <a:gd name="connsiteY6" fmla="*/ 342776 h 389363"/>
                <a:gd name="connsiteX7" fmla="*/ 1154421 w 1564941"/>
                <a:gd name="connsiteY7" fmla="*/ 286142 h 389363"/>
                <a:gd name="connsiteX8" fmla="*/ 1200239 w 1564941"/>
                <a:gd name="connsiteY8" fmla="*/ 251141 h 389363"/>
                <a:gd name="connsiteX9" fmla="*/ 1143605 w 1564941"/>
                <a:gd name="connsiteY9" fmla="*/ 251142 h 389363"/>
                <a:gd name="connsiteX10" fmla="*/ 438835 w 1564941"/>
                <a:gd name="connsiteY10" fmla="*/ 194508 h 389363"/>
                <a:gd name="connsiteX11" fmla="*/ 421335 w 1564941"/>
                <a:gd name="connsiteY11" fmla="*/ 251142 h 389363"/>
                <a:gd name="connsiteX12" fmla="*/ 364701 w 1564941"/>
                <a:gd name="connsiteY12" fmla="*/ 251141 h 389363"/>
                <a:gd name="connsiteX13" fmla="*/ 410519 w 1564941"/>
                <a:gd name="connsiteY13" fmla="*/ 286142 h 389363"/>
                <a:gd name="connsiteX14" fmla="*/ 393018 w 1564941"/>
                <a:gd name="connsiteY14" fmla="*/ 342776 h 389363"/>
                <a:gd name="connsiteX15" fmla="*/ 438835 w 1564941"/>
                <a:gd name="connsiteY15" fmla="*/ 307774 h 389363"/>
                <a:gd name="connsiteX16" fmla="*/ 484652 w 1564941"/>
                <a:gd name="connsiteY16" fmla="*/ 342776 h 389363"/>
                <a:gd name="connsiteX17" fmla="*/ 467151 w 1564941"/>
                <a:gd name="connsiteY17" fmla="*/ 286142 h 389363"/>
                <a:gd name="connsiteX18" fmla="*/ 512969 w 1564941"/>
                <a:gd name="connsiteY18" fmla="*/ 251141 h 389363"/>
                <a:gd name="connsiteX19" fmla="*/ 456335 w 1564941"/>
                <a:gd name="connsiteY19" fmla="*/ 251142 h 389363"/>
                <a:gd name="connsiteX20" fmla="*/ 913727 w 1564941"/>
                <a:gd name="connsiteY20" fmla="*/ 40206 h 389363"/>
                <a:gd name="connsiteX21" fmla="*/ 896227 w 1564941"/>
                <a:gd name="connsiteY21" fmla="*/ 96840 h 389363"/>
                <a:gd name="connsiteX22" fmla="*/ 839593 w 1564941"/>
                <a:gd name="connsiteY22" fmla="*/ 96839 h 389363"/>
                <a:gd name="connsiteX23" fmla="*/ 885411 w 1564941"/>
                <a:gd name="connsiteY23" fmla="*/ 131840 h 389363"/>
                <a:gd name="connsiteX24" fmla="*/ 867910 w 1564941"/>
                <a:gd name="connsiteY24" fmla="*/ 188474 h 389363"/>
                <a:gd name="connsiteX25" fmla="*/ 913727 w 1564941"/>
                <a:gd name="connsiteY25" fmla="*/ 153472 h 389363"/>
                <a:gd name="connsiteX26" fmla="*/ 959544 w 1564941"/>
                <a:gd name="connsiteY26" fmla="*/ 188474 h 389363"/>
                <a:gd name="connsiteX27" fmla="*/ 942043 w 1564941"/>
                <a:gd name="connsiteY27" fmla="*/ 131840 h 389363"/>
                <a:gd name="connsiteX28" fmla="*/ 987861 w 1564941"/>
                <a:gd name="connsiteY28" fmla="*/ 96839 h 389363"/>
                <a:gd name="connsiteX29" fmla="*/ 931227 w 1564941"/>
                <a:gd name="connsiteY29" fmla="*/ 96840 h 389363"/>
                <a:gd name="connsiteX30" fmla="*/ 651212 w 1564941"/>
                <a:gd name="connsiteY30" fmla="*/ 40206 h 389363"/>
                <a:gd name="connsiteX31" fmla="*/ 633712 w 1564941"/>
                <a:gd name="connsiteY31" fmla="*/ 96840 h 389363"/>
                <a:gd name="connsiteX32" fmla="*/ 577078 w 1564941"/>
                <a:gd name="connsiteY32" fmla="*/ 96839 h 389363"/>
                <a:gd name="connsiteX33" fmla="*/ 622896 w 1564941"/>
                <a:gd name="connsiteY33" fmla="*/ 131840 h 389363"/>
                <a:gd name="connsiteX34" fmla="*/ 605395 w 1564941"/>
                <a:gd name="connsiteY34" fmla="*/ 188474 h 389363"/>
                <a:gd name="connsiteX35" fmla="*/ 651212 w 1564941"/>
                <a:gd name="connsiteY35" fmla="*/ 153472 h 389363"/>
                <a:gd name="connsiteX36" fmla="*/ 697029 w 1564941"/>
                <a:gd name="connsiteY36" fmla="*/ 188474 h 389363"/>
                <a:gd name="connsiteX37" fmla="*/ 679528 w 1564941"/>
                <a:gd name="connsiteY37" fmla="*/ 131840 h 389363"/>
                <a:gd name="connsiteX38" fmla="*/ 725346 w 1564941"/>
                <a:gd name="connsiteY38" fmla="*/ 96839 h 389363"/>
                <a:gd name="connsiteX39" fmla="*/ 668712 w 1564941"/>
                <a:gd name="connsiteY39" fmla="*/ 96840 h 389363"/>
                <a:gd name="connsiteX40" fmla="*/ 0 w 1564941"/>
                <a:gd name="connsiteY40" fmla="*/ 0 h 389363"/>
                <a:gd name="connsiteX41" fmla="*/ 1564941 w 1564941"/>
                <a:gd name="connsiteY41" fmla="*/ 0 h 389363"/>
                <a:gd name="connsiteX42" fmla="*/ 1413751 w 1564941"/>
                <a:gd name="connsiteY42" fmla="*/ 389363 h 389363"/>
                <a:gd name="connsiteX43" fmla="*/ 151190 w 1564941"/>
                <a:gd name="connsiteY43" fmla="*/ 389363 h 38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564941" h="389363">
                  <a:moveTo>
                    <a:pt x="1126105" y="194508"/>
                  </a:moveTo>
                  <a:lnTo>
                    <a:pt x="1108605" y="251142"/>
                  </a:lnTo>
                  <a:lnTo>
                    <a:pt x="1051971" y="251141"/>
                  </a:lnTo>
                  <a:lnTo>
                    <a:pt x="1097789" y="286142"/>
                  </a:lnTo>
                  <a:lnTo>
                    <a:pt x="1080288" y="342776"/>
                  </a:lnTo>
                  <a:lnTo>
                    <a:pt x="1126105" y="307774"/>
                  </a:lnTo>
                  <a:lnTo>
                    <a:pt x="1171922" y="342776"/>
                  </a:lnTo>
                  <a:lnTo>
                    <a:pt x="1154421" y="286142"/>
                  </a:lnTo>
                  <a:lnTo>
                    <a:pt x="1200239" y="251141"/>
                  </a:lnTo>
                  <a:lnTo>
                    <a:pt x="1143605" y="251142"/>
                  </a:lnTo>
                  <a:close/>
                  <a:moveTo>
                    <a:pt x="438835" y="194508"/>
                  </a:moveTo>
                  <a:lnTo>
                    <a:pt x="421335" y="251142"/>
                  </a:lnTo>
                  <a:lnTo>
                    <a:pt x="364701" y="251141"/>
                  </a:lnTo>
                  <a:lnTo>
                    <a:pt x="410519" y="286142"/>
                  </a:lnTo>
                  <a:lnTo>
                    <a:pt x="393018" y="342776"/>
                  </a:lnTo>
                  <a:lnTo>
                    <a:pt x="438835" y="307774"/>
                  </a:lnTo>
                  <a:lnTo>
                    <a:pt x="484652" y="342776"/>
                  </a:lnTo>
                  <a:lnTo>
                    <a:pt x="467151" y="286142"/>
                  </a:lnTo>
                  <a:lnTo>
                    <a:pt x="512969" y="251141"/>
                  </a:lnTo>
                  <a:lnTo>
                    <a:pt x="456335" y="251142"/>
                  </a:lnTo>
                  <a:close/>
                  <a:moveTo>
                    <a:pt x="913727" y="40206"/>
                  </a:moveTo>
                  <a:lnTo>
                    <a:pt x="896227" y="96840"/>
                  </a:lnTo>
                  <a:lnTo>
                    <a:pt x="839593" y="96839"/>
                  </a:lnTo>
                  <a:lnTo>
                    <a:pt x="885411" y="131840"/>
                  </a:lnTo>
                  <a:lnTo>
                    <a:pt x="867910" y="188474"/>
                  </a:lnTo>
                  <a:lnTo>
                    <a:pt x="913727" y="153472"/>
                  </a:lnTo>
                  <a:lnTo>
                    <a:pt x="959544" y="188474"/>
                  </a:lnTo>
                  <a:lnTo>
                    <a:pt x="942043" y="131840"/>
                  </a:lnTo>
                  <a:lnTo>
                    <a:pt x="987861" y="96839"/>
                  </a:lnTo>
                  <a:lnTo>
                    <a:pt x="931227" y="96840"/>
                  </a:lnTo>
                  <a:close/>
                  <a:moveTo>
                    <a:pt x="651212" y="40206"/>
                  </a:moveTo>
                  <a:lnTo>
                    <a:pt x="633712" y="96840"/>
                  </a:lnTo>
                  <a:lnTo>
                    <a:pt x="577078" y="96839"/>
                  </a:lnTo>
                  <a:lnTo>
                    <a:pt x="622896" y="131840"/>
                  </a:lnTo>
                  <a:lnTo>
                    <a:pt x="605395" y="188474"/>
                  </a:lnTo>
                  <a:lnTo>
                    <a:pt x="651212" y="153472"/>
                  </a:lnTo>
                  <a:lnTo>
                    <a:pt x="697029" y="188474"/>
                  </a:lnTo>
                  <a:lnTo>
                    <a:pt x="679528" y="131840"/>
                  </a:lnTo>
                  <a:lnTo>
                    <a:pt x="725346" y="96839"/>
                  </a:lnTo>
                  <a:lnTo>
                    <a:pt x="668712" y="96840"/>
                  </a:lnTo>
                  <a:close/>
                  <a:moveTo>
                    <a:pt x="0" y="0"/>
                  </a:moveTo>
                  <a:lnTo>
                    <a:pt x="1564941" y="0"/>
                  </a:lnTo>
                  <a:lnTo>
                    <a:pt x="1413751" y="389363"/>
                  </a:lnTo>
                  <a:lnTo>
                    <a:pt x="151190" y="389363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rgbClr val="47B6E7">
                <a:shade val="50000"/>
              </a:srgbClr>
            </a:lnRef>
            <a:fillRef idx="1">
              <a:srgbClr val="47B6E7"/>
            </a:fillRef>
            <a:effectRef idx="0">
              <a:srgbClr val="47B6E7"/>
            </a:effectRef>
            <a:fontRef idx="minor">
              <a:srgbClr val="FFFFFF"/>
            </a:fontRef>
          </p:style>
          <p:txBody>
            <a:bodyPr tIns="216000" bIns="0" rtlCol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2">
                      <a:lumMod val="50000"/>
                    </a:schemeClr>
                  </a:solidFill>
                </a:rPr>
                <a:t>C</a:t>
              </a:r>
              <a:endParaRPr lang="en-US" altLang="zh-CN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44" name="CustomText"/>
          <p:cNvSpPr/>
          <p:nvPr>
            <p:custDataLst>
              <p:tags r:id="rId13"/>
            </p:custDataLst>
          </p:nvPr>
        </p:nvSpPr>
        <p:spPr>
          <a:xfrm flipH="1">
            <a:off x="1837626" y="3220726"/>
            <a:ext cx="1963274" cy="489856"/>
          </a:xfrm>
          <a:prstGeom prst="rect">
            <a:avLst/>
          </a:prstGeom>
          <a:noFill/>
        </p:spPr>
        <p:txBody>
          <a:bodyPr wrap="square" lIns="90000" tIns="46800" rIns="90000" bIns="468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strike="noStrike" kern="1200" cap="none" spc="0" normalizeH="0" baseline="0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</a:rPr>
              <a:t>总播放量</a:t>
            </a:r>
            <a:endParaRPr kumimoji="0" lang="zh-CN" altLang="en-US" sz="2400" b="1" strike="noStrike" kern="1200" cap="none" spc="0" normalizeH="0" baseline="0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strike="noStrike" kern="1200" cap="none" spc="0" normalizeH="0" baseline="0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</a:rPr>
              <a:t>3</a:t>
            </a:r>
            <a:r>
              <a:rPr kumimoji="0" lang="zh-CN" altLang="en-US" sz="2400" b="1" strike="noStrike" kern="1200" cap="none" spc="0" normalizeH="0" baseline="0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</a:rPr>
              <a:t>亿</a:t>
            </a:r>
            <a:r>
              <a:rPr kumimoji="0" lang="en-US" altLang="zh-CN" sz="2400" b="1" strike="noStrike" kern="1200" cap="none" spc="0" normalizeH="0" baseline="0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</a:rPr>
              <a:t>+</a:t>
            </a:r>
            <a:endParaRPr kumimoji="0" lang="en-US" altLang="zh-CN" sz="2400" b="1" strike="noStrike" kern="1200" cap="none" spc="0" normalizeH="0" baseline="0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</a:endParaRPr>
          </a:p>
        </p:txBody>
      </p:sp>
      <p:sp>
        <p:nvSpPr>
          <p:cNvPr id="45" name="CustomText"/>
          <p:cNvSpPr/>
          <p:nvPr>
            <p:custDataLst>
              <p:tags r:id="rId14"/>
            </p:custDataLst>
          </p:nvPr>
        </p:nvSpPr>
        <p:spPr>
          <a:xfrm flipH="1">
            <a:off x="5141595" y="3348990"/>
            <a:ext cx="1951355" cy="713740"/>
          </a:xfrm>
          <a:prstGeom prst="rect">
            <a:avLst/>
          </a:prstGeom>
          <a:noFill/>
        </p:spPr>
        <p:txBody>
          <a:bodyPr wrap="square" lIns="90000" tIns="46800" rIns="90000" bIns="46800" anchor="ctr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400" b="1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400" b="1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  <a:sym typeface="+mn-ea"/>
            </a:endParaRPr>
          </a:p>
        </p:txBody>
      </p:sp>
      <p:sp>
        <p:nvSpPr>
          <p:cNvPr id="46" name="CustomText1"/>
          <p:cNvSpPr/>
          <p:nvPr>
            <p:custDataLst>
              <p:tags r:id="rId15"/>
            </p:custDataLst>
          </p:nvPr>
        </p:nvSpPr>
        <p:spPr>
          <a:xfrm flipH="1">
            <a:off x="5042172" y="3097069"/>
            <a:ext cx="1951306" cy="498346"/>
          </a:xfrm>
          <a:prstGeom prst="rect">
            <a:avLst/>
          </a:prstGeom>
          <a:noFill/>
        </p:spPr>
        <p:txBody>
          <a:bodyPr wrap="none" lIns="90000" tIns="46800" rIns="90000" bIns="46800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2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微软雅黑" panose="020B0503020204020204" charset="-122"/>
            </a:endParaRPr>
          </a:p>
        </p:txBody>
      </p:sp>
      <p:sp>
        <p:nvSpPr>
          <p:cNvPr id="47" name="CustomText"/>
          <p:cNvSpPr/>
          <p:nvPr>
            <p:custDataLst>
              <p:tags r:id="rId16"/>
            </p:custDataLst>
          </p:nvPr>
        </p:nvSpPr>
        <p:spPr>
          <a:xfrm flipH="1">
            <a:off x="8433546" y="3444417"/>
            <a:ext cx="1951304" cy="553201"/>
          </a:xfrm>
          <a:prstGeom prst="rect">
            <a:avLst/>
          </a:prstGeom>
          <a:noFill/>
        </p:spPr>
        <p:txBody>
          <a:bodyPr wrap="square" lIns="90000" tIns="46800" rIns="90000" bIns="46800" anchor="ctr">
            <a:no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  <a:sym typeface="+mn-ea"/>
              </a:rPr>
              <a:t>总互动数</a:t>
            </a:r>
            <a:endParaRPr lang="zh-CN" altLang="en-US" sz="2400" b="1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  <a:sym typeface="+mn-ea"/>
              </a:rPr>
              <a:t>659w+</a:t>
            </a:r>
            <a:endParaRPr lang="zh-CN" altLang="en-US" sz="2400" b="1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2400" b="1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097145" y="2798445"/>
            <a:ext cx="19983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  <a:sym typeface="+mn-ea"/>
              </a:rPr>
              <a:t>CPM</a:t>
            </a:r>
            <a:endParaRPr lang="zh-CN" altLang="en-US" sz="2400" b="1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noProof="0" dirty="0"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ea typeface="微软雅黑" panose="020B0503020204020204" charset="-122"/>
                <a:sym typeface="+mn-ea"/>
              </a:rPr>
              <a:t>¥8.88</a:t>
            </a:r>
            <a:endParaRPr lang="zh-CN" altLang="en-US" sz="2400" b="1" noProof="0" dirty="0">
              <a:solidFill>
                <a:schemeClr val="accent2">
                  <a:lumMod val="50000"/>
                </a:schemeClr>
              </a:solidFill>
              <a:effectLst/>
              <a:uLnTx/>
              <a:uFillTx/>
              <a:ea typeface="微软雅黑" panose="020B0503020204020204" charset="-122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06990" y="332105"/>
            <a:ext cx="1230630" cy="6115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999感冒灵</a:t>
            </a:r>
            <a:endParaRPr lang="zh-CN" altLang="en-US" sz="28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/>
          <p:cNvSpPr/>
          <p:nvPr>
            <p:custDataLst>
              <p:tags r:id="rId1"/>
            </p:custDataLst>
          </p:nvPr>
        </p:nvSpPr>
        <p:spPr>
          <a:xfrm>
            <a:off x="850900" y="1287145"/>
            <a:ext cx="10589895" cy="12065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363855" y="40767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05865" y="40767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传播表现-话题表现</a:t>
            </a:r>
            <a:endParaRPr lang="zh-CN" altLang="en-US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47077" y="1287145"/>
            <a:ext cx="10066693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ea typeface="微软雅黑" panose="020B0503020204020204" charset="-122"/>
              </a:rPr>
              <a:t>本次话题</a:t>
            </a:r>
            <a:r>
              <a:rPr lang="en-US" altLang="zh-CN" sz="1400" b="1" dirty="0">
                <a:ea typeface="微软雅黑" panose="020B0503020204020204" charset="-122"/>
              </a:rPr>
              <a:t>【#</a:t>
            </a:r>
            <a:r>
              <a:rPr lang="zh-CN" altLang="en-US" sz="1400" b="1" dirty="0">
                <a:ea typeface="微软雅黑" panose="020B0503020204020204" charset="-122"/>
              </a:rPr>
              <a:t>万宠皆有灵</a:t>
            </a:r>
            <a:r>
              <a:rPr lang="en-US" altLang="zh-CN" sz="1400" b="1" dirty="0">
                <a:ea typeface="微软雅黑" panose="020B0503020204020204" charset="-122"/>
              </a:rPr>
              <a:t>】</a:t>
            </a:r>
            <a:r>
              <a:rPr lang="zh-CN" altLang="en-US" sz="1400" dirty="0">
                <a:ea typeface="微软雅黑" panose="020B0503020204020204" charset="-122"/>
              </a:rPr>
              <a:t>投放</a:t>
            </a:r>
            <a:r>
              <a:rPr lang="en-US" altLang="zh-CN" sz="1400" dirty="0">
                <a:ea typeface="微软雅黑" panose="020B0503020204020204" charset="-122"/>
              </a:rPr>
              <a:t>70</a:t>
            </a:r>
            <a:r>
              <a:rPr lang="zh-CN" altLang="en-US" sz="1400" dirty="0">
                <a:ea typeface="微软雅黑" panose="020B0503020204020204" charset="-122"/>
              </a:rPr>
              <a:t>人，实际参与</a:t>
            </a:r>
            <a:r>
              <a:rPr lang="en-US" altLang="zh-CN" sz="1400" dirty="0">
                <a:ea typeface="微软雅黑" panose="020B0503020204020204" charset="-122"/>
              </a:rPr>
              <a:t>88</a:t>
            </a:r>
            <a:r>
              <a:rPr lang="zh-CN" altLang="en-US" sz="1400" dirty="0">
                <a:ea typeface="微软雅黑" panose="020B0503020204020204" charset="-122"/>
              </a:rPr>
              <a:t>人，总播放为</a:t>
            </a:r>
            <a:r>
              <a:rPr lang="en-US" altLang="zh-CN" sz="1400" dirty="0">
                <a:ea typeface="微软雅黑" panose="020B0503020204020204" charset="-122"/>
              </a:rPr>
              <a:t>3.5</a:t>
            </a:r>
            <a:r>
              <a:rPr lang="zh-CN" altLang="en-US" sz="1400" dirty="0">
                <a:ea typeface="微软雅黑" panose="020B0503020204020204" charset="-122"/>
              </a:rPr>
              <a:t>亿</a:t>
            </a:r>
            <a:r>
              <a:rPr lang="en-US" altLang="zh-CN" sz="1400" dirty="0">
                <a:ea typeface="微软雅黑" panose="020B0503020204020204" charset="-122"/>
              </a:rPr>
              <a:t>+</a:t>
            </a:r>
            <a:r>
              <a:rPr lang="zh-CN" altLang="en-US" sz="1400" dirty="0">
                <a:ea typeface="微软雅黑" panose="020B0503020204020204" charset="-122"/>
              </a:rPr>
              <a:t>，话题热度指数最高</a:t>
            </a:r>
            <a:r>
              <a:rPr lang="en-US" altLang="zh-CN" sz="1400" dirty="0">
                <a:ea typeface="微软雅黑" panose="020B0503020204020204" charset="-122"/>
              </a:rPr>
              <a:t>42967</a:t>
            </a:r>
            <a:r>
              <a:rPr lang="zh-CN" altLang="en-US" sz="1400" dirty="0">
                <a:ea typeface="微软雅黑" panose="020B0503020204020204" charset="-122"/>
              </a:rPr>
              <a:t>，吸引不少达人主动参与话题制作视频；受众人群中</a:t>
            </a:r>
            <a:r>
              <a:rPr lang="en-US" altLang="zh-CN" sz="1400" dirty="0">
                <a:ea typeface="微软雅黑" panose="020B0503020204020204" charset="-122"/>
              </a:rPr>
              <a:t>31-40</a:t>
            </a:r>
            <a:r>
              <a:rPr lang="zh-CN" altLang="en-US" sz="1400" dirty="0">
                <a:ea typeface="微软雅黑" panose="020B0503020204020204" charset="-122"/>
              </a:rPr>
              <a:t>岁的人群占比最高，符合预期覆盖人群，性别分布比例男性稍高，但女性</a:t>
            </a:r>
            <a:r>
              <a:rPr lang="en-US" altLang="zh-CN" sz="1400" dirty="0">
                <a:ea typeface="微软雅黑" panose="020B0503020204020204" charset="-122"/>
              </a:rPr>
              <a:t>TGI</a:t>
            </a:r>
            <a:r>
              <a:rPr lang="zh-CN" altLang="en-US" sz="1400" dirty="0">
                <a:ea typeface="微软雅黑" panose="020B0503020204020204" charset="-122"/>
              </a:rPr>
              <a:t>高于男性</a:t>
            </a:r>
            <a:r>
              <a:rPr lang="en-US" altLang="zh-CN" sz="1400" dirty="0">
                <a:ea typeface="微软雅黑" panose="020B0503020204020204" charset="-122"/>
              </a:rPr>
              <a:t>TGI</a:t>
            </a:r>
            <a:r>
              <a:rPr lang="zh-CN" altLang="en-US" sz="1400" dirty="0">
                <a:ea typeface="微软雅黑" panose="020B0503020204020204" charset="-122"/>
              </a:rPr>
              <a:t>，相对来说女性对本次话题内容更感兴趣。</a:t>
            </a:r>
            <a:endParaRPr lang="en-US" altLang="zh-CN" sz="1400" dirty="0"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3"/>
            </p:custDataLst>
          </p:nvPr>
        </p:nvSpPr>
        <p:spPr>
          <a:xfrm>
            <a:off x="850900" y="2766695"/>
            <a:ext cx="10583545" cy="3690620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>
            <a:solidFill>
              <a:srgbClr val="3C49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Yuppy SC" panose="020F0603040207020204" pitchFamily="34" charset="-122"/>
                <a:sym typeface="+mn-ea"/>
              </a:rPr>
              <a:t>核心卖点</a:t>
            </a:r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4"/>
            </p:custDataLst>
          </p:nvPr>
        </p:nvSpPr>
        <p:spPr>
          <a:xfrm>
            <a:off x="10206990" y="332105"/>
            <a:ext cx="1230630" cy="6115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999感冒灵</a:t>
            </a:r>
            <a:endParaRPr lang="zh-CN" altLang="en-US" sz="28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751205" y="941070"/>
            <a:ext cx="10688955" cy="5589905"/>
          </a:xfrm>
          <a:prstGeom prst="roundRect">
            <a:avLst>
              <a:gd name="adj" fmla="val 3260"/>
            </a:avLst>
          </a:prstGeom>
          <a:solidFill>
            <a:schemeClr val="bg1"/>
          </a:solidFill>
          <a:ln>
            <a:solidFill>
              <a:srgbClr val="3C49B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Yuppy SC" panose="020F0603040207020204" pitchFamily="34" charset="-122"/>
                <a:sym typeface="+mn-ea"/>
              </a:rPr>
              <a:t>核心卖点</a:t>
            </a:r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363855" y="232410"/>
            <a:ext cx="733425" cy="659130"/>
            <a:chOff x="344107" y="272008"/>
            <a:chExt cx="884584" cy="795131"/>
          </a:xfrm>
        </p:grpSpPr>
        <p:sp>
          <p:nvSpPr>
            <p:cNvPr id="8" name="椭圆 7"/>
            <p:cNvSpPr/>
            <p:nvPr/>
          </p:nvSpPr>
          <p:spPr>
            <a:xfrm>
              <a:off x="433560" y="272008"/>
              <a:ext cx="795131" cy="795131"/>
            </a:xfrm>
            <a:prstGeom prst="ellipse">
              <a:avLst/>
            </a:prstGeom>
            <a:solidFill>
              <a:srgbClr val="FF94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44107" y="272008"/>
              <a:ext cx="795131" cy="795131"/>
            </a:xfrm>
            <a:prstGeom prst="ellipse">
              <a:avLst/>
            </a:prstGeom>
            <a:solidFill>
              <a:srgbClr val="3C49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05865" y="23241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3C49B9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  <a:sym typeface="+mn-ea"/>
              </a:rPr>
              <a:t>传播表现-品牌、产品提及/传播梗</a:t>
            </a:r>
            <a:endParaRPr lang="zh-CN" altLang="en-US" sz="2800" noProof="0" dirty="0">
              <a:ln>
                <a:noFill/>
              </a:ln>
              <a:solidFill>
                <a:srgbClr val="3C49B9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  <a:sym typeface="+mn-ea"/>
            </a:endParaRPr>
          </a:p>
        </p:txBody>
      </p:sp>
      <p:sp>
        <p:nvSpPr>
          <p:cNvPr id="2" name="直角三角形 1"/>
          <p:cNvSpPr/>
          <p:nvPr/>
        </p:nvSpPr>
        <p:spPr>
          <a:xfrm>
            <a:off x="15240" y="5640705"/>
            <a:ext cx="1830705" cy="1227455"/>
          </a:xfrm>
          <a:prstGeom prst="rtTriangle">
            <a:avLst/>
          </a:prstGeom>
          <a:solidFill>
            <a:srgbClr val="EB6D1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/>
        </p:nvSpPr>
        <p:spPr>
          <a:xfrm flipH="1">
            <a:off x="10361295" y="5630545"/>
            <a:ext cx="1830705" cy="1227455"/>
          </a:xfrm>
          <a:prstGeom prst="rtTriangle">
            <a:avLst/>
          </a:prstGeom>
          <a:solidFill>
            <a:srgbClr val="3C49B9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914173" y="993874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9415"/>
                </a:solidFill>
                <a:ea typeface="微软雅黑" panose="020B0503020204020204" charset="-122"/>
              </a:rPr>
              <a:t>品牌</a:t>
            </a:r>
            <a:r>
              <a:rPr lang="en-US" altLang="zh-CN" b="1" dirty="0">
                <a:solidFill>
                  <a:srgbClr val="FF9415"/>
                </a:solidFill>
                <a:ea typeface="微软雅黑" panose="020B0503020204020204" charset="-122"/>
              </a:rPr>
              <a:t>/</a:t>
            </a:r>
            <a:r>
              <a:rPr lang="zh-CN" altLang="en-US" b="1" dirty="0">
                <a:solidFill>
                  <a:srgbClr val="FF9415"/>
                </a:solidFill>
                <a:ea typeface="微软雅黑" panose="020B0503020204020204" charset="-122"/>
              </a:rPr>
              <a:t>产品</a:t>
            </a:r>
            <a:r>
              <a:rPr lang="en-US" altLang="zh-CN" b="1" dirty="0">
                <a:solidFill>
                  <a:srgbClr val="FF9415"/>
                </a:solidFill>
                <a:ea typeface="微软雅黑" panose="020B0503020204020204" charset="-122"/>
              </a:rPr>
              <a:t>/</a:t>
            </a:r>
            <a:r>
              <a:rPr lang="zh-CN" altLang="en-US" b="1" dirty="0">
                <a:solidFill>
                  <a:srgbClr val="FF9415"/>
                </a:solidFill>
                <a:ea typeface="微软雅黑" panose="020B0503020204020204" charset="-122"/>
              </a:rPr>
              <a:t>传播梗</a:t>
            </a:r>
            <a:endParaRPr lang="zh-CN" altLang="en-US" b="1" dirty="0">
              <a:solidFill>
                <a:srgbClr val="FF9415"/>
              </a:solidFill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14400" y="1361440"/>
            <a:ext cx="580771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评论情况：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本次投放“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999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感冒灵”，评论提及品牌约占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10%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左右，相关评论主要集中于传播梗，达人互动，广告覆盖等，观众在评论区兴趣较为分散，其中“接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999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广告的达人多”和“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999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的功效”是观众比较有兴趣的讨论话题。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7114540" y="1361440"/>
            <a:ext cx="41706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ea typeface="微软雅黑" panose="020B0503020204020204" charset="-122"/>
              </a:rPr>
              <a:t>传播梗（黄色边框图片为评论中提及传播梗）：</a:t>
            </a:r>
            <a:endParaRPr lang="en-US" altLang="zh-CN" sz="1400" b="1" dirty="0"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a typeface="微软雅黑" panose="020B0503020204020204" charset="-122"/>
              </a:rPr>
              <a:t>部分观众是可以</a:t>
            </a:r>
            <a:r>
              <a:rPr lang="en-US" altLang="zh-CN" sz="1400" dirty="0">
                <a:ea typeface="微软雅黑" panose="020B0503020204020204" charset="-122"/>
              </a:rPr>
              <a:t>get</a:t>
            </a:r>
            <a:r>
              <a:rPr lang="zh-CN" altLang="en-US" sz="1400" dirty="0">
                <a:ea typeface="微软雅黑" panose="020B0503020204020204" charset="-122"/>
              </a:rPr>
              <a:t>到传播梗的意思，和传播梗相关的评论多与产品相关，但总体数量较少；</a:t>
            </a:r>
            <a:endParaRPr lang="en-US" altLang="zh-CN" sz="1400" dirty="0"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ea typeface="微软雅黑" panose="020B050302020402020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918325" y="1508125"/>
            <a:ext cx="0" cy="10902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>
            <p:custDataLst>
              <p:tags r:id="rId4"/>
            </p:custDataLst>
          </p:nvPr>
        </p:nvSpPr>
        <p:spPr>
          <a:xfrm>
            <a:off x="10206990" y="332105"/>
            <a:ext cx="1230630" cy="61150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8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3C49B9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999感冒灵</a:t>
            </a:r>
            <a:endParaRPr lang="zh-CN" altLang="en-US" sz="2800" b="1">
              <a:ln w="9525">
                <a:solidFill>
                  <a:schemeClr val="bg1"/>
                </a:solidFill>
                <a:prstDash val="solid"/>
              </a:ln>
              <a:solidFill>
                <a:srgbClr val="3C49B9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形状 9"/>
          <p:cNvSpPr/>
          <p:nvPr/>
        </p:nvSpPr>
        <p:spPr>
          <a:xfrm>
            <a:off x="7439656" y="1486752"/>
            <a:ext cx="4752345" cy="5371249"/>
          </a:xfrm>
          <a:custGeom>
            <a:avLst/>
            <a:gdLst>
              <a:gd name="connsiteX0" fmla="*/ 4165116 w 4752345"/>
              <a:gd name="connsiteY0" fmla="*/ 0 h 5371249"/>
              <a:gd name="connsiteX1" fmla="*/ 4590975 w 4752345"/>
              <a:gd name="connsiteY1" fmla="*/ 21504 h 5371249"/>
              <a:gd name="connsiteX2" fmla="*/ 4752345 w 4752345"/>
              <a:gd name="connsiteY2" fmla="*/ 42010 h 5371249"/>
              <a:gd name="connsiteX3" fmla="*/ 4752345 w 4752345"/>
              <a:gd name="connsiteY3" fmla="*/ 5371249 h 5371249"/>
              <a:gd name="connsiteX4" fmla="*/ 178042 w 4752345"/>
              <a:gd name="connsiteY4" fmla="*/ 5371249 h 5371249"/>
              <a:gd name="connsiteX5" fmla="*/ 131129 w 4752345"/>
              <a:gd name="connsiteY5" fmla="*/ 5206044 h 5371249"/>
              <a:gd name="connsiteX6" fmla="*/ 0 w 4752345"/>
              <a:gd name="connsiteY6" fmla="*/ 4165116 h 5371249"/>
              <a:gd name="connsiteX7" fmla="*/ 4165116 w 4752345"/>
              <a:gd name="connsiteY7" fmla="*/ 0 h 5371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2345" h="5371249">
                <a:moveTo>
                  <a:pt x="4165116" y="0"/>
                </a:moveTo>
                <a:cubicBezTo>
                  <a:pt x="4308887" y="0"/>
                  <a:pt x="4450956" y="7285"/>
                  <a:pt x="4590975" y="21504"/>
                </a:cubicBezTo>
                <a:lnTo>
                  <a:pt x="4752345" y="42010"/>
                </a:lnTo>
                <a:lnTo>
                  <a:pt x="4752345" y="5371249"/>
                </a:lnTo>
                <a:lnTo>
                  <a:pt x="178042" y="5371249"/>
                </a:lnTo>
                <a:lnTo>
                  <a:pt x="131129" y="5206044"/>
                </a:lnTo>
                <a:cubicBezTo>
                  <a:pt x="45527" y="4873336"/>
                  <a:pt x="0" y="4524543"/>
                  <a:pt x="0" y="4165116"/>
                </a:cubicBezTo>
                <a:cubicBezTo>
                  <a:pt x="0" y="1864786"/>
                  <a:pt x="1864786" y="0"/>
                  <a:pt x="4165116" y="0"/>
                </a:cubicBezTo>
                <a:close/>
              </a:path>
            </a:pathLst>
          </a:custGeom>
          <a:solidFill>
            <a:srgbClr val="3C49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2" name="任意形状 11"/>
          <p:cNvSpPr/>
          <p:nvPr/>
        </p:nvSpPr>
        <p:spPr>
          <a:xfrm flipH="1" flipV="1">
            <a:off x="-1" y="0"/>
            <a:ext cx="2553525" cy="2886074"/>
          </a:xfrm>
          <a:custGeom>
            <a:avLst/>
            <a:gdLst>
              <a:gd name="connsiteX0" fmla="*/ 4165116 w 4752345"/>
              <a:gd name="connsiteY0" fmla="*/ 0 h 5371249"/>
              <a:gd name="connsiteX1" fmla="*/ 4590975 w 4752345"/>
              <a:gd name="connsiteY1" fmla="*/ 21504 h 5371249"/>
              <a:gd name="connsiteX2" fmla="*/ 4752345 w 4752345"/>
              <a:gd name="connsiteY2" fmla="*/ 42010 h 5371249"/>
              <a:gd name="connsiteX3" fmla="*/ 4752345 w 4752345"/>
              <a:gd name="connsiteY3" fmla="*/ 5371249 h 5371249"/>
              <a:gd name="connsiteX4" fmla="*/ 178042 w 4752345"/>
              <a:gd name="connsiteY4" fmla="*/ 5371249 h 5371249"/>
              <a:gd name="connsiteX5" fmla="*/ 131129 w 4752345"/>
              <a:gd name="connsiteY5" fmla="*/ 5206044 h 5371249"/>
              <a:gd name="connsiteX6" fmla="*/ 0 w 4752345"/>
              <a:gd name="connsiteY6" fmla="*/ 4165116 h 5371249"/>
              <a:gd name="connsiteX7" fmla="*/ 4165116 w 4752345"/>
              <a:gd name="connsiteY7" fmla="*/ 0 h 5371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2345" h="5371249">
                <a:moveTo>
                  <a:pt x="4165116" y="0"/>
                </a:moveTo>
                <a:cubicBezTo>
                  <a:pt x="4308887" y="0"/>
                  <a:pt x="4450956" y="7285"/>
                  <a:pt x="4590975" y="21504"/>
                </a:cubicBezTo>
                <a:lnTo>
                  <a:pt x="4752345" y="42010"/>
                </a:lnTo>
                <a:lnTo>
                  <a:pt x="4752345" y="5371249"/>
                </a:lnTo>
                <a:lnTo>
                  <a:pt x="178042" y="5371249"/>
                </a:lnTo>
                <a:lnTo>
                  <a:pt x="131129" y="5206044"/>
                </a:lnTo>
                <a:cubicBezTo>
                  <a:pt x="45527" y="4873336"/>
                  <a:pt x="0" y="4524543"/>
                  <a:pt x="0" y="4165116"/>
                </a:cubicBezTo>
                <a:cubicBezTo>
                  <a:pt x="0" y="1864786"/>
                  <a:pt x="1864786" y="0"/>
                  <a:pt x="4165116" y="0"/>
                </a:cubicBezTo>
                <a:close/>
              </a:path>
            </a:pathLst>
          </a:custGeom>
          <a:solidFill>
            <a:srgbClr val="FFC9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13" name="任意形状 12"/>
          <p:cNvSpPr/>
          <p:nvPr/>
        </p:nvSpPr>
        <p:spPr>
          <a:xfrm>
            <a:off x="2918026" y="3210952"/>
            <a:ext cx="3654054" cy="3647048"/>
          </a:xfrm>
          <a:custGeom>
            <a:avLst/>
            <a:gdLst>
              <a:gd name="connsiteX0" fmla="*/ 456431 w 541867"/>
              <a:gd name="connsiteY0" fmla="*/ 85263 h 540828"/>
              <a:gd name="connsiteX1" fmla="*/ 378308 w 541867"/>
              <a:gd name="connsiteY1" fmla="*/ 81 h 540828"/>
              <a:gd name="connsiteX2" fmla="*/ 292951 w 541867"/>
              <a:gd name="connsiteY2" fmla="*/ 78045 h 540828"/>
              <a:gd name="connsiteX3" fmla="*/ 316795 w 541867"/>
              <a:gd name="connsiteY3" fmla="*/ 139350 h 540828"/>
              <a:gd name="connsiteX4" fmla="*/ 318985 w 541867"/>
              <a:gd name="connsiteY4" fmla="*/ 141441 h 540828"/>
              <a:gd name="connsiteX5" fmla="*/ 141725 w 541867"/>
              <a:gd name="connsiteY5" fmla="*/ 318339 h 540828"/>
              <a:gd name="connsiteX6" fmla="*/ 139630 w 541867"/>
              <a:gd name="connsiteY6" fmla="*/ 316152 h 540828"/>
              <a:gd name="connsiteX7" fmla="*/ 23919 w 541867"/>
              <a:gd name="connsiteY7" fmla="*/ 316243 h 540828"/>
              <a:gd name="connsiteX8" fmla="*/ 24010 w 541867"/>
              <a:gd name="connsiteY8" fmla="*/ 431717 h 540828"/>
              <a:gd name="connsiteX9" fmla="*/ 85528 w 541867"/>
              <a:gd name="connsiteY9" fmla="*/ 455503 h 540828"/>
              <a:gd name="connsiteX10" fmla="*/ 109340 w 541867"/>
              <a:gd name="connsiteY10" fmla="*/ 516909 h 540828"/>
              <a:gd name="connsiteX11" fmla="*/ 225069 w 541867"/>
              <a:gd name="connsiteY11" fmla="*/ 516909 h 540828"/>
              <a:gd name="connsiteX12" fmla="*/ 225069 w 541867"/>
              <a:gd name="connsiteY12" fmla="*/ 401417 h 540828"/>
              <a:gd name="connsiteX13" fmla="*/ 222878 w 541867"/>
              <a:gd name="connsiteY13" fmla="*/ 399326 h 540828"/>
              <a:gd name="connsiteX14" fmla="*/ 400138 w 541867"/>
              <a:gd name="connsiteY14" fmla="*/ 222808 h 540828"/>
              <a:gd name="connsiteX15" fmla="*/ 402234 w 541867"/>
              <a:gd name="connsiteY15" fmla="*/ 224994 h 540828"/>
              <a:gd name="connsiteX16" fmla="*/ 517944 w 541867"/>
              <a:gd name="connsiteY16" fmla="*/ 224912 h 540828"/>
              <a:gd name="connsiteX17" fmla="*/ 517862 w 541867"/>
              <a:gd name="connsiteY17" fmla="*/ 109438 h 540828"/>
              <a:gd name="connsiteX18" fmla="*/ 456431 w 541867"/>
              <a:gd name="connsiteY18" fmla="*/ 85643 h 54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867" h="540828">
                <a:moveTo>
                  <a:pt x="456431" y="85263"/>
                </a:moveTo>
                <a:cubicBezTo>
                  <a:pt x="458428" y="40212"/>
                  <a:pt x="423452" y="2075"/>
                  <a:pt x="378308" y="81"/>
                </a:cubicBezTo>
                <a:cubicBezTo>
                  <a:pt x="333164" y="-1912"/>
                  <a:pt x="294949" y="32993"/>
                  <a:pt x="292951" y="78045"/>
                </a:cubicBezTo>
                <a:cubicBezTo>
                  <a:pt x="291938" y="100911"/>
                  <a:pt x="300588" y="123153"/>
                  <a:pt x="316795" y="139350"/>
                </a:cubicBezTo>
                <a:lnTo>
                  <a:pt x="318985" y="141441"/>
                </a:lnTo>
                <a:lnTo>
                  <a:pt x="141725" y="318339"/>
                </a:lnTo>
                <a:lnTo>
                  <a:pt x="139630" y="316152"/>
                </a:lnTo>
                <a:cubicBezTo>
                  <a:pt x="107652" y="284290"/>
                  <a:pt x="55846" y="284331"/>
                  <a:pt x="23919" y="316243"/>
                </a:cubicBezTo>
                <a:cubicBezTo>
                  <a:pt x="-8009" y="348155"/>
                  <a:pt x="-7968" y="399855"/>
                  <a:pt x="24010" y="431717"/>
                </a:cubicBezTo>
                <a:cubicBezTo>
                  <a:pt x="40262" y="447910"/>
                  <a:pt x="62585" y="456542"/>
                  <a:pt x="85528" y="455503"/>
                </a:cubicBezTo>
                <a:cubicBezTo>
                  <a:pt x="84381" y="478415"/>
                  <a:pt x="93037" y="500736"/>
                  <a:pt x="109340" y="516909"/>
                </a:cubicBezTo>
                <a:cubicBezTo>
                  <a:pt x="141298" y="548801"/>
                  <a:pt x="193111" y="548801"/>
                  <a:pt x="225069" y="516909"/>
                </a:cubicBezTo>
                <a:cubicBezTo>
                  <a:pt x="257026" y="485017"/>
                  <a:pt x="257026" y="433309"/>
                  <a:pt x="225069" y="401417"/>
                </a:cubicBezTo>
                <a:lnTo>
                  <a:pt x="222878" y="399326"/>
                </a:lnTo>
                <a:lnTo>
                  <a:pt x="400138" y="222808"/>
                </a:lnTo>
                <a:lnTo>
                  <a:pt x="402234" y="224994"/>
                </a:lnTo>
                <a:cubicBezTo>
                  <a:pt x="434209" y="256859"/>
                  <a:pt x="486015" y="256822"/>
                  <a:pt x="517944" y="224912"/>
                </a:cubicBezTo>
                <a:cubicBezTo>
                  <a:pt x="549874" y="193001"/>
                  <a:pt x="549837" y="141302"/>
                  <a:pt x="517862" y="109438"/>
                </a:cubicBezTo>
                <a:cubicBezTo>
                  <a:pt x="501632" y="93264"/>
                  <a:pt x="479345" y="84632"/>
                  <a:pt x="456431" y="85643"/>
                </a:cubicBezTo>
                <a:close/>
              </a:path>
            </a:pathLst>
          </a:custGeom>
          <a:noFill/>
          <a:ln w="9525" cap="flat">
            <a:solidFill>
              <a:srgbClr val="FF9415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22" name="任意形状 21"/>
          <p:cNvSpPr/>
          <p:nvPr/>
        </p:nvSpPr>
        <p:spPr>
          <a:xfrm rot="2084690">
            <a:off x="9956375" y="272978"/>
            <a:ext cx="949770" cy="872927"/>
          </a:xfrm>
          <a:custGeom>
            <a:avLst/>
            <a:gdLst>
              <a:gd name="connsiteX0" fmla="*/ 606601 w 718552"/>
              <a:gd name="connsiteY0" fmla="*/ 561712 h 660416"/>
              <a:gd name="connsiteX1" fmla="*/ 487729 w 718552"/>
              <a:gd name="connsiteY1" fmla="*/ 657433 h 660416"/>
              <a:gd name="connsiteX2" fmla="*/ 359522 w 718552"/>
              <a:gd name="connsiteY2" fmla="*/ 643840 h 660416"/>
              <a:gd name="connsiteX3" fmla="*/ 230935 w 718552"/>
              <a:gd name="connsiteY3" fmla="*/ 657243 h 660416"/>
              <a:gd name="connsiteX4" fmla="*/ 111968 w 718552"/>
              <a:gd name="connsiteY4" fmla="*/ 561522 h 660416"/>
              <a:gd name="connsiteX5" fmla="*/ 238650 w 718552"/>
              <a:gd name="connsiteY5" fmla="*/ 358674 h 660416"/>
              <a:gd name="connsiteX6" fmla="*/ 359522 w 718552"/>
              <a:gd name="connsiteY6" fmla="*/ 247555 h 660416"/>
              <a:gd name="connsiteX7" fmla="*/ 480204 w 718552"/>
              <a:gd name="connsiteY7" fmla="*/ 358674 h 660416"/>
              <a:gd name="connsiteX8" fmla="*/ 606601 w 718552"/>
              <a:gd name="connsiteY8" fmla="*/ 561712 h 660416"/>
              <a:gd name="connsiteX9" fmla="*/ 448010 w 718552"/>
              <a:gd name="connsiteY9" fmla="*/ 239950 h 660416"/>
              <a:gd name="connsiteX10" fmla="*/ 576216 w 718552"/>
              <a:gd name="connsiteY10" fmla="*/ 148507 h 660416"/>
              <a:gd name="connsiteX11" fmla="*/ 516494 w 718552"/>
              <a:gd name="connsiteY11" fmla="*/ 3073 h 660416"/>
              <a:gd name="connsiteX12" fmla="*/ 388288 w 718552"/>
              <a:gd name="connsiteY12" fmla="*/ 94516 h 660416"/>
              <a:gd name="connsiteX13" fmla="*/ 448010 w 718552"/>
              <a:gd name="connsiteY13" fmla="*/ 239950 h 660416"/>
              <a:gd name="connsiteX14" fmla="*/ 663274 w 718552"/>
              <a:gd name="connsiteY14" fmla="*/ 216091 h 660416"/>
              <a:gd name="connsiteX15" fmla="*/ 526114 w 718552"/>
              <a:gd name="connsiteY15" fmla="*/ 293371 h 660416"/>
              <a:gd name="connsiteX16" fmla="*/ 569930 w 718552"/>
              <a:gd name="connsiteY16" fmla="*/ 444319 h 660416"/>
              <a:gd name="connsiteX17" fmla="*/ 707185 w 718552"/>
              <a:gd name="connsiteY17" fmla="*/ 367134 h 660416"/>
              <a:gd name="connsiteX18" fmla="*/ 663274 w 718552"/>
              <a:gd name="connsiteY18" fmla="*/ 216091 h 660416"/>
              <a:gd name="connsiteX19" fmla="*/ 270559 w 718552"/>
              <a:gd name="connsiteY19" fmla="*/ 239950 h 660416"/>
              <a:gd name="connsiteX20" fmla="*/ 330280 w 718552"/>
              <a:gd name="connsiteY20" fmla="*/ 94516 h 660416"/>
              <a:gd name="connsiteX21" fmla="*/ 202074 w 718552"/>
              <a:gd name="connsiteY21" fmla="*/ 3168 h 660416"/>
              <a:gd name="connsiteX22" fmla="*/ 142257 w 718552"/>
              <a:gd name="connsiteY22" fmla="*/ 148602 h 660416"/>
              <a:gd name="connsiteX23" fmla="*/ 270559 w 718552"/>
              <a:gd name="connsiteY23" fmla="*/ 239950 h 660416"/>
              <a:gd name="connsiteX24" fmla="*/ 148639 w 718552"/>
              <a:gd name="connsiteY24" fmla="*/ 444224 h 660416"/>
              <a:gd name="connsiteX25" fmla="*/ 192549 w 718552"/>
              <a:gd name="connsiteY25" fmla="*/ 293276 h 660416"/>
              <a:gd name="connsiteX26" fmla="*/ 55294 w 718552"/>
              <a:gd name="connsiteY26" fmla="*/ 216091 h 660416"/>
              <a:gd name="connsiteX27" fmla="*/ 11479 w 718552"/>
              <a:gd name="connsiteY27" fmla="*/ 367134 h 660416"/>
              <a:gd name="connsiteX28" fmla="*/ 148639 w 718552"/>
              <a:gd name="connsiteY28" fmla="*/ 444224 h 66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8552" h="660416">
                <a:moveTo>
                  <a:pt x="606601" y="561712"/>
                </a:moveTo>
                <a:cubicBezTo>
                  <a:pt x="625651" y="649733"/>
                  <a:pt x="530401" y="668839"/>
                  <a:pt x="487729" y="657433"/>
                </a:cubicBezTo>
                <a:cubicBezTo>
                  <a:pt x="445057" y="646026"/>
                  <a:pt x="359522" y="643840"/>
                  <a:pt x="359522" y="643840"/>
                </a:cubicBezTo>
                <a:cubicBezTo>
                  <a:pt x="359522" y="643840"/>
                  <a:pt x="273130" y="645741"/>
                  <a:pt x="230935" y="657243"/>
                </a:cubicBezTo>
                <a:cubicBezTo>
                  <a:pt x="188739" y="668744"/>
                  <a:pt x="92822" y="649543"/>
                  <a:pt x="111968" y="561522"/>
                </a:cubicBezTo>
                <a:cubicBezTo>
                  <a:pt x="131113" y="473501"/>
                  <a:pt x="215504" y="477493"/>
                  <a:pt x="238650" y="358674"/>
                </a:cubicBezTo>
                <a:cubicBezTo>
                  <a:pt x="261796" y="239855"/>
                  <a:pt x="359522" y="247555"/>
                  <a:pt x="359522" y="247555"/>
                </a:cubicBezTo>
                <a:cubicBezTo>
                  <a:pt x="359522" y="247555"/>
                  <a:pt x="457154" y="239950"/>
                  <a:pt x="480204" y="358674"/>
                </a:cubicBezTo>
                <a:cubicBezTo>
                  <a:pt x="503255" y="477398"/>
                  <a:pt x="587455" y="473596"/>
                  <a:pt x="606601" y="561712"/>
                </a:cubicBezTo>
                <a:close/>
                <a:moveTo>
                  <a:pt x="448010" y="239950"/>
                </a:moveTo>
                <a:cubicBezTo>
                  <a:pt x="500016" y="254874"/>
                  <a:pt x="557356" y="214000"/>
                  <a:pt x="576216" y="148507"/>
                </a:cubicBezTo>
                <a:cubicBezTo>
                  <a:pt x="595075" y="83014"/>
                  <a:pt x="568405" y="17996"/>
                  <a:pt x="516494" y="3073"/>
                </a:cubicBezTo>
                <a:cubicBezTo>
                  <a:pt x="464583" y="-11851"/>
                  <a:pt x="407147" y="29023"/>
                  <a:pt x="388288" y="94516"/>
                </a:cubicBezTo>
                <a:cubicBezTo>
                  <a:pt x="369428" y="160009"/>
                  <a:pt x="396098" y="224932"/>
                  <a:pt x="448010" y="239950"/>
                </a:cubicBezTo>
                <a:close/>
                <a:moveTo>
                  <a:pt x="663274" y="216091"/>
                </a:moveTo>
                <a:cubicBezTo>
                  <a:pt x="613268" y="195750"/>
                  <a:pt x="551832" y="230350"/>
                  <a:pt x="526114" y="293371"/>
                </a:cubicBezTo>
                <a:cubicBezTo>
                  <a:pt x="500397" y="356393"/>
                  <a:pt x="519923" y="424072"/>
                  <a:pt x="569930" y="444319"/>
                </a:cubicBezTo>
                <a:cubicBezTo>
                  <a:pt x="619936" y="464566"/>
                  <a:pt x="681372" y="430156"/>
                  <a:pt x="707185" y="367134"/>
                </a:cubicBezTo>
                <a:cubicBezTo>
                  <a:pt x="732997" y="304113"/>
                  <a:pt x="713376" y="236528"/>
                  <a:pt x="663274" y="216091"/>
                </a:cubicBezTo>
                <a:close/>
                <a:moveTo>
                  <a:pt x="270559" y="239950"/>
                </a:moveTo>
                <a:cubicBezTo>
                  <a:pt x="322470" y="224932"/>
                  <a:pt x="349140" y="159819"/>
                  <a:pt x="330280" y="94516"/>
                </a:cubicBezTo>
                <a:cubicBezTo>
                  <a:pt x="311421" y="29213"/>
                  <a:pt x="254080" y="-11851"/>
                  <a:pt x="202074" y="3168"/>
                </a:cubicBezTo>
                <a:cubicBezTo>
                  <a:pt x="150068" y="18187"/>
                  <a:pt x="123397" y="83204"/>
                  <a:pt x="142257" y="148602"/>
                </a:cubicBezTo>
                <a:cubicBezTo>
                  <a:pt x="161116" y="214000"/>
                  <a:pt x="218552" y="254874"/>
                  <a:pt x="270559" y="239950"/>
                </a:cubicBezTo>
                <a:close/>
                <a:moveTo>
                  <a:pt x="148639" y="444224"/>
                </a:moveTo>
                <a:cubicBezTo>
                  <a:pt x="198740" y="423882"/>
                  <a:pt x="218362" y="356298"/>
                  <a:pt x="192549" y="293276"/>
                </a:cubicBezTo>
                <a:cubicBezTo>
                  <a:pt x="166736" y="230255"/>
                  <a:pt x="105871" y="195750"/>
                  <a:pt x="55294" y="216091"/>
                </a:cubicBezTo>
                <a:cubicBezTo>
                  <a:pt x="4716" y="236433"/>
                  <a:pt x="-14334" y="304113"/>
                  <a:pt x="11479" y="367134"/>
                </a:cubicBezTo>
                <a:cubicBezTo>
                  <a:pt x="37291" y="430156"/>
                  <a:pt x="98632" y="464756"/>
                  <a:pt x="148639" y="44422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24" name="任意形状 23"/>
          <p:cNvSpPr/>
          <p:nvPr/>
        </p:nvSpPr>
        <p:spPr>
          <a:xfrm rot="4312870">
            <a:off x="11187237" y="511516"/>
            <a:ext cx="949770" cy="872927"/>
          </a:xfrm>
          <a:custGeom>
            <a:avLst/>
            <a:gdLst>
              <a:gd name="connsiteX0" fmla="*/ 606601 w 718552"/>
              <a:gd name="connsiteY0" fmla="*/ 561712 h 660416"/>
              <a:gd name="connsiteX1" fmla="*/ 487729 w 718552"/>
              <a:gd name="connsiteY1" fmla="*/ 657433 h 660416"/>
              <a:gd name="connsiteX2" fmla="*/ 359522 w 718552"/>
              <a:gd name="connsiteY2" fmla="*/ 643840 h 660416"/>
              <a:gd name="connsiteX3" fmla="*/ 230935 w 718552"/>
              <a:gd name="connsiteY3" fmla="*/ 657243 h 660416"/>
              <a:gd name="connsiteX4" fmla="*/ 111968 w 718552"/>
              <a:gd name="connsiteY4" fmla="*/ 561522 h 660416"/>
              <a:gd name="connsiteX5" fmla="*/ 238650 w 718552"/>
              <a:gd name="connsiteY5" fmla="*/ 358674 h 660416"/>
              <a:gd name="connsiteX6" fmla="*/ 359522 w 718552"/>
              <a:gd name="connsiteY6" fmla="*/ 247555 h 660416"/>
              <a:gd name="connsiteX7" fmla="*/ 480204 w 718552"/>
              <a:gd name="connsiteY7" fmla="*/ 358674 h 660416"/>
              <a:gd name="connsiteX8" fmla="*/ 606601 w 718552"/>
              <a:gd name="connsiteY8" fmla="*/ 561712 h 660416"/>
              <a:gd name="connsiteX9" fmla="*/ 448010 w 718552"/>
              <a:gd name="connsiteY9" fmla="*/ 239950 h 660416"/>
              <a:gd name="connsiteX10" fmla="*/ 576216 w 718552"/>
              <a:gd name="connsiteY10" fmla="*/ 148507 h 660416"/>
              <a:gd name="connsiteX11" fmla="*/ 516494 w 718552"/>
              <a:gd name="connsiteY11" fmla="*/ 3073 h 660416"/>
              <a:gd name="connsiteX12" fmla="*/ 388288 w 718552"/>
              <a:gd name="connsiteY12" fmla="*/ 94516 h 660416"/>
              <a:gd name="connsiteX13" fmla="*/ 448010 w 718552"/>
              <a:gd name="connsiteY13" fmla="*/ 239950 h 660416"/>
              <a:gd name="connsiteX14" fmla="*/ 663274 w 718552"/>
              <a:gd name="connsiteY14" fmla="*/ 216091 h 660416"/>
              <a:gd name="connsiteX15" fmla="*/ 526114 w 718552"/>
              <a:gd name="connsiteY15" fmla="*/ 293371 h 660416"/>
              <a:gd name="connsiteX16" fmla="*/ 569930 w 718552"/>
              <a:gd name="connsiteY16" fmla="*/ 444319 h 660416"/>
              <a:gd name="connsiteX17" fmla="*/ 707185 w 718552"/>
              <a:gd name="connsiteY17" fmla="*/ 367134 h 660416"/>
              <a:gd name="connsiteX18" fmla="*/ 663274 w 718552"/>
              <a:gd name="connsiteY18" fmla="*/ 216091 h 660416"/>
              <a:gd name="connsiteX19" fmla="*/ 270559 w 718552"/>
              <a:gd name="connsiteY19" fmla="*/ 239950 h 660416"/>
              <a:gd name="connsiteX20" fmla="*/ 330280 w 718552"/>
              <a:gd name="connsiteY20" fmla="*/ 94516 h 660416"/>
              <a:gd name="connsiteX21" fmla="*/ 202074 w 718552"/>
              <a:gd name="connsiteY21" fmla="*/ 3168 h 660416"/>
              <a:gd name="connsiteX22" fmla="*/ 142257 w 718552"/>
              <a:gd name="connsiteY22" fmla="*/ 148602 h 660416"/>
              <a:gd name="connsiteX23" fmla="*/ 270559 w 718552"/>
              <a:gd name="connsiteY23" fmla="*/ 239950 h 660416"/>
              <a:gd name="connsiteX24" fmla="*/ 148639 w 718552"/>
              <a:gd name="connsiteY24" fmla="*/ 444224 h 660416"/>
              <a:gd name="connsiteX25" fmla="*/ 192549 w 718552"/>
              <a:gd name="connsiteY25" fmla="*/ 293276 h 660416"/>
              <a:gd name="connsiteX26" fmla="*/ 55294 w 718552"/>
              <a:gd name="connsiteY26" fmla="*/ 216091 h 660416"/>
              <a:gd name="connsiteX27" fmla="*/ 11479 w 718552"/>
              <a:gd name="connsiteY27" fmla="*/ 367134 h 660416"/>
              <a:gd name="connsiteX28" fmla="*/ 148639 w 718552"/>
              <a:gd name="connsiteY28" fmla="*/ 444224 h 660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8552" h="660416">
                <a:moveTo>
                  <a:pt x="606601" y="561712"/>
                </a:moveTo>
                <a:cubicBezTo>
                  <a:pt x="625651" y="649733"/>
                  <a:pt x="530401" y="668839"/>
                  <a:pt x="487729" y="657433"/>
                </a:cubicBezTo>
                <a:cubicBezTo>
                  <a:pt x="445057" y="646026"/>
                  <a:pt x="359522" y="643840"/>
                  <a:pt x="359522" y="643840"/>
                </a:cubicBezTo>
                <a:cubicBezTo>
                  <a:pt x="359522" y="643840"/>
                  <a:pt x="273130" y="645741"/>
                  <a:pt x="230935" y="657243"/>
                </a:cubicBezTo>
                <a:cubicBezTo>
                  <a:pt x="188739" y="668744"/>
                  <a:pt x="92822" y="649543"/>
                  <a:pt x="111968" y="561522"/>
                </a:cubicBezTo>
                <a:cubicBezTo>
                  <a:pt x="131113" y="473501"/>
                  <a:pt x="215504" y="477493"/>
                  <a:pt x="238650" y="358674"/>
                </a:cubicBezTo>
                <a:cubicBezTo>
                  <a:pt x="261796" y="239855"/>
                  <a:pt x="359522" y="247555"/>
                  <a:pt x="359522" y="247555"/>
                </a:cubicBezTo>
                <a:cubicBezTo>
                  <a:pt x="359522" y="247555"/>
                  <a:pt x="457154" y="239950"/>
                  <a:pt x="480204" y="358674"/>
                </a:cubicBezTo>
                <a:cubicBezTo>
                  <a:pt x="503255" y="477398"/>
                  <a:pt x="587455" y="473596"/>
                  <a:pt x="606601" y="561712"/>
                </a:cubicBezTo>
                <a:close/>
                <a:moveTo>
                  <a:pt x="448010" y="239950"/>
                </a:moveTo>
                <a:cubicBezTo>
                  <a:pt x="500016" y="254874"/>
                  <a:pt x="557356" y="214000"/>
                  <a:pt x="576216" y="148507"/>
                </a:cubicBezTo>
                <a:cubicBezTo>
                  <a:pt x="595075" y="83014"/>
                  <a:pt x="568405" y="17996"/>
                  <a:pt x="516494" y="3073"/>
                </a:cubicBezTo>
                <a:cubicBezTo>
                  <a:pt x="464583" y="-11851"/>
                  <a:pt x="407147" y="29023"/>
                  <a:pt x="388288" y="94516"/>
                </a:cubicBezTo>
                <a:cubicBezTo>
                  <a:pt x="369428" y="160009"/>
                  <a:pt x="396098" y="224932"/>
                  <a:pt x="448010" y="239950"/>
                </a:cubicBezTo>
                <a:close/>
                <a:moveTo>
                  <a:pt x="663274" y="216091"/>
                </a:moveTo>
                <a:cubicBezTo>
                  <a:pt x="613268" y="195750"/>
                  <a:pt x="551832" y="230350"/>
                  <a:pt x="526114" y="293371"/>
                </a:cubicBezTo>
                <a:cubicBezTo>
                  <a:pt x="500397" y="356393"/>
                  <a:pt x="519923" y="424072"/>
                  <a:pt x="569930" y="444319"/>
                </a:cubicBezTo>
                <a:cubicBezTo>
                  <a:pt x="619936" y="464566"/>
                  <a:pt x="681372" y="430156"/>
                  <a:pt x="707185" y="367134"/>
                </a:cubicBezTo>
                <a:cubicBezTo>
                  <a:pt x="732997" y="304113"/>
                  <a:pt x="713376" y="236528"/>
                  <a:pt x="663274" y="216091"/>
                </a:cubicBezTo>
                <a:close/>
                <a:moveTo>
                  <a:pt x="270559" y="239950"/>
                </a:moveTo>
                <a:cubicBezTo>
                  <a:pt x="322470" y="224932"/>
                  <a:pt x="349140" y="159819"/>
                  <a:pt x="330280" y="94516"/>
                </a:cubicBezTo>
                <a:cubicBezTo>
                  <a:pt x="311421" y="29213"/>
                  <a:pt x="254080" y="-11851"/>
                  <a:pt x="202074" y="3168"/>
                </a:cubicBezTo>
                <a:cubicBezTo>
                  <a:pt x="150068" y="18187"/>
                  <a:pt x="123397" y="83204"/>
                  <a:pt x="142257" y="148602"/>
                </a:cubicBezTo>
                <a:cubicBezTo>
                  <a:pt x="161116" y="214000"/>
                  <a:pt x="218552" y="254874"/>
                  <a:pt x="270559" y="239950"/>
                </a:cubicBezTo>
                <a:close/>
                <a:moveTo>
                  <a:pt x="148639" y="444224"/>
                </a:moveTo>
                <a:cubicBezTo>
                  <a:pt x="198740" y="423882"/>
                  <a:pt x="218362" y="356298"/>
                  <a:pt x="192549" y="293276"/>
                </a:cubicBezTo>
                <a:cubicBezTo>
                  <a:pt x="166736" y="230255"/>
                  <a:pt x="105871" y="195750"/>
                  <a:pt x="55294" y="216091"/>
                </a:cubicBezTo>
                <a:cubicBezTo>
                  <a:pt x="4716" y="236433"/>
                  <a:pt x="-14334" y="304113"/>
                  <a:pt x="11479" y="367134"/>
                </a:cubicBezTo>
                <a:cubicBezTo>
                  <a:pt x="37291" y="430156"/>
                  <a:pt x="98632" y="464756"/>
                  <a:pt x="148639" y="44422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55930" y="2628900"/>
            <a:ext cx="56953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600" b="0" i="0" kern="1200" cap="none" spc="0" normalizeH="0" baseline="0" noProof="0">
                <a:solidFill>
                  <a:srgbClr val="3C49B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粗黑简体" panose="02000500000000000000" charset="-122"/>
                <a:ea typeface="方正正粗黑简体" panose="02000500000000000000" charset="-122"/>
                <a:sym typeface="+mn-ea"/>
              </a:rPr>
              <a:t>期待合作</a:t>
            </a:r>
            <a:endParaRPr kumimoji="1" lang="zh-CN" altLang="en-US" sz="6600" b="0" i="0" kern="1200" cap="none" spc="0" normalizeH="0" baseline="0" noProof="0">
              <a:solidFill>
                <a:srgbClr val="3C49B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正粗黑简体" panose="02000500000000000000" charset="-122"/>
              <a:ea typeface="方正正粗黑简体" panose="02000500000000000000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848323" y="6215273"/>
            <a:ext cx="2580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kern="1200" cap="none" spc="0" normalizeH="0" baseline="0" noProof="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TIME</a:t>
            </a:r>
            <a:r>
              <a:rPr kumimoji="0" lang="zh-CN" altLang="en-US" sz="1200" b="0" i="0" kern="1200" cap="none" spc="0" normalizeH="0" baseline="0" noProof="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：</a:t>
            </a:r>
            <a:r>
              <a:rPr kumimoji="0" lang="en-US" altLang="zh-CN" sz="1200" b="0" i="0" kern="1200" cap="none" spc="0" normalizeH="0" baseline="0" noProof="0" dirty="0">
                <a:solidFill>
                  <a:srgbClr val="3C49B9"/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</a:rPr>
              <a:t>20XX.XX.XX</a:t>
            </a:r>
            <a:endParaRPr kumimoji="0" lang="zh-CN" altLang="en-US" sz="1200" b="0" i="0" kern="1200" cap="none" spc="0" normalizeH="0" baseline="0" noProof="0" dirty="0">
              <a:solidFill>
                <a:srgbClr val="3C49B9"/>
              </a:solidFill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cxnSp>
        <p:nvCxnSpPr>
          <p:cNvPr id="31" name="直线连接符 30"/>
          <p:cNvCxnSpPr/>
          <p:nvPr/>
        </p:nvCxnSpPr>
        <p:spPr>
          <a:xfrm>
            <a:off x="8651641" y="6369267"/>
            <a:ext cx="1659987" cy="0"/>
          </a:xfrm>
          <a:prstGeom prst="line">
            <a:avLst/>
          </a:prstGeom>
          <a:ln w="6350">
            <a:solidFill>
              <a:srgbClr val="3C49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561222" y="6113232"/>
            <a:ext cx="1015461" cy="204082"/>
            <a:chOff x="4474642" y="5659814"/>
            <a:chExt cx="1570806" cy="315693"/>
          </a:xfrm>
          <a:solidFill>
            <a:srgbClr val="3C49B9"/>
          </a:solidFill>
        </p:grpSpPr>
        <p:sp>
          <p:nvSpPr>
            <p:cNvPr id="54" name="平行四边形 53"/>
            <p:cNvSpPr/>
            <p:nvPr/>
          </p:nvSpPr>
          <p:spPr>
            <a:xfrm>
              <a:off x="4474642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5" name="平行四边形 54"/>
            <p:cNvSpPr/>
            <p:nvPr/>
          </p:nvSpPr>
          <p:spPr>
            <a:xfrm>
              <a:off x="4795154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6" name="平行四边形 55"/>
            <p:cNvSpPr/>
            <p:nvPr/>
          </p:nvSpPr>
          <p:spPr>
            <a:xfrm>
              <a:off x="5115666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7" name="平行四边形 56"/>
            <p:cNvSpPr/>
            <p:nvPr/>
          </p:nvSpPr>
          <p:spPr>
            <a:xfrm>
              <a:off x="5436178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  <p:sp>
          <p:nvSpPr>
            <p:cNvPr id="58" name="平行四边形 57"/>
            <p:cNvSpPr/>
            <p:nvPr/>
          </p:nvSpPr>
          <p:spPr>
            <a:xfrm>
              <a:off x="5756690" y="5659814"/>
              <a:ext cx="288758" cy="315693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雅酷黑 65W" panose="020B0604020202020204" pitchFamily="34" charset="-122"/>
                <a:ea typeface="汉仪雅酷黑 65W" panose="020B0604020202020204" pitchFamily="34" charset="-122"/>
              </a:endParaRPr>
            </a:p>
          </p:txBody>
        </p:sp>
      </p:grpSp>
      <p:sp>
        <p:nvSpPr>
          <p:cNvPr id="68" name="任意形状 67"/>
          <p:cNvSpPr/>
          <p:nvPr/>
        </p:nvSpPr>
        <p:spPr>
          <a:xfrm rot="19281021">
            <a:off x="5828213" y="-553934"/>
            <a:ext cx="1487733" cy="1341242"/>
          </a:xfrm>
          <a:custGeom>
            <a:avLst/>
            <a:gdLst>
              <a:gd name="connsiteX0" fmla="*/ 1240671 w 1487733"/>
              <a:gd name="connsiteY0" fmla="*/ 1299475 h 1341242"/>
              <a:gd name="connsiteX1" fmla="*/ 1204349 w 1487733"/>
              <a:gd name="connsiteY1" fmla="*/ 1312553 h 1341242"/>
              <a:gd name="connsiteX2" fmla="*/ 1113350 w 1487733"/>
              <a:gd name="connsiteY2" fmla="*/ 1335268 h 1341242"/>
              <a:gd name="connsiteX3" fmla="*/ 1072268 w 1487733"/>
              <a:gd name="connsiteY3" fmla="*/ 1341242 h 1341242"/>
              <a:gd name="connsiteX4" fmla="*/ 796018 w 1487733"/>
              <a:gd name="connsiteY4" fmla="*/ 1341242 h 1341242"/>
              <a:gd name="connsiteX5" fmla="*/ 751090 w 1487733"/>
              <a:gd name="connsiteY5" fmla="*/ 1334458 h 1341242"/>
              <a:gd name="connsiteX6" fmla="*/ 664029 w 1487733"/>
              <a:gd name="connsiteY6" fmla="*/ 1312598 h 1341242"/>
              <a:gd name="connsiteX7" fmla="*/ 627119 w 1487733"/>
              <a:gd name="connsiteY7" fmla="*/ 1299474 h 1341242"/>
              <a:gd name="connsiteX8" fmla="*/ 1487733 w 1487733"/>
              <a:gd name="connsiteY8" fmla="*/ 1169527 h 1341242"/>
              <a:gd name="connsiteX9" fmla="*/ 1460599 w 1487733"/>
              <a:gd name="connsiteY9" fmla="*/ 1190058 h 1341242"/>
              <a:gd name="connsiteX10" fmla="*/ 1425768 w 1487733"/>
              <a:gd name="connsiteY10" fmla="*/ 1211295 h 1341242"/>
              <a:gd name="connsiteX11" fmla="*/ 441824 w 1487733"/>
              <a:gd name="connsiteY11" fmla="*/ 1211294 h 1341242"/>
              <a:gd name="connsiteX12" fmla="*/ 421083 w 1487733"/>
              <a:gd name="connsiteY12" fmla="*/ 1199068 h 1341242"/>
              <a:gd name="connsiteX13" fmla="*/ 380464 w 1487733"/>
              <a:gd name="connsiteY13" fmla="*/ 1169527 h 1341242"/>
              <a:gd name="connsiteX14" fmla="*/ 1407451 w 1487733"/>
              <a:gd name="connsiteY14" fmla="*/ 1039580 h 1341242"/>
              <a:gd name="connsiteX15" fmla="*/ 1459680 w 1487733"/>
              <a:gd name="connsiteY15" fmla="*/ 1081348 h 1341242"/>
              <a:gd name="connsiteX16" fmla="*/ 276202 w 1487733"/>
              <a:gd name="connsiteY16" fmla="*/ 1081348 h 1341242"/>
              <a:gd name="connsiteX17" fmla="*/ 237530 w 1487733"/>
              <a:gd name="connsiteY17" fmla="*/ 1039580 h 1341242"/>
              <a:gd name="connsiteX18" fmla="*/ 1244959 w 1487733"/>
              <a:gd name="connsiteY18" fmla="*/ 909633 h 1341242"/>
              <a:gd name="connsiteX19" fmla="*/ 1297188 w 1487733"/>
              <a:gd name="connsiteY19" fmla="*/ 951401 h 1341242"/>
              <a:gd name="connsiteX20" fmla="*/ 167310 w 1487733"/>
              <a:gd name="connsiteY20" fmla="*/ 951401 h 1341242"/>
              <a:gd name="connsiteX21" fmla="*/ 162635 w 1487733"/>
              <a:gd name="connsiteY21" fmla="*/ 945222 h 1341242"/>
              <a:gd name="connsiteX22" fmla="*/ 140936 w 1487733"/>
              <a:gd name="connsiteY22" fmla="*/ 909633 h 1341242"/>
              <a:gd name="connsiteX23" fmla="*/ 1082465 w 1487733"/>
              <a:gd name="connsiteY23" fmla="*/ 779685 h 1341242"/>
              <a:gd name="connsiteX24" fmla="*/ 1134693 w 1487733"/>
              <a:gd name="connsiteY24" fmla="*/ 821453 h 1341242"/>
              <a:gd name="connsiteX25" fmla="*/ 92893 w 1487733"/>
              <a:gd name="connsiteY25" fmla="*/ 821453 h 1341242"/>
              <a:gd name="connsiteX26" fmla="*/ 72895 w 1487733"/>
              <a:gd name="connsiteY26" fmla="*/ 779685 h 1341242"/>
              <a:gd name="connsiteX27" fmla="*/ 919970 w 1487733"/>
              <a:gd name="connsiteY27" fmla="*/ 649736 h 1341242"/>
              <a:gd name="connsiteX28" fmla="*/ 972200 w 1487733"/>
              <a:gd name="connsiteY28" fmla="*/ 691505 h 1341242"/>
              <a:gd name="connsiteX29" fmla="*/ 41052 w 1487733"/>
              <a:gd name="connsiteY29" fmla="*/ 691506 h 1341242"/>
              <a:gd name="connsiteX30" fmla="*/ 40140 w 1487733"/>
              <a:gd name="connsiteY30" fmla="*/ 688973 h 1341242"/>
              <a:gd name="connsiteX31" fmla="*/ 30347 w 1487733"/>
              <a:gd name="connsiteY31" fmla="*/ 649736 h 1341242"/>
              <a:gd name="connsiteX32" fmla="*/ 757477 w 1487733"/>
              <a:gd name="connsiteY32" fmla="*/ 519789 h 1341242"/>
              <a:gd name="connsiteX33" fmla="*/ 809706 w 1487733"/>
              <a:gd name="connsiteY33" fmla="*/ 561557 h 1341242"/>
              <a:gd name="connsiteX34" fmla="*/ 12130 w 1487733"/>
              <a:gd name="connsiteY34" fmla="*/ 561557 h 1341242"/>
              <a:gd name="connsiteX35" fmla="*/ 6056 w 1487733"/>
              <a:gd name="connsiteY35" fmla="*/ 519789 h 1341242"/>
              <a:gd name="connsiteX36" fmla="*/ 594984 w 1487733"/>
              <a:gd name="connsiteY36" fmla="*/ 389842 h 1341242"/>
              <a:gd name="connsiteX37" fmla="*/ 647213 w 1487733"/>
              <a:gd name="connsiteY37" fmla="*/ 431610 h 1341242"/>
              <a:gd name="connsiteX38" fmla="*/ 739 w 1487733"/>
              <a:gd name="connsiteY38" fmla="*/ 431610 h 1341242"/>
              <a:gd name="connsiteX39" fmla="*/ 0 w 1487733"/>
              <a:gd name="connsiteY39" fmla="*/ 415269 h 1341242"/>
              <a:gd name="connsiteX40" fmla="*/ 1345 w 1487733"/>
              <a:gd name="connsiteY40" fmla="*/ 389842 h 1341242"/>
              <a:gd name="connsiteX41" fmla="*/ 432492 w 1487733"/>
              <a:gd name="connsiteY41" fmla="*/ 259895 h 1341242"/>
              <a:gd name="connsiteX42" fmla="*/ 484720 w 1487733"/>
              <a:gd name="connsiteY42" fmla="*/ 301663 h 1341242"/>
              <a:gd name="connsiteX43" fmla="*/ 8278 w 1487733"/>
              <a:gd name="connsiteY43" fmla="*/ 301663 h 1341242"/>
              <a:gd name="connsiteX44" fmla="*/ 14584 w 1487733"/>
              <a:gd name="connsiteY44" fmla="*/ 259895 h 1341242"/>
              <a:gd name="connsiteX45" fmla="*/ 269999 w 1487733"/>
              <a:gd name="connsiteY45" fmla="*/ 129948 h 1341242"/>
              <a:gd name="connsiteX46" fmla="*/ 322229 w 1487733"/>
              <a:gd name="connsiteY46" fmla="*/ 171717 h 1341242"/>
              <a:gd name="connsiteX47" fmla="*/ 34304 w 1487733"/>
              <a:gd name="connsiteY47" fmla="*/ 171717 h 1341242"/>
              <a:gd name="connsiteX48" fmla="*/ 40096 w 1487733"/>
              <a:gd name="connsiteY48" fmla="*/ 148653 h 1341242"/>
              <a:gd name="connsiteX49" fmla="*/ 46746 w 1487733"/>
              <a:gd name="connsiteY49" fmla="*/ 129948 h 1341242"/>
              <a:gd name="connsiteX50" fmla="*/ 107504 w 1487733"/>
              <a:gd name="connsiteY50" fmla="*/ 0 h 1341242"/>
              <a:gd name="connsiteX51" fmla="*/ 159734 w 1487733"/>
              <a:gd name="connsiteY51" fmla="*/ 41768 h 1341242"/>
              <a:gd name="connsiteX52" fmla="*/ 80605 w 1487733"/>
              <a:gd name="connsiteY52" fmla="*/ 41768 h 1341242"/>
              <a:gd name="connsiteX53" fmla="*/ 100118 w 1487733"/>
              <a:gd name="connsiteY53" fmla="*/ 0 h 1341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87733" h="1341242">
                <a:moveTo>
                  <a:pt x="1240671" y="1299475"/>
                </a:moveTo>
                <a:lnTo>
                  <a:pt x="1204349" y="1312553"/>
                </a:lnTo>
                <a:cubicBezTo>
                  <a:pt x="1174158" y="1321722"/>
                  <a:pt x="1143791" y="1329280"/>
                  <a:pt x="1113350" y="1335268"/>
                </a:cubicBezTo>
                <a:lnTo>
                  <a:pt x="1072268" y="1341242"/>
                </a:lnTo>
                <a:lnTo>
                  <a:pt x="796018" y="1341242"/>
                </a:lnTo>
                <a:lnTo>
                  <a:pt x="751090" y="1334458"/>
                </a:lnTo>
                <a:cubicBezTo>
                  <a:pt x="721699" y="1328559"/>
                  <a:pt x="692646" y="1321259"/>
                  <a:pt x="664029" y="1312598"/>
                </a:cubicBezTo>
                <a:lnTo>
                  <a:pt x="627119" y="1299474"/>
                </a:lnTo>
                <a:close/>
                <a:moveTo>
                  <a:pt x="1487733" y="1169527"/>
                </a:moveTo>
                <a:lnTo>
                  <a:pt x="1460599" y="1190058"/>
                </a:lnTo>
                <a:lnTo>
                  <a:pt x="1425768" y="1211295"/>
                </a:lnTo>
                <a:lnTo>
                  <a:pt x="441824" y="1211294"/>
                </a:lnTo>
                <a:lnTo>
                  <a:pt x="421083" y="1199068"/>
                </a:lnTo>
                <a:lnTo>
                  <a:pt x="380464" y="1169527"/>
                </a:lnTo>
                <a:close/>
                <a:moveTo>
                  <a:pt x="1407451" y="1039580"/>
                </a:moveTo>
                <a:lnTo>
                  <a:pt x="1459680" y="1081348"/>
                </a:lnTo>
                <a:lnTo>
                  <a:pt x="276202" y="1081348"/>
                </a:lnTo>
                <a:lnTo>
                  <a:pt x="237530" y="1039580"/>
                </a:lnTo>
                <a:close/>
                <a:moveTo>
                  <a:pt x="1244959" y="909633"/>
                </a:moveTo>
                <a:lnTo>
                  <a:pt x="1297188" y="951401"/>
                </a:lnTo>
                <a:lnTo>
                  <a:pt x="167310" y="951401"/>
                </a:lnTo>
                <a:lnTo>
                  <a:pt x="162635" y="945222"/>
                </a:lnTo>
                <a:lnTo>
                  <a:pt x="140936" y="909633"/>
                </a:lnTo>
                <a:close/>
                <a:moveTo>
                  <a:pt x="1082465" y="779685"/>
                </a:moveTo>
                <a:lnTo>
                  <a:pt x="1134693" y="821453"/>
                </a:lnTo>
                <a:lnTo>
                  <a:pt x="92893" y="821453"/>
                </a:lnTo>
                <a:lnTo>
                  <a:pt x="72895" y="779685"/>
                </a:lnTo>
                <a:close/>
                <a:moveTo>
                  <a:pt x="919970" y="649736"/>
                </a:moveTo>
                <a:lnTo>
                  <a:pt x="972200" y="691505"/>
                </a:lnTo>
                <a:lnTo>
                  <a:pt x="41052" y="691506"/>
                </a:lnTo>
                <a:lnTo>
                  <a:pt x="40140" y="688973"/>
                </a:lnTo>
                <a:lnTo>
                  <a:pt x="30347" y="649736"/>
                </a:lnTo>
                <a:close/>
                <a:moveTo>
                  <a:pt x="757477" y="519789"/>
                </a:moveTo>
                <a:lnTo>
                  <a:pt x="809706" y="561557"/>
                </a:lnTo>
                <a:lnTo>
                  <a:pt x="12130" y="561557"/>
                </a:lnTo>
                <a:lnTo>
                  <a:pt x="6056" y="519789"/>
                </a:lnTo>
                <a:close/>
                <a:moveTo>
                  <a:pt x="594984" y="389842"/>
                </a:moveTo>
                <a:lnTo>
                  <a:pt x="647213" y="431610"/>
                </a:lnTo>
                <a:lnTo>
                  <a:pt x="739" y="431610"/>
                </a:lnTo>
                <a:lnTo>
                  <a:pt x="0" y="415269"/>
                </a:lnTo>
                <a:lnTo>
                  <a:pt x="1345" y="389842"/>
                </a:lnTo>
                <a:close/>
                <a:moveTo>
                  <a:pt x="432492" y="259895"/>
                </a:moveTo>
                <a:lnTo>
                  <a:pt x="484720" y="301663"/>
                </a:lnTo>
                <a:lnTo>
                  <a:pt x="8278" y="301663"/>
                </a:lnTo>
                <a:lnTo>
                  <a:pt x="14584" y="259895"/>
                </a:lnTo>
                <a:close/>
                <a:moveTo>
                  <a:pt x="269999" y="129948"/>
                </a:moveTo>
                <a:lnTo>
                  <a:pt x="322229" y="171717"/>
                </a:lnTo>
                <a:lnTo>
                  <a:pt x="34304" y="171717"/>
                </a:lnTo>
                <a:lnTo>
                  <a:pt x="40096" y="148653"/>
                </a:lnTo>
                <a:lnTo>
                  <a:pt x="46746" y="129948"/>
                </a:lnTo>
                <a:close/>
                <a:moveTo>
                  <a:pt x="107504" y="0"/>
                </a:moveTo>
                <a:lnTo>
                  <a:pt x="159734" y="41768"/>
                </a:lnTo>
                <a:lnTo>
                  <a:pt x="80605" y="41768"/>
                </a:lnTo>
                <a:lnTo>
                  <a:pt x="100118" y="0"/>
                </a:lnTo>
                <a:close/>
              </a:path>
            </a:pathLst>
          </a:custGeom>
          <a:solidFill>
            <a:srgbClr val="FF94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雅酷黑 65W" panose="020B0604020202020204" pitchFamily="34" charset="-122"/>
              <a:ea typeface="汉仪雅酷黑 65W" panose="020B0604020202020204" pitchFamily="3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27467" y="285919"/>
            <a:ext cx="875424" cy="81939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28015_2*n_h_h_i*1_2_1_1"/>
  <p:tag name="KSO_WM_TEMPLATE_CATEGORY" val="diagram"/>
  <p:tag name="KSO_WM_TEMPLATE_INDEX" val="20228015"/>
  <p:tag name="KSO_WM_UNIT_LAYERLEVEL" val="1_1_1_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28015_2*n_h_h_i*1_2_2_1"/>
  <p:tag name="KSO_WM_TEMPLATE_CATEGORY" val="diagram"/>
  <p:tag name="KSO_WM_TEMPLATE_INDEX" val="20228015"/>
  <p:tag name="KSO_WM_UNIT_LAYERLEVEL" val="1_1_1_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28015_2*n_h_h_i*1_2_2_2"/>
  <p:tag name="KSO_WM_TEMPLATE_CATEGORY" val="diagram"/>
  <p:tag name="KSO_WM_TEMPLATE_INDEX" val="20228015"/>
  <p:tag name="KSO_WM_UNIT_LAYERLEVEL" val="1_1_1_1"/>
  <p:tag name="KSO_WM_TAG_VERSION" val="1.0"/>
  <p:tag name="KSO_WM_BEAUTIFY_FLAG" val="#wm#"/>
  <p:tag name="KSO_WM_UNIT_LINE_FORE_SCHEMECOLOR_INDEX" val="14"/>
  <p:tag name="KSO_WM_UNIT_LINE_FILL_TYPE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3"/>
  <p:tag name="KSO_WM_UNIT_ID" val="diagram20228015_2*n_h_h_i*1_2_2_3"/>
  <p:tag name="KSO_WM_TEMPLATE_CATEGORY" val="diagram"/>
  <p:tag name="KSO_WM_TEMPLATE_INDEX" val="20228015"/>
  <p:tag name="KSO_WM_UNIT_LAYERLEVEL" val="1_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4"/>
  <p:tag name="KSO_WM_UNIT_ID" val="diagram20228015_2*n_h_h_i*1_2_2_4"/>
  <p:tag name="KSO_WM_TEMPLATE_CATEGORY" val="diagram"/>
  <p:tag name="KSO_WM_TEMPLATE_INDEX" val="20228015"/>
  <p:tag name="KSO_WM_UNIT_LAYERLEVEL" val="1_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28015_2*n_h_h_i*1_2_1_2"/>
  <p:tag name="KSO_WM_TEMPLATE_CATEGORY" val="diagram"/>
  <p:tag name="KSO_WM_TEMPLATE_INDEX" val="20228015"/>
  <p:tag name="KSO_WM_UNIT_LAYERLEVEL" val="1_1_1_1"/>
  <p:tag name="KSO_WM_TAG_VERSION" val="1.0"/>
  <p:tag name="KSO_WM_BEAUTIFY_FLAG" val="#wm#"/>
  <p:tag name="KSO_WM_UNIT_LINE_FORE_SCHEMECOLOR_INDEX" val="14"/>
  <p:tag name="KSO_WM_UNIT_LINE_FILL_TYPE" val="2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3"/>
  <p:tag name="KSO_WM_UNIT_ID" val="diagram20228015_2*n_h_h_i*1_2_1_3"/>
  <p:tag name="KSO_WM_TEMPLATE_CATEGORY" val="diagram"/>
  <p:tag name="KSO_WM_TEMPLATE_INDEX" val="20228015"/>
  <p:tag name="KSO_WM_UNIT_LAYERLEVEL" val="1_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4"/>
  <p:tag name="KSO_WM_UNIT_ID" val="diagram20228015_2*n_h_h_i*1_2_1_4"/>
  <p:tag name="KSO_WM_TEMPLATE_CATEGORY" val="diagram"/>
  <p:tag name="KSO_WM_TEMPLATE_INDEX" val="20228015"/>
  <p:tag name="KSO_WM_UNIT_LAYERLEVEL" val="1_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0.xml><?xml version="1.0" encoding="utf-8"?>
<p:tagLst xmlns:p="http://schemas.openxmlformats.org/presentationml/2006/main"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20228015_2*n_h_h_x*1_2_1_1"/>
  <p:tag name="KSO_WM_TEMPLATE_CATEGORY" val="diagram"/>
  <p:tag name="KSO_WM_TEMPLATE_INDEX" val="20228015"/>
  <p:tag name="KSO_WM_UNIT_LAYERLEVEL" val="1_1_1_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20228015_2*n_h_h_x*1_2_2_1"/>
  <p:tag name="KSO_WM_TEMPLATE_CATEGORY" val="diagram"/>
  <p:tag name="KSO_WM_TEMPLATE_INDEX" val="20228015"/>
  <p:tag name="KSO_WM_UNIT_LAYERLEVEL" val="1_1_1_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4"/>
  <p:tag name="KSO_WM_UNIT_ID" val="diagram20228015_2*n_h_i*1_1_4"/>
  <p:tag name="KSO_WM_TEMPLATE_CATEGORY" val="diagram"/>
  <p:tag name="KSO_WM_TEMPLATE_INDEX" val="20228015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28015_2*n_h_i*1_1_2"/>
  <p:tag name="KSO_WM_TEMPLATE_CATEGORY" val="diagram"/>
  <p:tag name="KSO_WM_TEMPLATE_INDEX" val="2022801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28015_2*n_h_i*1_1_3"/>
  <p:tag name="KSO_WM_TEMPLATE_CATEGORY" val="diagram"/>
  <p:tag name="KSO_WM_TEMPLATE_INDEX" val="2022801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7983_4*l_h_i*1_1_1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SHADOW_SCHEMECOLOR_INDEX" val="7"/>
  <p:tag name="KSO_WM_UNIT_TEXT_FILL_FORE_SCHEMECOLOR_INDEX" val="2"/>
  <p:tag name="KSO_WM_UNIT_TEXT_FILL_TYPE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7983_4*l_h_i*1_1_2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7983_4*l_h_i*1_1_3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7983_4*l_h_i*1_1_4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SHADOW_SCHEMECOLOR_INDEX" val="7"/>
  <p:tag name="KSO_WM_UNIT_TEXT_FILL_FORE_SCHEMECOLOR_INDEX" val="2"/>
  <p:tag name="KSO_WM_UNIT_TEXT_FILL_TYPE" val="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27983_4*l_h_i*1_1_5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199.xml><?xml version="1.0" encoding="utf-8"?>
<p:tagLst xmlns:p="http://schemas.openxmlformats.org/presentationml/2006/main">
  <p:tag name="KSO_WM_UNIT_SUBTYPE" val="a"/>
  <p:tag name="KSO_WM_UNIT_PRESET_TEXT" val="单击此处输入你的正文，文字是您思想的提炼,请尽量言简意赅的阐述观点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7983_4*l_h_f*1_1_1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7983_4*l_h_a*1_1_1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TEXT_FILL_FORE_SCHEMECOLOR_INDEX" val="6"/>
  <p:tag name="KSO_WM_UNIT_TEXT_FILL_TYPE" val="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7983_4*l_h_i*1_2_3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SHADOW_SCHEMECOLOR_INDEX" val="5"/>
  <p:tag name="KSO_WM_UNIT_TEXT_FILL_FORE_SCHEMECOLOR_INDEX" val="2"/>
  <p:tag name="KSO_WM_UNIT_TEXT_FILL_TYPE" val="1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7983_4*l_h_i*1_2_4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27983_4*l_h_i*1_2_5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7983_4*l_h_i*1_2_1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SHADOW_SCHEMECOLOR_INDEX" val="6"/>
  <p:tag name="KSO_WM_UNIT_TEXT_FILL_FORE_SCHEMECOLOR_INDEX" val="2"/>
  <p:tag name="KSO_WM_UNIT_TEXT_FILL_TYPE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7983_4*l_h_i*1_2_2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7983_4*l_h_i*1_3_1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10"/>
  <p:tag name="KSO_WM_UNIT_FILL_TYPE" val="1"/>
  <p:tag name="KSO_WM_UNIT_SHADOW_SCHEMECOLOR_INDEX" val="10"/>
  <p:tag name="KSO_WM_UNIT_TEXT_FILL_FORE_SCHEMECOLOR_INDEX" val="2"/>
  <p:tag name="KSO_WM_UNIT_TEXT_FILL_TYPE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27983_4*l_h_i*1_3_2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10"/>
  <p:tag name="KSO_WM_UNIT_FILL_TYPE" val="1"/>
  <p:tag name="KSO_WM_UNIT_TEXT_FILL_FORE_SCHEMECOLOR_INDEX" val="2"/>
  <p:tag name="KSO_WM_UNIT_TEXT_FILL_TYPE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27983_4*l_h_i*1_3_3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27983_4*l_h_i*1_3_4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10"/>
  <p:tag name="KSO_WM_UNIT_FILL_TYPE" val="1"/>
  <p:tag name="KSO_WM_UNIT_SHADOW_SCHEMECOLOR_INDEX" val="10"/>
  <p:tag name="KSO_WM_UNIT_TEXT_FILL_FORE_SCHEMECOLOR_INDEX" val="2"/>
  <p:tag name="KSO_WM_UNIT_TEXT_FILL_TYPE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5"/>
  <p:tag name="KSO_WM_UNIT_ID" val="diagram20227983_4*l_h_i*1_3_5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27983_4*l_h_i*1_4_1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SHADOW_SCHEMECOLOR_INDEX" val="9"/>
  <p:tag name="KSO_WM_UNIT_TEXT_FILL_FORE_SCHEMECOLOR_INDEX" val="2"/>
  <p:tag name="KSO_WM_UNIT_TEXT_FILL_TYPE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27983_4*l_h_i*1_4_2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2"/>
  <p:tag name="KSO_WM_UNIT_TEXT_FILL_TYPE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27983_4*l_h_i*1_4_3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27983_4*l_h_i*1_4_4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SHADOW_SCHEMECOLOR_INDEX" val="9"/>
  <p:tag name="KSO_WM_UNIT_TEXT_FILL_FORE_SCHEMECOLOR_INDEX" val="2"/>
  <p:tag name="KSO_WM_UNIT_TEXT_FILL_TYPE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5"/>
  <p:tag name="KSO_WM_UNIT_ID" val="diagram20227983_4*l_h_i*1_4_5"/>
  <p:tag name="KSO_WM_TEMPLATE_CATEGORY" val="diagram"/>
  <p:tag name="KSO_WM_TEMPLATE_INDEX" val="20227983"/>
  <p:tag name="KSO_WM_UNIT_LAYERLEVEL" val="1_1_1"/>
  <p:tag name="KSO_WM_TAG_VERSION" val="1.0"/>
  <p:tag name="KSO_WM_BEAUTIFY_FLAG" val="#wm#"/>
  <p:tag name="KSO_WM_UNIT_LINE_FORE_SCHEMECOLOR_INDEX" val="14"/>
  <p:tag name="KSO_WM_UNIT_LINE_FILL_TYPE" val="2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730_3*i*1"/>
  <p:tag name="KSO_WM_TEMPLATE_CATEGORY" val="diagram"/>
  <p:tag name="KSO_WM_TEMPLATE_INDEX" val="730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22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1_1"/>
  <p:tag name="KSO_WM_UNIT_ID" val="diagram730_3*l_h_i*1_1_1"/>
  <p:tag name="KSO_WM_UNIT_LAYERLEVEL" val="1_1_1"/>
  <p:tag name="KSO_WM_UNIT_HIGHLIGHT" val="0"/>
  <p:tag name="KSO_WM_UNIT_COMPATIBLE" val="0"/>
  <p:tag name="KSO_WM_DIAGRAM_GROUP_CODE" val="l1-1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5"/>
  <p:tag name="KSO_WM_UNIT_TEXT_FILL_TYPE" val="1"/>
</p:tagLst>
</file>

<file path=ppt/tags/tag22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1_2"/>
  <p:tag name="KSO_WM_UNIT_ID" val="diagram730_3*l_h_i*1_1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2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1_3"/>
  <p:tag name="KSO_WM_UNIT_ID" val="diagram730_3*l_h_i*1_1_3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6"/>
  <p:tag name="KSO_WM_UNIT_TEXT_FILL_TYPE" val="1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730_3*i*3"/>
  <p:tag name="KSO_WM_TEMPLATE_CATEGORY" val="diagram"/>
  <p:tag name="KSO_WM_TEMPLATE_INDEX" val="730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22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2_1"/>
  <p:tag name="KSO_WM_UNIT_ID" val="diagram730_3*l_h_i*1_2_1"/>
  <p:tag name="KSO_WM_UNIT_LAYERLEVEL" val="1_1_1"/>
  <p:tag name="KSO_WM_UNIT_HIGHLIGHT" val="0"/>
  <p:tag name="KSO_WM_UNIT_COMPATIBLE" val="0"/>
  <p:tag name="KSO_WM_DIAGRAM_GROUP_CODE" val="l1-1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5"/>
  <p:tag name="KSO_WM_UNIT_TEXT_FILL_TYPE" val="1"/>
</p:tagLst>
</file>

<file path=ppt/tags/tag22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2_2"/>
  <p:tag name="KSO_WM_UNIT_ID" val="diagram730_3*l_h_i*1_2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2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2_3"/>
  <p:tag name="KSO_WM_UNIT_ID" val="diagram730_3*l_h_i*1_2_3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6"/>
  <p:tag name="KSO_WM_UNIT_TEXT_FILL_TYPE" val="1"/>
</p:tagLst>
</file>

<file path=ppt/tags/tag2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730_3*i*2"/>
  <p:tag name="KSO_WM_TEMPLATE_CATEGORY" val="diagram"/>
  <p:tag name="KSO_WM_TEMPLATE_INDEX" val="730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23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3_1"/>
  <p:tag name="KSO_WM_UNIT_ID" val="diagram730_3*l_h_i*1_3_1"/>
  <p:tag name="KSO_WM_UNIT_LAYERLEVEL" val="1_1_1"/>
  <p:tag name="KSO_WM_UNIT_HIGHLIGHT" val="0"/>
  <p:tag name="KSO_WM_UNIT_COMPATIBLE" val="0"/>
  <p:tag name="KSO_WM_DIAGRAM_GROUP_CODE" val="l1-1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5"/>
  <p:tag name="KSO_WM_UNIT_TEXT_FILL_TYPE" val="1"/>
</p:tagLst>
</file>

<file path=ppt/tags/tag23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3_2"/>
  <p:tag name="KSO_WM_UNIT_ID" val="diagram730_3*l_h_i*1_3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23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730"/>
  <p:tag name="KSO_WM_UNIT_TYPE" val="l_h_i"/>
  <p:tag name="KSO_WM_UNIT_INDEX" val="1_3_3"/>
  <p:tag name="KSO_WM_UNIT_ID" val="diagram730_3*l_h_i*1_3_3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6"/>
  <p:tag name="KSO_WM_UNIT_TEXT_FILL_TYPE" val="1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PP_MARK_KEY" val="447eb1d9-1910-4853-9e0a-83dc7592f768"/>
  <p:tag name="COMMONDATA" val="eyJjb3VudCI6NywiaGRpZCI6IjMxZmJhYTc2Y2IxNzdmZDljODA2NTAzYzYzMDk1NzI1IiwidXNlckNvdW50Ijo3fQ=="/>
  <p:tag name="commondata" val="eyJjb3VudCI6OCwiaGRpZCI6ImE1NzIwMzhiNWVjNTYyN2ExNDIyM2QyMDUzMDNjYWYxIiwidXNlckNvdW50Ijox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4095</Words>
  <Application>WPS 演示</Application>
  <PresentationFormat>宽屏</PresentationFormat>
  <Paragraphs>507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56" baseType="lpstr">
      <vt:lpstr>Arial</vt:lpstr>
      <vt:lpstr>宋体</vt:lpstr>
      <vt:lpstr>Wingdings</vt:lpstr>
      <vt:lpstr>汉仪雅酷黑 65W</vt:lpstr>
      <vt:lpstr>方正正粗黑简体</vt:lpstr>
      <vt:lpstr>OPPOSans B</vt:lpstr>
      <vt:lpstr>方正粗黑宋简体</vt:lpstr>
      <vt:lpstr>华文琥珀</vt:lpstr>
      <vt:lpstr>微软雅黑</vt:lpstr>
      <vt:lpstr>华文仿宋</vt:lpstr>
      <vt:lpstr>Calibri</vt:lpstr>
      <vt:lpstr>华文细黑</vt:lpstr>
      <vt:lpstr>Arial Unicode MS</vt:lpstr>
      <vt:lpstr>Arial Unicode MS</vt:lpstr>
      <vt:lpstr>等线 Light</vt:lpstr>
      <vt:lpstr>等线</vt:lpstr>
      <vt:lpstr>Yuppy SC</vt:lpstr>
      <vt:lpstr>微软雅黑 Light</vt:lpstr>
      <vt:lpstr>Wingdings</vt:lpstr>
      <vt:lpstr>Source Han Serif CN Heavy</vt:lpstr>
      <vt:lpstr>Yu Gothic UI Semibold</vt:lpstr>
      <vt:lpstr>思源黑体 CN Heavy</vt:lpstr>
      <vt:lpstr>黑体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阿锟</cp:lastModifiedBy>
  <cp:revision>17</cp:revision>
  <dcterms:created xsi:type="dcterms:W3CDTF">2022-04-22T13:48:00Z</dcterms:created>
  <dcterms:modified xsi:type="dcterms:W3CDTF">2025-06-16T03:18:52Z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KSOTemplateUUID">
    <vt:lpwstr>v1.0_mb_L14A/thLfOaawv/wZEX05Q==</vt:lpwstr>
  </property>
  <property fmtid="{D5CDD505-2E9C-101B-9397-08002B2CF9AE}" pid="4" name="ICV">
    <vt:lpwstr>DBEFE87E93EB4EFA857F5BA5123D2502_12</vt:lpwstr>
  </property>
</Properties>
</file>