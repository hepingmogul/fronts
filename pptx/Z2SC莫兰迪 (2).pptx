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387" r:id="rId5"/>
    <p:sldId id="1122" r:id="rId6"/>
    <p:sldId id="784" r:id="rId7"/>
    <p:sldId id="848" r:id="rId8"/>
    <p:sldId id="260" r:id="rId9"/>
    <p:sldId id="2545" r:id="rId10"/>
    <p:sldId id="1580" r:id="rId11"/>
    <p:sldId id="2174" r:id="rId12"/>
    <p:sldId id="2201" r:id="rId13"/>
    <p:sldId id="261" r:id="rId14"/>
    <p:sldId id="1913" r:id="rId15"/>
    <p:sldId id="933" r:id="rId16"/>
    <p:sldId id="262" r:id="rId17"/>
    <p:sldId id="2534" r:id="rId18"/>
    <p:sldId id="651" r:id="rId19"/>
    <p:sldId id="2524" r:id="rId20"/>
    <p:sldId id="300" r:id="rId21"/>
    <p:sldId id="805" r:id="rId22"/>
    <p:sldId id="2546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4"/>
  </p:normalViewPr>
  <p:slideViewPr>
    <p:cSldViewPr snapToGrid="0" snapToObjects="1">
      <p:cViewPr varScale="1">
        <p:scale>
          <a:sx n="84" d="100"/>
          <a:sy n="84" d="100"/>
        </p:scale>
        <p:origin x="91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DDF-433E-B585-48C2A161D88D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DDF-433E-B585-48C2A161D88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DDF-433E-B585-48C2A161D88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DDF-433E-B585-48C2A161D88D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DDF-433E-B585-48C2A161D8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54B-41A3-89E9-6A78D6D05BD7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54B-41A3-89E9-6A78D6D05BD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54B-41A3-89E9-6A78D6D05BD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54B-41A3-89E9-6A78D6D05BD7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54B-41A3-89E9-6A78D6D05B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CB2-47D2-B989-930300C7F4BD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CB2-47D2-B989-930300C7F4B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CB2-47D2-B989-930300C7F4B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CB2-47D2-B989-930300C7F4BD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CB2-47D2-B989-930300C7F4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69A-49E3-B3E1-9E8CA35038E5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69A-49E3-B3E1-9E8CA35038E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69A-49E3-B3E1-9E8CA35038E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69A-49E3-B3E1-9E8CA35038E5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69A-49E3-B3E1-9E8CA35038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7B9-4A43-86C5-FACAFF567DA9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7B9-4A43-86C5-FACAFF567DA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7B9-4A43-86C5-FACAFF567DA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7B9-4A43-86C5-FACAFF567DA9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7B9-4A43-86C5-FACAFF567D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82D-4151-82A7-AB55D2F438B7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82D-4151-82A7-AB55D2F438B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82D-4151-82A7-AB55D2F438B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82D-4151-82A7-AB55D2F438B7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82D-4151-82A7-AB55D2F438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9C0B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DEC-4ECD-9593-B65FE3681D1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DEC-4ECD-9593-B65FE3681D1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DEC-4ECD-9593-B65FE3681D1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DEC-4ECD-9593-B65FE3681D1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DEC-4ECD-9593-B65FE3681D16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DEC-4ECD-9593-B65FE3681D16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DEC-4ECD-9593-B65FE3681D16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DEC-4ECD-9593-B65FE3681D16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9DEC-4ECD-9593-B65FE3681D16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9DEC-4ECD-9593-B65FE3681D16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9DEC-4ECD-9593-B65FE3681D16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9DEC-4ECD-9593-B65FE3681D16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9DEC-4ECD-9593-B65FE3681D16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9DEC-4ECD-9593-B65FE3681D16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9DEC-4ECD-9593-B65FE3681D16}"/>
              </c:ext>
            </c:extLst>
          </c:dPt>
          <c:dPt>
            <c:idx val="1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9DEC-4ECD-9593-B65FE3681D16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9DEC-4ECD-9593-B65FE3681D16}"/>
              </c:ext>
            </c:extLst>
          </c:dPt>
          <c:dPt>
            <c:idx val="1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9DEC-4ECD-9593-B65FE3681D16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9DEC-4ECD-9593-B65FE3681D16}"/>
              </c:ext>
            </c:extLst>
          </c:dPt>
          <c:dPt>
            <c:idx val="19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9DEC-4ECD-9593-B65FE3681D16}"/>
              </c:ext>
            </c:extLst>
          </c:dPt>
          <c:cat>
            <c:numRef>
              <c:f>Sheet1!$A$2:$A$21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</c:v>
                </c:pt>
                <c:pt idx="1">
                  <c:v>5</c:v>
                </c:pt>
                <c:pt idx="2">
                  <c:v>2</c:v>
                </c:pt>
                <c:pt idx="3">
                  <c:v>3.5</c:v>
                </c:pt>
                <c:pt idx="4">
                  <c:v>1</c:v>
                </c:pt>
                <c:pt idx="5">
                  <c:v>4.5</c:v>
                </c:pt>
                <c:pt idx="6">
                  <c:v>2</c:v>
                </c:pt>
                <c:pt idx="7">
                  <c:v>1</c:v>
                </c:pt>
                <c:pt idx="8">
                  <c:v>3</c:v>
                </c:pt>
                <c:pt idx="9">
                  <c:v>1.5</c:v>
                </c:pt>
                <c:pt idx="10">
                  <c:v>4</c:v>
                </c:pt>
                <c:pt idx="11">
                  <c:v>3</c:v>
                </c:pt>
                <c:pt idx="12">
                  <c:v>1</c:v>
                </c:pt>
                <c:pt idx="13">
                  <c:v>4.5</c:v>
                </c:pt>
                <c:pt idx="14">
                  <c:v>5</c:v>
                </c:pt>
                <c:pt idx="15">
                  <c:v>3.5</c:v>
                </c:pt>
                <c:pt idx="16">
                  <c:v>2.5</c:v>
                </c:pt>
                <c:pt idx="17">
                  <c:v>1.5</c:v>
                </c:pt>
                <c:pt idx="18">
                  <c:v>0.5</c:v>
                </c:pt>
                <c:pt idx="19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9DEC-4ECD-9593-B65FE3681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-2113624720"/>
        <c:axId val="-2113616080"/>
      </c:barChart>
      <c:catAx>
        <c:axId val="-2113624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Titillium" charset="0"/>
              </a:defRPr>
            </a:pPr>
            <a:endParaRPr lang="zh-CN"/>
          </a:p>
        </c:txPr>
        <c:crossAx val="-2113616080"/>
        <c:crosses val="autoZero"/>
        <c:auto val="1"/>
        <c:lblAlgn val="ctr"/>
        <c:lblOffset val="100"/>
        <c:noMultiLvlLbl val="0"/>
      </c:catAx>
      <c:valAx>
        <c:axId val="-211361608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Titillium" charset="0"/>
              </a:defRPr>
            </a:pPr>
            <a:endParaRPr lang="zh-CN"/>
          </a:p>
        </c:txPr>
        <c:crossAx val="-2113624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50" b="0" i="0">
          <a:solidFill>
            <a:schemeClr val="tx1"/>
          </a:solidFill>
          <a:latin typeface="Source Han Sans CN" panose="020B0500000000000000" pitchFamily="34" charset="-128"/>
          <a:ea typeface="Source Han Sans CN" panose="020B0500000000000000" pitchFamily="34" charset="-128"/>
          <a:cs typeface="Titillium" charset="0"/>
        </a:defRPr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0A-400E-AB59-6491F74A09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0A-400E-AB59-6491F74A09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0A-400E-AB59-6491F74A09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110015584"/>
        <c:axId val="-2107196816"/>
      </c:barChart>
      <c:catAx>
        <c:axId val="-2110015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2107196816"/>
        <c:crosses val="autoZero"/>
        <c:auto val="1"/>
        <c:lblAlgn val="ctr"/>
        <c:lblOffset val="100"/>
        <c:noMultiLvlLbl val="0"/>
      </c:catAx>
      <c:valAx>
        <c:axId val="-2107196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2110015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1A87-21F8-704D-BB2B-6F014EAD8792}" type="datetimeFigureOut">
              <a:rPr lang="zh-CN" altLang="en-US"/>
              <a:t>2021/6/4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E233E-04AC-1347-9AA2-46376D9A7CB8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1A87-21F8-704D-BB2B-6F014EAD8792}" type="datetimeFigureOut">
              <a:rPr lang="zh-CN" altLang="en-US"/>
              <a:t>2021/6/4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E233E-04AC-1347-9AA2-46376D9A7CB8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1A87-21F8-704D-BB2B-6F014EAD8792}" type="datetimeFigureOut">
              <a:rPr lang="zh-CN" altLang="en-US"/>
              <a:t>2021/6/4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E233E-04AC-1347-9AA2-46376D9A7CB8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1A87-21F8-704D-BB2B-6F014EAD8792}" type="datetimeFigureOut">
              <a:rPr lang="zh-CN" altLang="en-US"/>
              <a:t>2021/6/4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E233E-04AC-1347-9AA2-46376D9A7CB8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1A87-21F8-704D-BB2B-6F014EAD8792}" type="datetimeFigureOut">
              <a:rPr lang="zh-CN" altLang="en-US"/>
              <a:t>2021/6/4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E233E-04AC-1347-9AA2-46376D9A7CB8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1A87-21F8-704D-BB2B-6F014EAD8792}" type="datetimeFigureOut">
              <a:rPr lang="zh-CN" altLang="en-US"/>
              <a:t>2021/6/4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E233E-04AC-1347-9AA2-46376D9A7CB8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1A87-21F8-704D-BB2B-6F014EAD8792}" type="datetimeFigureOut">
              <a:rPr lang="zh-CN" altLang="en-US"/>
              <a:t>2021/6/4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E233E-04AC-1347-9AA2-46376D9A7CB8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1A87-21F8-704D-BB2B-6F014EAD8792}" type="datetimeFigureOut">
              <a:rPr lang="zh-CN" altLang="en-US"/>
              <a:t>2021/6/4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E233E-04AC-1347-9AA2-46376D9A7CB8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1A87-21F8-704D-BB2B-6F014EAD8792}" type="datetimeFigureOut">
              <a:rPr lang="zh-CN" altLang="en-US"/>
              <a:t>2021/6/4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E233E-04AC-1347-9AA2-46376D9A7CB8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1A87-21F8-704D-BB2B-6F014EAD8792}" type="datetimeFigureOut">
              <a:rPr lang="zh-CN" altLang="en-US"/>
              <a:t>2021/6/4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E233E-04AC-1347-9AA2-46376D9A7CB8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1A87-21F8-704D-BB2B-6F014EAD8792}" type="datetimeFigureOut">
              <a:rPr lang="zh-CN" altLang="en-US"/>
              <a:t>2021/6/4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E233E-04AC-1347-9AA2-46376D9A7CB8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E1A87-21F8-704D-BB2B-6F014EAD8792}" type="datetimeFigureOut">
              <a:rPr lang="zh-CN" altLang="en-US"/>
              <a:t>2021/6/4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E233E-04AC-1347-9AA2-46376D9A7CB8}" type="slidenum">
              <a:rPr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13" Type="http://schemas.openxmlformats.org/officeDocument/2006/relationships/chart" Target="../charts/chart6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chart" Target="../charts/chart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chart" Target="../charts/chart4.xml"/><Relationship Id="rId5" Type="http://schemas.openxmlformats.org/officeDocument/2006/relationships/image" Target="../media/image4.png"/><Relationship Id="rId10" Type="http://schemas.openxmlformats.org/officeDocument/2006/relationships/chart" Target="../charts/chart3.xml"/><Relationship Id="rId4" Type="http://schemas.openxmlformats.org/officeDocument/2006/relationships/image" Target="../media/image3.png"/><Relationship Id="rId9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19.jpeg"/><Relationship Id="rId4" Type="http://schemas.openxmlformats.org/officeDocument/2006/relationships/image" Target="../media/image3.png"/><Relationship Id="rId9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.xml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9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8976" y="3672589"/>
            <a:ext cx="3860377" cy="3431447"/>
          </a:xfrm>
          <a:prstGeom prst="rect">
            <a:avLst/>
          </a:prstGeom>
        </p:spPr>
      </p:pic>
      <p:pic>
        <p:nvPicPr>
          <p:cNvPr id="3451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3472" y="5603971"/>
            <a:ext cx="905741" cy="905741"/>
          </a:xfrm>
          <a:prstGeom prst="rect">
            <a:avLst/>
          </a:prstGeom>
        </p:spPr>
      </p:pic>
      <p:pic>
        <p:nvPicPr>
          <p:cNvPr id="3453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020" y="-370844"/>
            <a:ext cx="4283562" cy="3420456"/>
          </a:xfrm>
          <a:prstGeom prst="rect">
            <a:avLst/>
          </a:prstGeom>
        </p:spPr>
      </p:pic>
      <p:pic>
        <p:nvPicPr>
          <p:cNvPr id="3455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324" y="-322835"/>
            <a:ext cx="1214209" cy="4646058"/>
          </a:xfrm>
          <a:prstGeom prst="rect">
            <a:avLst/>
          </a:prstGeom>
        </p:spPr>
      </p:pic>
      <p:pic>
        <p:nvPicPr>
          <p:cNvPr id="3457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3463" y="2501108"/>
            <a:ext cx="586278" cy="1637242"/>
          </a:xfrm>
          <a:prstGeom prst="rect">
            <a:avLst/>
          </a:prstGeom>
        </p:spPr>
      </p:pic>
      <p:pic>
        <p:nvPicPr>
          <p:cNvPr id="3459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7910459">
            <a:off x="11105356" y="453888"/>
            <a:ext cx="657602" cy="766671"/>
          </a:xfrm>
          <a:prstGeom prst="rect">
            <a:avLst/>
          </a:prstGeom>
        </p:spPr>
      </p:pic>
      <p:pic>
        <p:nvPicPr>
          <p:cNvPr id="3467" name="深度视觉·原创设计 https://www.docer.com/works?userid=223838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6134" y="6413682"/>
            <a:ext cx="282748" cy="444318"/>
          </a:xfrm>
          <a:prstGeom prst="rect">
            <a:avLst/>
          </a:prstGeom>
        </p:spPr>
      </p:pic>
      <p:pic>
        <p:nvPicPr>
          <p:cNvPr id="3468" name="深度视觉·原创设计 https://www.docer.com/works?userid=223838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57576">
            <a:off x="11332960" y="6159145"/>
            <a:ext cx="282748" cy="444318"/>
          </a:xfrm>
          <a:prstGeom prst="rect">
            <a:avLst/>
          </a:prstGeom>
        </p:spPr>
      </p:pic>
      <p:pic>
        <p:nvPicPr>
          <p:cNvPr id="3470" name="深度视觉·原创设计 https://www.docer.com/works?userid=223838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806201">
            <a:off x="-232302" y="2569696"/>
            <a:ext cx="881149" cy="3201508"/>
          </a:xfrm>
          <a:prstGeom prst="rect">
            <a:avLst/>
          </a:prstGeom>
        </p:spPr>
      </p:pic>
      <p:sp>
        <p:nvSpPr>
          <p:cNvPr id="3471" name="深度视觉·原创设计 https://www.docer.com/works?userid=22383862"/>
          <p:cNvSpPr txBox="1"/>
          <p:nvPr/>
        </p:nvSpPr>
        <p:spPr>
          <a:xfrm>
            <a:off x="1854941" y="2242732"/>
            <a:ext cx="85447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spc="300">
                <a:solidFill>
                  <a:schemeClr val="tx1">
                    <a:lumMod val="75000"/>
                    <a:lumOff val="25000"/>
                  </a:schemeClr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简约论文答辩</a:t>
            </a:r>
            <a:endParaRPr lang="zh-CN" altLang="en-US" sz="7200" spc="300" dirty="0">
              <a:solidFill>
                <a:schemeClr val="tx1">
                  <a:lumMod val="75000"/>
                  <a:lumOff val="25000"/>
                </a:schemeClr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3472" name="深度视觉·原创设计 https://www.docer.com/works?userid=22383862"/>
          <p:cNvSpPr txBox="1"/>
          <p:nvPr/>
        </p:nvSpPr>
        <p:spPr>
          <a:xfrm>
            <a:off x="2630116" y="3535655"/>
            <a:ext cx="6994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spc="30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Arial" panose="020B0604020202020204" pitchFamily="34" charset="0"/>
              </a:rPr>
              <a:t>GRADUATION THESIS DEFENSE</a:t>
            </a:r>
            <a:endParaRPr lang="zh-CN" altLang="en-US" sz="2400" spc="3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3473" name="深度视觉·原创设计 https://www.docer.com/works?userid=22383862"/>
          <p:cNvSpPr/>
          <p:nvPr/>
        </p:nvSpPr>
        <p:spPr>
          <a:xfrm>
            <a:off x="5433017" y="4506897"/>
            <a:ext cx="1388556" cy="458224"/>
          </a:xfrm>
          <a:prstGeom prst="flowChartTerminator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4" name="深度视觉·原创设计 https://www.docer.com/works?userid=22383862"/>
          <p:cNvSpPr txBox="1"/>
          <p:nvPr/>
        </p:nvSpPr>
        <p:spPr>
          <a:xfrm>
            <a:off x="5394430" y="4553327"/>
            <a:ext cx="146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XXX</a:t>
            </a:r>
            <a:endParaRPr lang="zh-CN" altLang="en-US" dirty="0">
              <a:solidFill>
                <a:schemeClr val="bg1"/>
              </a:solidFill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pic>
        <p:nvPicPr>
          <p:cNvPr id="3463" name="深度视觉·原创设计 https://www.docer.com/works?userid=2238386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8939490">
            <a:off x="1003707" y="4988001"/>
            <a:ext cx="3090515" cy="30218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222215">
            <a:off x="-3442488" y="437205"/>
            <a:ext cx="6884979" cy="6731980"/>
          </a:xfrm>
          <a:prstGeom prst="rect">
            <a:avLst/>
          </a:prstGeom>
        </p:spPr>
      </p:pic>
      <p:pic>
        <p:nvPicPr>
          <p:cNvPr id="3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997" y="1451579"/>
            <a:ext cx="3024290" cy="3954842"/>
          </a:xfrm>
          <a:prstGeom prst="rect">
            <a:avLst/>
          </a:prstGeom>
        </p:spPr>
      </p:pic>
      <p:pic>
        <p:nvPicPr>
          <p:cNvPr id="7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068979">
            <a:off x="9260544" y="-412733"/>
            <a:ext cx="3169284" cy="2817141"/>
          </a:xfrm>
          <a:prstGeom prst="rect">
            <a:avLst/>
          </a:prstGeom>
        </p:spPr>
      </p:pic>
      <p:pic>
        <p:nvPicPr>
          <p:cNvPr id="9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506852">
            <a:off x="9959319" y="4622319"/>
            <a:ext cx="4204770" cy="3009296"/>
          </a:xfrm>
          <a:prstGeom prst="rect">
            <a:avLst/>
          </a:prstGeom>
        </p:spPr>
      </p:pic>
      <p:sp>
        <p:nvSpPr>
          <p:cNvPr id="10" name="深度视觉·原创设计 https://www.docer.com/works?userid=22383862"/>
          <p:cNvSpPr/>
          <p:nvPr/>
        </p:nvSpPr>
        <p:spPr>
          <a:xfrm>
            <a:off x="6096000" y="1451579"/>
            <a:ext cx="625642" cy="62564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" panose="02020400000000000000" pitchFamily="18" charset="-122"/>
              </a:rPr>
              <a:t>01</a:t>
            </a:r>
            <a:endParaRPr lang="zh-CN" altLang="en-US" sz="24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" panose="02020400000000000000" pitchFamily="18" charset="-122"/>
            </a:endParaRPr>
          </a:p>
        </p:txBody>
      </p:sp>
      <p:sp>
        <p:nvSpPr>
          <p:cNvPr id="11" name="深度视觉·原创设计 https://www.docer.com/works?userid=22383862"/>
          <p:cNvSpPr txBox="1"/>
          <p:nvPr/>
        </p:nvSpPr>
        <p:spPr>
          <a:xfrm>
            <a:off x="6917011" y="1465109"/>
            <a:ext cx="2728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思源宋体 CN" panose="02020400000000000000" pitchFamily="18" charset="-122"/>
              </a:rPr>
              <a:t>绪论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思源宋体 CN" panose="02020400000000000000" pitchFamily="18" charset="-122"/>
            </a:endParaRPr>
          </a:p>
        </p:txBody>
      </p:sp>
      <p:sp>
        <p:nvSpPr>
          <p:cNvPr id="12" name="深度视觉·原创设计 https://www.docer.com/works?userid=22383862"/>
          <p:cNvSpPr/>
          <p:nvPr/>
        </p:nvSpPr>
        <p:spPr>
          <a:xfrm>
            <a:off x="6096000" y="2615176"/>
            <a:ext cx="625642" cy="62564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" panose="02020400000000000000" pitchFamily="18" charset="-122"/>
              </a:rPr>
              <a:t>02</a:t>
            </a:r>
            <a:endParaRPr lang="zh-CN" altLang="en-US" sz="24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" panose="02020400000000000000" pitchFamily="18" charset="-122"/>
            </a:endParaRPr>
          </a:p>
        </p:txBody>
      </p:sp>
      <p:sp>
        <p:nvSpPr>
          <p:cNvPr id="13" name="深度视觉·原创设计 https://www.docer.com/works?userid=22383862"/>
          <p:cNvSpPr txBox="1"/>
          <p:nvPr/>
        </p:nvSpPr>
        <p:spPr>
          <a:xfrm>
            <a:off x="6917011" y="2628706"/>
            <a:ext cx="3379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思源宋体 CN" panose="02020400000000000000" pitchFamily="18" charset="-122"/>
              </a:rPr>
              <a:t>思路与研究方法</a:t>
            </a:r>
          </a:p>
        </p:txBody>
      </p:sp>
      <p:sp>
        <p:nvSpPr>
          <p:cNvPr id="14" name="深度视觉·原创设计 https://www.docer.com/works?userid=22383862"/>
          <p:cNvSpPr/>
          <p:nvPr/>
        </p:nvSpPr>
        <p:spPr>
          <a:xfrm>
            <a:off x="6096000" y="3778773"/>
            <a:ext cx="625642" cy="62564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" panose="02020400000000000000" pitchFamily="18" charset="-122"/>
              </a:rPr>
              <a:t>03</a:t>
            </a:r>
            <a:endParaRPr lang="zh-CN" altLang="en-US" sz="24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" panose="02020400000000000000" pitchFamily="18" charset="-122"/>
            </a:endParaRPr>
          </a:p>
        </p:txBody>
      </p:sp>
      <p:sp>
        <p:nvSpPr>
          <p:cNvPr id="15" name="深度视觉·原创设计 https://www.docer.com/works?userid=22383862"/>
          <p:cNvSpPr txBox="1"/>
          <p:nvPr/>
        </p:nvSpPr>
        <p:spPr>
          <a:xfrm>
            <a:off x="6917011" y="3792303"/>
            <a:ext cx="2859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思源宋体 CN" panose="02020400000000000000" pitchFamily="18" charset="-122"/>
              </a:rPr>
              <a:t>技术与实践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思源宋体 CN" panose="02020400000000000000" pitchFamily="18" charset="-122"/>
            </a:endParaRPr>
          </a:p>
        </p:txBody>
      </p:sp>
      <p:sp>
        <p:nvSpPr>
          <p:cNvPr id="16" name="深度视觉·原创设计 https://www.docer.com/works?userid=22383862"/>
          <p:cNvSpPr/>
          <p:nvPr/>
        </p:nvSpPr>
        <p:spPr>
          <a:xfrm>
            <a:off x="6096000" y="4942370"/>
            <a:ext cx="625642" cy="62564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宋体 CN" panose="02020400000000000000" pitchFamily="18" charset="-122"/>
              </a:rPr>
              <a:t>04</a:t>
            </a:r>
            <a:endParaRPr lang="zh-CN" altLang="en-US" sz="2400" b="1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宋体 CN" panose="02020400000000000000" pitchFamily="18" charset="-122"/>
            </a:endParaRPr>
          </a:p>
        </p:txBody>
      </p:sp>
      <p:sp>
        <p:nvSpPr>
          <p:cNvPr id="17" name="深度视觉·原创设计 https://www.docer.com/works?userid=22383862"/>
          <p:cNvSpPr txBox="1"/>
          <p:nvPr/>
        </p:nvSpPr>
        <p:spPr>
          <a:xfrm>
            <a:off x="6917011" y="4955900"/>
            <a:ext cx="2859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思源宋体 CN" panose="02020400000000000000" pitchFamily="18" charset="-122"/>
              </a:rPr>
              <a:t>总结与展望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思源宋体 CN" panose="02020400000000000000" pitchFamily="18" charset="-122"/>
            </a:endParaRPr>
          </a:p>
        </p:txBody>
      </p:sp>
      <p:sp>
        <p:nvSpPr>
          <p:cNvPr id="18" name="深度视觉·原创设计 https://www.docer.com/works?userid=22383862"/>
          <p:cNvSpPr txBox="1"/>
          <p:nvPr/>
        </p:nvSpPr>
        <p:spPr>
          <a:xfrm>
            <a:off x="1743566" y="2828835"/>
            <a:ext cx="21466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spc="300" dirty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037484">
            <a:off x="10458293" y="4646293"/>
            <a:ext cx="2746978" cy="2685934"/>
          </a:xfrm>
          <a:prstGeom prst="rect">
            <a:avLst/>
          </a:prstGeom>
        </p:spPr>
      </p:pic>
      <p:pic>
        <p:nvPicPr>
          <p:cNvPr id="3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" y="3429000"/>
            <a:ext cx="4093672" cy="3638820"/>
          </a:xfrm>
          <a:prstGeom prst="rect">
            <a:avLst/>
          </a:prstGeom>
        </p:spPr>
      </p:pic>
      <p:pic>
        <p:nvPicPr>
          <p:cNvPr id="4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856770" y="-2038140"/>
            <a:ext cx="881149" cy="4646058"/>
          </a:xfrm>
          <a:prstGeom prst="rect">
            <a:avLst/>
          </a:prstGeom>
        </p:spPr>
      </p:pic>
      <p:pic>
        <p:nvPicPr>
          <p:cNvPr id="5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8196" y="5482589"/>
            <a:ext cx="1078026" cy="1013344"/>
          </a:xfrm>
          <a:prstGeom prst="rect">
            <a:avLst/>
          </a:prstGeom>
        </p:spPr>
      </p:pic>
      <p:pic>
        <p:nvPicPr>
          <p:cNvPr id="6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806201">
            <a:off x="-87871" y="3264097"/>
            <a:ext cx="881149" cy="3201508"/>
          </a:xfrm>
          <a:prstGeom prst="rect">
            <a:avLst/>
          </a:prstGeom>
        </p:spPr>
      </p:pic>
      <p:pic>
        <p:nvPicPr>
          <p:cNvPr id="8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1461527" y="2010793"/>
            <a:ext cx="3995550" cy="2836413"/>
          </a:xfrm>
          <a:prstGeom prst="rect">
            <a:avLst/>
          </a:prstGeom>
        </p:spPr>
      </p:pic>
      <p:sp>
        <p:nvSpPr>
          <p:cNvPr id="9" name="深度视觉·原创设计 https://www.docer.com/works?userid=22383862"/>
          <p:cNvSpPr txBox="1"/>
          <p:nvPr/>
        </p:nvSpPr>
        <p:spPr>
          <a:xfrm>
            <a:off x="2519151" y="2705724"/>
            <a:ext cx="18803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01</a:t>
            </a:r>
            <a:endParaRPr lang="zh-CN" altLang="en-US" sz="8800" dirty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10" name="深度视觉·原创设计 https://www.docer.com/works?userid=22383862"/>
          <p:cNvSpPr txBox="1"/>
          <p:nvPr/>
        </p:nvSpPr>
        <p:spPr>
          <a:xfrm>
            <a:off x="5770670" y="2709576"/>
            <a:ext cx="45943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rPr>
              <a:t>绪论</a:t>
            </a:r>
            <a:endParaRPr lang="zh-CN" altLang="en-US" sz="4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 M" panose="00020600040101010101" pitchFamily="18" charset="-122"/>
              <a:ea typeface="阿里巴巴普惠体 M" panose="00020600040101010101" pitchFamily="18" charset="-122"/>
              <a:cs typeface="阿里巴巴普惠体 M" panose="00020600040101010101" pitchFamily="18" charset="-122"/>
            </a:endParaRPr>
          </a:p>
        </p:txBody>
      </p:sp>
      <p:sp>
        <p:nvSpPr>
          <p:cNvPr id="11" name="深度视觉·原创设计 https://www.docer.com/works?userid=22383862"/>
          <p:cNvSpPr txBox="1"/>
          <p:nvPr/>
        </p:nvSpPr>
        <p:spPr>
          <a:xfrm>
            <a:off x="5770670" y="2082702"/>
            <a:ext cx="3357713" cy="537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di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Lato"/>
                <a:sym typeface="Lato"/>
              </a:rPr>
              <a:t>YOUR TITLE HERE</a:t>
            </a:r>
            <a:endParaRPr sz="2800" b="0" i="0" u="none" strike="noStrike" cap="none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cs typeface="Lato"/>
              <a:sym typeface="Lato"/>
            </a:endParaRPr>
          </a:p>
        </p:txBody>
      </p:sp>
      <p:sp>
        <p:nvSpPr>
          <p:cNvPr id="12" name="深度视觉·原创设计 https://www.docer.com/works?userid=22383862"/>
          <p:cNvSpPr txBox="1"/>
          <p:nvPr/>
        </p:nvSpPr>
        <p:spPr>
          <a:xfrm>
            <a:off x="5770670" y="3568372"/>
            <a:ext cx="4027816" cy="1167804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pic>
        <p:nvPicPr>
          <p:cNvPr id="13" name="深度视觉·原创设计 https://www.docer.com/works?userid=223838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1909" y="873733"/>
            <a:ext cx="294589" cy="385231"/>
          </a:xfrm>
          <a:prstGeom prst="rect">
            <a:avLst/>
          </a:prstGeom>
        </p:spPr>
      </p:pic>
      <p:pic>
        <p:nvPicPr>
          <p:cNvPr id="14" name="深度视觉·原创设计 https://www.docer.com/works?userid=223838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133" y="622030"/>
            <a:ext cx="282748" cy="444318"/>
          </a:xfrm>
          <a:prstGeom prst="rect">
            <a:avLst/>
          </a:prstGeom>
        </p:spPr>
      </p:pic>
      <p:pic>
        <p:nvPicPr>
          <p:cNvPr id="15" name="深度视觉·原创设计 https://www.docer.com/works?userid=223838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57576">
            <a:off x="10223666" y="5667253"/>
            <a:ext cx="282748" cy="4443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39490">
            <a:off x="10302854" y="5515031"/>
            <a:ext cx="2746978" cy="2685934"/>
          </a:xfrm>
          <a:prstGeom prst="rect">
            <a:avLst/>
          </a:prstGeom>
        </p:spPr>
      </p:pic>
      <p:pic>
        <p:nvPicPr>
          <p:cNvPr id="12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4039" y="5303588"/>
            <a:ext cx="2740006" cy="2435561"/>
          </a:xfrm>
          <a:prstGeom prst="rect">
            <a:avLst/>
          </a:prstGeom>
        </p:spPr>
      </p:pic>
      <p:pic>
        <p:nvPicPr>
          <p:cNvPr id="13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494" y="-246003"/>
            <a:ext cx="2178882" cy="1739853"/>
          </a:xfrm>
          <a:prstGeom prst="rect">
            <a:avLst/>
          </a:prstGeom>
        </p:spPr>
      </p:pic>
      <p:pic>
        <p:nvPicPr>
          <p:cNvPr id="14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476" y="-242592"/>
            <a:ext cx="517029" cy="2726153"/>
          </a:xfrm>
          <a:prstGeom prst="rect">
            <a:avLst/>
          </a:prstGeom>
        </p:spPr>
      </p:pic>
      <p:pic>
        <p:nvPicPr>
          <p:cNvPr id="15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7576">
            <a:off x="11086081" y="5810070"/>
            <a:ext cx="282748" cy="444318"/>
          </a:xfrm>
          <a:prstGeom prst="rect">
            <a:avLst/>
          </a:prstGeom>
        </p:spPr>
      </p:pic>
      <p:pic>
        <p:nvPicPr>
          <p:cNvPr id="16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06201">
            <a:off x="-54476" y="317800"/>
            <a:ext cx="517029" cy="1878539"/>
          </a:xfrm>
          <a:prstGeom prst="rect">
            <a:avLst/>
          </a:prstGeom>
        </p:spPr>
      </p:pic>
      <p:sp>
        <p:nvSpPr>
          <p:cNvPr id="17" name="深度视觉·原创设计 https://www.docer.com/works?userid=22383862"/>
          <p:cNvSpPr txBox="1"/>
          <p:nvPr/>
        </p:nvSpPr>
        <p:spPr>
          <a:xfrm>
            <a:off x="4813531" y="283565"/>
            <a:ext cx="2564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输入你的标题</a:t>
            </a:r>
          </a:p>
        </p:txBody>
      </p:sp>
      <p:grpSp>
        <p:nvGrpSpPr>
          <p:cNvPr id="2" name="深度视觉·原创设计 https://www.docer.com/works?userid=22383862"/>
          <p:cNvGrpSpPr/>
          <p:nvPr/>
        </p:nvGrpSpPr>
        <p:grpSpPr>
          <a:xfrm>
            <a:off x="6064749" y="3870075"/>
            <a:ext cx="62503" cy="359523"/>
            <a:chOff x="5821136" y="644979"/>
            <a:chExt cx="97971" cy="563538"/>
          </a:xfrm>
          <a:solidFill>
            <a:schemeClr val="accent1"/>
          </a:solidFill>
        </p:grpSpPr>
        <p:sp>
          <p:nvSpPr>
            <p:cNvPr id="3" name="深度视觉·原创设计 https://www.docer.com/works?userid=22383862"/>
            <p:cNvSpPr/>
            <p:nvPr/>
          </p:nvSpPr>
          <p:spPr>
            <a:xfrm>
              <a:off x="5821136" y="644979"/>
              <a:ext cx="97971" cy="97971"/>
            </a:xfrm>
            <a:prstGeom prst="diamon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" name="深度视觉·原创设计 https://www.docer.com/works?userid=22383862"/>
            <p:cNvSpPr/>
            <p:nvPr/>
          </p:nvSpPr>
          <p:spPr>
            <a:xfrm>
              <a:off x="5821136" y="800101"/>
              <a:ext cx="97971" cy="97971"/>
            </a:xfrm>
            <a:prstGeom prst="diamon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" name="深度视觉·原创设计 https://www.docer.com/works?userid=22383862"/>
            <p:cNvSpPr/>
            <p:nvPr/>
          </p:nvSpPr>
          <p:spPr>
            <a:xfrm>
              <a:off x="5821136" y="955424"/>
              <a:ext cx="97971" cy="97971"/>
            </a:xfrm>
            <a:prstGeom prst="diamon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" name="深度视觉·原创设计 https://www.docer.com/works?userid=22383862"/>
            <p:cNvSpPr/>
            <p:nvPr/>
          </p:nvSpPr>
          <p:spPr>
            <a:xfrm>
              <a:off x="5821136" y="1110546"/>
              <a:ext cx="97971" cy="97971"/>
            </a:xfrm>
            <a:prstGeom prst="diamon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7" name="深度视觉·原创设计 https://www.docer.com/works?userid=22383862"/>
          <p:cNvSpPr txBox="1"/>
          <p:nvPr/>
        </p:nvSpPr>
        <p:spPr>
          <a:xfrm>
            <a:off x="4803813" y="1724784"/>
            <a:ext cx="26468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在这添加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ctr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页面标题内容</a:t>
            </a:r>
          </a:p>
        </p:txBody>
      </p:sp>
      <p:sp>
        <p:nvSpPr>
          <p:cNvPr id="8" name="深度视觉·原创设计 https://www.docer.com/works?userid=22383862"/>
          <p:cNvSpPr txBox="1"/>
          <p:nvPr/>
        </p:nvSpPr>
        <p:spPr>
          <a:xfrm>
            <a:off x="4597928" y="1323593"/>
            <a:ext cx="3183654" cy="310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bg1">
                    <a:lumMod val="50000"/>
                  </a:schemeClr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Lato"/>
                <a:sym typeface="Lato"/>
              </a:rPr>
              <a:t>YOUR TITLE HERE</a:t>
            </a:r>
            <a:endParaRPr sz="2400" b="0" i="0" u="none" strike="noStrike" cap="none">
              <a:solidFill>
                <a:schemeClr val="bg1">
                  <a:lumMod val="50000"/>
                </a:schemeClr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Lato"/>
              <a:sym typeface="Lato"/>
            </a:endParaRPr>
          </a:p>
        </p:txBody>
      </p:sp>
      <p:sp>
        <p:nvSpPr>
          <p:cNvPr id="9" name="深度视觉·原创设计 https://www.docer.com/works?userid=22383862"/>
          <p:cNvSpPr txBox="1"/>
          <p:nvPr/>
        </p:nvSpPr>
        <p:spPr>
          <a:xfrm>
            <a:off x="1515860" y="3215244"/>
            <a:ext cx="3824909" cy="2618842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FZHei-B01S" panose="02010601030101010101" pitchFamily="2" charset="-122"/>
            </a:endParaRPr>
          </a:p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FZHei-B01S" panose="02010601030101010101" pitchFamily="2" charset="-122"/>
            </a:endParaRPr>
          </a:p>
        </p:txBody>
      </p:sp>
      <p:sp>
        <p:nvSpPr>
          <p:cNvPr id="10" name="深度视觉·原创设计 https://www.docer.com/works?userid=22383862"/>
          <p:cNvSpPr txBox="1"/>
          <p:nvPr/>
        </p:nvSpPr>
        <p:spPr>
          <a:xfrm>
            <a:off x="6851231" y="3215244"/>
            <a:ext cx="3824909" cy="2618842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FZHei-B01S" panose="02010601030101010101" pitchFamily="2" charset="-122"/>
            </a:endParaRPr>
          </a:p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FZHei-B01S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39490">
            <a:off x="10302854" y="5515031"/>
            <a:ext cx="2746978" cy="2685934"/>
          </a:xfrm>
          <a:prstGeom prst="rect">
            <a:avLst/>
          </a:prstGeom>
        </p:spPr>
      </p:pic>
      <p:pic>
        <p:nvPicPr>
          <p:cNvPr id="19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4039" y="5303588"/>
            <a:ext cx="2740006" cy="2435561"/>
          </a:xfrm>
          <a:prstGeom prst="rect">
            <a:avLst/>
          </a:prstGeom>
        </p:spPr>
      </p:pic>
      <p:pic>
        <p:nvPicPr>
          <p:cNvPr id="20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494" y="-246003"/>
            <a:ext cx="2178882" cy="1739853"/>
          </a:xfrm>
          <a:prstGeom prst="rect">
            <a:avLst/>
          </a:prstGeom>
        </p:spPr>
      </p:pic>
      <p:pic>
        <p:nvPicPr>
          <p:cNvPr id="21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476" y="-242592"/>
            <a:ext cx="517029" cy="2726153"/>
          </a:xfrm>
          <a:prstGeom prst="rect">
            <a:avLst/>
          </a:prstGeom>
        </p:spPr>
      </p:pic>
      <p:pic>
        <p:nvPicPr>
          <p:cNvPr id="22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7576">
            <a:off x="11086081" y="5810070"/>
            <a:ext cx="282748" cy="444318"/>
          </a:xfrm>
          <a:prstGeom prst="rect">
            <a:avLst/>
          </a:prstGeom>
        </p:spPr>
      </p:pic>
      <p:pic>
        <p:nvPicPr>
          <p:cNvPr id="23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06201">
            <a:off x="-54476" y="317800"/>
            <a:ext cx="517029" cy="1878539"/>
          </a:xfrm>
          <a:prstGeom prst="rect">
            <a:avLst/>
          </a:prstGeom>
        </p:spPr>
      </p:pic>
      <p:sp>
        <p:nvSpPr>
          <p:cNvPr id="2" name="深度视觉·原创设计 https://www.docer.com/works?userid=22383862"/>
          <p:cNvSpPr/>
          <p:nvPr/>
        </p:nvSpPr>
        <p:spPr>
          <a:xfrm>
            <a:off x="-1" y="1320800"/>
            <a:ext cx="4462817" cy="4241761"/>
          </a:xfrm>
          <a:prstGeom prst="rect">
            <a:avLst/>
          </a:prstGeom>
          <a:blipFill>
            <a:blip r:embed="rId8"/>
            <a:stretch>
              <a:fillRect t="-15757" b="-1575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3" name="深度视觉·原创设计 https://www.docer.com/works?userid=22383862"/>
          <p:cNvSpPr/>
          <p:nvPr/>
        </p:nvSpPr>
        <p:spPr>
          <a:xfrm>
            <a:off x="4724496" y="131"/>
            <a:ext cx="2373292" cy="6857869"/>
          </a:xfrm>
          <a:prstGeom prst="rect">
            <a:avLst/>
          </a:prstGeom>
          <a:blipFill>
            <a:blip r:embed="rId9"/>
            <a:stretch>
              <a:fillRect l="-166720" r="-16672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4" name="深度视觉·原创设计 https://www.docer.com/works?userid=22383862"/>
          <p:cNvSpPr/>
          <p:nvPr/>
        </p:nvSpPr>
        <p:spPr>
          <a:xfrm>
            <a:off x="6510390" y="4392119"/>
            <a:ext cx="5088685" cy="19448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深度视觉·原创设计 https://www.docer.com/works?userid=22383862"/>
          <p:cNvSpPr txBox="1"/>
          <p:nvPr/>
        </p:nvSpPr>
        <p:spPr>
          <a:xfrm>
            <a:off x="7615529" y="5531783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Segoe UI Light" panose="020B0502040204020203" pitchFamily="34" charset="0"/>
              </a:rPr>
              <a:t>280.5K</a:t>
            </a:r>
          </a:p>
        </p:txBody>
      </p:sp>
      <p:sp>
        <p:nvSpPr>
          <p:cNvPr id="6" name="深度视觉·原创设计 https://www.docer.com/works?userid=22383862"/>
          <p:cNvSpPr txBox="1"/>
          <p:nvPr/>
        </p:nvSpPr>
        <p:spPr>
          <a:xfrm>
            <a:off x="9050999" y="5531783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Segoe UI Light" panose="020B0502040204020203" pitchFamily="34" charset="0"/>
              </a:rPr>
              <a:t>682.7K</a:t>
            </a:r>
          </a:p>
        </p:txBody>
      </p:sp>
      <p:sp>
        <p:nvSpPr>
          <p:cNvPr id="7" name="深度视觉·原创设计 https://www.docer.com/works?userid=22383862"/>
          <p:cNvSpPr/>
          <p:nvPr/>
        </p:nvSpPr>
        <p:spPr>
          <a:xfrm>
            <a:off x="7268121" y="5554640"/>
            <a:ext cx="323618" cy="32361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8" name="深度视觉·原创设计 https://www.docer.com/works?userid=22383862"/>
          <p:cNvSpPr txBox="1"/>
          <p:nvPr/>
        </p:nvSpPr>
        <p:spPr>
          <a:xfrm>
            <a:off x="7284698" y="5562561"/>
            <a:ext cx="2904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2">
                    <a:lumMod val="50000"/>
                  </a:schemeClr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</a:rPr>
              <a:t>1</a:t>
            </a:r>
          </a:p>
        </p:txBody>
      </p:sp>
      <p:sp>
        <p:nvSpPr>
          <p:cNvPr id="9" name="深度视觉·原创设计 https://www.docer.com/works?userid=22383862"/>
          <p:cNvSpPr/>
          <p:nvPr/>
        </p:nvSpPr>
        <p:spPr>
          <a:xfrm>
            <a:off x="8703591" y="5554640"/>
            <a:ext cx="323618" cy="32361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10" name="深度视觉·原创设计 https://www.docer.com/works?userid=22383862"/>
          <p:cNvSpPr txBox="1"/>
          <p:nvPr/>
        </p:nvSpPr>
        <p:spPr>
          <a:xfrm>
            <a:off x="8720168" y="5562561"/>
            <a:ext cx="2904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2">
                    <a:lumMod val="50000"/>
                  </a:schemeClr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</a:rPr>
              <a:t>2</a:t>
            </a:r>
          </a:p>
        </p:txBody>
      </p:sp>
      <p:sp>
        <p:nvSpPr>
          <p:cNvPr id="14" name="深度视觉·原创设计 https://www.docer.com/works?userid=22383862"/>
          <p:cNvSpPr txBox="1"/>
          <p:nvPr/>
        </p:nvSpPr>
        <p:spPr>
          <a:xfrm>
            <a:off x="7557733" y="1878953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添加页面标题内容</a:t>
            </a:r>
          </a:p>
        </p:txBody>
      </p:sp>
      <p:sp>
        <p:nvSpPr>
          <p:cNvPr id="15" name="深度视觉·原创设计 https://www.docer.com/works?userid=22383862"/>
          <p:cNvSpPr txBox="1"/>
          <p:nvPr/>
        </p:nvSpPr>
        <p:spPr>
          <a:xfrm>
            <a:off x="7557733" y="1444683"/>
            <a:ext cx="3183654" cy="43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Lato"/>
                <a:sym typeface="Lato"/>
              </a:rPr>
              <a:t>YOUR TITLE HERE</a:t>
            </a:r>
            <a:endParaRPr sz="2400" b="0" i="0" u="none" strike="noStrike" cap="none">
              <a:solidFill>
                <a:schemeClr val="tx1">
                  <a:lumMod val="75000"/>
                  <a:lumOff val="25000"/>
                </a:schemeClr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Lato"/>
              <a:sym typeface="Lato"/>
            </a:endParaRPr>
          </a:p>
        </p:txBody>
      </p:sp>
      <p:sp>
        <p:nvSpPr>
          <p:cNvPr id="16" name="深度视觉·原创设计 https://www.docer.com/works?userid=22383862"/>
          <p:cNvSpPr txBox="1"/>
          <p:nvPr/>
        </p:nvSpPr>
        <p:spPr>
          <a:xfrm>
            <a:off x="7671514" y="2770404"/>
            <a:ext cx="3467616" cy="1100670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FZHei-B01S" panose="02010601030101010101" pitchFamily="2" charset="-122"/>
            </a:endParaRPr>
          </a:p>
        </p:txBody>
      </p:sp>
      <p:sp>
        <p:nvSpPr>
          <p:cNvPr id="17" name="深度视觉·原创设计 https://www.docer.com/works?userid=22383862"/>
          <p:cNvSpPr txBox="1"/>
          <p:nvPr/>
        </p:nvSpPr>
        <p:spPr>
          <a:xfrm>
            <a:off x="7268121" y="4714329"/>
            <a:ext cx="3370850" cy="58770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39490">
            <a:off x="10302854" y="5515031"/>
            <a:ext cx="2746978" cy="2685934"/>
          </a:xfrm>
          <a:prstGeom prst="rect">
            <a:avLst/>
          </a:prstGeom>
        </p:spPr>
      </p:pic>
      <p:pic>
        <p:nvPicPr>
          <p:cNvPr id="11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4039" y="5303588"/>
            <a:ext cx="2740006" cy="2435561"/>
          </a:xfrm>
          <a:prstGeom prst="rect">
            <a:avLst/>
          </a:prstGeom>
        </p:spPr>
      </p:pic>
      <p:pic>
        <p:nvPicPr>
          <p:cNvPr id="12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494" y="-246003"/>
            <a:ext cx="2178882" cy="1739853"/>
          </a:xfrm>
          <a:prstGeom prst="rect">
            <a:avLst/>
          </a:prstGeom>
        </p:spPr>
      </p:pic>
      <p:pic>
        <p:nvPicPr>
          <p:cNvPr id="13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476" y="-242592"/>
            <a:ext cx="517029" cy="2726153"/>
          </a:xfrm>
          <a:prstGeom prst="rect">
            <a:avLst/>
          </a:prstGeom>
        </p:spPr>
      </p:pic>
      <p:pic>
        <p:nvPicPr>
          <p:cNvPr id="14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7576">
            <a:off x="11086081" y="5810070"/>
            <a:ext cx="282748" cy="444318"/>
          </a:xfrm>
          <a:prstGeom prst="rect">
            <a:avLst/>
          </a:prstGeom>
        </p:spPr>
      </p:pic>
      <p:pic>
        <p:nvPicPr>
          <p:cNvPr id="15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06201">
            <a:off x="-54476" y="317800"/>
            <a:ext cx="517029" cy="1878539"/>
          </a:xfrm>
          <a:prstGeom prst="rect">
            <a:avLst/>
          </a:prstGeom>
        </p:spPr>
      </p:pic>
      <p:cxnSp>
        <p:nvCxnSpPr>
          <p:cNvPr id="2" name="深度视觉·原创设计 https://www.docer.com/works?userid=22383862"/>
          <p:cNvCxnSpPr/>
          <p:nvPr/>
        </p:nvCxnSpPr>
        <p:spPr>
          <a:xfrm>
            <a:off x="6096001" y="0"/>
            <a:ext cx="0" cy="2499822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深度视觉·原创设计 https://www.docer.com/works?userid=22383862"/>
          <p:cNvSpPr/>
          <p:nvPr/>
        </p:nvSpPr>
        <p:spPr>
          <a:xfrm>
            <a:off x="5379388" y="2628546"/>
            <a:ext cx="1439778" cy="1439778"/>
          </a:xfrm>
          <a:custGeom>
            <a:avLst/>
            <a:gdLst/>
            <a:ahLst/>
            <a:cxnLst/>
            <a:rect l="l" t="t" r="r" b="b"/>
            <a:pathLst>
              <a:path w="195927" h="195927">
                <a:moveTo>
                  <a:pt x="97964" y="28559"/>
                </a:moveTo>
                <a:cubicBezTo>
                  <a:pt x="85058" y="28707"/>
                  <a:pt x="73390" y="31870"/>
                  <a:pt x="62959" y="38047"/>
                </a:cubicBezTo>
                <a:cubicBezTo>
                  <a:pt x="52529" y="44225"/>
                  <a:pt x="44225" y="52528"/>
                  <a:pt x="38048" y="62958"/>
                </a:cubicBezTo>
                <a:cubicBezTo>
                  <a:pt x="31870" y="73388"/>
                  <a:pt x="28707" y="85057"/>
                  <a:pt x="28559" y="97963"/>
                </a:cubicBezTo>
                <a:cubicBezTo>
                  <a:pt x="28707" y="110869"/>
                  <a:pt x="31870" y="122537"/>
                  <a:pt x="38048" y="132968"/>
                </a:cubicBezTo>
                <a:cubicBezTo>
                  <a:pt x="44225" y="143398"/>
                  <a:pt x="52529" y="151702"/>
                  <a:pt x="62959" y="157879"/>
                </a:cubicBezTo>
                <a:cubicBezTo>
                  <a:pt x="73390" y="164057"/>
                  <a:pt x="85058" y="167220"/>
                  <a:pt x="97964" y="167368"/>
                </a:cubicBezTo>
                <a:cubicBezTo>
                  <a:pt x="110870" y="167220"/>
                  <a:pt x="122539" y="164057"/>
                  <a:pt x="132969" y="157879"/>
                </a:cubicBezTo>
                <a:cubicBezTo>
                  <a:pt x="143399" y="151702"/>
                  <a:pt x="151703" y="143398"/>
                  <a:pt x="157880" y="132968"/>
                </a:cubicBezTo>
                <a:cubicBezTo>
                  <a:pt x="164057" y="122537"/>
                  <a:pt x="167220" y="110869"/>
                  <a:pt x="167368" y="97963"/>
                </a:cubicBezTo>
                <a:cubicBezTo>
                  <a:pt x="167220" y="85057"/>
                  <a:pt x="164057" y="73388"/>
                  <a:pt x="157880" y="62958"/>
                </a:cubicBezTo>
                <a:cubicBezTo>
                  <a:pt x="151703" y="52528"/>
                  <a:pt x="143399" y="44225"/>
                  <a:pt x="132969" y="38047"/>
                </a:cubicBezTo>
                <a:cubicBezTo>
                  <a:pt x="122539" y="31870"/>
                  <a:pt x="110870" y="28707"/>
                  <a:pt x="97964" y="28559"/>
                </a:cubicBezTo>
                <a:close/>
                <a:moveTo>
                  <a:pt x="97964" y="0"/>
                </a:moveTo>
                <a:cubicBezTo>
                  <a:pt x="116204" y="207"/>
                  <a:pt x="132683" y="4666"/>
                  <a:pt x="147404" y="13377"/>
                </a:cubicBezTo>
                <a:cubicBezTo>
                  <a:pt x="162125" y="22087"/>
                  <a:pt x="173840" y="33802"/>
                  <a:pt x="182550" y="48523"/>
                </a:cubicBezTo>
                <a:cubicBezTo>
                  <a:pt x="191261" y="63243"/>
                  <a:pt x="195719" y="79723"/>
                  <a:pt x="195927" y="97963"/>
                </a:cubicBezTo>
                <a:cubicBezTo>
                  <a:pt x="195719" y="116202"/>
                  <a:pt x="191261" y="132682"/>
                  <a:pt x="182550" y="147403"/>
                </a:cubicBezTo>
                <a:cubicBezTo>
                  <a:pt x="173840" y="162124"/>
                  <a:pt x="162125" y="173839"/>
                  <a:pt x="147404" y="182550"/>
                </a:cubicBezTo>
                <a:cubicBezTo>
                  <a:pt x="132683" y="191260"/>
                  <a:pt x="116204" y="195719"/>
                  <a:pt x="97964" y="195927"/>
                </a:cubicBezTo>
                <a:cubicBezTo>
                  <a:pt x="79725" y="195719"/>
                  <a:pt x="63245" y="191260"/>
                  <a:pt x="48524" y="182550"/>
                </a:cubicBezTo>
                <a:cubicBezTo>
                  <a:pt x="33803" y="173839"/>
                  <a:pt x="22087" y="162124"/>
                  <a:pt x="13377" y="147403"/>
                </a:cubicBezTo>
                <a:cubicBezTo>
                  <a:pt x="4667" y="132682"/>
                  <a:pt x="208" y="116202"/>
                  <a:pt x="0" y="97963"/>
                </a:cubicBezTo>
                <a:cubicBezTo>
                  <a:pt x="208" y="79723"/>
                  <a:pt x="4667" y="63243"/>
                  <a:pt x="13377" y="48523"/>
                </a:cubicBezTo>
                <a:cubicBezTo>
                  <a:pt x="22087" y="33802"/>
                  <a:pt x="33803" y="22087"/>
                  <a:pt x="48524" y="13377"/>
                </a:cubicBezTo>
                <a:cubicBezTo>
                  <a:pt x="63245" y="4666"/>
                  <a:pt x="79725" y="207"/>
                  <a:pt x="979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1200"/>
          </a:p>
        </p:txBody>
      </p:sp>
      <p:cxnSp>
        <p:nvCxnSpPr>
          <p:cNvPr id="4" name="深度视觉·原创设计 https://www.docer.com/works?userid=22383862"/>
          <p:cNvCxnSpPr/>
          <p:nvPr/>
        </p:nvCxnSpPr>
        <p:spPr>
          <a:xfrm>
            <a:off x="6096001" y="4199885"/>
            <a:ext cx="0" cy="307919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深度视觉·原创设计 https://www.docer.com/works?userid=22383862"/>
          <p:cNvSpPr txBox="1"/>
          <p:nvPr/>
        </p:nvSpPr>
        <p:spPr>
          <a:xfrm>
            <a:off x="5549171" y="3165411"/>
            <a:ext cx="109365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35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Open Sans Light" panose="020B0306030504020204" pitchFamily="34" charset="0"/>
              </a:rPr>
              <a:t>20XX</a:t>
            </a:r>
            <a:endParaRPr lang="ru-RU" sz="2135" b="1" dirty="0">
              <a:solidFill>
                <a:schemeClr val="tx1">
                  <a:lumMod val="65000"/>
                  <a:lumOff val="35000"/>
                </a:schemeClr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Open Sans Light" panose="020B0306030504020204" pitchFamily="34" charset="0"/>
            </a:endParaRPr>
          </a:p>
        </p:txBody>
      </p:sp>
      <p:sp>
        <p:nvSpPr>
          <p:cNvPr id="6" name="深度视觉·原创设计 https://www.docer.com/works?userid=22383862"/>
          <p:cNvSpPr/>
          <p:nvPr/>
        </p:nvSpPr>
        <p:spPr>
          <a:xfrm>
            <a:off x="5249245" y="2499822"/>
            <a:ext cx="1700063" cy="1700063"/>
          </a:xfrm>
          <a:custGeom>
            <a:avLst/>
            <a:gdLst>
              <a:gd name="connsiteX0" fmla="*/ 1747692 w 3495368"/>
              <a:gd name="connsiteY0" fmla="*/ 83820 h 3495368"/>
              <a:gd name="connsiteX1" fmla="*/ 907978 w 3495368"/>
              <a:gd name="connsiteY1" fmla="*/ 311022 h 3495368"/>
              <a:gd name="connsiteX2" fmla="*/ 311022 w 3495368"/>
              <a:gd name="connsiteY2" fmla="*/ 907961 h 3495368"/>
              <a:gd name="connsiteX3" fmla="*/ 83820 w 3495368"/>
              <a:gd name="connsiteY3" fmla="*/ 1747676 h 3495368"/>
              <a:gd name="connsiteX4" fmla="*/ 311022 w 3495368"/>
              <a:gd name="connsiteY4" fmla="*/ 2587391 h 3495368"/>
              <a:gd name="connsiteX5" fmla="*/ 907978 w 3495368"/>
              <a:gd name="connsiteY5" fmla="*/ 3184346 h 3495368"/>
              <a:gd name="connsiteX6" fmla="*/ 1747692 w 3495368"/>
              <a:gd name="connsiteY6" fmla="*/ 3411548 h 3495368"/>
              <a:gd name="connsiteX7" fmla="*/ 2587408 w 3495368"/>
              <a:gd name="connsiteY7" fmla="*/ 3184346 h 3495368"/>
              <a:gd name="connsiteX8" fmla="*/ 3184346 w 3495368"/>
              <a:gd name="connsiteY8" fmla="*/ 2587391 h 3495368"/>
              <a:gd name="connsiteX9" fmla="*/ 3411548 w 3495368"/>
              <a:gd name="connsiteY9" fmla="*/ 1747676 h 3495368"/>
              <a:gd name="connsiteX10" fmla="*/ 3184346 w 3495368"/>
              <a:gd name="connsiteY10" fmla="*/ 907961 h 3495368"/>
              <a:gd name="connsiteX11" fmla="*/ 2587408 w 3495368"/>
              <a:gd name="connsiteY11" fmla="*/ 311022 h 3495368"/>
              <a:gd name="connsiteX12" fmla="*/ 1747692 w 3495368"/>
              <a:gd name="connsiteY12" fmla="*/ 83820 h 3495368"/>
              <a:gd name="connsiteX13" fmla="*/ 1747693 w 3495368"/>
              <a:gd name="connsiteY13" fmla="*/ 0 h 3495368"/>
              <a:gd name="connsiteX14" fmla="*/ 2629710 w 3495368"/>
              <a:gd name="connsiteY14" fmla="*/ 238648 h 3495368"/>
              <a:gd name="connsiteX15" fmla="*/ 3256720 w 3495368"/>
              <a:gd name="connsiteY15" fmla="*/ 865658 h 3495368"/>
              <a:gd name="connsiteX16" fmla="*/ 3495368 w 3495368"/>
              <a:gd name="connsiteY16" fmla="*/ 1747675 h 3495368"/>
              <a:gd name="connsiteX17" fmla="*/ 3256720 w 3495368"/>
              <a:gd name="connsiteY17" fmla="*/ 2629692 h 3495368"/>
              <a:gd name="connsiteX18" fmla="*/ 2629710 w 3495368"/>
              <a:gd name="connsiteY18" fmla="*/ 3256720 h 3495368"/>
              <a:gd name="connsiteX19" fmla="*/ 1747693 w 3495368"/>
              <a:gd name="connsiteY19" fmla="*/ 3495368 h 3495368"/>
              <a:gd name="connsiteX20" fmla="*/ 865676 w 3495368"/>
              <a:gd name="connsiteY20" fmla="*/ 3256720 h 3495368"/>
              <a:gd name="connsiteX21" fmla="*/ 238648 w 3495368"/>
              <a:gd name="connsiteY21" fmla="*/ 2629692 h 3495368"/>
              <a:gd name="connsiteX22" fmla="*/ 0 w 3495368"/>
              <a:gd name="connsiteY22" fmla="*/ 1747675 h 3495368"/>
              <a:gd name="connsiteX23" fmla="*/ 238648 w 3495368"/>
              <a:gd name="connsiteY23" fmla="*/ 865658 h 3495368"/>
              <a:gd name="connsiteX24" fmla="*/ 865676 w 3495368"/>
              <a:gd name="connsiteY24" fmla="*/ 238648 h 3495368"/>
              <a:gd name="connsiteX25" fmla="*/ 1747693 w 3495368"/>
              <a:gd name="connsiteY25" fmla="*/ 0 h 349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495368" h="3495368">
                <a:moveTo>
                  <a:pt x="1747692" y="83820"/>
                </a:moveTo>
                <a:cubicBezTo>
                  <a:pt x="1437912" y="87336"/>
                  <a:pt x="1158007" y="163070"/>
                  <a:pt x="907978" y="311022"/>
                </a:cubicBezTo>
                <a:cubicBezTo>
                  <a:pt x="657948" y="458957"/>
                  <a:pt x="458958" y="657931"/>
                  <a:pt x="311022" y="907961"/>
                </a:cubicBezTo>
                <a:cubicBezTo>
                  <a:pt x="163087" y="1157973"/>
                  <a:pt x="87353" y="1437878"/>
                  <a:pt x="83820" y="1747676"/>
                </a:cubicBezTo>
                <a:cubicBezTo>
                  <a:pt x="87353" y="2057457"/>
                  <a:pt x="163087" y="2337362"/>
                  <a:pt x="311022" y="2587391"/>
                </a:cubicBezTo>
                <a:cubicBezTo>
                  <a:pt x="458958" y="2837420"/>
                  <a:pt x="657948" y="3036394"/>
                  <a:pt x="907978" y="3184346"/>
                </a:cubicBezTo>
                <a:cubicBezTo>
                  <a:pt x="1158007" y="3332281"/>
                  <a:pt x="1437912" y="3408015"/>
                  <a:pt x="1747692" y="3411548"/>
                </a:cubicBezTo>
                <a:cubicBezTo>
                  <a:pt x="2057490" y="3408015"/>
                  <a:pt x="2337378" y="3332281"/>
                  <a:pt x="2587408" y="3184346"/>
                </a:cubicBezTo>
                <a:cubicBezTo>
                  <a:pt x="2837437" y="3036394"/>
                  <a:pt x="3036411" y="2837420"/>
                  <a:pt x="3184346" y="2587391"/>
                </a:cubicBezTo>
                <a:cubicBezTo>
                  <a:pt x="3332298" y="2337362"/>
                  <a:pt x="3408015" y="2057457"/>
                  <a:pt x="3411548" y="1747676"/>
                </a:cubicBezTo>
                <a:cubicBezTo>
                  <a:pt x="3408015" y="1437878"/>
                  <a:pt x="3332298" y="1157973"/>
                  <a:pt x="3184346" y="907961"/>
                </a:cubicBezTo>
                <a:cubicBezTo>
                  <a:pt x="3036411" y="657931"/>
                  <a:pt x="2837437" y="458957"/>
                  <a:pt x="2587408" y="311022"/>
                </a:cubicBezTo>
                <a:cubicBezTo>
                  <a:pt x="2337378" y="163070"/>
                  <a:pt x="2057490" y="87336"/>
                  <a:pt x="1747692" y="83820"/>
                </a:cubicBezTo>
                <a:close/>
                <a:moveTo>
                  <a:pt x="1747693" y="0"/>
                </a:moveTo>
                <a:cubicBezTo>
                  <a:pt x="2073097" y="3693"/>
                  <a:pt x="2367085" y="83242"/>
                  <a:pt x="2629710" y="238648"/>
                </a:cubicBezTo>
                <a:cubicBezTo>
                  <a:pt x="2892335" y="394036"/>
                  <a:pt x="3101332" y="603033"/>
                  <a:pt x="3256720" y="865658"/>
                </a:cubicBezTo>
                <a:cubicBezTo>
                  <a:pt x="3412126" y="1128265"/>
                  <a:pt x="3491657" y="1422271"/>
                  <a:pt x="3495368" y="1747675"/>
                </a:cubicBezTo>
                <a:cubicBezTo>
                  <a:pt x="3491657" y="2073062"/>
                  <a:pt x="3412126" y="2367068"/>
                  <a:pt x="3256720" y="2629692"/>
                </a:cubicBezTo>
                <a:cubicBezTo>
                  <a:pt x="3101332" y="2892317"/>
                  <a:pt x="2892335" y="3101315"/>
                  <a:pt x="2629710" y="3256720"/>
                </a:cubicBezTo>
                <a:cubicBezTo>
                  <a:pt x="2367085" y="3412108"/>
                  <a:pt x="2073097" y="3491657"/>
                  <a:pt x="1747693" y="3495368"/>
                </a:cubicBezTo>
                <a:cubicBezTo>
                  <a:pt x="1422306" y="3491657"/>
                  <a:pt x="1128301" y="3412108"/>
                  <a:pt x="865676" y="3256720"/>
                </a:cubicBezTo>
                <a:cubicBezTo>
                  <a:pt x="603051" y="3101315"/>
                  <a:pt x="394036" y="2892317"/>
                  <a:pt x="238648" y="2629692"/>
                </a:cubicBezTo>
                <a:cubicBezTo>
                  <a:pt x="83260" y="2367068"/>
                  <a:pt x="3711" y="2073062"/>
                  <a:pt x="0" y="1747675"/>
                </a:cubicBezTo>
                <a:cubicBezTo>
                  <a:pt x="3711" y="1422271"/>
                  <a:pt x="83260" y="1128265"/>
                  <a:pt x="238648" y="865658"/>
                </a:cubicBezTo>
                <a:cubicBezTo>
                  <a:pt x="394036" y="603033"/>
                  <a:pt x="603051" y="394036"/>
                  <a:pt x="865676" y="238648"/>
                </a:cubicBezTo>
                <a:cubicBezTo>
                  <a:pt x="1128301" y="83242"/>
                  <a:pt x="1422306" y="3693"/>
                  <a:pt x="17476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tr-TR" sz="1200"/>
          </a:p>
        </p:txBody>
      </p:sp>
      <p:sp>
        <p:nvSpPr>
          <p:cNvPr id="7" name="深度视觉·原创设计 https://www.docer.com/works?userid=22383862"/>
          <p:cNvSpPr/>
          <p:nvPr/>
        </p:nvSpPr>
        <p:spPr>
          <a:xfrm>
            <a:off x="5994417" y="4446007"/>
            <a:ext cx="203167" cy="203167"/>
          </a:xfrm>
          <a:custGeom>
            <a:avLst/>
            <a:gdLst/>
            <a:ahLst/>
            <a:cxnLst/>
            <a:rect l="l" t="t" r="r" b="b"/>
            <a:pathLst>
              <a:path w="195927" h="195927">
                <a:moveTo>
                  <a:pt x="97964" y="0"/>
                </a:moveTo>
                <a:cubicBezTo>
                  <a:pt x="116200" y="208"/>
                  <a:pt x="132679" y="4667"/>
                  <a:pt x="147399" y="13379"/>
                </a:cubicBezTo>
                <a:cubicBezTo>
                  <a:pt x="162120" y="22090"/>
                  <a:pt x="173837" y="33807"/>
                  <a:pt x="182548" y="48528"/>
                </a:cubicBezTo>
                <a:cubicBezTo>
                  <a:pt x="191260" y="63248"/>
                  <a:pt x="195719" y="79727"/>
                  <a:pt x="195927" y="97963"/>
                </a:cubicBezTo>
                <a:cubicBezTo>
                  <a:pt x="195719" y="116199"/>
                  <a:pt x="191260" y="132677"/>
                  <a:pt x="182548" y="147398"/>
                </a:cubicBezTo>
                <a:cubicBezTo>
                  <a:pt x="173837" y="162119"/>
                  <a:pt x="162120" y="173836"/>
                  <a:pt x="147399" y="182547"/>
                </a:cubicBezTo>
                <a:cubicBezTo>
                  <a:pt x="132679" y="191259"/>
                  <a:pt x="116200" y="195719"/>
                  <a:pt x="97964" y="195927"/>
                </a:cubicBezTo>
                <a:cubicBezTo>
                  <a:pt x="79728" y="195719"/>
                  <a:pt x="63250" y="191259"/>
                  <a:pt x="48529" y="182547"/>
                </a:cubicBezTo>
                <a:cubicBezTo>
                  <a:pt x="33808" y="173836"/>
                  <a:pt x="22091" y="162119"/>
                  <a:pt x="13380" y="147398"/>
                </a:cubicBezTo>
                <a:cubicBezTo>
                  <a:pt x="4668" y="132677"/>
                  <a:pt x="208" y="116199"/>
                  <a:pt x="0" y="97963"/>
                </a:cubicBezTo>
                <a:cubicBezTo>
                  <a:pt x="208" y="79727"/>
                  <a:pt x="4668" y="63248"/>
                  <a:pt x="13380" y="48528"/>
                </a:cubicBezTo>
                <a:cubicBezTo>
                  <a:pt x="22091" y="33807"/>
                  <a:pt x="33808" y="22090"/>
                  <a:pt x="48529" y="13379"/>
                </a:cubicBezTo>
                <a:cubicBezTo>
                  <a:pt x="63250" y="4667"/>
                  <a:pt x="79728" y="208"/>
                  <a:pt x="979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1200"/>
          </a:p>
        </p:txBody>
      </p:sp>
      <p:sp>
        <p:nvSpPr>
          <p:cNvPr id="8" name="深度视觉·原创设计 https://www.docer.com/works?userid=22383862"/>
          <p:cNvSpPr/>
          <p:nvPr/>
        </p:nvSpPr>
        <p:spPr>
          <a:xfrm>
            <a:off x="3066109" y="5212628"/>
            <a:ext cx="6059782" cy="774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单击此处添加文字阐述添加简短问题说明文字，单击此处添加文字阐述添加简短问题说明文字。单击此处添加文字阐述添加简短问题说明文字，单击此处添加文字阐述添加简短问题说明文字</a:t>
            </a:r>
          </a:p>
        </p:txBody>
      </p:sp>
      <p:sp>
        <p:nvSpPr>
          <p:cNvPr id="9" name="深度视觉·原创设计 https://www.docer.com/works?userid=22383862"/>
          <p:cNvSpPr/>
          <p:nvPr/>
        </p:nvSpPr>
        <p:spPr>
          <a:xfrm>
            <a:off x="5349036" y="4807578"/>
            <a:ext cx="1493928" cy="375920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6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en Sans" pitchFamily="34" charset="0"/>
                <a:sym typeface="+mn-ea"/>
              </a:rPr>
              <a:t>添加标题</a:t>
            </a:r>
            <a:endParaRPr kumimoji="0" lang="zh-CN" altLang="en-US" sz="186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Open Sans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39490">
            <a:off x="10302854" y="5515031"/>
            <a:ext cx="2746978" cy="2685934"/>
          </a:xfrm>
          <a:prstGeom prst="rect">
            <a:avLst/>
          </a:prstGeom>
        </p:spPr>
      </p:pic>
      <p:pic>
        <p:nvPicPr>
          <p:cNvPr id="15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4039" y="5303588"/>
            <a:ext cx="2740006" cy="2435561"/>
          </a:xfrm>
          <a:prstGeom prst="rect">
            <a:avLst/>
          </a:prstGeom>
        </p:spPr>
      </p:pic>
      <p:pic>
        <p:nvPicPr>
          <p:cNvPr id="16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494" y="-246003"/>
            <a:ext cx="2178882" cy="1739853"/>
          </a:xfrm>
          <a:prstGeom prst="rect">
            <a:avLst/>
          </a:prstGeom>
        </p:spPr>
      </p:pic>
      <p:pic>
        <p:nvPicPr>
          <p:cNvPr id="17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476" y="-242592"/>
            <a:ext cx="517029" cy="2726153"/>
          </a:xfrm>
          <a:prstGeom prst="rect">
            <a:avLst/>
          </a:prstGeom>
        </p:spPr>
      </p:pic>
      <p:pic>
        <p:nvPicPr>
          <p:cNvPr id="18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7576">
            <a:off x="11086081" y="5810070"/>
            <a:ext cx="282748" cy="444318"/>
          </a:xfrm>
          <a:prstGeom prst="rect">
            <a:avLst/>
          </a:prstGeom>
        </p:spPr>
      </p:pic>
      <p:pic>
        <p:nvPicPr>
          <p:cNvPr id="21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06201">
            <a:off x="-54476" y="317800"/>
            <a:ext cx="517029" cy="1878539"/>
          </a:xfrm>
          <a:prstGeom prst="rect">
            <a:avLst/>
          </a:prstGeom>
        </p:spPr>
      </p:pic>
      <p:sp>
        <p:nvSpPr>
          <p:cNvPr id="23" name="深度视觉·原创设计 https://www.docer.com/works?userid=22383862"/>
          <p:cNvSpPr txBox="1"/>
          <p:nvPr/>
        </p:nvSpPr>
        <p:spPr>
          <a:xfrm>
            <a:off x="4813531" y="283565"/>
            <a:ext cx="2564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输入你的标题</a:t>
            </a:r>
          </a:p>
        </p:txBody>
      </p:sp>
      <p:sp>
        <p:nvSpPr>
          <p:cNvPr id="2" name="深度视觉·原创设计 https://www.docer.com/works?userid=22383862"/>
          <p:cNvSpPr/>
          <p:nvPr/>
        </p:nvSpPr>
        <p:spPr>
          <a:xfrm rot="5400000">
            <a:off x="1124682" y="1066086"/>
            <a:ext cx="4629132" cy="6154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cxnSp>
        <p:nvCxnSpPr>
          <p:cNvPr id="6" name="深度视觉·原创设计 https://www.docer.com/works?userid=22383862"/>
          <p:cNvCxnSpPr/>
          <p:nvPr/>
        </p:nvCxnSpPr>
        <p:spPr>
          <a:xfrm>
            <a:off x="8379514" y="2835048"/>
            <a:ext cx="66295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深度视觉·原创设计 https://www.docer.com/works?userid=22383862"/>
          <p:cNvSpPr/>
          <p:nvPr/>
        </p:nvSpPr>
        <p:spPr>
          <a:xfrm>
            <a:off x="7897814" y="4836101"/>
            <a:ext cx="4318208" cy="3102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深度视觉·原创设计 https://www.docer.com/works?userid=22383862"/>
          <p:cNvSpPr/>
          <p:nvPr/>
        </p:nvSpPr>
        <p:spPr>
          <a:xfrm>
            <a:off x="829400" y="1305761"/>
            <a:ext cx="5862027" cy="4783657"/>
          </a:xfrm>
          <a:prstGeom prst="rect">
            <a:avLst/>
          </a:prstGeom>
          <a:blipFill>
            <a:blip r:embed="rId8"/>
            <a:stretch>
              <a:fillRect t="-27953" b="-2795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深度视觉·原创设计 https://www.docer.com/works?userid=22383862"/>
          <p:cNvSpPr/>
          <p:nvPr/>
        </p:nvSpPr>
        <p:spPr>
          <a:xfrm>
            <a:off x="7218741" y="5573315"/>
            <a:ext cx="3631824" cy="57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</a:p>
        </p:txBody>
      </p:sp>
      <p:sp>
        <p:nvSpPr>
          <p:cNvPr id="19" name="深度视觉·原创设计 https://www.docer.com/works?userid=22383862"/>
          <p:cNvSpPr txBox="1"/>
          <p:nvPr/>
        </p:nvSpPr>
        <p:spPr>
          <a:xfrm>
            <a:off x="8203687" y="1396423"/>
            <a:ext cx="26468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在这添加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页面标题内容</a:t>
            </a:r>
          </a:p>
        </p:txBody>
      </p:sp>
      <p:sp>
        <p:nvSpPr>
          <p:cNvPr id="20" name="深度视觉·原创设计 https://www.docer.com/works?userid=22383862"/>
          <p:cNvSpPr txBox="1"/>
          <p:nvPr/>
        </p:nvSpPr>
        <p:spPr>
          <a:xfrm>
            <a:off x="8203687" y="995535"/>
            <a:ext cx="3183654" cy="310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bg1">
                    <a:lumMod val="50000"/>
                  </a:schemeClr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Lato"/>
                <a:sym typeface="Lato"/>
              </a:rPr>
              <a:t>YOUR TITLE HERE</a:t>
            </a:r>
            <a:endParaRPr sz="2400" b="0" i="0" u="none" strike="noStrike" cap="none">
              <a:solidFill>
                <a:schemeClr val="bg1">
                  <a:lumMod val="50000"/>
                </a:schemeClr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Lato"/>
              <a:sym typeface="Lato"/>
            </a:endParaRPr>
          </a:p>
        </p:txBody>
      </p:sp>
      <p:sp>
        <p:nvSpPr>
          <p:cNvPr id="22" name="深度视觉·原创设计 https://www.docer.com/works?userid=22383862"/>
          <p:cNvSpPr txBox="1"/>
          <p:nvPr/>
        </p:nvSpPr>
        <p:spPr>
          <a:xfrm>
            <a:off x="8287805" y="3182826"/>
            <a:ext cx="3538226" cy="1336440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FZHei-B01S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037484">
            <a:off x="10458293" y="4646293"/>
            <a:ext cx="2746978" cy="2685934"/>
          </a:xfrm>
          <a:prstGeom prst="rect">
            <a:avLst/>
          </a:prstGeom>
        </p:spPr>
      </p:pic>
      <p:pic>
        <p:nvPicPr>
          <p:cNvPr id="3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" y="3429000"/>
            <a:ext cx="4093672" cy="3638820"/>
          </a:xfrm>
          <a:prstGeom prst="rect">
            <a:avLst/>
          </a:prstGeom>
        </p:spPr>
      </p:pic>
      <p:pic>
        <p:nvPicPr>
          <p:cNvPr id="4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856770" y="-2038140"/>
            <a:ext cx="881149" cy="4646058"/>
          </a:xfrm>
          <a:prstGeom prst="rect">
            <a:avLst/>
          </a:prstGeom>
        </p:spPr>
      </p:pic>
      <p:pic>
        <p:nvPicPr>
          <p:cNvPr id="5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8196" y="5482589"/>
            <a:ext cx="1078026" cy="1013344"/>
          </a:xfrm>
          <a:prstGeom prst="rect">
            <a:avLst/>
          </a:prstGeom>
        </p:spPr>
      </p:pic>
      <p:pic>
        <p:nvPicPr>
          <p:cNvPr id="6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806201">
            <a:off x="-87871" y="3264097"/>
            <a:ext cx="881149" cy="3201508"/>
          </a:xfrm>
          <a:prstGeom prst="rect">
            <a:avLst/>
          </a:prstGeom>
        </p:spPr>
      </p:pic>
      <p:pic>
        <p:nvPicPr>
          <p:cNvPr id="8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1461527" y="2010793"/>
            <a:ext cx="3995550" cy="2836413"/>
          </a:xfrm>
          <a:prstGeom prst="rect">
            <a:avLst/>
          </a:prstGeom>
        </p:spPr>
      </p:pic>
      <p:sp>
        <p:nvSpPr>
          <p:cNvPr id="9" name="深度视觉·原创设计 https://www.docer.com/works?userid=22383862"/>
          <p:cNvSpPr txBox="1"/>
          <p:nvPr/>
        </p:nvSpPr>
        <p:spPr>
          <a:xfrm>
            <a:off x="2519151" y="2705724"/>
            <a:ext cx="18803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02</a:t>
            </a:r>
            <a:endParaRPr lang="zh-CN" altLang="en-US" sz="8800" dirty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10" name="深度视觉·原创设计 https://www.docer.com/works?userid=22383862"/>
          <p:cNvSpPr txBox="1"/>
          <p:nvPr/>
        </p:nvSpPr>
        <p:spPr>
          <a:xfrm>
            <a:off x="5770670" y="2709576"/>
            <a:ext cx="45943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rPr>
              <a:t>思路与研究方法</a:t>
            </a:r>
            <a:endParaRPr lang="zh-CN" altLang="en-US" sz="4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 M" panose="00020600040101010101" pitchFamily="18" charset="-122"/>
              <a:ea typeface="阿里巴巴普惠体 M" panose="00020600040101010101" pitchFamily="18" charset="-122"/>
              <a:cs typeface="阿里巴巴普惠体 M" panose="00020600040101010101" pitchFamily="18" charset="-122"/>
            </a:endParaRPr>
          </a:p>
        </p:txBody>
      </p:sp>
      <p:sp>
        <p:nvSpPr>
          <p:cNvPr id="11" name="深度视觉·原创设计 https://www.docer.com/works?userid=22383862"/>
          <p:cNvSpPr txBox="1"/>
          <p:nvPr/>
        </p:nvSpPr>
        <p:spPr>
          <a:xfrm>
            <a:off x="5770670" y="2082702"/>
            <a:ext cx="3357713" cy="537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di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Lato"/>
                <a:sym typeface="Lato"/>
              </a:rPr>
              <a:t>YOUR TITLE HERE</a:t>
            </a:r>
            <a:endParaRPr sz="2800" b="0" i="0" u="none" strike="noStrike" cap="none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cs typeface="Lato"/>
              <a:sym typeface="Lato"/>
            </a:endParaRPr>
          </a:p>
        </p:txBody>
      </p:sp>
      <p:sp>
        <p:nvSpPr>
          <p:cNvPr id="12" name="深度视觉·原创设计 https://www.docer.com/works?userid=22383862"/>
          <p:cNvSpPr txBox="1"/>
          <p:nvPr/>
        </p:nvSpPr>
        <p:spPr>
          <a:xfrm>
            <a:off x="5770670" y="3568372"/>
            <a:ext cx="4027816" cy="1167804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pic>
        <p:nvPicPr>
          <p:cNvPr id="13" name="深度视觉·原创设计 https://www.docer.com/works?userid=223838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1909" y="873733"/>
            <a:ext cx="294589" cy="385231"/>
          </a:xfrm>
          <a:prstGeom prst="rect">
            <a:avLst/>
          </a:prstGeom>
        </p:spPr>
      </p:pic>
      <p:pic>
        <p:nvPicPr>
          <p:cNvPr id="14" name="深度视觉·原创设计 https://www.docer.com/works?userid=223838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133" y="622030"/>
            <a:ext cx="282748" cy="444318"/>
          </a:xfrm>
          <a:prstGeom prst="rect">
            <a:avLst/>
          </a:prstGeom>
        </p:spPr>
      </p:pic>
      <p:pic>
        <p:nvPicPr>
          <p:cNvPr id="15" name="深度视觉·原创设计 https://www.docer.com/works?userid=223838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57576">
            <a:off x="10223666" y="5667253"/>
            <a:ext cx="282748" cy="4443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39490">
            <a:off x="10302854" y="5515031"/>
            <a:ext cx="2746978" cy="2685934"/>
          </a:xfrm>
          <a:prstGeom prst="rect">
            <a:avLst/>
          </a:prstGeom>
        </p:spPr>
      </p:pic>
      <p:pic>
        <p:nvPicPr>
          <p:cNvPr id="25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4039" y="5303588"/>
            <a:ext cx="2740006" cy="2435561"/>
          </a:xfrm>
          <a:prstGeom prst="rect">
            <a:avLst/>
          </a:prstGeom>
        </p:spPr>
      </p:pic>
      <p:pic>
        <p:nvPicPr>
          <p:cNvPr id="26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494" y="-246003"/>
            <a:ext cx="2178882" cy="1739853"/>
          </a:xfrm>
          <a:prstGeom prst="rect">
            <a:avLst/>
          </a:prstGeom>
        </p:spPr>
      </p:pic>
      <p:pic>
        <p:nvPicPr>
          <p:cNvPr id="27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476" y="-242592"/>
            <a:ext cx="517029" cy="2726153"/>
          </a:xfrm>
          <a:prstGeom prst="rect">
            <a:avLst/>
          </a:prstGeom>
        </p:spPr>
      </p:pic>
      <p:pic>
        <p:nvPicPr>
          <p:cNvPr id="28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7576">
            <a:off x="11086081" y="5810070"/>
            <a:ext cx="282748" cy="444318"/>
          </a:xfrm>
          <a:prstGeom prst="rect">
            <a:avLst/>
          </a:prstGeom>
        </p:spPr>
      </p:pic>
      <p:pic>
        <p:nvPicPr>
          <p:cNvPr id="29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06201">
            <a:off x="-54476" y="317800"/>
            <a:ext cx="517029" cy="1878539"/>
          </a:xfrm>
          <a:prstGeom prst="rect">
            <a:avLst/>
          </a:prstGeom>
        </p:spPr>
      </p:pic>
      <p:sp>
        <p:nvSpPr>
          <p:cNvPr id="30" name="深度视觉·原创设计 https://www.docer.com/works?userid=22383862"/>
          <p:cNvSpPr txBox="1"/>
          <p:nvPr/>
        </p:nvSpPr>
        <p:spPr>
          <a:xfrm>
            <a:off x="4813531" y="283565"/>
            <a:ext cx="2564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输入你的标题</a:t>
            </a:r>
          </a:p>
        </p:txBody>
      </p:sp>
      <p:sp>
        <p:nvSpPr>
          <p:cNvPr id="2" name="深度视觉·原创设计 https://www.docer.com/works?userid=22383862"/>
          <p:cNvSpPr/>
          <p:nvPr/>
        </p:nvSpPr>
        <p:spPr>
          <a:xfrm>
            <a:off x="1851635" y="5261156"/>
            <a:ext cx="3356087" cy="243056"/>
          </a:xfrm>
          <a:prstGeom prst="ellipse">
            <a:avLst/>
          </a:prstGeom>
          <a:gradFill flip="none" rotWithShape="1">
            <a:gsLst>
              <a:gs pos="0">
                <a:schemeClr val="tx1">
                  <a:alpha val="28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3" name="深度视觉·原创设计 https://www.docer.com/works?userid=22383862"/>
          <p:cNvGrpSpPr/>
          <p:nvPr/>
        </p:nvGrpSpPr>
        <p:grpSpPr>
          <a:xfrm>
            <a:off x="1072845" y="1529938"/>
            <a:ext cx="2993862" cy="3832864"/>
            <a:chOff x="923152" y="1338295"/>
            <a:chExt cx="3293248" cy="4216150"/>
          </a:xfrm>
        </p:grpSpPr>
        <p:sp>
          <p:nvSpPr>
            <p:cNvPr id="4" name="深度视觉·原创设计 https://www.docer.com/works?userid=22383862"/>
            <p:cNvSpPr/>
            <p:nvPr/>
          </p:nvSpPr>
          <p:spPr bwMode="auto">
            <a:xfrm rot="19212650" flipH="1">
              <a:off x="3196274" y="3847191"/>
              <a:ext cx="374916" cy="45729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深度视觉·原创设计 https://www.docer.com/works?userid=22383862"/>
            <p:cNvSpPr/>
            <p:nvPr/>
          </p:nvSpPr>
          <p:spPr bwMode="auto">
            <a:xfrm rot="19212650" flipH="1">
              <a:off x="3604449" y="3900991"/>
              <a:ext cx="611951" cy="165345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6" name="Group 92"/>
            <p:cNvGrpSpPr/>
            <p:nvPr/>
          </p:nvGrpSpPr>
          <p:grpSpPr>
            <a:xfrm>
              <a:off x="923152" y="1338295"/>
              <a:ext cx="2796597" cy="2796594"/>
              <a:chOff x="8168151" y="2229292"/>
              <a:chExt cx="1469194" cy="1469194"/>
            </a:xfrm>
            <a:effectLst/>
          </p:grpSpPr>
          <p:sp>
            <p:nvSpPr>
              <p:cNvPr id="7" name="深度视觉·原创设计 https://www.docer.com/works?userid=22383862"/>
              <p:cNvSpPr/>
              <p:nvPr/>
            </p:nvSpPr>
            <p:spPr bwMode="auto">
              <a:xfrm rot="19212650" flipH="1">
                <a:off x="9150820" y="3492715"/>
                <a:ext cx="415809" cy="126931"/>
              </a:xfrm>
              <a:prstGeom prst="roundRect">
                <a:avLst>
                  <a:gd name="adj" fmla="val 3764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深度视觉·原创设计 https://www.docer.com/works?userid=22383862"/>
              <p:cNvSpPr/>
              <p:nvPr/>
            </p:nvSpPr>
            <p:spPr bwMode="auto">
              <a:xfrm rot="650069" flipH="1">
                <a:off x="8168151" y="2229292"/>
                <a:ext cx="1469194" cy="1469194"/>
              </a:xfrm>
              <a:prstGeom prst="donut">
                <a:avLst>
                  <a:gd name="adj" fmla="val 5293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1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深度视觉·原创设计 https://www.docer.com/works?userid=22383862"/>
              <p:cNvSpPr/>
              <p:nvPr/>
            </p:nvSpPr>
            <p:spPr bwMode="auto">
              <a:xfrm rot="650069" flipH="1">
                <a:off x="8269244" y="2332070"/>
                <a:ext cx="1273690" cy="1276609"/>
              </a:xfrm>
              <a:prstGeom prst="donut">
                <a:avLst>
                  <a:gd name="adj" fmla="val 2538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da-DK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10" name="深度视觉·原创设计 https://www.docer.com/works?userid=22383862"/>
          <p:cNvCxnSpPr/>
          <p:nvPr/>
        </p:nvCxnSpPr>
        <p:spPr>
          <a:xfrm>
            <a:off x="5245100" y="949325"/>
            <a:ext cx="0" cy="49593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深度视觉·原创设计 https://www.docer.com/works?userid=22383862"/>
          <p:cNvSpPr/>
          <p:nvPr/>
        </p:nvSpPr>
        <p:spPr>
          <a:xfrm>
            <a:off x="5170344" y="2176454"/>
            <a:ext cx="149512" cy="250509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深度视觉·原创设计 https://www.docer.com/works?userid=22383862"/>
          <p:cNvGrpSpPr/>
          <p:nvPr/>
        </p:nvGrpSpPr>
        <p:grpSpPr>
          <a:xfrm>
            <a:off x="1864890" y="2277715"/>
            <a:ext cx="958270" cy="1060714"/>
            <a:chOff x="3371637" y="4352720"/>
            <a:chExt cx="550918" cy="609814"/>
          </a:xfrm>
        </p:grpSpPr>
        <p:grpSp>
          <p:nvGrpSpPr>
            <p:cNvPr id="13" name="Group 135"/>
            <p:cNvGrpSpPr/>
            <p:nvPr/>
          </p:nvGrpSpPr>
          <p:grpSpPr>
            <a:xfrm>
              <a:off x="3651418" y="4354850"/>
              <a:ext cx="271137" cy="607684"/>
              <a:chOff x="3327401" y="4335463"/>
              <a:chExt cx="407988" cy="9144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7" name="深度视觉·原创设计 https://www.docer.com/works?userid=22383862"/>
              <p:cNvSpPr/>
              <p:nvPr/>
            </p:nvSpPr>
            <p:spPr bwMode="auto">
              <a:xfrm>
                <a:off x="3455988" y="4335463"/>
                <a:ext cx="149225" cy="147638"/>
              </a:xfrm>
              <a:custGeom>
                <a:avLst/>
                <a:gdLst>
                  <a:gd name="T0" fmla="*/ 283 w 283"/>
                  <a:gd name="T1" fmla="*/ 144 h 278"/>
                  <a:gd name="T2" fmla="*/ 280 w 283"/>
                  <a:gd name="T3" fmla="*/ 111 h 278"/>
                  <a:gd name="T4" fmla="*/ 270 w 283"/>
                  <a:gd name="T5" fmla="*/ 80 h 278"/>
                  <a:gd name="T6" fmla="*/ 251 w 283"/>
                  <a:gd name="T7" fmla="*/ 52 h 278"/>
                  <a:gd name="T8" fmla="*/ 227 w 283"/>
                  <a:gd name="T9" fmla="*/ 29 h 278"/>
                  <a:gd name="T10" fmla="*/ 197 w 283"/>
                  <a:gd name="T11" fmla="*/ 12 h 278"/>
                  <a:gd name="T12" fmla="*/ 165 w 283"/>
                  <a:gd name="T13" fmla="*/ 1 h 278"/>
                  <a:gd name="T14" fmla="*/ 132 w 283"/>
                  <a:gd name="T15" fmla="*/ 0 h 278"/>
                  <a:gd name="T16" fmla="*/ 97 w 283"/>
                  <a:gd name="T17" fmla="*/ 6 h 278"/>
                  <a:gd name="T18" fmla="*/ 66 w 283"/>
                  <a:gd name="T19" fmla="*/ 24 h 278"/>
                  <a:gd name="T20" fmla="*/ 39 w 283"/>
                  <a:gd name="T21" fmla="*/ 46 h 278"/>
                  <a:gd name="T22" fmla="*/ 19 w 283"/>
                  <a:gd name="T23" fmla="*/ 76 h 278"/>
                  <a:gd name="T24" fmla="*/ 6 w 283"/>
                  <a:gd name="T25" fmla="*/ 108 h 278"/>
                  <a:gd name="T26" fmla="*/ 0 w 283"/>
                  <a:gd name="T27" fmla="*/ 142 h 278"/>
                  <a:gd name="T28" fmla="*/ 4 w 283"/>
                  <a:gd name="T29" fmla="*/ 177 h 278"/>
                  <a:gd name="T30" fmla="*/ 14 w 283"/>
                  <a:gd name="T31" fmla="*/ 201 h 278"/>
                  <a:gd name="T32" fmla="*/ 23 w 283"/>
                  <a:gd name="T33" fmla="*/ 217 h 278"/>
                  <a:gd name="T34" fmla="*/ 35 w 283"/>
                  <a:gd name="T35" fmla="*/ 233 h 278"/>
                  <a:gd name="T36" fmla="*/ 50 w 283"/>
                  <a:gd name="T37" fmla="*/ 248 h 278"/>
                  <a:gd name="T38" fmla="*/ 67 w 283"/>
                  <a:gd name="T39" fmla="*/ 260 h 278"/>
                  <a:gd name="T40" fmla="*/ 86 w 283"/>
                  <a:gd name="T41" fmla="*/ 268 h 278"/>
                  <a:gd name="T42" fmla="*/ 105 w 283"/>
                  <a:gd name="T43" fmla="*/ 274 h 278"/>
                  <a:gd name="T44" fmla="*/ 125 w 283"/>
                  <a:gd name="T45" fmla="*/ 278 h 278"/>
                  <a:gd name="T46" fmla="*/ 157 w 283"/>
                  <a:gd name="T47" fmla="*/ 278 h 278"/>
                  <a:gd name="T48" fmla="*/ 187 w 283"/>
                  <a:gd name="T49" fmla="*/ 272 h 278"/>
                  <a:gd name="T50" fmla="*/ 207 w 283"/>
                  <a:gd name="T51" fmla="*/ 265 h 278"/>
                  <a:gd name="T52" fmla="*/ 224 w 283"/>
                  <a:gd name="T53" fmla="*/ 256 h 278"/>
                  <a:gd name="T54" fmla="*/ 240 w 283"/>
                  <a:gd name="T55" fmla="*/ 244 h 278"/>
                  <a:gd name="T56" fmla="*/ 255 w 283"/>
                  <a:gd name="T57" fmla="*/ 229 h 278"/>
                  <a:gd name="T58" fmla="*/ 266 w 283"/>
                  <a:gd name="T59" fmla="*/ 213 h 278"/>
                  <a:gd name="T60" fmla="*/ 275 w 283"/>
                  <a:gd name="T61" fmla="*/ 194 h 278"/>
                  <a:gd name="T62" fmla="*/ 280 w 283"/>
                  <a:gd name="T63" fmla="*/ 174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83" h="278">
                    <a:moveTo>
                      <a:pt x="282" y="162"/>
                    </a:moveTo>
                    <a:lnTo>
                      <a:pt x="283" y="144"/>
                    </a:lnTo>
                    <a:lnTo>
                      <a:pt x="283" y="128"/>
                    </a:lnTo>
                    <a:lnTo>
                      <a:pt x="280" y="111"/>
                    </a:lnTo>
                    <a:lnTo>
                      <a:pt x="276" y="95"/>
                    </a:lnTo>
                    <a:lnTo>
                      <a:pt x="270" y="80"/>
                    </a:lnTo>
                    <a:lnTo>
                      <a:pt x="262" y="65"/>
                    </a:lnTo>
                    <a:lnTo>
                      <a:pt x="251" y="52"/>
                    </a:lnTo>
                    <a:lnTo>
                      <a:pt x="239" y="40"/>
                    </a:lnTo>
                    <a:lnTo>
                      <a:pt x="227" y="29"/>
                    </a:lnTo>
                    <a:lnTo>
                      <a:pt x="212" y="20"/>
                    </a:lnTo>
                    <a:lnTo>
                      <a:pt x="197" y="12"/>
                    </a:lnTo>
                    <a:lnTo>
                      <a:pt x="181" y="5"/>
                    </a:lnTo>
                    <a:lnTo>
                      <a:pt x="165" y="1"/>
                    </a:lnTo>
                    <a:lnTo>
                      <a:pt x="149" y="0"/>
                    </a:lnTo>
                    <a:lnTo>
                      <a:pt x="132" y="0"/>
                    </a:lnTo>
                    <a:lnTo>
                      <a:pt x="114" y="2"/>
                    </a:lnTo>
                    <a:lnTo>
                      <a:pt x="97" y="6"/>
                    </a:lnTo>
                    <a:lnTo>
                      <a:pt x="81" y="14"/>
                    </a:lnTo>
                    <a:lnTo>
                      <a:pt x="66" y="24"/>
                    </a:lnTo>
                    <a:lnTo>
                      <a:pt x="52" y="34"/>
                    </a:lnTo>
                    <a:lnTo>
                      <a:pt x="39" y="46"/>
                    </a:lnTo>
                    <a:lnTo>
                      <a:pt x="28" y="60"/>
                    </a:lnTo>
                    <a:lnTo>
                      <a:pt x="19" y="76"/>
                    </a:lnTo>
                    <a:lnTo>
                      <a:pt x="12" y="91"/>
                    </a:lnTo>
                    <a:lnTo>
                      <a:pt x="6" y="108"/>
                    </a:lnTo>
                    <a:lnTo>
                      <a:pt x="3" y="124"/>
                    </a:lnTo>
                    <a:lnTo>
                      <a:pt x="0" y="142"/>
                    </a:lnTo>
                    <a:lnTo>
                      <a:pt x="2" y="159"/>
                    </a:lnTo>
                    <a:lnTo>
                      <a:pt x="4" y="177"/>
                    </a:lnTo>
                    <a:lnTo>
                      <a:pt x="10" y="193"/>
                    </a:lnTo>
                    <a:lnTo>
                      <a:pt x="14" y="201"/>
                    </a:lnTo>
                    <a:lnTo>
                      <a:pt x="18" y="209"/>
                    </a:lnTo>
                    <a:lnTo>
                      <a:pt x="23" y="217"/>
                    </a:lnTo>
                    <a:lnTo>
                      <a:pt x="30" y="223"/>
                    </a:lnTo>
                    <a:lnTo>
                      <a:pt x="35" y="233"/>
                    </a:lnTo>
                    <a:lnTo>
                      <a:pt x="43" y="240"/>
                    </a:lnTo>
                    <a:lnTo>
                      <a:pt x="50" y="248"/>
                    </a:lnTo>
                    <a:lnTo>
                      <a:pt x="59" y="254"/>
                    </a:lnTo>
                    <a:lnTo>
                      <a:pt x="67" y="260"/>
                    </a:lnTo>
                    <a:lnTo>
                      <a:pt x="77" y="264"/>
                    </a:lnTo>
                    <a:lnTo>
                      <a:pt x="86" y="268"/>
                    </a:lnTo>
                    <a:lnTo>
                      <a:pt x="95" y="272"/>
                    </a:lnTo>
                    <a:lnTo>
                      <a:pt x="105" y="274"/>
                    </a:lnTo>
                    <a:lnTo>
                      <a:pt x="115" y="277"/>
                    </a:lnTo>
                    <a:lnTo>
                      <a:pt x="125" y="278"/>
                    </a:lnTo>
                    <a:lnTo>
                      <a:pt x="136" y="278"/>
                    </a:lnTo>
                    <a:lnTo>
                      <a:pt x="157" y="278"/>
                    </a:lnTo>
                    <a:lnTo>
                      <a:pt x="177" y="274"/>
                    </a:lnTo>
                    <a:lnTo>
                      <a:pt x="187" y="272"/>
                    </a:lnTo>
                    <a:lnTo>
                      <a:pt x="197" y="269"/>
                    </a:lnTo>
                    <a:lnTo>
                      <a:pt x="207" y="265"/>
                    </a:lnTo>
                    <a:lnTo>
                      <a:pt x="215" y="261"/>
                    </a:lnTo>
                    <a:lnTo>
                      <a:pt x="224" y="256"/>
                    </a:lnTo>
                    <a:lnTo>
                      <a:pt x="232" y="250"/>
                    </a:lnTo>
                    <a:lnTo>
                      <a:pt x="240" y="244"/>
                    </a:lnTo>
                    <a:lnTo>
                      <a:pt x="248" y="237"/>
                    </a:lnTo>
                    <a:lnTo>
                      <a:pt x="255" y="229"/>
                    </a:lnTo>
                    <a:lnTo>
                      <a:pt x="260" y="221"/>
                    </a:lnTo>
                    <a:lnTo>
                      <a:pt x="266" y="213"/>
                    </a:lnTo>
                    <a:lnTo>
                      <a:pt x="271" y="203"/>
                    </a:lnTo>
                    <a:lnTo>
                      <a:pt x="275" y="194"/>
                    </a:lnTo>
                    <a:lnTo>
                      <a:pt x="278" y="185"/>
                    </a:lnTo>
                    <a:lnTo>
                      <a:pt x="280" y="174"/>
                    </a:lnTo>
                    <a:lnTo>
                      <a:pt x="282" y="16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8" name="深度视觉·原创设计 https://www.docer.com/works?userid=22383862"/>
              <p:cNvSpPr/>
              <p:nvPr/>
            </p:nvSpPr>
            <p:spPr bwMode="auto">
              <a:xfrm>
                <a:off x="3327401" y="4506913"/>
                <a:ext cx="407988" cy="742950"/>
              </a:xfrm>
              <a:custGeom>
                <a:avLst/>
                <a:gdLst>
                  <a:gd name="T0" fmla="*/ 690 w 770"/>
                  <a:gd name="T1" fmla="*/ 245 h 1403"/>
                  <a:gd name="T2" fmla="*/ 650 w 770"/>
                  <a:gd name="T3" fmla="*/ 122 h 1403"/>
                  <a:gd name="T4" fmla="*/ 616 w 770"/>
                  <a:gd name="T5" fmla="*/ 60 h 1403"/>
                  <a:gd name="T6" fmla="*/ 573 w 770"/>
                  <a:gd name="T7" fmla="*/ 25 h 1403"/>
                  <a:gd name="T8" fmla="*/ 521 w 770"/>
                  <a:gd name="T9" fmla="*/ 6 h 1403"/>
                  <a:gd name="T10" fmla="*/ 451 w 770"/>
                  <a:gd name="T11" fmla="*/ 0 h 1403"/>
                  <a:gd name="T12" fmla="*/ 323 w 770"/>
                  <a:gd name="T13" fmla="*/ 0 h 1403"/>
                  <a:gd name="T14" fmla="*/ 238 w 770"/>
                  <a:gd name="T15" fmla="*/ 8 h 1403"/>
                  <a:gd name="T16" fmla="*/ 178 w 770"/>
                  <a:gd name="T17" fmla="*/ 36 h 1403"/>
                  <a:gd name="T18" fmla="*/ 135 w 770"/>
                  <a:gd name="T19" fmla="*/ 88 h 1403"/>
                  <a:gd name="T20" fmla="*/ 95 w 770"/>
                  <a:gd name="T21" fmla="*/ 197 h 1403"/>
                  <a:gd name="T22" fmla="*/ 59 w 770"/>
                  <a:gd name="T23" fmla="*/ 325 h 1403"/>
                  <a:gd name="T24" fmla="*/ 20 w 770"/>
                  <a:gd name="T25" fmla="*/ 457 h 1403"/>
                  <a:gd name="T26" fmla="*/ 1 w 770"/>
                  <a:gd name="T27" fmla="*/ 568 h 1403"/>
                  <a:gd name="T28" fmla="*/ 24 w 770"/>
                  <a:gd name="T29" fmla="*/ 596 h 1403"/>
                  <a:gd name="T30" fmla="*/ 60 w 770"/>
                  <a:gd name="T31" fmla="*/ 603 h 1403"/>
                  <a:gd name="T32" fmla="*/ 95 w 770"/>
                  <a:gd name="T33" fmla="*/ 590 h 1403"/>
                  <a:gd name="T34" fmla="*/ 124 w 770"/>
                  <a:gd name="T35" fmla="*/ 521 h 1403"/>
                  <a:gd name="T36" fmla="*/ 175 w 770"/>
                  <a:gd name="T37" fmla="*/ 342 h 1403"/>
                  <a:gd name="T38" fmla="*/ 229 w 770"/>
                  <a:gd name="T39" fmla="*/ 199 h 1403"/>
                  <a:gd name="T40" fmla="*/ 181 w 770"/>
                  <a:gd name="T41" fmla="*/ 437 h 1403"/>
                  <a:gd name="T42" fmla="*/ 96 w 770"/>
                  <a:gd name="T43" fmla="*/ 765 h 1403"/>
                  <a:gd name="T44" fmla="*/ 202 w 770"/>
                  <a:gd name="T45" fmla="*/ 848 h 1403"/>
                  <a:gd name="T46" fmla="*/ 244 w 770"/>
                  <a:gd name="T47" fmla="*/ 1035 h 1403"/>
                  <a:gd name="T48" fmla="*/ 244 w 770"/>
                  <a:gd name="T49" fmla="*/ 1284 h 1403"/>
                  <a:gd name="T50" fmla="*/ 258 w 770"/>
                  <a:gd name="T51" fmla="*/ 1379 h 1403"/>
                  <a:gd name="T52" fmla="*/ 297 w 770"/>
                  <a:gd name="T53" fmla="*/ 1401 h 1403"/>
                  <a:gd name="T54" fmla="*/ 340 w 770"/>
                  <a:gd name="T55" fmla="*/ 1394 h 1403"/>
                  <a:gd name="T56" fmla="*/ 368 w 770"/>
                  <a:gd name="T57" fmla="*/ 1359 h 1403"/>
                  <a:gd name="T58" fmla="*/ 372 w 770"/>
                  <a:gd name="T59" fmla="*/ 1159 h 1403"/>
                  <a:gd name="T60" fmla="*/ 372 w 770"/>
                  <a:gd name="T61" fmla="*/ 910 h 1403"/>
                  <a:gd name="T62" fmla="*/ 412 w 770"/>
                  <a:gd name="T63" fmla="*/ 907 h 1403"/>
                  <a:gd name="T64" fmla="*/ 412 w 770"/>
                  <a:gd name="T65" fmla="*/ 1149 h 1403"/>
                  <a:gd name="T66" fmla="*/ 412 w 770"/>
                  <a:gd name="T67" fmla="*/ 1336 h 1403"/>
                  <a:gd name="T68" fmla="*/ 418 w 770"/>
                  <a:gd name="T69" fmla="*/ 1363 h 1403"/>
                  <a:gd name="T70" fmla="*/ 433 w 770"/>
                  <a:gd name="T71" fmla="*/ 1386 h 1403"/>
                  <a:gd name="T72" fmla="*/ 457 w 770"/>
                  <a:gd name="T73" fmla="*/ 1401 h 1403"/>
                  <a:gd name="T74" fmla="*/ 485 w 770"/>
                  <a:gd name="T75" fmla="*/ 1403 h 1403"/>
                  <a:gd name="T76" fmla="*/ 510 w 770"/>
                  <a:gd name="T77" fmla="*/ 1393 h 1403"/>
                  <a:gd name="T78" fmla="*/ 532 w 770"/>
                  <a:gd name="T79" fmla="*/ 1367 h 1403"/>
                  <a:gd name="T80" fmla="*/ 541 w 770"/>
                  <a:gd name="T81" fmla="*/ 1267 h 1403"/>
                  <a:gd name="T82" fmla="*/ 541 w 770"/>
                  <a:gd name="T83" fmla="*/ 1028 h 1403"/>
                  <a:gd name="T84" fmla="*/ 584 w 770"/>
                  <a:gd name="T85" fmla="*/ 848 h 1403"/>
                  <a:gd name="T86" fmla="*/ 686 w 770"/>
                  <a:gd name="T87" fmla="*/ 764 h 1403"/>
                  <a:gd name="T88" fmla="*/ 588 w 770"/>
                  <a:gd name="T89" fmla="*/ 430 h 1403"/>
                  <a:gd name="T90" fmla="*/ 532 w 770"/>
                  <a:gd name="T91" fmla="*/ 189 h 1403"/>
                  <a:gd name="T92" fmla="*/ 553 w 770"/>
                  <a:gd name="T93" fmla="*/ 216 h 1403"/>
                  <a:gd name="T94" fmla="*/ 596 w 770"/>
                  <a:gd name="T95" fmla="*/ 352 h 1403"/>
                  <a:gd name="T96" fmla="*/ 650 w 770"/>
                  <a:gd name="T97" fmla="*/ 523 h 1403"/>
                  <a:gd name="T98" fmla="*/ 678 w 770"/>
                  <a:gd name="T99" fmla="*/ 584 h 1403"/>
                  <a:gd name="T100" fmla="*/ 701 w 770"/>
                  <a:gd name="T101" fmla="*/ 599 h 1403"/>
                  <a:gd name="T102" fmla="*/ 752 w 770"/>
                  <a:gd name="T103" fmla="*/ 599 h 1403"/>
                  <a:gd name="T104" fmla="*/ 770 w 770"/>
                  <a:gd name="T105" fmla="*/ 548 h 1403"/>
                  <a:gd name="T106" fmla="*/ 762 w 770"/>
                  <a:gd name="T107" fmla="*/ 486 h 1403"/>
                  <a:gd name="T108" fmla="*/ 730 w 770"/>
                  <a:gd name="T109" fmla="*/ 382 h 1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1403">
                    <a:moveTo>
                      <a:pt x="722" y="352"/>
                    </a:moveTo>
                    <a:lnTo>
                      <a:pt x="710" y="316"/>
                    </a:lnTo>
                    <a:lnTo>
                      <a:pt x="699" y="281"/>
                    </a:lnTo>
                    <a:lnTo>
                      <a:pt x="690" y="245"/>
                    </a:lnTo>
                    <a:lnTo>
                      <a:pt x="679" y="209"/>
                    </a:lnTo>
                    <a:lnTo>
                      <a:pt x="669" y="174"/>
                    </a:lnTo>
                    <a:lnTo>
                      <a:pt x="656" y="139"/>
                    </a:lnTo>
                    <a:lnTo>
                      <a:pt x="650" y="122"/>
                    </a:lnTo>
                    <a:lnTo>
                      <a:pt x="642" y="104"/>
                    </a:lnTo>
                    <a:lnTo>
                      <a:pt x="634" y="88"/>
                    </a:lnTo>
                    <a:lnTo>
                      <a:pt x="624" y="72"/>
                    </a:lnTo>
                    <a:lnTo>
                      <a:pt x="616" y="60"/>
                    </a:lnTo>
                    <a:lnTo>
                      <a:pt x="607" y="49"/>
                    </a:lnTo>
                    <a:lnTo>
                      <a:pt x="596" y="40"/>
                    </a:lnTo>
                    <a:lnTo>
                      <a:pt x="585" y="32"/>
                    </a:lnTo>
                    <a:lnTo>
                      <a:pt x="573" y="25"/>
                    </a:lnTo>
                    <a:lnTo>
                      <a:pt x="561" y="18"/>
                    </a:lnTo>
                    <a:lnTo>
                      <a:pt x="548" y="13"/>
                    </a:lnTo>
                    <a:lnTo>
                      <a:pt x="536" y="9"/>
                    </a:lnTo>
                    <a:lnTo>
                      <a:pt x="521" y="6"/>
                    </a:lnTo>
                    <a:lnTo>
                      <a:pt x="508" y="4"/>
                    </a:lnTo>
                    <a:lnTo>
                      <a:pt x="494" y="1"/>
                    </a:lnTo>
                    <a:lnTo>
                      <a:pt x="479" y="1"/>
                    </a:lnTo>
                    <a:lnTo>
                      <a:pt x="451" y="0"/>
                    </a:lnTo>
                    <a:lnTo>
                      <a:pt x="425" y="1"/>
                    </a:lnTo>
                    <a:lnTo>
                      <a:pt x="391" y="1"/>
                    </a:lnTo>
                    <a:lnTo>
                      <a:pt x="356" y="1"/>
                    </a:lnTo>
                    <a:lnTo>
                      <a:pt x="323" y="0"/>
                    </a:lnTo>
                    <a:lnTo>
                      <a:pt x="288" y="1"/>
                    </a:lnTo>
                    <a:lnTo>
                      <a:pt x="270" y="2"/>
                    </a:lnTo>
                    <a:lnTo>
                      <a:pt x="254" y="5"/>
                    </a:lnTo>
                    <a:lnTo>
                      <a:pt x="238" y="8"/>
                    </a:lnTo>
                    <a:lnTo>
                      <a:pt x="222" y="12"/>
                    </a:lnTo>
                    <a:lnTo>
                      <a:pt x="206" y="18"/>
                    </a:lnTo>
                    <a:lnTo>
                      <a:pt x="191" y="26"/>
                    </a:lnTo>
                    <a:lnTo>
                      <a:pt x="178" y="36"/>
                    </a:lnTo>
                    <a:lnTo>
                      <a:pt x="164" y="47"/>
                    </a:lnTo>
                    <a:lnTo>
                      <a:pt x="154" y="60"/>
                    </a:lnTo>
                    <a:lnTo>
                      <a:pt x="144" y="73"/>
                    </a:lnTo>
                    <a:lnTo>
                      <a:pt x="135" y="88"/>
                    </a:lnTo>
                    <a:lnTo>
                      <a:pt x="128" y="103"/>
                    </a:lnTo>
                    <a:lnTo>
                      <a:pt x="115" y="132"/>
                    </a:lnTo>
                    <a:lnTo>
                      <a:pt x="104" y="165"/>
                    </a:lnTo>
                    <a:lnTo>
                      <a:pt x="95" y="197"/>
                    </a:lnTo>
                    <a:lnTo>
                      <a:pt x="87" y="229"/>
                    </a:lnTo>
                    <a:lnTo>
                      <a:pt x="77" y="261"/>
                    </a:lnTo>
                    <a:lnTo>
                      <a:pt x="68" y="293"/>
                    </a:lnTo>
                    <a:lnTo>
                      <a:pt x="59" y="325"/>
                    </a:lnTo>
                    <a:lnTo>
                      <a:pt x="49" y="359"/>
                    </a:lnTo>
                    <a:lnTo>
                      <a:pt x="38" y="391"/>
                    </a:lnTo>
                    <a:lnTo>
                      <a:pt x="29" y="425"/>
                    </a:lnTo>
                    <a:lnTo>
                      <a:pt x="20" y="457"/>
                    </a:lnTo>
                    <a:lnTo>
                      <a:pt x="10" y="490"/>
                    </a:lnTo>
                    <a:lnTo>
                      <a:pt x="4" y="524"/>
                    </a:lnTo>
                    <a:lnTo>
                      <a:pt x="0" y="557"/>
                    </a:lnTo>
                    <a:lnTo>
                      <a:pt x="1" y="568"/>
                    </a:lnTo>
                    <a:lnTo>
                      <a:pt x="5" y="576"/>
                    </a:lnTo>
                    <a:lnTo>
                      <a:pt x="9" y="584"/>
                    </a:lnTo>
                    <a:lnTo>
                      <a:pt x="16" y="591"/>
                    </a:lnTo>
                    <a:lnTo>
                      <a:pt x="24" y="596"/>
                    </a:lnTo>
                    <a:lnTo>
                      <a:pt x="32" y="600"/>
                    </a:lnTo>
                    <a:lnTo>
                      <a:pt x="41" y="603"/>
                    </a:lnTo>
                    <a:lnTo>
                      <a:pt x="50" y="604"/>
                    </a:lnTo>
                    <a:lnTo>
                      <a:pt x="60" y="603"/>
                    </a:lnTo>
                    <a:lnTo>
                      <a:pt x="69" y="602"/>
                    </a:lnTo>
                    <a:lnTo>
                      <a:pt x="79" y="599"/>
                    </a:lnTo>
                    <a:lnTo>
                      <a:pt x="87" y="595"/>
                    </a:lnTo>
                    <a:lnTo>
                      <a:pt x="95" y="590"/>
                    </a:lnTo>
                    <a:lnTo>
                      <a:pt x="101" y="583"/>
                    </a:lnTo>
                    <a:lnTo>
                      <a:pt x="107" y="575"/>
                    </a:lnTo>
                    <a:lnTo>
                      <a:pt x="109" y="565"/>
                    </a:lnTo>
                    <a:lnTo>
                      <a:pt x="124" y="521"/>
                    </a:lnTo>
                    <a:lnTo>
                      <a:pt x="138" y="477"/>
                    </a:lnTo>
                    <a:lnTo>
                      <a:pt x="151" y="431"/>
                    </a:lnTo>
                    <a:lnTo>
                      <a:pt x="163" y="387"/>
                    </a:lnTo>
                    <a:lnTo>
                      <a:pt x="175" y="342"/>
                    </a:lnTo>
                    <a:lnTo>
                      <a:pt x="189" y="296"/>
                    </a:lnTo>
                    <a:lnTo>
                      <a:pt x="202" y="252"/>
                    </a:lnTo>
                    <a:lnTo>
                      <a:pt x="217" y="207"/>
                    </a:lnTo>
                    <a:lnTo>
                      <a:pt x="229" y="199"/>
                    </a:lnTo>
                    <a:lnTo>
                      <a:pt x="242" y="190"/>
                    </a:lnTo>
                    <a:lnTo>
                      <a:pt x="222" y="273"/>
                    </a:lnTo>
                    <a:lnTo>
                      <a:pt x="202" y="355"/>
                    </a:lnTo>
                    <a:lnTo>
                      <a:pt x="181" y="437"/>
                    </a:lnTo>
                    <a:lnTo>
                      <a:pt x="159" y="519"/>
                    </a:lnTo>
                    <a:lnTo>
                      <a:pt x="138" y="600"/>
                    </a:lnTo>
                    <a:lnTo>
                      <a:pt x="118" y="683"/>
                    </a:lnTo>
                    <a:lnTo>
                      <a:pt x="96" y="765"/>
                    </a:lnTo>
                    <a:lnTo>
                      <a:pt x="76" y="847"/>
                    </a:lnTo>
                    <a:lnTo>
                      <a:pt x="118" y="848"/>
                    </a:lnTo>
                    <a:lnTo>
                      <a:pt x="159" y="848"/>
                    </a:lnTo>
                    <a:lnTo>
                      <a:pt x="202" y="848"/>
                    </a:lnTo>
                    <a:lnTo>
                      <a:pt x="244" y="848"/>
                    </a:lnTo>
                    <a:lnTo>
                      <a:pt x="244" y="910"/>
                    </a:lnTo>
                    <a:lnTo>
                      <a:pt x="244" y="973"/>
                    </a:lnTo>
                    <a:lnTo>
                      <a:pt x="244" y="1035"/>
                    </a:lnTo>
                    <a:lnTo>
                      <a:pt x="244" y="1098"/>
                    </a:lnTo>
                    <a:lnTo>
                      <a:pt x="244" y="1159"/>
                    </a:lnTo>
                    <a:lnTo>
                      <a:pt x="244" y="1221"/>
                    </a:lnTo>
                    <a:lnTo>
                      <a:pt x="244" y="1284"/>
                    </a:lnTo>
                    <a:lnTo>
                      <a:pt x="245" y="1346"/>
                    </a:lnTo>
                    <a:lnTo>
                      <a:pt x="248" y="1359"/>
                    </a:lnTo>
                    <a:lnTo>
                      <a:pt x="252" y="1370"/>
                    </a:lnTo>
                    <a:lnTo>
                      <a:pt x="258" y="1379"/>
                    </a:lnTo>
                    <a:lnTo>
                      <a:pt x="266" y="1387"/>
                    </a:lnTo>
                    <a:lnTo>
                      <a:pt x="276" y="1394"/>
                    </a:lnTo>
                    <a:lnTo>
                      <a:pt x="286" y="1398"/>
                    </a:lnTo>
                    <a:lnTo>
                      <a:pt x="297" y="1401"/>
                    </a:lnTo>
                    <a:lnTo>
                      <a:pt x="308" y="1402"/>
                    </a:lnTo>
                    <a:lnTo>
                      <a:pt x="319" y="1401"/>
                    </a:lnTo>
                    <a:lnTo>
                      <a:pt x="329" y="1398"/>
                    </a:lnTo>
                    <a:lnTo>
                      <a:pt x="340" y="1394"/>
                    </a:lnTo>
                    <a:lnTo>
                      <a:pt x="349" y="1389"/>
                    </a:lnTo>
                    <a:lnTo>
                      <a:pt x="357" y="1381"/>
                    </a:lnTo>
                    <a:lnTo>
                      <a:pt x="363" y="1371"/>
                    </a:lnTo>
                    <a:lnTo>
                      <a:pt x="368" y="1359"/>
                    </a:lnTo>
                    <a:lnTo>
                      <a:pt x="370" y="1347"/>
                    </a:lnTo>
                    <a:lnTo>
                      <a:pt x="372" y="1284"/>
                    </a:lnTo>
                    <a:lnTo>
                      <a:pt x="372" y="1222"/>
                    </a:lnTo>
                    <a:lnTo>
                      <a:pt x="372" y="1159"/>
                    </a:lnTo>
                    <a:lnTo>
                      <a:pt x="372" y="1098"/>
                    </a:lnTo>
                    <a:lnTo>
                      <a:pt x="372" y="1035"/>
                    </a:lnTo>
                    <a:lnTo>
                      <a:pt x="372" y="973"/>
                    </a:lnTo>
                    <a:lnTo>
                      <a:pt x="372" y="910"/>
                    </a:lnTo>
                    <a:lnTo>
                      <a:pt x="372" y="848"/>
                    </a:lnTo>
                    <a:lnTo>
                      <a:pt x="392" y="847"/>
                    </a:lnTo>
                    <a:lnTo>
                      <a:pt x="411" y="847"/>
                    </a:lnTo>
                    <a:lnTo>
                      <a:pt x="412" y="907"/>
                    </a:lnTo>
                    <a:lnTo>
                      <a:pt x="412" y="968"/>
                    </a:lnTo>
                    <a:lnTo>
                      <a:pt x="412" y="1028"/>
                    </a:lnTo>
                    <a:lnTo>
                      <a:pt x="412" y="1088"/>
                    </a:lnTo>
                    <a:lnTo>
                      <a:pt x="412" y="1149"/>
                    </a:lnTo>
                    <a:lnTo>
                      <a:pt x="412" y="1209"/>
                    </a:lnTo>
                    <a:lnTo>
                      <a:pt x="412" y="1269"/>
                    </a:lnTo>
                    <a:lnTo>
                      <a:pt x="412" y="1330"/>
                    </a:lnTo>
                    <a:lnTo>
                      <a:pt x="412" y="1336"/>
                    </a:lnTo>
                    <a:lnTo>
                      <a:pt x="412" y="1343"/>
                    </a:lnTo>
                    <a:lnTo>
                      <a:pt x="414" y="1350"/>
                    </a:lnTo>
                    <a:lnTo>
                      <a:pt x="415" y="1357"/>
                    </a:lnTo>
                    <a:lnTo>
                      <a:pt x="418" y="1363"/>
                    </a:lnTo>
                    <a:lnTo>
                      <a:pt x="420" y="1370"/>
                    </a:lnTo>
                    <a:lnTo>
                      <a:pt x="425" y="1375"/>
                    </a:lnTo>
                    <a:lnTo>
                      <a:pt x="429" y="1381"/>
                    </a:lnTo>
                    <a:lnTo>
                      <a:pt x="433" y="1386"/>
                    </a:lnTo>
                    <a:lnTo>
                      <a:pt x="438" y="1391"/>
                    </a:lnTo>
                    <a:lnTo>
                      <a:pt x="443" y="1394"/>
                    </a:lnTo>
                    <a:lnTo>
                      <a:pt x="450" y="1398"/>
                    </a:lnTo>
                    <a:lnTo>
                      <a:pt x="457" y="1401"/>
                    </a:lnTo>
                    <a:lnTo>
                      <a:pt x="463" y="1402"/>
                    </a:lnTo>
                    <a:lnTo>
                      <a:pt x="470" y="1403"/>
                    </a:lnTo>
                    <a:lnTo>
                      <a:pt x="477" y="1403"/>
                    </a:lnTo>
                    <a:lnTo>
                      <a:pt x="485" y="1403"/>
                    </a:lnTo>
                    <a:lnTo>
                      <a:pt x="492" y="1402"/>
                    </a:lnTo>
                    <a:lnTo>
                      <a:pt x="498" y="1399"/>
                    </a:lnTo>
                    <a:lnTo>
                      <a:pt x="504" y="1397"/>
                    </a:lnTo>
                    <a:lnTo>
                      <a:pt x="510" y="1393"/>
                    </a:lnTo>
                    <a:lnTo>
                      <a:pt x="516" y="1389"/>
                    </a:lnTo>
                    <a:lnTo>
                      <a:pt x="520" y="1385"/>
                    </a:lnTo>
                    <a:lnTo>
                      <a:pt x="524" y="1379"/>
                    </a:lnTo>
                    <a:lnTo>
                      <a:pt x="532" y="1367"/>
                    </a:lnTo>
                    <a:lnTo>
                      <a:pt x="537" y="1354"/>
                    </a:lnTo>
                    <a:lnTo>
                      <a:pt x="540" y="1340"/>
                    </a:lnTo>
                    <a:lnTo>
                      <a:pt x="540" y="1327"/>
                    </a:lnTo>
                    <a:lnTo>
                      <a:pt x="541" y="1267"/>
                    </a:lnTo>
                    <a:lnTo>
                      <a:pt x="542" y="1208"/>
                    </a:lnTo>
                    <a:lnTo>
                      <a:pt x="542" y="1147"/>
                    </a:lnTo>
                    <a:lnTo>
                      <a:pt x="541" y="1087"/>
                    </a:lnTo>
                    <a:lnTo>
                      <a:pt x="541" y="1028"/>
                    </a:lnTo>
                    <a:lnTo>
                      <a:pt x="541" y="968"/>
                    </a:lnTo>
                    <a:lnTo>
                      <a:pt x="541" y="907"/>
                    </a:lnTo>
                    <a:lnTo>
                      <a:pt x="542" y="848"/>
                    </a:lnTo>
                    <a:lnTo>
                      <a:pt x="584" y="848"/>
                    </a:lnTo>
                    <a:lnTo>
                      <a:pt x="626" y="848"/>
                    </a:lnTo>
                    <a:lnTo>
                      <a:pt x="667" y="848"/>
                    </a:lnTo>
                    <a:lnTo>
                      <a:pt x="709" y="848"/>
                    </a:lnTo>
                    <a:lnTo>
                      <a:pt x="686" y="764"/>
                    </a:lnTo>
                    <a:lnTo>
                      <a:pt x="662" y="681"/>
                    </a:lnTo>
                    <a:lnTo>
                      <a:pt x="636" y="598"/>
                    </a:lnTo>
                    <a:lnTo>
                      <a:pt x="612" y="515"/>
                    </a:lnTo>
                    <a:lnTo>
                      <a:pt x="588" y="430"/>
                    </a:lnTo>
                    <a:lnTo>
                      <a:pt x="564" y="347"/>
                    </a:lnTo>
                    <a:lnTo>
                      <a:pt x="541" y="264"/>
                    </a:lnTo>
                    <a:lnTo>
                      <a:pt x="521" y="179"/>
                    </a:lnTo>
                    <a:lnTo>
                      <a:pt x="532" y="189"/>
                    </a:lnTo>
                    <a:lnTo>
                      <a:pt x="542" y="198"/>
                    </a:lnTo>
                    <a:lnTo>
                      <a:pt x="547" y="203"/>
                    </a:lnTo>
                    <a:lnTo>
                      <a:pt x="551" y="210"/>
                    </a:lnTo>
                    <a:lnTo>
                      <a:pt x="553" y="216"/>
                    </a:lnTo>
                    <a:lnTo>
                      <a:pt x="556" y="224"/>
                    </a:lnTo>
                    <a:lnTo>
                      <a:pt x="571" y="265"/>
                    </a:lnTo>
                    <a:lnTo>
                      <a:pt x="584" y="308"/>
                    </a:lnTo>
                    <a:lnTo>
                      <a:pt x="596" y="352"/>
                    </a:lnTo>
                    <a:lnTo>
                      <a:pt x="610" y="395"/>
                    </a:lnTo>
                    <a:lnTo>
                      <a:pt x="623" y="438"/>
                    </a:lnTo>
                    <a:lnTo>
                      <a:pt x="636" y="481"/>
                    </a:lnTo>
                    <a:lnTo>
                      <a:pt x="650" y="523"/>
                    </a:lnTo>
                    <a:lnTo>
                      <a:pt x="664" y="565"/>
                    </a:lnTo>
                    <a:lnTo>
                      <a:pt x="669" y="572"/>
                    </a:lnTo>
                    <a:lnTo>
                      <a:pt x="673" y="579"/>
                    </a:lnTo>
                    <a:lnTo>
                      <a:pt x="678" y="584"/>
                    </a:lnTo>
                    <a:lnTo>
                      <a:pt x="683" y="590"/>
                    </a:lnTo>
                    <a:lnTo>
                      <a:pt x="689" y="592"/>
                    </a:lnTo>
                    <a:lnTo>
                      <a:pt x="695" y="596"/>
                    </a:lnTo>
                    <a:lnTo>
                      <a:pt x="701" y="599"/>
                    </a:lnTo>
                    <a:lnTo>
                      <a:pt x="709" y="600"/>
                    </a:lnTo>
                    <a:lnTo>
                      <a:pt x="722" y="602"/>
                    </a:lnTo>
                    <a:lnTo>
                      <a:pt x="737" y="602"/>
                    </a:lnTo>
                    <a:lnTo>
                      <a:pt x="752" y="599"/>
                    </a:lnTo>
                    <a:lnTo>
                      <a:pt x="765" y="595"/>
                    </a:lnTo>
                    <a:lnTo>
                      <a:pt x="769" y="579"/>
                    </a:lnTo>
                    <a:lnTo>
                      <a:pt x="770" y="564"/>
                    </a:lnTo>
                    <a:lnTo>
                      <a:pt x="770" y="548"/>
                    </a:lnTo>
                    <a:lnTo>
                      <a:pt x="769" y="533"/>
                    </a:lnTo>
                    <a:lnTo>
                      <a:pt x="768" y="517"/>
                    </a:lnTo>
                    <a:lnTo>
                      <a:pt x="765" y="502"/>
                    </a:lnTo>
                    <a:lnTo>
                      <a:pt x="762" y="486"/>
                    </a:lnTo>
                    <a:lnTo>
                      <a:pt x="758" y="472"/>
                    </a:lnTo>
                    <a:lnTo>
                      <a:pt x="749" y="442"/>
                    </a:lnTo>
                    <a:lnTo>
                      <a:pt x="740" y="411"/>
                    </a:lnTo>
                    <a:lnTo>
                      <a:pt x="730" y="382"/>
                    </a:lnTo>
                    <a:lnTo>
                      <a:pt x="722" y="35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14" name="Group 138"/>
            <p:cNvGrpSpPr/>
            <p:nvPr/>
          </p:nvGrpSpPr>
          <p:grpSpPr>
            <a:xfrm>
              <a:off x="3371637" y="4352720"/>
              <a:ext cx="231047" cy="591857"/>
              <a:chOff x="3647164" y="2464482"/>
              <a:chExt cx="231047" cy="591857"/>
            </a:xfrm>
          </p:grpSpPr>
          <p:sp>
            <p:nvSpPr>
              <p:cNvPr id="15" name="深度视觉·原创设计 https://www.docer.com/works?userid=22383862"/>
              <p:cNvSpPr/>
              <p:nvPr/>
            </p:nvSpPr>
            <p:spPr bwMode="auto">
              <a:xfrm>
                <a:off x="3716795" y="2464482"/>
                <a:ext cx="96006" cy="96006"/>
              </a:xfrm>
              <a:custGeom>
                <a:avLst/>
                <a:gdLst>
                  <a:gd name="T0" fmla="*/ 262 w 273"/>
                  <a:gd name="T1" fmla="*/ 182 h 271"/>
                  <a:gd name="T2" fmla="*/ 266 w 273"/>
                  <a:gd name="T3" fmla="*/ 173 h 271"/>
                  <a:gd name="T4" fmla="*/ 269 w 273"/>
                  <a:gd name="T5" fmla="*/ 165 h 271"/>
                  <a:gd name="T6" fmla="*/ 272 w 273"/>
                  <a:gd name="T7" fmla="*/ 155 h 271"/>
                  <a:gd name="T8" fmla="*/ 273 w 273"/>
                  <a:gd name="T9" fmla="*/ 146 h 271"/>
                  <a:gd name="T10" fmla="*/ 273 w 273"/>
                  <a:gd name="T11" fmla="*/ 137 h 271"/>
                  <a:gd name="T12" fmla="*/ 273 w 273"/>
                  <a:gd name="T13" fmla="*/ 127 h 271"/>
                  <a:gd name="T14" fmla="*/ 272 w 273"/>
                  <a:gd name="T15" fmla="*/ 119 h 271"/>
                  <a:gd name="T16" fmla="*/ 270 w 273"/>
                  <a:gd name="T17" fmla="*/ 110 h 271"/>
                  <a:gd name="T18" fmla="*/ 265 w 273"/>
                  <a:gd name="T19" fmla="*/ 92 h 271"/>
                  <a:gd name="T20" fmla="*/ 257 w 273"/>
                  <a:gd name="T21" fmla="*/ 76 h 271"/>
                  <a:gd name="T22" fmla="*/ 246 w 273"/>
                  <a:gd name="T23" fmla="*/ 60 h 271"/>
                  <a:gd name="T24" fmla="*/ 236 w 273"/>
                  <a:gd name="T25" fmla="*/ 45 h 271"/>
                  <a:gd name="T26" fmla="*/ 222 w 273"/>
                  <a:gd name="T27" fmla="*/ 33 h 271"/>
                  <a:gd name="T28" fmla="*/ 207 w 273"/>
                  <a:gd name="T29" fmla="*/ 23 h 271"/>
                  <a:gd name="T30" fmla="*/ 191 w 273"/>
                  <a:gd name="T31" fmla="*/ 13 h 271"/>
                  <a:gd name="T32" fmla="*/ 174 w 273"/>
                  <a:gd name="T33" fmla="*/ 6 h 271"/>
                  <a:gd name="T34" fmla="*/ 165 w 273"/>
                  <a:gd name="T35" fmla="*/ 4 h 271"/>
                  <a:gd name="T36" fmla="*/ 157 w 273"/>
                  <a:gd name="T37" fmla="*/ 1 h 271"/>
                  <a:gd name="T38" fmla="*/ 147 w 273"/>
                  <a:gd name="T39" fmla="*/ 0 h 271"/>
                  <a:gd name="T40" fmla="*/ 138 w 273"/>
                  <a:gd name="T41" fmla="*/ 0 h 271"/>
                  <a:gd name="T42" fmla="*/ 128 w 273"/>
                  <a:gd name="T43" fmla="*/ 0 h 271"/>
                  <a:gd name="T44" fmla="*/ 119 w 273"/>
                  <a:gd name="T45" fmla="*/ 1 h 271"/>
                  <a:gd name="T46" fmla="*/ 110 w 273"/>
                  <a:gd name="T47" fmla="*/ 2 h 271"/>
                  <a:gd name="T48" fmla="*/ 100 w 273"/>
                  <a:gd name="T49" fmla="*/ 5 h 271"/>
                  <a:gd name="T50" fmla="*/ 92 w 273"/>
                  <a:gd name="T51" fmla="*/ 6 h 271"/>
                  <a:gd name="T52" fmla="*/ 84 w 273"/>
                  <a:gd name="T53" fmla="*/ 9 h 271"/>
                  <a:gd name="T54" fmla="*/ 76 w 273"/>
                  <a:gd name="T55" fmla="*/ 13 h 271"/>
                  <a:gd name="T56" fmla="*/ 68 w 273"/>
                  <a:gd name="T57" fmla="*/ 17 h 271"/>
                  <a:gd name="T58" fmla="*/ 53 w 273"/>
                  <a:gd name="T59" fmla="*/ 27 h 271"/>
                  <a:gd name="T60" fmla="*/ 41 w 273"/>
                  <a:gd name="T61" fmla="*/ 37 h 271"/>
                  <a:gd name="T62" fmla="*/ 29 w 273"/>
                  <a:gd name="T63" fmla="*/ 49 h 271"/>
                  <a:gd name="T64" fmla="*/ 20 w 273"/>
                  <a:gd name="T65" fmla="*/ 64 h 271"/>
                  <a:gd name="T66" fmla="*/ 12 w 273"/>
                  <a:gd name="T67" fmla="*/ 79 h 271"/>
                  <a:gd name="T68" fmla="*/ 6 w 273"/>
                  <a:gd name="T69" fmla="*/ 95 h 271"/>
                  <a:gd name="T70" fmla="*/ 2 w 273"/>
                  <a:gd name="T71" fmla="*/ 112 h 271"/>
                  <a:gd name="T72" fmla="*/ 0 w 273"/>
                  <a:gd name="T73" fmla="*/ 129 h 271"/>
                  <a:gd name="T74" fmla="*/ 0 w 273"/>
                  <a:gd name="T75" fmla="*/ 146 h 271"/>
                  <a:gd name="T76" fmla="*/ 2 w 273"/>
                  <a:gd name="T77" fmla="*/ 163 h 271"/>
                  <a:gd name="T78" fmla="*/ 6 w 273"/>
                  <a:gd name="T79" fmla="*/ 179 h 271"/>
                  <a:gd name="T80" fmla="*/ 12 w 273"/>
                  <a:gd name="T81" fmla="*/ 196 h 271"/>
                  <a:gd name="T82" fmla="*/ 21 w 273"/>
                  <a:gd name="T83" fmla="*/ 210 h 271"/>
                  <a:gd name="T84" fmla="*/ 32 w 273"/>
                  <a:gd name="T85" fmla="*/ 224 h 271"/>
                  <a:gd name="T86" fmla="*/ 39 w 273"/>
                  <a:gd name="T87" fmla="*/ 232 h 271"/>
                  <a:gd name="T88" fmla="*/ 44 w 273"/>
                  <a:gd name="T89" fmla="*/ 238 h 271"/>
                  <a:gd name="T90" fmla="*/ 51 w 273"/>
                  <a:gd name="T91" fmla="*/ 244 h 271"/>
                  <a:gd name="T92" fmla="*/ 59 w 273"/>
                  <a:gd name="T93" fmla="*/ 249 h 271"/>
                  <a:gd name="T94" fmla="*/ 73 w 273"/>
                  <a:gd name="T95" fmla="*/ 259 h 271"/>
                  <a:gd name="T96" fmla="*/ 89 w 273"/>
                  <a:gd name="T97" fmla="*/ 264 h 271"/>
                  <a:gd name="T98" fmla="*/ 107 w 273"/>
                  <a:gd name="T99" fmla="*/ 269 h 271"/>
                  <a:gd name="T100" fmla="*/ 124 w 273"/>
                  <a:gd name="T101" fmla="*/ 271 h 271"/>
                  <a:gd name="T102" fmla="*/ 142 w 273"/>
                  <a:gd name="T103" fmla="*/ 271 h 271"/>
                  <a:gd name="T104" fmla="*/ 159 w 273"/>
                  <a:gd name="T105" fmla="*/ 269 h 271"/>
                  <a:gd name="T106" fmla="*/ 177 w 273"/>
                  <a:gd name="T107" fmla="*/ 265 h 271"/>
                  <a:gd name="T108" fmla="*/ 193 w 273"/>
                  <a:gd name="T109" fmla="*/ 259 h 271"/>
                  <a:gd name="T110" fmla="*/ 209 w 273"/>
                  <a:gd name="T111" fmla="*/ 251 h 271"/>
                  <a:gd name="T112" fmla="*/ 224 w 273"/>
                  <a:gd name="T113" fmla="*/ 240 h 271"/>
                  <a:gd name="T114" fmla="*/ 236 w 273"/>
                  <a:gd name="T115" fmla="*/ 229 h 271"/>
                  <a:gd name="T116" fmla="*/ 248 w 273"/>
                  <a:gd name="T117" fmla="*/ 214 h 271"/>
                  <a:gd name="T118" fmla="*/ 252 w 273"/>
                  <a:gd name="T119" fmla="*/ 208 h 271"/>
                  <a:gd name="T120" fmla="*/ 256 w 273"/>
                  <a:gd name="T121" fmla="*/ 200 h 271"/>
                  <a:gd name="T122" fmla="*/ 260 w 273"/>
                  <a:gd name="T123" fmla="*/ 192 h 271"/>
                  <a:gd name="T124" fmla="*/ 262 w 273"/>
                  <a:gd name="T125" fmla="*/ 182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3" h="271">
                    <a:moveTo>
                      <a:pt x="262" y="182"/>
                    </a:moveTo>
                    <a:lnTo>
                      <a:pt x="266" y="173"/>
                    </a:lnTo>
                    <a:lnTo>
                      <a:pt x="269" y="165"/>
                    </a:lnTo>
                    <a:lnTo>
                      <a:pt x="272" y="155"/>
                    </a:lnTo>
                    <a:lnTo>
                      <a:pt x="273" y="146"/>
                    </a:lnTo>
                    <a:lnTo>
                      <a:pt x="273" y="137"/>
                    </a:lnTo>
                    <a:lnTo>
                      <a:pt x="273" y="127"/>
                    </a:lnTo>
                    <a:lnTo>
                      <a:pt x="272" y="119"/>
                    </a:lnTo>
                    <a:lnTo>
                      <a:pt x="270" y="110"/>
                    </a:lnTo>
                    <a:lnTo>
                      <a:pt x="265" y="92"/>
                    </a:lnTo>
                    <a:lnTo>
                      <a:pt x="257" y="76"/>
                    </a:lnTo>
                    <a:lnTo>
                      <a:pt x="246" y="60"/>
                    </a:lnTo>
                    <a:lnTo>
                      <a:pt x="236" y="45"/>
                    </a:lnTo>
                    <a:lnTo>
                      <a:pt x="222" y="33"/>
                    </a:lnTo>
                    <a:lnTo>
                      <a:pt x="207" y="23"/>
                    </a:lnTo>
                    <a:lnTo>
                      <a:pt x="191" y="13"/>
                    </a:lnTo>
                    <a:lnTo>
                      <a:pt x="174" y="6"/>
                    </a:lnTo>
                    <a:lnTo>
                      <a:pt x="165" y="4"/>
                    </a:lnTo>
                    <a:lnTo>
                      <a:pt x="157" y="1"/>
                    </a:lnTo>
                    <a:lnTo>
                      <a:pt x="147" y="0"/>
                    </a:lnTo>
                    <a:lnTo>
                      <a:pt x="138" y="0"/>
                    </a:lnTo>
                    <a:lnTo>
                      <a:pt x="128" y="0"/>
                    </a:lnTo>
                    <a:lnTo>
                      <a:pt x="119" y="1"/>
                    </a:lnTo>
                    <a:lnTo>
                      <a:pt x="110" y="2"/>
                    </a:lnTo>
                    <a:lnTo>
                      <a:pt x="100" y="5"/>
                    </a:lnTo>
                    <a:lnTo>
                      <a:pt x="92" y="6"/>
                    </a:lnTo>
                    <a:lnTo>
                      <a:pt x="84" y="9"/>
                    </a:lnTo>
                    <a:lnTo>
                      <a:pt x="76" y="13"/>
                    </a:lnTo>
                    <a:lnTo>
                      <a:pt x="68" y="17"/>
                    </a:lnTo>
                    <a:lnTo>
                      <a:pt x="53" y="27"/>
                    </a:lnTo>
                    <a:lnTo>
                      <a:pt x="41" y="37"/>
                    </a:lnTo>
                    <a:lnTo>
                      <a:pt x="29" y="49"/>
                    </a:lnTo>
                    <a:lnTo>
                      <a:pt x="20" y="64"/>
                    </a:lnTo>
                    <a:lnTo>
                      <a:pt x="12" y="79"/>
                    </a:lnTo>
                    <a:lnTo>
                      <a:pt x="6" y="95"/>
                    </a:lnTo>
                    <a:lnTo>
                      <a:pt x="2" y="112"/>
                    </a:lnTo>
                    <a:lnTo>
                      <a:pt x="0" y="129"/>
                    </a:lnTo>
                    <a:lnTo>
                      <a:pt x="0" y="146"/>
                    </a:lnTo>
                    <a:lnTo>
                      <a:pt x="2" y="163"/>
                    </a:lnTo>
                    <a:lnTo>
                      <a:pt x="6" y="179"/>
                    </a:lnTo>
                    <a:lnTo>
                      <a:pt x="12" y="196"/>
                    </a:lnTo>
                    <a:lnTo>
                      <a:pt x="21" y="210"/>
                    </a:lnTo>
                    <a:lnTo>
                      <a:pt x="32" y="224"/>
                    </a:lnTo>
                    <a:lnTo>
                      <a:pt x="39" y="232"/>
                    </a:lnTo>
                    <a:lnTo>
                      <a:pt x="44" y="238"/>
                    </a:lnTo>
                    <a:lnTo>
                      <a:pt x="51" y="244"/>
                    </a:lnTo>
                    <a:lnTo>
                      <a:pt x="59" y="249"/>
                    </a:lnTo>
                    <a:lnTo>
                      <a:pt x="73" y="259"/>
                    </a:lnTo>
                    <a:lnTo>
                      <a:pt x="89" y="264"/>
                    </a:lnTo>
                    <a:lnTo>
                      <a:pt x="107" y="269"/>
                    </a:lnTo>
                    <a:lnTo>
                      <a:pt x="124" y="271"/>
                    </a:lnTo>
                    <a:lnTo>
                      <a:pt x="142" y="271"/>
                    </a:lnTo>
                    <a:lnTo>
                      <a:pt x="159" y="269"/>
                    </a:lnTo>
                    <a:lnTo>
                      <a:pt x="177" y="265"/>
                    </a:lnTo>
                    <a:lnTo>
                      <a:pt x="193" y="259"/>
                    </a:lnTo>
                    <a:lnTo>
                      <a:pt x="209" y="251"/>
                    </a:lnTo>
                    <a:lnTo>
                      <a:pt x="224" y="240"/>
                    </a:lnTo>
                    <a:lnTo>
                      <a:pt x="236" y="229"/>
                    </a:lnTo>
                    <a:lnTo>
                      <a:pt x="248" y="214"/>
                    </a:lnTo>
                    <a:lnTo>
                      <a:pt x="252" y="208"/>
                    </a:lnTo>
                    <a:lnTo>
                      <a:pt x="256" y="200"/>
                    </a:lnTo>
                    <a:lnTo>
                      <a:pt x="260" y="192"/>
                    </a:lnTo>
                    <a:lnTo>
                      <a:pt x="262" y="182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6" name="深度视觉·原创设计 https://www.docer.com/works?userid=22383862"/>
              <p:cNvSpPr/>
              <p:nvPr/>
            </p:nvSpPr>
            <p:spPr bwMode="auto">
              <a:xfrm>
                <a:off x="3647164" y="2569982"/>
                <a:ext cx="231047" cy="486357"/>
              </a:xfrm>
              <a:custGeom>
                <a:avLst/>
                <a:gdLst>
                  <a:gd name="T0" fmla="*/ 566 w 658"/>
                  <a:gd name="T1" fmla="*/ 20 h 1383"/>
                  <a:gd name="T2" fmla="*/ 506 w 658"/>
                  <a:gd name="T3" fmla="*/ 4 h 1383"/>
                  <a:gd name="T4" fmla="*/ 396 w 658"/>
                  <a:gd name="T5" fmla="*/ 0 h 1383"/>
                  <a:gd name="T6" fmla="*/ 259 w 658"/>
                  <a:gd name="T7" fmla="*/ 0 h 1383"/>
                  <a:gd name="T8" fmla="*/ 136 w 658"/>
                  <a:gd name="T9" fmla="*/ 8 h 1383"/>
                  <a:gd name="T10" fmla="*/ 74 w 658"/>
                  <a:gd name="T11" fmla="*/ 27 h 1383"/>
                  <a:gd name="T12" fmla="*/ 40 w 658"/>
                  <a:gd name="T13" fmla="*/ 53 h 1383"/>
                  <a:gd name="T14" fmla="*/ 16 w 658"/>
                  <a:gd name="T15" fmla="*/ 90 h 1383"/>
                  <a:gd name="T16" fmla="*/ 4 w 658"/>
                  <a:gd name="T17" fmla="*/ 131 h 1383"/>
                  <a:gd name="T18" fmla="*/ 2 w 658"/>
                  <a:gd name="T19" fmla="*/ 220 h 1383"/>
                  <a:gd name="T20" fmla="*/ 0 w 658"/>
                  <a:gd name="T21" fmla="*/ 448 h 1383"/>
                  <a:gd name="T22" fmla="*/ 2 w 658"/>
                  <a:gd name="T23" fmla="*/ 629 h 1383"/>
                  <a:gd name="T24" fmla="*/ 19 w 658"/>
                  <a:gd name="T25" fmla="*/ 665 h 1383"/>
                  <a:gd name="T26" fmla="*/ 42 w 658"/>
                  <a:gd name="T27" fmla="*/ 676 h 1383"/>
                  <a:gd name="T28" fmla="*/ 73 w 658"/>
                  <a:gd name="T29" fmla="*/ 676 h 1383"/>
                  <a:gd name="T30" fmla="*/ 97 w 658"/>
                  <a:gd name="T31" fmla="*/ 657 h 1383"/>
                  <a:gd name="T32" fmla="*/ 117 w 658"/>
                  <a:gd name="T33" fmla="*/ 602 h 1383"/>
                  <a:gd name="T34" fmla="*/ 118 w 658"/>
                  <a:gd name="T35" fmla="*/ 452 h 1383"/>
                  <a:gd name="T36" fmla="*/ 118 w 658"/>
                  <a:gd name="T37" fmla="*/ 273 h 1383"/>
                  <a:gd name="T38" fmla="*/ 153 w 658"/>
                  <a:gd name="T39" fmla="*/ 296 h 1383"/>
                  <a:gd name="T40" fmla="*/ 153 w 658"/>
                  <a:gd name="T41" fmla="*/ 566 h 1383"/>
                  <a:gd name="T42" fmla="*/ 153 w 658"/>
                  <a:gd name="T43" fmla="*/ 836 h 1383"/>
                  <a:gd name="T44" fmla="*/ 153 w 658"/>
                  <a:gd name="T45" fmla="*/ 1107 h 1383"/>
                  <a:gd name="T46" fmla="*/ 154 w 658"/>
                  <a:gd name="T47" fmla="*/ 1323 h 1383"/>
                  <a:gd name="T48" fmla="*/ 175 w 658"/>
                  <a:gd name="T49" fmla="*/ 1363 h 1383"/>
                  <a:gd name="T50" fmla="*/ 215 w 658"/>
                  <a:gd name="T51" fmla="*/ 1382 h 1383"/>
                  <a:gd name="T52" fmla="*/ 262 w 658"/>
                  <a:gd name="T53" fmla="*/ 1379 h 1383"/>
                  <a:gd name="T54" fmla="*/ 299 w 658"/>
                  <a:gd name="T55" fmla="*/ 1349 h 1383"/>
                  <a:gd name="T56" fmla="*/ 311 w 658"/>
                  <a:gd name="T57" fmla="*/ 1272 h 1383"/>
                  <a:gd name="T58" fmla="*/ 311 w 658"/>
                  <a:gd name="T59" fmla="*/ 1030 h 1383"/>
                  <a:gd name="T60" fmla="*/ 313 w 658"/>
                  <a:gd name="T61" fmla="*/ 745 h 1383"/>
                  <a:gd name="T62" fmla="*/ 347 w 658"/>
                  <a:gd name="T63" fmla="*/ 756 h 1383"/>
                  <a:gd name="T64" fmla="*/ 347 w 658"/>
                  <a:gd name="T65" fmla="*/ 1082 h 1383"/>
                  <a:gd name="T66" fmla="*/ 350 w 658"/>
                  <a:gd name="T67" fmla="*/ 1333 h 1383"/>
                  <a:gd name="T68" fmla="*/ 361 w 658"/>
                  <a:gd name="T69" fmla="*/ 1359 h 1383"/>
                  <a:gd name="T70" fmla="*/ 388 w 658"/>
                  <a:gd name="T71" fmla="*/ 1378 h 1383"/>
                  <a:gd name="T72" fmla="*/ 444 w 658"/>
                  <a:gd name="T73" fmla="*/ 1379 h 1383"/>
                  <a:gd name="T74" fmla="*/ 484 w 658"/>
                  <a:gd name="T75" fmla="*/ 1355 h 1383"/>
                  <a:gd name="T76" fmla="*/ 496 w 658"/>
                  <a:gd name="T77" fmla="*/ 1331 h 1383"/>
                  <a:gd name="T78" fmla="*/ 499 w 658"/>
                  <a:gd name="T79" fmla="*/ 1240 h 1383"/>
                  <a:gd name="T80" fmla="*/ 499 w 658"/>
                  <a:gd name="T81" fmla="*/ 971 h 1383"/>
                  <a:gd name="T82" fmla="*/ 499 w 658"/>
                  <a:gd name="T83" fmla="*/ 700 h 1383"/>
                  <a:gd name="T84" fmla="*/ 499 w 658"/>
                  <a:gd name="T85" fmla="*/ 429 h 1383"/>
                  <a:gd name="T86" fmla="*/ 510 w 658"/>
                  <a:gd name="T87" fmla="*/ 226 h 1383"/>
                  <a:gd name="T88" fmla="*/ 542 w 658"/>
                  <a:gd name="T89" fmla="*/ 273 h 1383"/>
                  <a:gd name="T90" fmla="*/ 542 w 658"/>
                  <a:gd name="T91" fmla="*/ 461 h 1383"/>
                  <a:gd name="T92" fmla="*/ 543 w 658"/>
                  <a:gd name="T93" fmla="*/ 617 h 1383"/>
                  <a:gd name="T94" fmla="*/ 565 w 658"/>
                  <a:gd name="T95" fmla="*/ 662 h 1383"/>
                  <a:gd name="T96" fmla="*/ 589 w 658"/>
                  <a:gd name="T97" fmla="*/ 676 h 1383"/>
                  <a:gd name="T98" fmla="*/ 618 w 658"/>
                  <a:gd name="T99" fmla="*/ 676 h 1383"/>
                  <a:gd name="T100" fmla="*/ 638 w 658"/>
                  <a:gd name="T101" fmla="*/ 665 h 1383"/>
                  <a:gd name="T102" fmla="*/ 653 w 658"/>
                  <a:gd name="T103" fmla="*/ 639 h 1383"/>
                  <a:gd name="T104" fmla="*/ 658 w 658"/>
                  <a:gd name="T105" fmla="*/ 555 h 1383"/>
                  <a:gd name="T106" fmla="*/ 658 w 658"/>
                  <a:gd name="T107" fmla="*/ 360 h 1383"/>
                  <a:gd name="T108" fmla="*/ 658 w 658"/>
                  <a:gd name="T109" fmla="*/ 192 h 1383"/>
                  <a:gd name="T110" fmla="*/ 648 w 658"/>
                  <a:gd name="T111" fmla="*/ 111 h 1383"/>
                  <a:gd name="T112" fmla="*/ 629 w 658"/>
                  <a:gd name="T113" fmla="*/ 71 h 13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58" h="1383">
                    <a:moveTo>
                      <a:pt x="605" y="45"/>
                    </a:moveTo>
                    <a:lnTo>
                      <a:pt x="593" y="36"/>
                    </a:lnTo>
                    <a:lnTo>
                      <a:pt x="579" y="27"/>
                    </a:lnTo>
                    <a:lnTo>
                      <a:pt x="566" y="20"/>
                    </a:lnTo>
                    <a:lnTo>
                      <a:pt x="551" y="15"/>
                    </a:lnTo>
                    <a:lnTo>
                      <a:pt x="536" y="11"/>
                    </a:lnTo>
                    <a:lnTo>
                      <a:pt x="522" y="6"/>
                    </a:lnTo>
                    <a:lnTo>
                      <a:pt x="506" y="4"/>
                    </a:lnTo>
                    <a:lnTo>
                      <a:pt x="491" y="2"/>
                    </a:lnTo>
                    <a:lnTo>
                      <a:pt x="459" y="0"/>
                    </a:lnTo>
                    <a:lnTo>
                      <a:pt x="427" y="0"/>
                    </a:lnTo>
                    <a:lnTo>
                      <a:pt x="396" y="0"/>
                    </a:lnTo>
                    <a:lnTo>
                      <a:pt x="365" y="0"/>
                    </a:lnTo>
                    <a:lnTo>
                      <a:pt x="330" y="1"/>
                    </a:lnTo>
                    <a:lnTo>
                      <a:pt x="294" y="0"/>
                    </a:lnTo>
                    <a:lnTo>
                      <a:pt x="259" y="0"/>
                    </a:lnTo>
                    <a:lnTo>
                      <a:pt x="223" y="0"/>
                    </a:lnTo>
                    <a:lnTo>
                      <a:pt x="188" y="1"/>
                    </a:lnTo>
                    <a:lnTo>
                      <a:pt x="153" y="4"/>
                    </a:lnTo>
                    <a:lnTo>
                      <a:pt x="136" y="8"/>
                    </a:lnTo>
                    <a:lnTo>
                      <a:pt x="118" y="12"/>
                    </a:lnTo>
                    <a:lnTo>
                      <a:pt x="101" y="16"/>
                    </a:lnTo>
                    <a:lnTo>
                      <a:pt x="85" y="23"/>
                    </a:lnTo>
                    <a:lnTo>
                      <a:pt x="74" y="27"/>
                    </a:lnTo>
                    <a:lnTo>
                      <a:pt x="65" y="32"/>
                    </a:lnTo>
                    <a:lnTo>
                      <a:pt x="55" y="39"/>
                    </a:lnTo>
                    <a:lnTo>
                      <a:pt x="47" y="45"/>
                    </a:lnTo>
                    <a:lnTo>
                      <a:pt x="40" y="53"/>
                    </a:lnTo>
                    <a:lnTo>
                      <a:pt x="32" y="61"/>
                    </a:lnTo>
                    <a:lnTo>
                      <a:pt x="27" y="70"/>
                    </a:lnTo>
                    <a:lnTo>
                      <a:pt x="22" y="79"/>
                    </a:lnTo>
                    <a:lnTo>
                      <a:pt x="16" y="90"/>
                    </a:lnTo>
                    <a:lnTo>
                      <a:pt x="12" y="99"/>
                    </a:lnTo>
                    <a:lnTo>
                      <a:pt x="8" y="110"/>
                    </a:lnTo>
                    <a:lnTo>
                      <a:pt x="6" y="120"/>
                    </a:lnTo>
                    <a:lnTo>
                      <a:pt x="4" y="131"/>
                    </a:lnTo>
                    <a:lnTo>
                      <a:pt x="2" y="142"/>
                    </a:lnTo>
                    <a:lnTo>
                      <a:pt x="2" y="153"/>
                    </a:lnTo>
                    <a:lnTo>
                      <a:pt x="2" y="163"/>
                    </a:lnTo>
                    <a:lnTo>
                      <a:pt x="2" y="220"/>
                    </a:lnTo>
                    <a:lnTo>
                      <a:pt x="2" y="277"/>
                    </a:lnTo>
                    <a:lnTo>
                      <a:pt x="0" y="334"/>
                    </a:lnTo>
                    <a:lnTo>
                      <a:pt x="0" y="390"/>
                    </a:lnTo>
                    <a:lnTo>
                      <a:pt x="0" y="448"/>
                    </a:lnTo>
                    <a:lnTo>
                      <a:pt x="2" y="504"/>
                    </a:lnTo>
                    <a:lnTo>
                      <a:pt x="2" y="562"/>
                    </a:lnTo>
                    <a:lnTo>
                      <a:pt x="2" y="618"/>
                    </a:lnTo>
                    <a:lnTo>
                      <a:pt x="2" y="629"/>
                    </a:lnTo>
                    <a:lnTo>
                      <a:pt x="4" y="638"/>
                    </a:lnTo>
                    <a:lnTo>
                      <a:pt x="7" y="649"/>
                    </a:lnTo>
                    <a:lnTo>
                      <a:pt x="12" y="658"/>
                    </a:lnTo>
                    <a:lnTo>
                      <a:pt x="19" y="665"/>
                    </a:lnTo>
                    <a:lnTo>
                      <a:pt x="28" y="672"/>
                    </a:lnTo>
                    <a:lnTo>
                      <a:pt x="32" y="673"/>
                    </a:lnTo>
                    <a:lnTo>
                      <a:pt x="38" y="676"/>
                    </a:lnTo>
                    <a:lnTo>
                      <a:pt x="42" y="676"/>
                    </a:lnTo>
                    <a:lnTo>
                      <a:pt x="47" y="676"/>
                    </a:lnTo>
                    <a:lnTo>
                      <a:pt x="57" y="677"/>
                    </a:lnTo>
                    <a:lnTo>
                      <a:pt x="65" y="677"/>
                    </a:lnTo>
                    <a:lnTo>
                      <a:pt x="73" y="676"/>
                    </a:lnTo>
                    <a:lnTo>
                      <a:pt x="79" y="672"/>
                    </a:lnTo>
                    <a:lnTo>
                      <a:pt x="86" y="667"/>
                    </a:lnTo>
                    <a:lnTo>
                      <a:pt x="91" y="663"/>
                    </a:lnTo>
                    <a:lnTo>
                      <a:pt x="97" y="657"/>
                    </a:lnTo>
                    <a:lnTo>
                      <a:pt x="101" y="650"/>
                    </a:lnTo>
                    <a:lnTo>
                      <a:pt x="109" y="635"/>
                    </a:lnTo>
                    <a:lnTo>
                      <a:pt x="114" y="619"/>
                    </a:lnTo>
                    <a:lnTo>
                      <a:pt x="117" y="602"/>
                    </a:lnTo>
                    <a:lnTo>
                      <a:pt x="117" y="587"/>
                    </a:lnTo>
                    <a:lnTo>
                      <a:pt x="118" y="541"/>
                    </a:lnTo>
                    <a:lnTo>
                      <a:pt x="118" y="497"/>
                    </a:lnTo>
                    <a:lnTo>
                      <a:pt x="118" y="452"/>
                    </a:lnTo>
                    <a:lnTo>
                      <a:pt x="117" y="407"/>
                    </a:lnTo>
                    <a:lnTo>
                      <a:pt x="117" y="362"/>
                    </a:lnTo>
                    <a:lnTo>
                      <a:pt x="117" y="318"/>
                    </a:lnTo>
                    <a:lnTo>
                      <a:pt x="118" y="273"/>
                    </a:lnTo>
                    <a:lnTo>
                      <a:pt x="118" y="228"/>
                    </a:lnTo>
                    <a:lnTo>
                      <a:pt x="136" y="228"/>
                    </a:lnTo>
                    <a:lnTo>
                      <a:pt x="152" y="228"/>
                    </a:lnTo>
                    <a:lnTo>
                      <a:pt x="153" y="296"/>
                    </a:lnTo>
                    <a:lnTo>
                      <a:pt x="153" y="363"/>
                    </a:lnTo>
                    <a:lnTo>
                      <a:pt x="153" y="430"/>
                    </a:lnTo>
                    <a:lnTo>
                      <a:pt x="153" y="499"/>
                    </a:lnTo>
                    <a:lnTo>
                      <a:pt x="153" y="566"/>
                    </a:lnTo>
                    <a:lnTo>
                      <a:pt x="153" y="634"/>
                    </a:lnTo>
                    <a:lnTo>
                      <a:pt x="153" y="701"/>
                    </a:lnTo>
                    <a:lnTo>
                      <a:pt x="153" y="769"/>
                    </a:lnTo>
                    <a:lnTo>
                      <a:pt x="153" y="836"/>
                    </a:lnTo>
                    <a:lnTo>
                      <a:pt x="153" y="903"/>
                    </a:lnTo>
                    <a:lnTo>
                      <a:pt x="153" y="972"/>
                    </a:lnTo>
                    <a:lnTo>
                      <a:pt x="153" y="1039"/>
                    </a:lnTo>
                    <a:lnTo>
                      <a:pt x="153" y="1107"/>
                    </a:lnTo>
                    <a:lnTo>
                      <a:pt x="153" y="1174"/>
                    </a:lnTo>
                    <a:lnTo>
                      <a:pt x="153" y="1243"/>
                    </a:lnTo>
                    <a:lnTo>
                      <a:pt x="154" y="1310"/>
                    </a:lnTo>
                    <a:lnTo>
                      <a:pt x="154" y="1323"/>
                    </a:lnTo>
                    <a:lnTo>
                      <a:pt x="157" y="1335"/>
                    </a:lnTo>
                    <a:lnTo>
                      <a:pt x="161" y="1346"/>
                    </a:lnTo>
                    <a:lnTo>
                      <a:pt x="168" y="1355"/>
                    </a:lnTo>
                    <a:lnTo>
                      <a:pt x="175" y="1363"/>
                    </a:lnTo>
                    <a:lnTo>
                      <a:pt x="184" y="1370"/>
                    </a:lnTo>
                    <a:lnTo>
                      <a:pt x="193" y="1375"/>
                    </a:lnTo>
                    <a:lnTo>
                      <a:pt x="204" y="1379"/>
                    </a:lnTo>
                    <a:lnTo>
                      <a:pt x="215" y="1382"/>
                    </a:lnTo>
                    <a:lnTo>
                      <a:pt x="227" y="1383"/>
                    </a:lnTo>
                    <a:lnTo>
                      <a:pt x="239" y="1383"/>
                    </a:lnTo>
                    <a:lnTo>
                      <a:pt x="251" y="1382"/>
                    </a:lnTo>
                    <a:lnTo>
                      <a:pt x="262" y="1379"/>
                    </a:lnTo>
                    <a:lnTo>
                      <a:pt x="274" y="1375"/>
                    </a:lnTo>
                    <a:lnTo>
                      <a:pt x="283" y="1370"/>
                    </a:lnTo>
                    <a:lnTo>
                      <a:pt x="294" y="1363"/>
                    </a:lnTo>
                    <a:lnTo>
                      <a:pt x="299" y="1349"/>
                    </a:lnTo>
                    <a:lnTo>
                      <a:pt x="303" y="1334"/>
                    </a:lnTo>
                    <a:lnTo>
                      <a:pt x="306" y="1319"/>
                    </a:lnTo>
                    <a:lnTo>
                      <a:pt x="309" y="1303"/>
                    </a:lnTo>
                    <a:lnTo>
                      <a:pt x="311" y="1272"/>
                    </a:lnTo>
                    <a:lnTo>
                      <a:pt x="313" y="1241"/>
                    </a:lnTo>
                    <a:lnTo>
                      <a:pt x="313" y="1170"/>
                    </a:lnTo>
                    <a:lnTo>
                      <a:pt x="311" y="1101"/>
                    </a:lnTo>
                    <a:lnTo>
                      <a:pt x="311" y="1030"/>
                    </a:lnTo>
                    <a:lnTo>
                      <a:pt x="311" y="958"/>
                    </a:lnTo>
                    <a:lnTo>
                      <a:pt x="311" y="887"/>
                    </a:lnTo>
                    <a:lnTo>
                      <a:pt x="313" y="816"/>
                    </a:lnTo>
                    <a:lnTo>
                      <a:pt x="313" y="745"/>
                    </a:lnTo>
                    <a:lnTo>
                      <a:pt x="313" y="674"/>
                    </a:lnTo>
                    <a:lnTo>
                      <a:pt x="330" y="674"/>
                    </a:lnTo>
                    <a:lnTo>
                      <a:pt x="347" y="674"/>
                    </a:lnTo>
                    <a:lnTo>
                      <a:pt x="347" y="756"/>
                    </a:lnTo>
                    <a:lnTo>
                      <a:pt x="347" y="838"/>
                    </a:lnTo>
                    <a:lnTo>
                      <a:pt x="347" y="918"/>
                    </a:lnTo>
                    <a:lnTo>
                      <a:pt x="347" y="1000"/>
                    </a:lnTo>
                    <a:lnTo>
                      <a:pt x="347" y="1082"/>
                    </a:lnTo>
                    <a:lnTo>
                      <a:pt x="347" y="1162"/>
                    </a:lnTo>
                    <a:lnTo>
                      <a:pt x="347" y="1244"/>
                    </a:lnTo>
                    <a:lnTo>
                      <a:pt x="349" y="1324"/>
                    </a:lnTo>
                    <a:lnTo>
                      <a:pt x="350" y="1333"/>
                    </a:lnTo>
                    <a:lnTo>
                      <a:pt x="351" y="1341"/>
                    </a:lnTo>
                    <a:lnTo>
                      <a:pt x="354" y="1347"/>
                    </a:lnTo>
                    <a:lnTo>
                      <a:pt x="357" y="1354"/>
                    </a:lnTo>
                    <a:lnTo>
                      <a:pt x="361" y="1359"/>
                    </a:lnTo>
                    <a:lnTo>
                      <a:pt x="366" y="1363"/>
                    </a:lnTo>
                    <a:lnTo>
                      <a:pt x="370" y="1369"/>
                    </a:lnTo>
                    <a:lnTo>
                      <a:pt x="377" y="1373"/>
                    </a:lnTo>
                    <a:lnTo>
                      <a:pt x="388" y="1378"/>
                    </a:lnTo>
                    <a:lnTo>
                      <a:pt x="401" y="1382"/>
                    </a:lnTo>
                    <a:lnTo>
                      <a:pt x="416" y="1383"/>
                    </a:lnTo>
                    <a:lnTo>
                      <a:pt x="429" y="1382"/>
                    </a:lnTo>
                    <a:lnTo>
                      <a:pt x="444" y="1379"/>
                    </a:lnTo>
                    <a:lnTo>
                      <a:pt x="457" y="1375"/>
                    </a:lnTo>
                    <a:lnTo>
                      <a:pt x="469" y="1369"/>
                    </a:lnTo>
                    <a:lnTo>
                      <a:pt x="480" y="1359"/>
                    </a:lnTo>
                    <a:lnTo>
                      <a:pt x="484" y="1355"/>
                    </a:lnTo>
                    <a:lnTo>
                      <a:pt x="488" y="1350"/>
                    </a:lnTo>
                    <a:lnTo>
                      <a:pt x="492" y="1343"/>
                    </a:lnTo>
                    <a:lnTo>
                      <a:pt x="495" y="1338"/>
                    </a:lnTo>
                    <a:lnTo>
                      <a:pt x="496" y="1331"/>
                    </a:lnTo>
                    <a:lnTo>
                      <a:pt x="498" y="1323"/>
                    </a:lnTo>
                    <a:lnTo>
                      <a:pt x="499" y="1316"/>
                    </a:lnTo>
                    <a:lnTo>
                      <a:pt x="498" y="1308"/>
                    </a:lnTo>
                    <a:lnTo>
                      <a:pt x="499" y="1240"/>
                    </a:lnTo>
                    <a:lnTo>
                      <a:pt x="499" y="1173"/>
                    </a:lnTo>
                    <a:lnTo>
                      <a:pt x="499" y="1106"/>
                    </a:lnTo>
                    <a:lnTo>
                      <a:pt x="499" y="1038"/>
                    </a:lnTo>
                    <a:lnTo>
                      <a:pt x="499" y="971"/>
                    </a:lnTo>
                    <a:lnTo>
                      <a:pt x="499" y="902"/>
                    </a:lnTo>
                    <a:lnTo>
                      <a:pt x="499" y="835"/>
                    </a:lnTo>
                    <a:lnTo>
                      <a:pt x="499" y="767"/>
                    </a:lnTo>
                    <a:lnTo>
                      <a:pt x="499" y="700"/>
                    </a:lnTo>
                    <a:lnTo>
                      <a:pt x="499" y="633"/>
                    </a:lnTo>
                    <a:lnTo>
                      <a:pt x="499" y="564"/>
                    </a:lnTo>
                    <a:lnTo>
                      <a:pt x="499" y="497"/>
                    </a:lnTo>
                    <a:lnTo>
                      <a:pt x="499" y="429"/>
                    </a:lnTo>
                    <a:lnTo>
                      <a:pt x="499" y="362"/>
                    </a:lnTo>
                    <a:lnTo>
                      <a:pt x="499" y="293"/>
                    </a:lnTo>
                    <a:lnTo>
                      <a:pt x="499" y="226"/>
                    </a:lnTo>
                    <a:lnTo>
                      <a:pt x="510" y="226"/>
                    </a:lnTo>
                    <a:lnTo>
                      <a:pt x="520" y="226"/>
                    </a:lnTo>
                    <a:lnTo>
                      <a:pt x="532" y="226"/>
                    </a:lnTo>
                    <a:lnTo>
                      <a:pt x="542" y="225"/>
                    </a:lnTo>
                    <a:lnTo>
                      <a:pt x="542" y="273"/>
                    </a:lnTo>
                    <a:lnTo>
                      <a:pt x="542" y="320"/>
                    </a:lnTo>
                    <a:lnTo>
                      <a:pt x="542" y="367"/>
                    </a:lnTo>
                    <a:lnTo>
                      <a:pt x="542" y="414"/>
                    </a:lnTo>
                    <a:lnTo>
                      <a:pt x="542" y="461"/>
                    </a:lnTo>
                    <a:lnTo>
                      <a:pt x="542" y="508"/>
                    </a:lnTo>
                    <a:lnTo>
                      <a:pt x="542" y="556"/>
                    </a:lnTo>
                    <a:lnTo>
                      <a:pt x="542" y="603"/>
                    </a:lnTo>
                    <a:lnTo>
                      <a:pt x="543" y="617"/>
                    </a:lnTo>
                    <a:lnTo>
                      <a:pt x="546" y="631"/>
                    </a:lnTo>
                    <a:lnTo>
                      <a:pt x="553" y="645"/>
                    </a:lnTo>
                    <a:lnTo>
                      <a:pt x="561" y="657"/>
                    </a:lnTo>
                    <a:lnTo>
                      <a:pt x="565" y="662"/>
                    </a:lnTo>
                    <a:lnTo>
                      <a:pt x="570" y="667"/>
                    </a:lnTo>
                    <a:lnTo>
                      <a:pt x="577" y="670"/>
                    </a:lnTo>
                    <a:lnTo>
                      <a:pt x="582" y="674"/>
                    </a:lnTo>
                    <a:lnTo>
                      <a:pt x="589" y="676"/>
                    </a:lnTo>
                    <a:lnTo>
                      <a:pt x="597" y="677"/>
                    </a:lnTo>
                    <a:lnTo>
                      <a:pt x="604" y="677"/>
                    </a:lnTo>
                    <a:lnTo>
                      <a:pt x="612" y="676"/>
                    </a:lnTo>
                    <a:lnTo>
                      <a:pt x="618" y="676"/>
                    </a:lnTo>
                    <a:lnTo>
                      <a:pt x="624" y="674"/>
                    </a:lnTo>
                    <a:lnTo>
                      <a:pt x="629" y="672"/>
                    </a:lnTo>
                    <a:lnTo>
                      <a:pt x="634" y="669"/>
                    </a:lnTo>
                    <a:lnTo>
                      <a:pt x="638" y="665"/>
                    </a:lnTo>
                    <a:lnTo>
                      <a:pt x="642" y="661"/>
                    </a:lnTo>
                    <a:lnTo>
                      <a:pt x="645" y="655"/>
                    </a:lnTo>
                    <a:lnTo>
                      <a:pt x="649" y="650"/>
                    </a:lnTo>
                    <a:lnTo>
                      <a:pt x="653" y="639"/>
                    </a:lnTo>
                    <a:lnTo>
                      <a:pt x="656" y="627"/>
                    </a:lnTo>
                    <a:lnTo>
                      <a:pt x="658" y="615"/>
                    </a:lnTo>
                    <a:lnTo>
                      <a:pt x="658" y="603"/>
                    </a:lnTo>
                    <a:lnTo>
                      <a:pt x="658" y="555"/>
                    </a:lnTo>
                    <a:lnTo>
                      <a:pt x="658" y="505"/>
                    </a:lnTo>
                    <a:lnTo>
                      <a:pt x="658" y="457"/>
                    </a:lnTo>
                    <a:lnTo>
                      <a:pt x="658" y="409"/>
                    </a:lnTo>
                    <a:lnTo>
                      <a:pt x="658" y="360"/>
                    </a:lnTo>
                    <a:lnTo>
                      <a:pt x="658" y="311"/>
                    </a:lnTo>
                    <a:lnTo>
                      <a:pt x="658" y="263"/>
                    </a:lnTo>
                    <a:lnTo>
                      <a:pt x="658" y="214"/>
                    </a:lnTo>
                    <a:lnTo>
                      <a:pt x="658" y="192"/>
                    </a:lnTo>
                    <a:lnTo>
                      <a:pt x="657" y="169"/>
                    </a:lnTo>
                    <a:lnTo>
                      <a:pt x="654" y="146"/>
                    </a:lnTo>
                    <a:lnTo>
                      <a:pt x="650" y="123"/>
                    </a:lnTo>
                    <a:lnTo>
                      <a:pt x="648" y="111"/>
                    </a:lnTo>
                    <a:lnTo>
                      <a:pt x="644" y="100"/>
                    </a:lnTo>
                    <a:lnTo>
                      <a:pt x="640" y="90"/>
                    </a:lnTo>
                    <a:lnTo>
                      <a:pt x="634" y="80"/>
                    </a:lnTo>
                    <a:lnTo>
                      <a:pt x="629" y="71"/>
                    </a:lnTo>
                    <a:lnTo>
                      <a:pt x="622" y="61"/>
                    </a:lnTo>
                    <a:lnTo>
                      <a:pt x="614" y="53"/>
                    </a:lnTo>
                    <a:lnTo>
                      <a:pt x="605" y="45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</p:grpSp>
      <p:sp>
        <p:nvSpPr>
          <p:cNvPr id="19" name="深度视觉·原创设计 https://www.docer.com/works?userid=22383862"/>
          <p:cNvSpPr txBox="1"/>
          <p:nvPr/>
        </p:nvSpPr>
        <p:spPr>
          <a:xfrm>
            <a:off x="6443154" y="1402391"/>
            <a:ext cx="26468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在这添加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  <a:p>
            <a:pPr algn="l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页面标题内容</a:t>
            </a:r>
          </a:p>
        </p:txBody>
      </p:sp>
      <p:sp>
        <p:nvSpPr>
          <p:cNvPr id="20" name="深度视觉·原创设计 https://www.docer.com/works?userid=22383862"/>
          <p:cNvSpPr txBox="1"/>
          <p:nvPr/>
        </p:nvSpPr>
        <p:spPr>
          <a:xfrm>
            <a:off x="6443154" y="1001503"/>
            <a:ext cx="3183654" cy="310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Lato"/>
                <a:sym typeface="Lato"/>
              </a:rPr>
              <a:t>YOUR TITLE HERE</a:t>
            </a:r>
            <a:endParaRPr sz="2400" b="0" i="0" u="none" strike="noStrike" cap="none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cs typeface="Lato"/>
              <a:sym typeface="Lato"/>
            </a:endParaRPr>
          </a:p>
        </p:txBody>
      </p:sp>
      <p:sp>
        <p:nvSpPr>
          <p:cNvPr id="21" name="深度视觉·原创设计 https://www.docer.com/works?userid=22383862"/>
          <p:cNvSpPr/>
          <p:nvPr/>
        </p:nvSpPr>
        <p:spPr>
          <a:xfrm rot="5400000">
            <a:off x="6544742" y="3243164"/>
            <a:ext cx="457219" cy="407001"/>
          </a:xfrm>
          <a:prstGeom prst="corner">
            <a:avLst>
              <a:gd name="adj1" fmla="val 25014"/>
              <a:gd name="adj2" fmla="val 2354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799" tIns="61400" rIns="122799" bIns="61400" rtlCol="0" anchor="ctr"/>
          <a:lstStyle/>
          <a:p>
            <a:pPr algn="ctr"/>
            <a:endParaRPr lang="zh-CN" altLang="en-US" dirty="0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22" name="深度视觉·原创设计 https://www.docer.com/works?userid=22383862"/>
          <p:cNvSpPr/>
          <p:nvPr/>
        </p:nvSpPr>
        <p:spPr>
          <a:xfrm rot="16200000">
            <a:off x="9747961" y="4941288"/>
            <a:ext cx="457219" cy="407001"/>
          </a:xfrm>
          <a:prstGeom prst="corner">
            <a:avLst>
              <a:gd name="adj1" fmla="val 25014"/>
              <a:gd name="adj2" fmla="val 2354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799" tIns="61400" rIns="122799" bIns="61400" rtlCol="0" anchor="ctr"/>
          <a:lstStyle/>
          <a:p>
            <a:pPr algn="ctr"/>
            <a:endParaRPr lang="zh-CN" altLang="en-US" dirty="0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23" name="深度视觉·原创设计 https://www.docer.com/works?userid=22383862"/>
          <p:cNvSpPr txBox="1"/>
          <p:nvPr/>
        </p:nvSpPr>
        <p:spPr>
          <a:xfrm>
            <a:off x="6971449" y="3534364"/>
            <a:ext cx="3095517" cy="1610425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39490">
            <a:off x="10302854" y="5515031"/>
            <a:ext cx="2746978" cy="2685934"/>
          </a:xfrm>
          <a:prstGeom prst="rect">
            <a:avLst/>
          </a:prstGeom>
        </p:spPr>
      </p:pic>
      <p:pic>
        <p:nvPicPr>
          <p:cNvPr id="21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4039" y="5303588"/>
            <a:ext cx="2740006" cy="2435561"/>
          </a:xfrm>
          <a:prstGeom prst="rect">
            <a:avLst/>
          </a:prstGeom>
        </p:spPr>
      </p:pic>
      <p:pic>
        <p:nvPicPr>
          <p:cNvPr id="22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494" y="-246003"/>
            <a:ext cx="2178882" cy="1739853"/>
          </a:xfrm>
          <a:prstGeom prst="rect">
            <a:avLst/>
          </a:prstGeom>
        </p:spPr>
      </p:pic>
      <p:pic>
        <p:nvPicPr>
          <p:cNvPr id="23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476" y="-242592"/>
            <a:ext cx="517029" cy="2726153"/>
          </a:xfrm>
          <a:prstGeom prst="rect">
            <a:avLst/>
          </a:prstGeom>
        </p:spPr>
      </p:pic>
      <p:pic>
        <p:nvPicPr>
          <p:cNvPr id="24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7576">
            <a:off x="11086081" y="5810070"/>
            <a:ext cx="282748" cy="444318"/>
          </a:xfrm>
          <a:prstGeom prst="rect">
            <a:avLst/>
          </a:prstGeom>
        </p:spPr>
      </p:pic>
      <p:pic>
        <p:nvPicPr>
          <p:cNvPr id="25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06201">
            <a:off x="-54476" y="317800"/>
            <a:ext cx="517029" cy="1878539"/>
          </a:xfrm>
          <a:prstGeom prst="rect">
            <a:avLst/>
          </a:prstGeom>
        </p:spPr>
      </p:pic>
      <p:sp>
        <p:nvSpPr>
          <p:cNvPr id="2" name="深度视觉·原创设计 https://www.docer.com/works?userid=22383862"/>
          <p:cNvSpPr/>
          <p:nvPr/>
        </p:nvSpPr>
        <p:spPr>
          <a:xfrm rot="5400000">
            <a:off x="5308943" y="1636350"/>
            <a:ext cx="6858001" cy="358530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深度视觉·原创设计 https://www.docer.com/works?userid=22383862"/>
          <p:cNvSpPr txBox="1"/>
          <p:nvPr/>
        </p:nvSpPr>
        <p:spPr>
          <a:xfrm>
            <a:off x="5581381" y="606867"/>
            <a:ext cx="6313124" cy="5903122"/>
          </a:xfrm>
          <a:custGeom>
            <a:avLst/>
            <a:gdLst>
              <a:gd name="connsiteX0" fmla="*/ 5511260 w 6313124"/>
              <a:gd name="connsiteY0" fmla="*/ 1822056 h 5903122"/>
              <a:gd name="connsiteX1" fmla="*/ 5618322 w 6313124"/>
              <a:gd name="connsiteY1" fmla="*/ 1823855 h 5903122"/>
              <a:gd name="connsiteX2" fmla="*/ 5933761 w 6313124"/>
              <a:gd name="connsiteY2" fmla="*/ 1923976 h 5903122"/>
              <a:gd name="connsiteX3" fmla="*/ 6219403 w 6313124"/>
              <a:gd name="connsiteY3" fmla="*/ 2920342 h 5903122"/>
              <a:gd name="connsiteX4" fmla="*/ 4701586 w 6313124"/>
              <a:gd name="connsiteY4" fmla="*/ 5549277 h 5903122"/>
              <a:gd name="connsiteX5" fmla="*/ 3695888 w 6313124"/>
              <a:gd name="connsiteY5" fmla="*/ 5800087 h 5903122"/>
              <a:gd name="connsiteX6" fmla="*/ 3410246 w 6313124"/>
              <a:gd name="connsiteY6" fmla="*/ 4803721 h 5903122"/>
              <a:gd name="connsiteX7" fmla="*/ 4928062 w 6313124"/>
              <a:gd name="connsiteY7" fmla="*/ 2174786 h 5903122"/>
              <a:gd name="connsiteX8" fmla="*/ 5511260 w 6313124"/>
              <a:gd name="connsiteY8" fmla="*/ 1822056 h 5903122"/>
              <a:gd name="connsiteX9" fmla="*/ 4430887 w 6313124"/>
              <a:gd name="connsiteY9" fmla="*/ 72868 h 5903122"/>
              <a:gd name="connsiteX10" fmla="*/ 4729824 w 6313124"/>
              <a:gd name="connsiteY10" fmla="*/ 153502 h 5903122"/>
              <a:gd name="connsiteX11" fmla="*/ 4888852 w 6313124"/>
              <a:gd name="connsiteY11" fmla="*/ 1415362 h 5903122"/>
              <a:gd name="connsiteX12" fmla="*/ 2752928 w 6313124"/>
              <a:gd name="connsiteY12" fmla="*/ 5114893 h 5903122"/>
              <a:gd name="connsiteX13" fmla="*/ 1580611 w 6313124"/>
              <a:gd name="connsiteY13" fmla="*/ 5608100 h 5903122"/>
              <a:gd name="connsiteX14" fmla="*/ 1421582 w 6313124"/>
              <a:gd name="connsiteY14" fmla="*/ 4346240 h 5903122"/>
              <a:gd name="connsiteX15" fmla="*/ 3557507 w 6313124"/>
              <a:gd name="connsiteY15" fmla="*/ 646710 h 5903122"/>
              <a:gd name="connsiteX16" fmla="*/ 4430887 w 6313124"/>
              <a:gd name="connsiteY16" fmla="*/ 72868 h 5903122"/>
              <a:gd name="connsiteX17" fmla="*/ 2194738 w 6313124"/>
              <a:gd name="connsiteY17" fmla="*/ 1116 h 5903122"/>
              <a:gd name="connsiteX18" fmla="*/ 2301799 w 6313124"/>
              <a:gd name="connsiteY18" fmla="*/ 2916 h 5903122"/>
              <a:gd name="connsiteX19" fmla="*/ 2617238 w 6313124"/>
              <a:gd name="connsiteY19" fmla="*/ 103037 h 5903122"/>
              <a:gd name="connsiteX20" fmla="*/ 2902880 w 6313124"/>
              <a:gd name="connsiteY20" fmla="*/ 1099402 h 5903122"/>
              <a:gd name="connsiteX21" fmla="*/ 1385063 w 6313124"/>
              <a:gd name="connsiteY21" fmla="*/ 3728338 h 5903122"/>
              <a:gd name="connsiteX22" fmla="*/ 379365 w 6313124"/>
              <a:gd name="connsiteY22" fmla="*/ 3979148 h 5903122"/>
              <a:gd name="connsiteX23" fmla="*/ 93722 w 6313124"/>
              <a:gd name="connsiteY23" fmla="*/ 2982782 h 5903122"/>
              <a:gd name="connsiteX24" fmla="*/ 1611540 w 6313124"/>
              <a:gd name="connsiteY24" fmla="*/ 353846 h 5903122"/>
              <a:gd name="connsiteX25" fmla="*/ 2194738 w 6313124"/>
              <a:gd name="connsiteY25" fmla="*/ 1116 h 590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313124" h="5903122">
                <a:moveTo>
                  <a:pt x="5511260" y="1822056"/>
                </a:moveTo>
                <a:cubicBezTo>
                  <a:pt x="5546727" y="1820119"/>
                  <a:pt x="5582510" y="1820695"/>
                  <a:pt x="5618322" y="1823855"/>
                </a:cubicBezTo>
                <a:cubicBezTo>
                  <a:pt x="5725758" y="1833335"/>
                  <a:pt x="5833464" y="1866069"/>
                  <a:pt x="5933761" y="1923976"/>
                </a:cubicBezTo>
                <a:cubicBezTo>
                  <a:pt x="6290374" y="2129867"/>
                  <a:pt x="6418221" y="2575978"/>
                  <a:pt x="6219403" y="2920342"/>
                </a:cubicBezTo>
                <a:lnTo>
                  <a:pt x="4701586" y="5549277"/>
                </a:lnTo>
                <a:cubicBezTo>
                  <a:pt x="4502767" y="5893642"/>
                  <a:pt x="4052501" y="6005977"/>
                  <a:pt x="3695888" y="5800087"/>
                </a:cubicBezTo>
                <a:cubicBezTo>
                  <a:pt x="3339274" y="5594196"/>
                  <a:pt x="3211427" y="5148086"/>
                  <a:pt x="3410246" y="4803721"/>
                </a:cubicBezTo>
                <a:lnTo>
                  <a:pt x="4928062" y="2174786"/>
                </a:lnTo>
                <a:cubicBezTo>
                  <a:pt x="5052324" y="1959559"/>
                  <a:pt x="5274807" y="1834967"/>
                  <a:pt x="5511260" y="1822056"/>
                </a:cubicBezTo>
                <a:close/>
                <a:moveTo>
                  <a:pt x="4430887" y="72868"/>
                </a:moveTo>
                <a:cubicBezTo>
                  <a:pt x="4536168" y="74440"/>
                  <a:pt x="4637909" y="100435"/>
                  <a:pt x="4729824" y="153502"/>
                </a:cubicBezTo>
                <a:cubicBezTo>
                  <a:pt x="5097485" y="365772"/>
                  <a:pt x="5168637" y="930762"/>
                  <a:pt x="4888852" y="1415362"/>
                </a:cubicBezTo>
                <a:lnTo>
                  <a:pt x="2752928" y="5114893"/>
                </a:lnTo>
                <a:cubicBezTo>
                  <a:pt x="2473144" y="5599493"/>
                  <a:pt x="1948272" y="5820369"/>
                  <a:pt x="1580611" y="5608100"/>
                </a:cubicBezTo>
                <a:cubicBezTo>
                  <a:pt x="1212950" y="5395831"/>
                  <a:pt x="1141798" y="4830840"/>
                  <a:pt x="1421582" y="4346240"/>
                </a:cubicBezTo>
                <a:lnTo>
                  <a:pt x="3557507" y="646710"/>
                </a:lnTo>
                <a:cubicBezTo>
                  <a:pt x="3767345" y="283259"/>
                  <a:pt x="4115046" y="68155"/>
                  <a:pt x="4430887" y="72868"/>
                </a:cubicBezTo>
                <a:close/>
                <a:moveTo>
                  <a:pt x="2194738" y="1116"/>
                </a:moveTo>
                <a:cubicBezTo>
                  <a:pt x="2230205" y="-821"/>
                  <a:pt x="2265987" y="-245"/>
                  <a:pt x="2301799" y="2916"/>
                </a:cubicBezTo>
                <a:cubicBezTo>
                  <a:pt x="2409236" y="12395"/>
                  <a:pt x="2516940" y="45130"/>
                  <a:pt x="2617238" y="103037"/>
                </a:cubicBezTo>
                <a:cubicBezTo>
                  <a:pt x="2973852" y="308928"/>
                  <a:pt x="3101699" y="755038"/>
                  <a:pt x="2902880" y="1099402"/>
                </a:cubicBezTo>
                <a:lnTo>
                  <a:pt x="1385063" y="3728338"/>
                </a:lnTo>
                <a:cubicBezTo>
                  <a:pt x="1186245" y="4072702"/>
                  <a:pt x="735978" y="4185039"/>
                  <a:pt x="379365" y="3979148"/>
                </a:cubicBezTo>
                <a:cubicBezTo>
                  <a:pt x="22752" y="3773256"/>
                  <a:pt x="-105096" y="3327145"/>
                  <a:pt x="93722" y="2982782"/>
                </a:cubicBezTo>
                <a:lnTo>
                  <a:pt x="1611540" y="353846"/>
                </a:lnTo>
                <a:cubicBezTo>
                  <a:pt x="1735802" y="138619"/>
                  <a:pt x="1958285" y="14028"/>
                  <a:pt x="2194738" y="1116"/>
                </a:cubicBezTo>
                <a:close/>
              </a:path>
            </a:pathLst>
          </a:custGeom>
          <a:blipFill>
            <a:blip r:embed="rId8"/>
            <a:stretch>
              <a:fillRect l="-20129" r="-20129"/>
            </a:stretch>
          </a:blipFill>
        </p:spPr>
      </p:sp>
      <p:sp>
        <p:nvSpPr>
          <p:cNvPr id="12" name="深度视觉·原创设计 https://www.docer.com/works?userid=22383862"/>
          <p:cNvSpPr txBox="1"/>
          <p:nvPr/>
        </p:nvSpPr>
        <p:spPr>
          <a:xfrm>
            <a:off x="729285" y="3299757"/>
            <a:ext cx="790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01</a:t>
            </a:r>
          </a:p>
        </p:txBody>
      </p:sp>
      <p:sp>
        <p:nvSpPr>
          <p:cNvPr id="13" name="深度视觉·原创设计 https://www.docer.com/works?userid=22383862"/>
          <p:cNvSpPr txBox="1"/>
          <p:nvPr/>
        </p:nvSpPr>
        <p:spPr>
          <a:xfrm>
            <a:off x="729285" y="4609808"/>
            <a:ext cx="790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02</a:t>
            </a:r>
          </a:p>
        </p:txBody>
      </p:sp>
      <p:sp>
        <p:nvSpPr>
          <p:cNvPr id="14" name="深度视觉·原创设计 https://www.docer.com/works?userid=22383862"/>
          <p:cNvSpPr txBox="1"/>
          <p:nvPr/>
        </p:nvSpPr>
        <p:spPr>
          <a:xfrm>
            <a:off x="731963" y="137981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页面标题内容</a:t>
            </a:r>
          </a:p>
        </p:txBody>
      </p:sp>
      <p:sp>
        <p:nvSpPr>
          <p:cNvPr id="15" name="深度视觉·原创设计 https://www.docer.com/works?userid=22383862"/>
          <p:cNvSpPr txBox="1"/>
          <p:nvPr/>
        </p:nvSpPr>
        <p:spPr>
          <a:xfrm>
            <a:off x="731963" y="2104627"/>
            <a:ext cx="4364631" cy="840470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16" name="深度视觉·原创设计 https://www.docer.com/works?userid=22383862"/>
          <p:cNvSpPr/>
          <p:nvPr/>
        </p:nvSpPr>
        <p:spPr>
          <a:xfrm>
            <a:off x="1519539" y="3730588"/>
            <a:ext cx="3577055" cy="577907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</a:p>
        </p:txBody>
      </p:sp>
      <p:sp>
        <p:nvSpPr>
          <p:cNvPr id="17" name="深度视觉·原创设计 https://www.docer.com/works?userid=22383862"/>
          <p:cNvSpPr/>
          <p:nvPr/>
        </p:nvSpPr>
        <p:spPr>
          <a:xfrm>
            <a:off x="1519539" y="3380373"/>
            <a:ext cx="1934520" cy="375920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6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86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18" name="深度视觉·原创设计 https://www.docer.com/works?userid=22383862"/>
          <p:cNvSpPr/>
          <p:nvPr/>
        </p:nvSpPr>
        <p:spPr>
          <a:xfrm>
            <a:off x="1519539" y="5033771"/>
            <a:ext cx="3577055" cy="577907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</a:p>
        </p:txBody>
      </p:sp>
      <p:sp>
        <p:nvSpPr>
          <p:cNvPr id="19" name="深度视觉·原创设计 https://www.docer.com/works?userid=22383862"/>
          <p:cNvSpPr/>
          <p:nvPr/>
        </p:nvSpPr>
        <p:spPr>
          <a:xfrm>
            <a:off x="1519539" y="4683556"/>
            <a:ext cx="1934520" cy="375920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6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86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15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415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39490">
            <a:off x="10302854" y="5515031"/>
            <a:ext cx="2746978" cy="2685934"/>
          </a:xfrm>
          <a:prstGeom prst="rect">
            <a:avLst/>
          </a:prstGeom>
        </p:spPr>
      </p:pic>
      <p:pic>
        <p:nvPicPr>
          <p:cNvPr id="27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4039" y="5303588"/>
            <a:ext cx="2740006" cy="2435561"/>
          </a:xfrm>
          <a:prstGeom prst="rect">
            <a:avLst/>
          </a:prstGeom>
        </p:spPr>
      </p:pic>
      <p:pic>
        <p:nvPicPr>
          <p:cNvPr id="28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494" y="-246003"/>
            <a:ext cx="2178882" cy="1739853"/>
          </a:xfrm>
          <a:prstGeom prst="rect">
            <a:avLst/>
          </a:prstGeom>
        </p:spPr>
      </p:pic>
      <p:pic>
        <p:nvPicPr>
          <p:cNvPr id="29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476" y="-242592"/>
            <a:ext cx="517029" cy="2726153"/>
          </a:xfrm>
          <a:prstGeom prst="rect">
            <a:avLst/>
          </a:prstGeom>
        </p:spPr>
      </p:pic>
      <p:pic>
        <p:nvPicPr>
          <p:cNvPr id="30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7576">
            <a:off x="11086081" y="5810070"/>
            <a:ext cx="282748" cy="444318"/>
          </a:xfrm>
          <a:prstGeom prst="rect">
            <a:avLst/>
          </a:prstGeom>
        </p:spPr>
      </p:pic>
      <p:pic>
        <p:nvPicPr>
          <p:cNvPr id="31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06201">
            <a:off x="-54476" y="317800"/>
            <a:ext cx="517029" cy="1878539"/>
          </a:xfrm>
          <a:prstGeom prst="rect">
            <a:avLst/>
          </a:prstGeom>
        </p:spPr>
      </p:pic>
      <p:sp>
        <p:nvSpPr>
          <p:cNvPr id="32" name="深度视觉·原创设计 https://www.docer.com/works?userid=22383862"/>
          <p:cNvSpPr txBox="1"/>
          <p:nvPr/>
        </p:nvSpPr>
        <p:spPr>
          <a:xfrm>
            <a:off x="4813531" y="283565"/>
            <a:ext cx="2564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输入你的标题</a:t>
            </a:r>
          </a:p>
        </p:txBody>
      </p:sp>
      <p:graphicFrame>
        <p:nvGraphicFramePr>
          <p:cNvPr id="2" name="深度视觉·原创设计 https://www.docer.com/works?userid=22383862"/>
          <p:cNvGraphicFramePr/>
          <p:nvPr/>
        </p:nvGraphicFramePr>
        <p:xfrm>
          <a:off x="468377" y="1891145"/>
          <a:ext cx="2435907" cy="1655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" name="深度视觉·原创设计 https://www.docer.com/works?userid=22383862"/>
          <p:cNvSpPr txBox="1"/>
          <p:nvPr/>
        </p:nvSpPr>
        <p:spPr>
          <a:xfrm>
            <a:off x="932089" y="2457488"/>
            <a:ext cx="1537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Source Han Sans HC" panose="020B0500000000000000" pitchFamily="34" charset="-128"/>
                <a:ea typeface="Source Han Sans HC" panose="020B0500000000000000" pitchFamily="34" charset="-128"/>
              </a:rPr>
              <a:t>4.6%</a:t>
            </a:r>
          </a:p>
        </p:txBody>
      </p:sp>
      <p:graphicFrame>
        <p:nvGraphicFramePr>
          <p:cNvPr id="4" name="深度视觉·原创设计 https://www.docer.com/works?userid=22383862"/>
          <p:cNvGraphicFramePr/>
          <p:nvPr/>
        </p:nvGraphicFramePr>
        <p:xfrm>
          <a:off x="7779864" y="1891145"/>
          <a:ext cx="2435907" cy="1655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5" name="深度视觉·原创设计 https://www.docer.com/works?userid=22383862"/>
          <p:cNvSpPr txBox="1"/>
          <p:nvPr/>
        </p:nvSpPr>
        <p:spPr>
          <a:xfrm>
            <a:off x="8243576" y="2457488"/>
            <a:ext cx="1537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Source Han Sans HC" panose="020B0500000000000000" pitchFamily="34" charset="-128"/>
                <a:ea typeface="Source Han Sans HC" panose="020B0500000000000000" pitchFamily="34" charset="-128"/>
              </a:rPr>
              <a:t>4.6%</a:t>
            </a:r>
          </a:p>
        </p:txBody>
      </p:sp>
      <p:graphicFrame>
        <p:nvGraphicFramePr>
          <p:cNvPr id="6" name="深度视觉·原创设计 https://www.docer.com/works?userid=22383862"/>
          <p:cNvGraphicFramePr/>
          <p:nvPr/>
        </p:nvGraphicFramePr>
        <p:xfrm>
          <a:off x="4124120" y="1866795"/>
          <a:ext cx="2435907" cy="1655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7" name="深度视觉·原创设计 https://www.docer.com/works?userid=22383862"/>
          <p:cNvSpPr txBox="1"/>
          <p:nvPr/>
        </p:nvSpPr>
        <p:spPr>
          <a:xfrm>
            <a:off x="4573568" y="2433138"/>
            <a:ext cx="1537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Source Han Sans HC" panose="020B0500000000000000" pitchFamily="34" charset="-128"/>
                <a:ea typeface="Source Han Sans HC" panose="020B0500000000000000" pitchFamily="34" charset="-128"/>
              </a:rPr>
              <a:t>4.6%</a:t>
            </a:r>
          </a:p>
        </p:txBody>
      </p:sp>
      <p:graphicFrame>
        <p:nvGraphicFramePr>
          <p:cNvPr id="8" name="深度视觉·原创设计 https://www.docer.com/works?userid=22383862"/>
          <p:cNvGraphicFramePr/>
          <p:nvPr/>
        </p:nvGraphicFramePr>
        <p:xfrm>
          <a:off x="468377" y="3918643"/>
          <a:ext cx="2435907" cy="1655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9" name="深度视觉·原创设计 https://www.docer.com/works?userid=22383862"/>
          <p:cNvSpPr txBox="1"/>
          <p:nvPr/>
        </p:nvSpPr>
        <p:spPr>
          <a:xfrm>
            <a:off x="932089" y="4484986"/>
            <a:ext cx="1537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Source Han Sans HC" panose="020B0500000000000000" pitchFamily="34" charset="-128"/>
                <a:ea typeface="Source Han Sans HC" panose="020B0500000000000000" pitchFamily="34" charset="-128"/>
              </a:rPr>
              <a:t>4.6%</a:t>
            </a:r>
          </a:p>
        </p:txBody>
      </p:sp>
      <p:graphicFrame>
        <p:nvGraphicFramePr>
          <p:cNvPr id="10" name="深度视觉·原创设计 https://www.docer.com/works?userid=22383862"/>
          <p:cNvGraphicFramePr/>
          <p:nvPr/>
        </p:nvGraphicFramePr>
        <p:xfrm>
          <a:off x="7779864" y="3918643"/>
          <a:ext cx="2435907" cy="1655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1" name="深度视觉·原创设计 https://www.docer.com/works?userid=22383862"/>
          <p:cNvSpPr txBox="1"/>
          <p:nvPr/>
        </p:nvSpPr>
        <p:spPr>
          <a:xfrm>
            <a:off x="8243576" y="4484986"/>
            <a:ext cx="1537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Source Han Sans HC" panose="020B0500000000000000" pitchFamily="34" charset="-128"/>
                <a:ea typeface="Source Han Sans HC" panose="020B0500000000000000" pitchFamily="34" charset="-128"/>
              </a:rPr>
              <a:t>4.6%</a:t>
            </a:r>
          </a:p>
        </p:txBody>
      </p:sp>
      <p:graphicFrame>
        <p:nvGraphicFramePr>
          <p:cNvPr id="12" name="深度视觉·原创设计 https://www.docer.com/works?userid=22383862"/>
          <p:cNvGraphicFramePr/>
          <p:nvPr/>
        </p:nvGraphicFramePr>
        <p:xfrm>
          <a:off x="4124120" y="3894293"/>
          <a:ext cx="2435907" cy="1655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3" name="深度视觉·原创设计 https://www.docer.com/works?userid=22383862"/>
          <p:cNvSpPr txBox="1"/>
          <p:nvPr/>
        </p:nvSpPr>
        <p:spPr>
          <a:xfrm>
            <a:off x="4573568" y="4460636"/>
            <a:ext cx="1537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Source Han Sans HC" panose="020B0500000000000000" pitchFamily="34" charset="-128"/>
                <a:ea typeface="Source Han Sans HC" panose="020B0500000000000000" pitchFamily="34" charset="-128"/>
              </a:rPr>
              <a:t>4.6%</a:t>
            </a:r>
          </a:p>
        </p:txBody>
      </p:sp>
      <p:sp>
        <p:nvSpPr>
          <p:cNvPr id="14" name="深度视觉·原创设计 https://www.docer.com/works?userid=22383862"/>
          <p:cNvSpPr/>
          <p:nvPr/>
        </p:nvSpPr>
        <p:spPr>
          <a:xfrm>
            <a:off x="2554506" y="2433138"/>
            <a:ext cx="1626980" cy="831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请在此处添加具体内容，文字尽量言简意赅，简单说明即可。</a:t>
            </a:r>
          </a:p>
        </p:txBody>
      </p:sp>
      <p:sp>
        <p:nvSpPr>
          <p:cNvPr id="15" name="深度视觉·原创设计 https://www.docer.com/works?userid=22383862"/>
          <p:cNvSpPr/>
          <p:nvPr/>
        </p:nvSpPr>
        <p:spPr>
          <a:xfrm>
            <a:off x="2554505" y="2111895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16" name="深度视觉·原创设计 https://www.docer.com/works?userid=22383862"/>
          <p:cNvSpPr/>
          <p:nvPr/>
        </p:nvSpPr>
        <p:spPr>
          <a:xfrm>
            <a:off x="2554506" y="4460636"/>
            <a:ext cx="1626980" cy="831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请在此处添加具体内容，文字尽量言简意赅，简单说明即可。</a:t>
            </a:r>
          </a:p>
        </p:txBody>
      </p:sp>
      <p:sp>
        <p:nvSpPr>
          <p:cNvPr id="17" name="深度视觉·原创设计 https://www.docer.com/works?userid=22383862"/>
          <p:cNvSpPr/>
          <p:nvPr/>
        </p:nvSpPr>
        <p:spPr>
          <a:xfrm>
            <a:off x="2554505" y="4139393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18" name="深度视觉·原创设计 https://www.docer.com/works?userid=22383862"/>
          <p:cNvSpPr/>
          <p:nvPr/>
        </p:nvSpPr>
        <p:spPr>
          <a:xfrm>
            <a:off x="6249506" y="2433138"/>
            <a:ext cx="1626980" cy="831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请在此处添加具体内容，文字尽量言简意赅，简单说明即可。</a:t>
            </a:r>
          </a:p>
        </p:txBody>
      </p:sp>
      <p:sp>
        <p:nvSpPr>
          <p:cNvPr id="19" name="深度视觉·原创设计 https://www.docer.com/works?userid=22383862"/>
          <p:cNvSpPr/>
          <p:nvPr/>
        </p:nvSpPr>
        <p:spPr>
          <a:xfrm>
            <a:off x="6249505" y="2111895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20" name="深度视觉·原创设计 https://www.docer.com/works?userid=22383862"/>
          <p:cNvSpPr/>
          <p:nvPr/>
        </p:nvSpPr>
        <p:spPr>
          <a:xfrm>
            <a:off x="6249506" y="4460636"/>
            <a:ext cx="1626980" cy="831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请在此处添加具体内容，文字尽量言简意赅，简单说明即可。</a:t>
            </a:r>
          </a:p>
        </p:txBody>
      </p:sp>
      <p:sp>
        <p:nvSpPr>
          <p:cNvPr id="21" name="深度视觉·原创设计 https://www.docer.com/works?userid=22383862"/>
          <p:cNvSpPr/>
          <p:nvPr/>
        </p:nvSpPr>
        <p:spPr>
          <a:xfrm>
            <a:off x="6249505" y="4139393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22" name="深度视觉·原创设计 https://www.docer.com/works?userid=22383862"/>
          <p:cNvSpPr/>
          <p:nvPr/>
        </p:nvSpPr>
        <p:spPr>
          <a:xfrm>
            <a:off x="9865993" y="2433138"/>
            <a:ext cx="1626980" cy="831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请在此处添加具体内容，文字尽量言简意赅，简单说明即可。</a:t>
            </a:r>
          </a:p>
        </p:txBody>
      </p:sp>
      <p:sp>
        <p:nvSpPr>
          <p:cNvPr id="23" name="深度视觉·原创设计 https://www.docer.com/works?userid=22383862"/>
          <p:cNvSpPr/>
          <p:nvPr/>
        </p:nvSpPr>
        <p:spPr>
          <a:xfrm>
            <a:off x="9865992" y="2111895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24" name="深度视觉·原创设计 https://www.docer.com/works?userid=22383862"/>
          <p:cNvSpPr/>
          <p:nvPr/>
        </p:nvSpPr>
        <p:spPr>
          <a:xfrm>
            <a:off x="9865993" y="4460636"/>
            <a:ext cx="1626980" cy="831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请在此处添加具体内容，文字尽量言简意赅，简单说明即可。</a:t>
            </a:r>
          </a:p>
        </p:txBody>
      </p:sp>
      <p:sp>
        <p:nvSpPr>
          <p:cNvPr id="25" name="深度视觉·原创设计 https://www.docer.com/works?userid=22383862"/>
          <p:cNvSpPr/>
          <p:nvPr/>
        </p:nvSpPr>
        <p:spPr>
          <a:xfrm>
            <a:off x="9865992" y="4139393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39490">
            <a:off x="10302854" y="5515031"/>
            <a:ext cx="2746978" cy="2685934"/>
          </a:xfrm>
          <a:prstGeom prst="rect">
            <a:avLst/>
          </a:prstGeom>
        </p:spPr>
      </p:pic>
      <p:pic>
        <p:nvPicPr>
          <p:cNvPr id="33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4039" y="5303588"/>
            <a:ext cx="2740006" cy="2435561"/>
          </a:xfrm>
          <a:prstGeom prst="rect">
            <a:avLst/>
          </a:prstGeom>
        </p:spPr>
      </p:pic>
      <p:pic>
        <p:nvPicPr>
          <p:cNvPr id="34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494" y="-246003"/>
            <a:ext cx="2178882" cy="1739853"/>
          </a:xfrm>
          <a:prstGeom prst="rect">
            <a:avLst/>
          </a:prstGeom>
        </p:spPr>
      </p:pic>
      <p:pic>
        <p:nvPicPr>
          <p:cNvPr id="35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476" y="-242592"/>
            <a:ext cx="517029" cy="2726153"/>
          </a:xfrm>
          <a:prstGeom prst="rect">
            <a:avLst/>
          </a:prstGeom>
        </p:spPr>
      </p:pic>
      <p:pic>
        <p:nvPicPr>
          <p:cNvPr id="36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7576">
            <a:off x="11086081" y="5810070"/>
            <a:ext cx="282748" cy="444318"/>
          </a:xfrm>
          <a:prstGeom prst="rect">
            <a:avLst/>
          </a:prstGeom>
        </p:spPr>
      </p:pic>
      <p:pic>
        <p:nvPicPr>
          <p:cNvPr id="37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06201">
            <a:off x="-54476" y="317800"/>
            <a:ext cx="517029" cy="1878539"/>
          </a:xfrm>
          <a:prstGeom prst="rect">
            <a:avLst/>
          </a:prstGeom>
        </p:spPr>
      </p:pic>
      <p:sp>
        <p:nvSpPr>
          <p:cNvPr id="38" name="深度视觉·原创设计 https://www.docer.com/works?userid=22383862"/>
          <p:cNvSpPr txBox="1"/>
          <p:nvPr/>
        </p:nvSpPr>
        <p:spPr>
          <a:xfrm>
            <a:off x="4813531" y="283565"/>
            <a:ext cx="2564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输入你的标题</a:t>
            </a:r>
          </a:p>
        </p:txBody>
      </p:sp>
      <p:sp>
        <p:nvSpPr>
          <p:cNvPr id="2" name="深度视觉·原创设计 https://www.docer.com/works?userid=22383862"/>
          <p:cNvSpPr txBox="1"/>
          <p:nvPr/>
        </p:nvSpPr>
        <p:spPr>
          <a:xfrm>
            <a:off x="4089400" y="3429000"/>
            <a:ext cx="4064000" cy="3429000"/>
          </a:xfrm>
          <a:prstGeom prst="rect">
            <a:avLst/>
          </a:prstGeom>
          <a:blipFill>
            <a:blip r:embed="rId8"/>
            <a:stretch>
              <a:fillRect l="-13281" r="-13281"/>
            </a:stretch>
          </a:blipFill>
          <a:effectLst>
            <a:outerShdw blurRad="508000" dist="50800" dir="2700000" algn="ctr" rotWithShape="0">
              <a:srgbClr val="000000">
                <a:alpha val="20000"/>
              </a:srgbClr>
            </a:outerShdw>
          </a:effectLst>
        </p:spPr>
      </p:sp>
      <p:sp>
        <p:nvSpPr>
          <p:cNvPr id="3" name="深度视觉·原创设计 https://www.docer.com/works?userid=22383862"/>
          <p:cNvSpPr txBox="1"/>
          <p:nvPr/>
        </p:nvSpPr>
        <p:spPr>
          <a:xfrm>
            <a:off x="0" y="0"/>
            <a:ext cx="4064000" cy="3429000"/>
          </a:xfrm>
          <a:prstGeom prst="rect">
            <a:avLst/>
          </a:prstGeom>
          <a:blipFill>
            <a:blip r:embed="rId9"/>
            <a:stretch>
              <a:fillRect l="-13281" r="-13281"/>
            </a:stretch>
          </a:blipFill>
          <a:effectLst>
            <a:outerShdw blurRad="508000" dist="50800" dir="2700000" algn="ctr" rotWithShape="0">
              <a:srgbClr val="000000">
                <a:alpha val="20000"/>
              </a:srgbClr>
            </a:outerShdw>
          </a:effectLst>
        </p:spPr>
      </p:sp>
      <p:sp>
        <p:nvSpPr>
          <p:cNvPr id="4" name="深度视觉·原创设计 https://www.docer.com/works?userid=22383862"/>
          <p:cNvSpPr txBox="1"/>
          <p:nvPr/>
        </p:nvSpPr>
        <p:spPr>
          <a:xfrm>
            <a:off x="8128000" y="0"/>
            <a:ext cx="4064000" cy="3429000"/>
          </a:xfrm>
          <a:prstGeom prst="rect">
            <a:avLst/>
          </a:prstGeom>
          <a:blipFill>
            <a:blip r:embed="rId10"/>
            <a:stretch>
              <a:fillRect l="-13281" r="-13281"/>
            </a:stretch>
          </a:blipFill>
          <a:effectLst>
            <a:outerShdw blurRad="508000" dist="50800" dir="2700000" algn="ctr" rotWithShape="0">
              <a:srgbClr val="000000">
                <a:alpha val="20000"/>
              </a:srgbClr>
            </a:outerShdw>
          </a:effectLst>
        </p:spPr>
      </p:sp>
      <p:sp>
        <p:nvSpPr>
          <p:cNvPr id="14" name="深度视觉·原创设计 https://www.docer.com/works?userid=22383862"/>
          <p:cNvSpPr>
            <a:spLocks noEditPoints="1"/>
          </p:cNvSpPr>
          <p:nvPr/>
        </p:nvSpPr>
        <p:spPr bwMode="auto">
          <a:xfrm>
            <a:off x="1877238" y="5860015"/>
            <a:ext cx="245306" cy="243358"/>
          </a:xfrm>
          <a:custGeom>
            <a:avLst/>
            <a:gdLst>
              <a:gd name="T0" fmla="*/ 200025 w 58"/>
              <a:gd name="T1" fmla="*/ 34213 h 58"/>
              <a:gd name="T2" fmla="*/ 200025 w 58"/>
              <a:gd name="T3" fmla="*/ 160802 h 58"/>
              <a:gd name="T4" fmla="*/ 162089 w 58"/>
              <a:gd name="T5" fmla="*/ 198437 h 58"/>
              <a:gd name="T6" fmla="*/ 37936 w 58"/>
              <a:gd name="T7" fmla="*/ 198437 h 58"/>
              <a:gd name="T8" fmla="*/ 0 w 58"/>
              <a:gd name="T9" fmla="*/ 160802 h 58"/>
              <a:gd name="T10" fmla="*/ 0 w 58"/>
              <a:gd name="T11" fmla="*/ 34213 h 58"/>
              <a:gd name="T12" fmla="*/ 37936 w 58"/>
              <a:gd name="T13" fmla="*/ 0 h 58"/>
              <a:gd name="T14" fmla="*/ 162089 w 58"/>
              <a:gd name="T15" fmla="*/ 0 h 58"/>
              <a:gd name="T16" fmla="*/ 200025 w 58"/>
              <a:gd name="T17" fmla="*/ 34213 h 58"/>
              <a:gd name="T18" fmla="*/ 155192 w 58"/>
              <a:gd name="T19" fmla="*/ 47899 h 58"/>
              <a:gd name="T20" fmla="*/ 44833 w 58"/>
              <a:gd name="T21" fmla="*/ 47899 h 58"/>
              <a:gd name="T22" fmla="*/ 31038 w 58"/>
              <a:gd name="T23" fmla="*/ 61584 h 58"/>
              <a:gd name="T24" fmla="*/ 44833 w 58"/>
              <a:gd name="T25" fmla="*/ 78691 h 58"/>
              <a:gd name="T26" fmla="*/ 79320 w 58"/>
              <a:gd name="T27" fmla="*/ 102640 h 58"/>
              <a:gd name="T28" fmla="*/ 100013 w 58"/>
              <a:gd name="T29" fmla="*/ 109482 h 58"/>
              <a:gd name="T30" fmla="*/ 117256 w 58"/>
              <a:gd name="T31" fmla="*/ 102640 h 58"/>
              <a:gd name="T32" fmla="*/ 155192 w 58"/>
              <a:gd name="T33" fmla="*/ 78691 h 58"/>
              <a:gd name="T34" fmla="*/ 165538 w 58"/>
              <a:gd name="T35" fmla="*/ 61584 h 58"/>
              <a:gd name="T36" fmla="*/ 155192 w 58"/>
              <a:gd name="T37" fmla="*/ 47899 h 58"/>
              <a:gd name="T38" fmla="*/ 165538 w 58"/>
              <a:gd name="T39" fmla="*/ 78691 h 58"/>
              <a:gd name="T40" fmla="*/ 158641 w 58"/>
              <a:gd name="T41" fmla="*/ 85533 h 58"/>
              <a:gd name="T42" fmla="*/ 120705 w 58"/>
              <a:gd name="T43" fmla="*/ 109482 h 58"/>
              <a:gd name="T44" fmla="*/ 100013 w 58"/>
              <a:gd name="T45" fmla="*/ 119746 h 58"/>
              <a:gd name="T46" fmla="*/ 79320 w 58"/>
              <a:gd name="T47" fmla="*/ 109482 h 58"/>
              <a:gd name="T48" fmla="*/ 41384 w 58"/>
              <a:gd name="T49" fmla="*/ 85533 h 58"/>
              <a:gd name="T50" fmla="*/ 31038 w 58"/>
              <a:gd name="T51" fmla="*/ 78691 h 58"/>
              <a:gd name="T52" fmla="*/ 31038 w 58"/>
              <a:gd name="T53" fmla="*/ 136853 h 58"/>
              <a:gd name="T54" fmla="*/ 44833 w 58"/>
              <a:gd name="T55" fmla="*/ 147117 h 58"/>
              <a:gd name="T56" fmla="*/ 155192 w 58"/>
              <a:gd name="T57" fmla="*/ 147117 h 58"/>
              <a:gd name="T58" fmla="*/ 165538 w 58"/>
              <a:gd name="T59" fmla="*/ 136853 h 58"/>
              <a:gd name="T60" fmla="*/ 165538 w 58"/>
              <a:gd name="T61" fmla="*/ 78691 h 58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58" h="58">
                <a:moveTo>
                  <a:pt x="58" y="10"/>
                </a:moveTo>
                <a:cubicBezTo>
                  <a:pt x="58" y="47"/>
                  <a:pt x="58" y="47"/>
                  <a:pt x="58" y="47"/>
                </a:cubicBez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close/>
                <a:moveTo>
                  <a:pt x="45" y="14"/>
                </a:moveTo>
                <a:cubicBezTo>
                  <a:pt x="13" y="14"/>
                  <a:pt x="13" y="14"/>
                  <a:pt x="13" y="14"/>
                </a:cubicBezTo>
                <a:cubicBezTo>
                  <a:pt x="11" y="14"/>
                  <a:pt x="9" y="16"/>
                  <a:pt x="9" y="18"/>
                </a:cubicBezTo>
                <a:cubicBezTo>
                  <a:pt x="9" y="20"/>
                  <a:pt x="12" y="22"/>
                  <a:pt x="13" y="23"/>
                </a:cubicBezTo>
                <a:cubicBezTo>
                  <a:pt x="17" y="25"/>
                  <a:pt x="20" y="27"/>
                  <a:pt x="23" y="30"/>
                </a:cubicBezTo>
                <a:cubicBezTo>
                  <a:pt x="25" y="31"/>
                  <a:pt x="27" y="32"/>
                  <a:pt x="29" y="32"/>
                </a:cubicBezTo>
                <a:cubicBezTo>
                  <a:pt x="31" y="32"/>
                  <a:pt x="33" y="31"/>
                  <a:pt x="34" y="30"/>
                </a:cubicBezTo>
                <a:cubicBezTo>
                  <a:pt x="38" y="27"/>
                  <a:pt x="41" y="25"/>
                  <a:pt x="45" y="23"/>
                </a:cubicBezTo>
                <a:cubicBezTo>
                  <a:pt x="46" y="22"/>
                  <a:pt x="48" y="20"/>
                  <a:pt x="48" y="18"/>
                </a:cubicBezTo>
                <a:cubicBezTo>
                  <a:pt x="48" y="16"/>
                  <a:pt x="47" y="14"/>
                  <a:pt x="45" y="14"/>
                </a:cubicBezTo>
                <a:close/>
                <a:moveTo>
                  <a:pt x="48" y="23"/>
                </a:moveTo>
                <a:cubicBezTo>
                  <a:pt x="48" y="24"/>
                  <a:pt x="47" y="25"/>
                  <a:pt x="46" y="25"/>
                </a:cubicBezTo>
                <a:cubicBezTo>
                  <a:pt x="42" y="28"/>
                  <a:pt x="39" y="30"/>
                  <a:pt x="35" y="32"/>
                </a:cubicBezTo>
                <a:cubicBezTo>
                  <a:pt x="33" y="33"/>
                  <a:pt x="31" y="35"/>
                  <a:pt x="29" y="35"/>
                </a:cubicBezTo>
                <a:cubicBezTo>
                  <a:pt x="27" y="35"/>
                  <a:pt x="24" y="33"/>
                  <a:pt x="23" y="32"/>
                </a:cubicBezTo>
                <a:cubicBezTo>
                  <a:pt x="19" y="30"/>
                  <a:pt x="15" y="28"/>
                  <a:pt x="12" y="25"/>
                </a:cubicBezTo>
                <a:cubicBezTo>
                  <a:pt x="11" y="25"/>
                  <a:pt x="10" y="24"/>
                  <a:pt x="9" y="23"/>
                </a:cubicBezTo>
                <a:cubicBezTo>
                  <a:pt x="9" y="40"/>
                  <a:pt x="9" y="40"/>
                  <a:pt x="9" y="40"/>
                </a:cubicBezTo>
                <a:cubicBezTo>
                  <a:pt x="9" y="42"/>
                  <a:pt x="11" y="43"/>
                  <a:pt x="13" y="43"/>
                </a:cubicBezTo>
                <a:cubicBezTo>
                  <a:pt x="45" y="43"/>
                  <a:pt x="45" y="43"/>
                  <a:pt x="45" y="43"/>
                </a:cubicBezTo>
                <a:cubicBezTo>
                  <a:pt x="47" y="43"/>
                  <a:pt x="48" y="42"/>
                  <a:pt x="48" y="40"/>
                </a:cubicBezTo>
                <a:lnTo>
                  <a:pt x="48" y="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5" name="深度视觉·原创设计 https://www.docer.com/works?userid=22383862"/>
          <p:cNvSpPr/>
          <p:nvPr/>
        </p:nvSpPr>
        <p:spPr bwMode="auto">
          <a:xfrm>
            <a:off x="2361976" y="5858067"/>
            <a:ext cx="249200" cy="245306"/>
          </a:xfrm>
          <a:custGeom>
            <a:avLst/>
            <a:gdLst>
              <a:gd name="T0" fmla="*/ 165315 w 59"/>
              <a:gd name="T1" fmla="*/ 200025 h 58"/>
              <a:gd name="T2" fmla="*/ 141207 w 59"/>
              <a:gd name="T3" fmla="*/ 200025 h 58"/>
              <a:gd name="T4" fmla="*/ 141207 w 59"/>
              <a:gd name="T5" fmla="*/ 120705 h 58"/>
              <a:gd name="T6" fmla="*/ 165315 w 59"/>
              <a:gd name="T7" fmla="*/ 120705 h 58"/>
              <a:gd name="T8" fmla="*/ 168759 w 59"/>
              <a:gd name="T9" fmla="*/ 89666 h 58"/>
              <a:gd name="T10" fmla="*/ 141207 w 59"/>
              <a:gd name="T11" fmla="*/ 89666 h 58"/>
              <a:gd name="T12" fmla="*/ 141207 w 59"/>
              <a:gd name="T13" fmla="*/ 72423 h 58"/>
              <a:gd name="T14" fmla="*/ 154983 w 59"/>
              <a:gd name="T15" fmla="*/ 58628 h 58"/>
              <a:gd name="T16" fmla="*/ 172203 w 59"/>
              <a:gd name="T17" fmla="*/ 58628 h 58"/>
              <a:gd name="T18" fmla="*/ 172203 w 59"/>
              <a:gd name="T19" fmla="*/ 31038 h 58"/>
              <a:gd name="T20" fmla="*/ 148095 w 59"/>
              <a:gd name="T21" fmla="*/ 27590 h 58"/>
              <a:gd name="T22" fmla="*/ 110210 w 59"/>
              <a:gd name="T23" fmla="*/ 68974 h 58"/>
              <a:gd name="T24" fmla="*/ 110210 w 59"/>
              <a:gd name="T25" fmla="*/ 89666 h 58"/>
              <a:gd name="T26" fmla="*/ 82658 w 59"/>
              <a:gd name="T27" fmla="*/ 89666 h 58"/>
              <a:gd name="T28" fmla="*/ 82658 w 59"/>
              <a:gd name="T29" fmla="*/ 120705 h 58"/>
              <a:gd name="T30" fmla="*/ 110210 w 59"/>
              <a:gd name="T31" fmla="*/ 120705 h 58"/>
              <a:gd name="T32" fmla="*/ 110210 w 59"/>
              <a:gd name="T33" fmla="*/ 200025 h 58"/>
              <a:gd name="T34" fmla="*/ 37885 w 59"/>
              <a:gd name="T35" fmla="*/ 200025 h 58"/>
              <a:gd name="T36" fmla="*/ 0 w 59"/>
              <a:gd name="T37" fmla="*/ 162089 h 58"/>
              <a:gd name="T38" fmla="*/ 0 w 59"/>
              <a:gd name="T39" fmla="*/ 34487 h 58"/>
              <a:gd name="T40" fmla="*/ 37885 w 59"/>
              <a:gd name="T41" fmla="*/ 0 h 58"/>
              <a:gd name="T42" fmla="*/ 165315 w 59"/>
              <a:gd name="T43" fmla="*/ 0 h 58"/>
              <a:gd name="T44" fmla="*/ 203200 w 59"/>
              <a:gd name="T45" fmla="*/ 34487 h 58"/>
              <a:gd name="T46" fmla="*/ 203200 w 59"/>
              <a:gd name="T47" fmla="*/ 162089 h 58"/>
              <a:gd name="T48" fmla="*/ 165315 w 59"/>
              <a:gd name="T49" fmla="*/ 200025 h 58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59" h="58">
                <a:moveTo>
                  <a:pt x="48" y="58"/>
                </a:moveTo>
                <a:cubicBezTo>
                  <a:pt x="41" y="58"/>
                  <a:pt x="41" y="58"/>
                  <a:pt x="41" y="58"/>
                </a:cubicBezTo>
                <a:cubicBezTo>
                  <a:pt x="41" y="35"/>
                  <a:pt x="41" y="35"/>
                  <a:pt x="41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9" y="26"/>
                  <a:pt x="49" y="26"/>
                  <a:pt x="49" y="26"/>
                </a:cubicBezTo>
                <a:cubicBezTo>
                  <a:pt x="41" y="26"/>
                  <a:pt x="41" y="26"/>
                  <a:pt x="41" y="26"/>
                </a:cubicBezTo>
                <a:cubicBezTo>
                  <a:pt x="41" y="21"/>
                  <a:pt x="41" y="21"/>
                  <a:pt x="41" y="21"/>
                </a:cubicBezTo>
                <a:cubicBezTo>
                  <a:pt x="41" y="18"/>
                  <a:pt x="42" y="17"/>
                  <a:pt x="45" y="17"/>
                </a:cubicBezTo>
                <a:cubicBezTo>
                  <a:pt x="50" y="17"/>
                  <a:pt x="50" y="17"/>
                  <a:pt x="50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49" y="9"/>
                  <a:pt x="47" y="8"/>
                  <a:pt x="43" y="8"/>
                </a:cubicBezTo>
                <a:cubicBezTo>
                  <a:pt x="37" y="8"/>
                  <a:pt x="32" y="12"/>
                  <a:pt x="32" y="20"/>
                </a:cubicBezTo>
                <a:cubicBezTo>
                  <a:pt x="32" y="26"/>
                  <a:pt x="32" y="26"/>
                  <a:pt x="32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4" y="35"/>
                  <a:pt x="24" y="35"/>
                  <a:pt x="24" y="35"/>
                </a:cubicBezTo>
                <a:cubicBezTo>
                  <a:pt x="32" y="35"/>
                  <a:pt x="32" y="35"/>
                  <a:pt x="32" y="35"/>
                </a:cubicBezTo>
                <a:cubicBezTo>
                  <a:pt x="32" y="58"/>
                  <a:pt x="32" y="58"/>
                  <a:pt x="32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54" y="0"/>
                  <a:pt x="59" y="4"/>
                  <a:pt x="59" y="10"/>
                </a:cubicBezTo>
                <a:cubicBezTo>
                  <a:pt x="59" y="47"/>
                  <a:pt x="59" y="47"/>
                  <a:pt x="59" y="47"/>
                </a:cubicBezTo>
                <a:cubicBezTo>
                  <a:pt x="59" y="53"/>
                  <a:pt x="54" y="58"/>
                  <a:pt x="48" y="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6" name="深度视觉·原创设计 https://www.docer.com/works?userid=22383862"/>
          <p:cNvSpPr>
            <a:spLocks noEditPoints="1"/>
          </p:cNvSpPr>
          <p:nvPr/>
        </p:nvSpPr>
        <p:spPr bwMode="auto">
          <a:xfrm>
            <a:off x="1390553" y="5858067"/>
            <a:ext cx="247253" cy="245306"/>
          </a:xfrm>
          <a:custGeom>
            <a:avLst/>
            <a:gdLst>
              <a:gd name="T0" fmla="*/ 201613 w 59"/>
              <a:gd name="T1" fmla="*/ 162089 h 58"/>
              <a:gd name="T2" fmla="*/ 164024 w 59"/>
              <a:gd name="T3" fmla="*/ 200025 h 58"/>
              <a:gd name="T4" fmla="*/ 37589 w 59"/>
              <a:gd name="T5" fmla="*/ 200025 h 58"/>
              <a:gd name="T6" fmla="*/ 0 w 59"/>
              <a:gd name="T7" fmla="*/ 162089 h 58"/>
              <a:gd name="T8" fmla="*/ 0 w 59"/>
              <a:gd name="T9" fmla="*/ 34487 h 58"/>
              <a:gd name="T10" fmla="*/ 37589 w 59"/>
              <a:gd name="T11" fmla="*/ 0 h 58"/>
              <a:gd name="T12" fmla="*/ 164024 w 59"/>
              <a:gd name="T13" fmla="*/ 0 h 58"/>
              <a:gd name="T14" fmla="*/ 201613 w 59"/>
              <a:gd name="T15" fmla="*/ 34487 h 58"/>
              <a:gd name="T16" fmla="*/ 201613 w 59"/>
              <a:gd name="T17" fmla="*/ 162089 h 58"/>
              <a:gd name="T18" fmla="*/ 167441 w 59"/>
              <a:gd name="T19" fmla="*/ 134500 h 58"/>
              <a:gd name="T20" fmla="*/ 143521 w 59"/>
              <a:gd name="T21" fmla="*/ 120705 h 58"/>
              <a:gd name="T22" fmla="*/ 136687 w 59"/>
              <a:gd name="T23" fmla="*/ 117256 h 58"/>
              <a:gd name="T24" fmla="*/ 116184 w 59"/>
              <a:gd name="T25" fmla="*/ 134500 h 58"/>
              <a:gd name="T26" fmla="*/ 109349 w 59"/>
              <a:gd name="T27" fmla="*/ 131051 h 58"/>
              <a:gd name="T28" fmla="*/ 68343 w 59"/>
              <a:gd name="T29" fmla="*/ 93115 h 58"/>
              <a:gd name="T30" fmla="*/ 64926 w 59"/>
              <a:gd name="T31" fmla="*/ 82769 h 58"/>
              <a:gd name="T32" fmla="*/ 82012 w 59"/>
              <a:gd name="T33" fmla="*/ 65525 h 58"/>
              <a:gd name="T34" fmla="*/ 78595 w 59"/>
              <a:gd name="T35" fmla="*/ 55179 h 58"/>
              <a:gd name="T36" fmla="*/ 64926 w 59"/>
              <a:gd name="T37" fmla="*/ 31038 h 58"/>
              <a:gd name="T38" fmla="*/ 61509 w 59"/>
              <a:gd name="T39" fmla="*/ 31038 h 58"/>
              <a:gd name="T40" fmla="*/ 47840 w 59"/>
              <a:gd name="T41" fmla="*/ 34487 h 58"/>
              <a:gd name="T42" fmla="*/ 34172 w 59"/>
              <a:gd name="T43" fmla="*/ 65525 h 58"/>
              <a:gd name="T44" fmla="*/ 41006 w 59"/>
              <a:gd name="T45" fmla="*/ 89666 h 58"/>
              <a:gd name="T46" fmla="*/ 109349 w 59"/>
              <a:gd name="T47" fmla="*/ 158641 h 58"/>
              <a:gd name="T48" fmla="*/ 136687 w 59"/>
              <a:gd name="T49" fmla="*/ 165538 h 58"/>
              <a:gd name="T50" fmla="*/ 164024 w 59"/>
              <a:gd name="T51" fmla="*/ 151743 h 58"/>
              <a:gd name="T52" fmla="*/ 167441 w 59"/>
              <a:gd name="T53" fmla="*/ 137948 h 58"/>
              <a:gd name="T54" fmla="*/ 167441 w 59"/>
              <a:gd name="T55" fmla="*/ 134500 h 5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59" h="58">
                <a:moveTo>
                  <a:pt x="59" y="47"/>
                </a:moveTo>
                <a:cubicBezTo>
                  <a:pt x="59" y="53"/>
                  <a:pt x="54" y="58"/>
                  <a:pt x="48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54" y="0"/>
                  <a:pt x="59" y="4"/>
                  <a:pt x="59" y="10"/>
                </a:cubicBezTo>
                <a:lnTo>
                  <a:pt x="59" y="47"/>
                </a:lnTo>
                <a:close/>
                <a:moveTo>
                  <a:pt x="49" y="39"/>
                </a:moveTo>
                <a:cubicBezTo>
                  <a:pt x="49" y="39"/>
                  <a:pt x="43" y="36"/>
                  <a:pt x="42" y="35"/>
                </a:cubicBezTo>
                <a:cubicBezTo>
                  <a:pt x="41" y="35"/>
                  <a:pt x="41" y="34"/>
                  <a:pt x="40" y="34"/>
                </a:cubicBezTo>
                <a:cubicBezTo>
                  <a:pt x="38" y="34"/>
                  <a:pt x="36" y="39"/>
                  <a:pt x="34" y="39"/>
                </a:cubicBezTo>
                <a:cubicBezTo>
                  <a:pt x="33" y="39"/>
                  <a:pt x="32" y="38"/>
                  <a:pt x="32" y="38"/>
                </a:cubicBezTo>
                <a:cubicBezTo>
                  <a:pt x="27" y="35"/>
                  <a:pt x="23" y="32"/>
                  <a:pt x="20" y="27"/>
                </a:cubicBezTo>
                <a:cubicBezTo>
                  <a:pt x="20" y="26"/>
                  <a:pt x="19" y="25"/>
                  <a:pt x="19" y="24"/>
                </a:cubicBezTo>
                <a:cubicBezTo>
                  <a:pt x="19" y="23"/>
                  <a:pt x="24" y="20"/>
                  <a:pt x="24" y="19"/>
                </a:cubicBezTo>
                <a:cubicBezTo>
                  <a:pt x="24" y="18"/>
                  <a:pt x="23" y="17"/>
                  <a:pt x="23" y="16"/>
                </a:cubicBezTo>
                <a:cubicBezTo>
                  <a:pt x="22" y="15"/>
                  <a:pt x="20" y="10"/>
                  <a:pt x="19" y="9"/>
                </a:cubicBezTo>
                <a:cubicBezTo>
                  <a:pt x="19" y="9"/>
                  <a:pt x="19" y="9"/>
                  <a:pt x="18" y="9"/>
                </a:cubicBezTo>
                <a:cubicBezTo>
                  <a:pt x="17" y="9"/>
                  <a:pt x="15" y="10"/>
                  <a:pt x="14" y="10"/>
                </a:cubicBezTo>
                <a:cubicBezTo>
                  <a:pt x="12" y="11"/>
                  <a:pt x="10" y="16"/>
                  <a:pt x="10" y="19"/>
                </a:cubicBezTo>
                <a:cubicBezTo>
                  <a:pt x="10" y="21"/>
                  <a:pt x="11" y="24"/>
                  <a:pt x="12" y="26"/>
                </a:cubicBezTo>
                <a:cubicBezTo>
                  <a:pt x="15" y="34"/>
                  <a:pt x="24" y="43"/>
                  <a:pt x="32" y="46"/>
                </a:cubicBezTo>
                <a:cubicBezTo>
                  <a:pt x="35" y="47"/>
                  <a:pt x="37" y="48"/>
                  <a:pt x="40" y="48"/>
                </a:cubicBezTo>
                <a:cubicBezTo>
                  <a:pt x="42" y="48"/>
                  <a:pt x="47" y="46"/>
                  <a:pt x="48" y="44"/>
                </a:cubicBezTo>
                <a:cubicBezTo>
                  <a:pt x="49" y="43"/>
                  <a:pt x="49" y="41"/>
                  <a:pt x="49" y="40"/>
                </a:cubicBezTo>
                <a:cubicBezTo>
                  <a:pt x="49" y="40"/>
                  <a:pt x="49" y="40"/>
                  <a:pt x="49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0" name="深度视觉·原创设计 https://www.docer.com/works?userid=22383862"/>
          <p:cNvSpPr>
            <a:spLocks noEditPoints="1"/>
          </p:cNvSpPr>
          <p:nvPr/>
        </p:nvSpPr>
        <p:spPr bwMode="auto">
          <a:xfrm>
            <a:off x="10067508" y="5860015"/>
            <a:ext cx="245306" cy="243358"/>
          </a:xfrm>
          <a:custGeom>
            <a:avLst/>
            <a:gdLst>
              <a:gd name="T0" fmla="*/ 200025 w 58"/>
              <a:gd name="T1" fmla="*/ 34213 h 58"/>
              <a:gd name="T2" fmla="*/ 200025 w 58"/>
              <a:gd name="T3" fmla="*/ 160802 h 58"/>
              <a:gd name="T4" fmla="*/ 162089 w 58"/>
              <a:gd name="T5" fmla="*/ 198437 h 58"/>
              <a:gd name="T6" fmla="*/ 37936 w 58"/>
              <a:gd name="T7" fmla="*/ 198437 h 58"/>
              <a:gd name="T8" fmla="*/ 0 w 58"/>
              <a:gd name="T9" fmla="*/ 160802 h 58"/>
              <a:gd name="T10" fmla="*/ 0 w 58"/>
              <a:gd name="T11" fmla="*/ 34213 h 58"/>
              <a:gd name="T12" fmla="*/ 37936 w 58"/>
              <a:gd name="T13" fmla="*/ 0 h 58"/>
              <a:gd name="T14" fmla="*/ 162089 w 58"/>
              <a:gd name="T15" fmla="*/ 0 h 58"/>
              <a:gd name="T16" fmla="*/ 200025 w 58"/>
              <a:gd name="T17" fmla="*/ 34213 h 58"/>
              <a:gd name="T18" fmla="*/ 155192 w 58"/>
              <a:gd name="T19" fmla="*/ 47899 h 58"/>
              <a:gd name="T20" fmla="*/ 44833 w 58"/>
              <a:gd name="T21" fmla="*/ 47899 h 58"/>
              <a:gd name="T22" fmla="*/ 31038 w 58"/>
              <a:gd name="T23" fmla="*/ 61584 h 58"/>
              <a:gd name="T24" fmla="*/ 44833 w 58"/>
              <a:gd name="T25" fmla="*/ 78691 h 58"/>
              <a:gd name="T26" fmla="*/ 79320 w 58"/>
              <a:gd name="T27" fmla="*/ 102640 h 58"/>
              <a:gd name="T28" fmla="*/ 100013 w 58"/>
              <a:gd name="T29" fmla="*/ 109482 h 58"/>
              <a:gd name="T30" fmla="*/ 117256 w 58"/>
              <a:gd name="T31" fmla="*/ 102640 h 58"/>
              <a:gd name="T32" fmla="*/ 155192 w 58"/>
              <a:gd name="T33" fmla="*/ 78691 h 58"/>
              <a:gd name="T34" fmla="*/ 165538 w 58"/>
              <a:gd name="T35" fmla="*/ 61584 h 58"/>
              <a:gd name="T36" fmla="*/ 155192 w 58"/>
              <a:gd name="T37" fmla="*/ 47899 h 58"/>
              <a:gd name="T38" fmla="*/ 165538 w 58"/>
              <a:gd name="T39" fmla="*/ 78691 h 58"/>
              <a:gd name="T40" fmla="*/ 158641 w 58"/>
              <a:gd name="T41" fmla="*/ 85533 h 58"/>
              <a:gd name="T42" fmla="*/ 120705 w 58"/>
              <a:gd name="T43" fmla="*/ 109482 h 58"/>
              <a:gd name="T44" fmla="*/ 100013 w 58"/>
              <a:gd name="T45" fmla="*/ 119746 h 58"/>
              <a:gd name="T46" fmla="*/ 79320 w 58"/>
              <a:gd name="T47" fmla="*/ 109482 h 58"/>
              <a:gd name="T48" fmla="*/ 41384 w 58"/>
              <a:gd name="T49" fmla="*/ 85533 h 58"/>
              <a:gd name="T50" fmla="*/ 31038 w 58"/>
              <a:gd name="T51" fmla="*/ 78691 h 58"/>
              <a:gd name="T52" fmla="*/ 31038 w 58"/>
              <a:gd name="T53" fmla="*/ 136853 h 58"/>
              <a:gd name="T54" fmla="*/ 44833 w 58"/>
              <a:gd name="T55" fmla="*/ 147117 h 58"/>
              <a:gd name="T56" fmla="*/ 155192 w 58"/>
              <a:gd name="T57" fmla="*/ 147117 h 58"/>
              <a:gd name="T58" fmla="*/ 165538 w 58"/>
              <a:gd name="T59" fmla="*/ 136853 h 58"/>
              <a:gd name="T60" fmla="*/ 165538 w 58"/>
              <a:gd name="T61" fmla="*/ 78691 h 58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58" h="58">
                <a:moveTo>
                  <a:pt x="58" y="10"/>
                </a:moveTo>
                <a:cubicBezTo>
                  <a:pt x="58" y="47"/>
                  <a:pt x="58" y="47"/>
                  <a:pt x="58" y="47"/>
                </a:cubicBez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close/>
                <a:moveTo>
                  <a:pt x="45" y="14"/>
                </a:moveTo>
                <a:cubicBezTo>
                  <a:pt x="13" y="14"/>
                  <a:pt x="13" y="14"/>
                  <a:pt x="13" y="14"/>
                </a:cubicBezTo>
                <a:cubicBezTo>
                  <a:pt x="11" y="14"/>
                  <a:pt x="9" y="16"/>
                  <a:pt x="9" y="18"/>
                </a:cubicBezTo>
                <a:cubicBezTo>
                  <a:pt x="9" y="20"/>
                  <a:pt x="12" y="22"/>
                  <a:pt x="13" y="23"/>
                </a:cubicBezTo>
                <a:cubicBezTo>
                  <a:pt x="17" y="25"/>
                  <a:pt x="20" y="27"/>
                  <a:pt x="23" y="30"/>
                </a:cubicBezTo>
                <a:cubicBezTo>
                  <a:pt x="25" y="31"/>
                  <a:pt x="27" y="32"/>
                  <a:pt x="29" y="32"/>
                </a:cubicBezTo>
                <a:cubicBezTo>
                  <a:pt x="31" y="32"/>
                  <a:pt x="33" y="31"/>
                  <a:pt x="34" y="30"/>
                </a:cubicBezTo>
                <a:cubicBezTo>
                  <a:pt x="38" y="27"/>
                  <a:pt x="41" y="25"/>
                  <a:pt x="45" y="23"/>
                </a:cubicBezTo>
                <a:cubicBezTo>
                  <a:pt x="46" y="22"/>
                  <a:pt x="48" y="20"/>
                  <a:pt x="48" y="18"/>
                </a:cubicBezTo>
                <a:cubicBezTo>
                  <a:pt x="48" y="16"/>
                  <a:pt x="47" y="14"/>
                  <a:pt x="45" y="14"/>
                </a:cubicBezTo>
                <a:close/>
                <a:moveTo>
                  <a:pt x="48" y="23"/>
                </a:moveTo>
                <a:cubicBezTo>
                  <a:pt x="48" y="24"/>
                  <a:pt x="47" y="25"/>
                  <a:pt x="46" y="25"/>
                </a:cubicBezTo>
                <a:cubicBezTo>
                  <a:pt x="42" y="28"/>
                  <a:pt x="39" y="30"/>
                  <a:pt x="35" y="32"/>
                </a:cubicBezTo>
                <a:cubicBezTo>
                  <a:pt x="33" y="33"/>
                  <a:pt x="31" y="35"/>
                  <a:pt x="29" y="35"/>
                </a:cubicBezTo>
                <a:cubicBezTo>
                  <a:pt x="27" y="35"/>
                  <a:pt x="24" y="33"/>
                  <a:pt x="23" y="32"/>
                </a:cubicBezTo>
                <a:cubicBezTo>
                  <a:pt x="19" y="30"/>
                  <a:pt x="15" y="28"/>
                  <a:pt x="12" y="25"/>
                </a:cubicBezTo>
                <a:cubicBezTo>
                  <a:pt x="11" y="25"/>
                  <a:pt x="10" y="24"/>
                  <a:pt x="9" y="23"/>
                </a:cubicBezTo>
                <a:cubicBezTo>
                  <a:pt x="9" y="40"/>
                  <a:pt x="9" y="40"/>
                  <a:pt x="9" y="40"/>
                </a:cubicBezTo>
                <a:cubicBezTo>
                  <a:pt x="9" y="42"/>
                  <a:pt x="11" y="43"/>
                  <a:pt x="13" y="43"/>
                </a:cubicBezTo>
                <a:cubicBezTo>
                  <a:pt x="45" y="43"/>
                  <a:pt x="45" y="43"/>
                  <a:pt x="45" y="43"/>
                </a:cubicBezTo>
                <a:cubicBezTo>
                  <a:pt x="47" y="43"/>
                  <a:pt x="48" y="42"/>
                  <a:pt x="48" y="40"/>
                </a:cubicBezTo>
                <a:lnTo>
                  <a:pt x="48" y="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1" name="深度视觉·原创设计 https://www.docer.com/works?userid=22383862"/>
          <p:cNvSpPr/>
          <p:nvPr/>
        </p:nvSpPr>
        <p:spPr bwMode="auto">
          <a:xfrm>
            <a:off x="10552246" y="5858067"/>
            <a:ext cx="249200" cy="245306"/>
          </a:xfrm>
          <a:custGeom>
            <a:avLst/>
            <a:gdLst>
              <a:gd name="T0" fmla="*/ 165315 w 59"/>
              <a:gd name="T1" fmla="*/ 200025 h 58"/>
              <a:gd name="T2" fmla="*/ 141207 w 59"/>
              <a:gd name="T3" fmla="*/ 200025 h 58"/>
              <a:gd name="T4" fmla="*/ 141207 w 59"/>
              <a:gd name="T5" fmla="*/ 120705 h 58"/>
              <a:gd name="T6" fmla="*/ 165315 w 59"/>
              <a:gd name="T7" fmla="*/ 120705 h 58"/>
              <a:gd name="T8" fmla="*/ 168759 w 59"/>
              <a:gd name="T9" fmla="*/ 89666 h 58"/>
              <a:gd name="T10" fmla="*/ 141207 w 59"/>
              <a:gd name="T11" fmla="*/ 89666 h 58"/>
              <a:gd name="T12" fmla="*/ 141207 w 59"/>
              <a:gd name="T13" fmla="*/ 72423 h 58"/>
              <a:gd name="T14" fmla="*/ 154983 w 59"/>
              <a:gd name="T15" fmla="*/ 58628 h 58"/>
              <a:gd name="T16" fmla="*/ 172203 w 59"/>
              <a:gd name="T17" fmla="*/ 58628 h 58"/>
              <a:gd name="T18" fmla="*/ 172203 w 59"/>
              <a:gd name="T19" fmla="*/ 31038 h 58"/>
              <a:gd name="T20" fmla="*/ 148095 w 59"/>
              <a:gd name="T21" fmla="*/ 27590 h 58"/>
              <a:gd name="T22" fmla="*/ 110210 w 59"/>
              <a:gd name="T23" fmla="*/ 68974 h 58"/>
              <a:gd name="T24" fmla="*/ 110210 w 59"/>
              <a:gd name="T25" fmla="*/ 89666 h 58"/>
              <a:gd name="T26" fmla="*/ 82658 w 59"/>
              <a:gd name="T27" fmla="*/ 89666 h 58"/>
              <a:gd name="T28" fmla="*/ 82658 w 59"/>
              <a:gd name="T29" fmla="*/ 120705 h 58"/>
              <a:gd name="T30" fmla="*/ 110210 w 59"/>
              <a:gd name="T31" fmla="*/ 120705 h 58"/>
              <a:gd name="T32" fmla="*/ 110210 w 59"/>
              <a:gd name="T33" fmla="*/ 200025 h 58"/>
              <a:gd name="T34" fmla="*/ 37885 w 59"/>
              <a:gd name="T35" fmla="*/ 200025 h 58"/>
              <a:gd name="T36" fmla="*/ 0 w 59"/>
              <a:gd name="T37" fmla="*/ 162089 h 58"/>
              <a:gd name="T38" fmla="*/ 0 w 59"/>
              <a:gd name="T39" fmla="*/ 34487 h 58"/>
              <a:gd name="T40" fmla="*/ 37885 w 59"/>
              <a:gd name="T41" fmla="*/ 0 h 58"/>
              <a:gd name="T42" fmla="*/ 165315 w 59"/>
              <a:gd name="T43" fmla="*/ 0 h 58"/>
              <a:gd name="T44" fmla="*/ 203200 w 59"/>
              <a:gd name="T45" fmla="*/ 34487 h 58"/>
              <a:gd name="T46" fmla="*/ 203200 w 59"/>
              <a:gd name="T47" fmla="*/ 162089 h 58"/>
              <a:gd name="T48" fmla="*/ 165315 w 59"/>
              <a:gd name="T49" fmla="*/ 200025 h 58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59" h="58">
                <a:moveTo>
                  <a:pt x="48" y="58"/>
                </a:moveTo>
                <a:cubicBezTo>
                  <a:pt x="41" y="58"/>
                  <a:pt x="41" y="58"/>
                  <a:pt x="41" y="58"/>
                </a:cubicBezTo>
                <a:cubicBezTo>
                  <a:pt x="41" y="35"/>
                  <a:pt x="41" y="35"/>
                  <a:pt x="41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9" y="26"/>
                  <a:pt x="49" y="26"/>
                  <a:pt x="49" y="26"/>
                </a:cubicBezTo>
                <a:cubicBezTo>
                  <a:pt x="41" y="26"/>
                  <a:pt x="41" y="26"/>
                  <a:pt x="41" y="26"/>
                </a:cubicBezTo>
                <a:cubicBezTo>
                  <a:pt x="41" y="21"/>
                  <a:pt x="41" y="21"/>
                  <a:pt x="41" y="21"/>
                </a:cubicBezTo>
                <a:cubicBezTo>
                  <a:pt x="41" y="18"/>
                  <a:pt x="42" y="17"/>
                  <a:pt x="45" y="17"/>
                </a:cubicBezTo>
                <a:cubicBezTo>
                  <a:pt x="50" y="17"/>
                  <a:pt x="50" y="17"/>
                  <a:pt x="50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49" y="9"/>
                  <a:pt x="47" y="8"/>
                  <a:pt x="43" y="8"/>
                </a:cubicBezTo>
                <a:cubicBezTo>
                  <a:pt x="37" y="8"/>
                  <a:pt x="32" y="12"/>
                  <a:pt x="32" y="20"/>
                </a:cubicBezTo>
                <a:cubicBezTo>
                  <a:pt x="32" y="26"/>
                  <a:pt x="32" y="26"/>
                  <a:pt x="32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4" y="35"/>
                  <a:pt x="24" y="35"/>
                  <a:pt x="24" y="35"/>
                </a:cubicBezTo>
                <a:cubicBezTo>
                  <a:pt x="32" y="35"/>
                  <a:pt x="32" y="35"/>
                  <a:pt x="32" y="35"/>
                </a:cubicBezTo>
                <a:cubicBezTo>
                  <a:pt x="32" y="58"/>
                  <a:pt x="32" y="58"/>
                  <a:pt x="32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54" y="0"/>
                  <a:pt x="59" y="4"/>
                  <a:pt x="59" y="10"/>
                </a:cubicBezTo>
                <a:cubicBezTo>
                  <a:pt x="59" y="47"/>
                  <a:pt x="59" y="47"/>
                  <a:pt x="59" y="47"/>
                </a:cubicBezTo>
                <a:cubicBezTo>
                  <a:pt x="59" y="53"/>
                  <a:pt x="54" y="58"/>
                  <a:pt x="48" y="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2" name="深度视觉·原创设计 https://www.docer.com/works?userid=22383862"/>
          <p:cNvSpPr>
            <a:spLocks noEditPoints="1"/>
          </p:cNvSpPr>
          <p:nvPr/>
        </p:nvSpPr>
        <p:spPr bwMode="auto">
          <a:xfrm>
            <a:off x="9580823" y="5858067"/>
            <a:ext cx="247253" cy="245306"/>
          </a:xfrm>
          <a:custGeom>
            <a:avLst/>
            <a:gdLst>
              <a:gd name="T0" fmla="*/ 201613 w 59"/>
              <a:gd name="T1" fmla="*/ 162089 h 58"/>
              <a:gd name="T2" fmla="*/ 164024 w 59"/>
              <a:gd name="T3" fmla="*/ 200025 h 58"/>
              <a:gd name="T4" fmla="*/ 37589 w 59"/>
              <a:gd name="T5" fmla="*/ 200025 h 58"/>
              <a:gd name="T6" fmla="*/ 0 w 59"/>
              <a:gd name="T7" fmla="*/ 162089 h 58"/>
              <a:gd name="T8" fmla="*/ 0 w 59"/>
              <a:gd name="T9" fmla="*/ 34487 h 58"/>
              <a:gd name="T10" fmla="*/ 37589 w 59"/>
              <a:gd name="T11" fmla="*/ 0 h 58"/>
              <a:gd name="T12" fmla="*/ 164024 w 59"/>
              <a:gd name="T13" fmla="*/ 0 h 58"/>
              <a:gd name="T14" fmla="*/ 201613 w 59"/>
              <a:gd name="T15" fmla="*/ 34487 h 58"/>
              <a:gd name="T16" fmla="*/ 201613 w 59"/>
              <a:gd name="T17" fmla="*/ 162089 h 58"/>
              <a:gd name="T18" fmla="*/ 167441 w 59"/>
              <a:gd name="T19" fmla="*/ 134500 h 58"/>
              <a:gd name="T20" fmla="*/ 143521 w 59"/>
              <a:gd name="T21" fmla="*/ 120705 h 58"/>
              <a:gd name="T22" fmla="*/ 136687 w 59"/>
              <a:gd name="T23" fmla="*/ 117256 h 58"/>
              <a:gd name="T24" fmla="*/ 116184 w 59"/>
              <a:gd name="T25" fmla="*/ 134500 h 58"/>
              <a:gd name="T26" fmla="*/ 109349 w 59"/>
              <a:gd name="T27" fmla="*/ 131051 h 58"/>
              <a:gd name="T28" fmla="*/ 68343 w 59"/>
              <a:gd name="T29" fmla="*/ 93115 h 58"/>
              <a:gd name="T30" fmla="*/ 64926 w 59"/>
              <a:gd name="T31" fmla="*/ 82769 h 58"/>
              <a:gd name="T32" fmla="*/ 82012 w 59"/>
              <a:gd name="T33" fmla="*/ 65525 h 58"/>
              <a:gd name="T34" fmla="*/ 78595 w 59"/>
              <a:gd name="T35" fmla="*/ 55179 h 58"/>
              <a:gd name="T36" fmla="*/ 64926 w 59"/>
              <a:gd name="T37" fmla="*/ 31038 h 58"/>
              <a:gd name="T38" fmla="*/ 61509 w 59"/>
              <a:gd name="T39" fmla="*/ 31038 h 58"/>
              <a:gd name="T40" fmla="*/ 47840 w 59"/>
              <a:gd name="T41" fmla="*/ 34487 h 58"/>
              <a:gd name="T42" fmla="*/ 34172 w 59"/>
              <a:gd name="T43" fmla="*/ 65525 h 58"/>
              <a:gd name="T44" fmla="*/ 41006 w 59"/>
              <a:gd name="T45" fmla="*/ 89666 h 58"/>
              <a:gd name="T46" fmla="*/ 109349 w 59"/>
              <a:gd name="T47" fmla="*/ 158641 h 58"/>
              <a:gd name="T48" fmla="*/ 136687 w 59"/>
              <a:gd name="T49" fmla="*/ 165538 h 58"/>
              <a:gd name="T50" fmla="*/ 164024 w 59"/>
              <a:gd name="T51" fmla="*/ 151743 h 58"/>
              <a:gd name="T52" fmla="*/ 167441 w 59"/>
              <a:gd name="T53" fmla="*/ 137948 h 58"/>
              <a:gd name="T54" fmla="*/ 167441 w 59"/>
              <a:gd name="T55" fmla="*/ 134500 h 5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59" h="58">
                <a:moveTo>
                  <a:pt x="59" y="47"/>
                </a:moveTo>
                <a:cubicBezTo>
                  <a:pt x="59" y="53"/>
                  <a:pt x="54" y="58"/>
                  <a:pt x="48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54" y="0"/>
                  <a:pt x="59" y="4"/>
                  <a:pt x="59" y="10"/>
                </a:cubicBezTo>
                <a:lnTo>
                  <a:pt x="59" y="47"/>
                </a:lnTo>
                <a:close/>
                <a:moveTo>
                  <a:pt x="49" y="39"/>
                </a:moveTo>
                <a:cubicBezTo>
                  <a:pt x="49" y="39"/>
                  <a:pt x="43" y="36"/>
                  <a:pt x="42" y="35"/>
                </a:cubicBezTo>
                <a:cubicBezTo>
                  <a:pt x="41" y="35"/>
                  <a:pt x="41" y="34"/>
                  <a:pt x="40" y="34"/>
                </a:cubicBezTo>
                <a:cubicBezTo>
                  <a:pt x="38" y="34"/>
                  <a:pt x="36" y="39"/>
                  <a:pt x="34" y="39"/>
                </a:cubicBezTo>
                <a:cubicBezTo>
                  <a:pt x="33" y="39"/>
                  <a:pt x="32" y="38"/>
                  <a:pt x="32" y="38"/>
                </a:cubicBezTo>
                <a:cubicBezTo>
                  <a:pt x="27" y="35"/>
                  <a:pt x="23" y="32"/>
                  <a:pt x="20" y="27"/>
                </a:cubicBezTo>
                <a:cubicBezTo>
                  <a:pt x="20" y="26"/>
                  <a:pt x="19" y="25"/>
                  <a:pt x="19" y="24"/>
                </a:cubicBezTo>
                <a:cubicBezTo>
                  <a:pt x="19" y="23"/>
                  <a:pt x="24" y="20"/>
                  <a:pt x="24" y="19"/>
                </a:cubicBezTo>
                <a:cubicBezTo>
                  <a:pt x="24" y="18"/>
                  <a:pt x="23" y="17"/>
                  <a:pt x="23" y="16"/>
                </a:cubicBezTo>
                <a:cubicBezTo>
                  <a:pt x="22" y="15"/>
                  <a:pt x="20" y="10"/>
                  <a:pt x="19" y="9"/>
                </a:cubicBezTo>
                <a:cubicBezTo>
                  <a:pt x="19" y="9"/>
                  <a:pt x="19" y="9"/>
                  <a:pt x="18" y="9"/>
                </a:cubicBezTo>
                <a:cubicBezTo>
                  <a:pt x="17" y="9"/>
                  <a:pt x="15" y="10"/>
                  <a:pt x="14" y="10"/>
                </a:cubicBezTo>
                <a:cubicBezTo>
                  <a:pt x="12" y="11"/>
                  <a:pt x="10" y="16"/>
                  <a:pt x="10" y="19"/>
                </a:cubicBezTo>
                <a:cubicBezTo>
                  <a:pt x="10" y="21"/>
                  <a:pt x="11" y="24"/>
                  <a:pt x="12" y="26"/>
                </a:cubicBezTo>
                <a:cubicBezTo>
                  <a:pt x="15" y="34"/>
                  <a:pt x="24" y="43"/>
                  <a:pt x="32" y="46"/>
                </a:cubicBezTo>
                <a:cubicBezTo>
                  <a:pt x="35" y="47"/>
                  <a:pt x="37" y="48"/>
                  <a:pt x="40" y="48"/>
                </a:cubicBezTo>
                <a:cubicBezTo>
                  <a:pt x="42" y="48"/>
                  <a:pt x="47" y="46"/>
                  <a:pt x="48" y="44"/>
                </a:cubicBezTo>
                <a:cubicBezTo>
                  <a:pt x="49" y="43"/>
                  <a:pt x="49" y="41"/>
                  <a:pt x="49" y="40"/>
                </a:cubicBezTo>
                <a:cubicBezTo>
                  <a:pt x="49" y="40"/>
                  <a:pt x="49" y="40"/>
                  <a:pt x="49" y="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4" name="深度视觉·原创设计 https://www.docer.com/works?userid=22383862"/>
          <p:cNvSpPr/>
          <p:nvPr/>
        </p:nvSpPr>
        <p:spPr>
          <a:xfrm>
            <a:off x="5099255" y="3168150"/>
            <a:ext cx="1993490" cy="521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0" dist="50800" dir="2700000" algn="ctr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深度视觉·原创设计 https://www.docer.com/works?userid=22383862"/>
          <p:cNvSpPr txBox="1"/>
          <p:nvPr/>
        </p:nvSpPr>
        <p:spPr>
          <a:xfrm>
            <a:off x="5099255" y="3168150"/>
            <a:ext cx="1993490" cy="49981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Source Han Sans HC" panose="020B0500000000000000" pitchFamily="34" charset="-128"/>
                <a:ea typeface="Source Han Sans HC" panose="020B0500000000000000" pitchFamily="34" charset="-128"/>
              </a:rPr>
              <a:t>Team</a:t>
            </a:r>
          </a:p>
        </p:txBody>
      </p:sp>
      <p:sp>
        <p:nvSpPr>
          <p:cNvPr id="26" name="深度视觉·原创设计 https://www.docer.com/works?userid=22383862"/>
          <p:cNvSpPr/>
          <p:nvPr/>
        </p:nvSpPr>
        <p:spPr>
          <a:xfrm>
            <a:off x="966745" y="4491741"/>
            <a:ext cx="2009488" cy="1116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</a:p>
        </p:txBody>
      </p:sp>
      <p:sp>
        <p:nvSpPr>
          <p:cNvPr id="27" name="深度视觉·原创设计 https://www.docer.com/works?userid=22383862"/>
          <p:cNvSpPr/>
          <p:nvPr/>
        </p:nvSpPr>
        <p:spPr>
          <a:xfrm>
            <a:off x="1425215" y="4154556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28" name="深度视觉·原创设计 https://www.docer.com/works?userid=22383862"/>
          <p:cNvSpPr/>
          <p:nvPr/>
        </p:nvSpPr>
        <p:spPr>
          <a:xfrm>
            <a:off x="5091459" y="1453768"/>
            <a:ext cx="2009488" cy="1116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</a:p>
        </p:txBody>
      </p:sp>
      <p:sp>
        <p:nvSpPr>
          <p:cNvPr id="29" name="深度视觉·原创设计 https://www.docer.com/works?userid=22383862"/>
          <p:cNvSpPr/>
          <p:nvPr/>
        </p:nvSpPr>
        <p:spPr>
          <a:xfrm>
            <a:off x="5549929" y="1116583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30" name="深度视觉·原创设计 https://www.docer.com/works?userid=22383862"/>
          <p:cNvSpPr/>
          <p:nvPr/>
        </p:nvSpPr>
        <p:spPr>
          <a:xfrm>
            <a:off x="9167956" y="4491741"/>
            <a:ext cx="2009488" cy="1116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</a:p>
        </p:txBody>
      </p:sp>
      <p:sp>
        <p:nvSpPr>
          <p:cNvPr id="31" name="深度视觉·原创设计 https://www.docer.com/works?userid=22383862"/>
          <p:cNvSpPr/>
          <p:nvPr/>
        </p:nvSpPr>
        <p:spPr>
          <a:xfrm>
            <a:off x="9626426" y="4154556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0"/>
                            </p:stCondLst>
                            <p:childTnLst>
                              <p:par>
                                <p:cTn id="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20" grpId="0" animBg="1"/>
      <p:bldP spid="21" grpId="0" animBg="1"/>
      <p:bldP spid="22" grpId="0" animBg="1"/>
      <p:bldP spid="24" grpId="0" animBg="1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037484">
            <a:off x="10458293" y="4646293"/>
            <a:ext cx="2746978" cy="2685934"/>
          </a:xfrm>
          <a:prstGeom prst="rect">
            <a:avLst/>
          </a:prstGeom>
        </p:spPr>
      </p:pic>
      <p:pic>
        <p:nvPicPr>
          <p:cNvPr id="3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" y="3429000"/>
            <a:ext cx="4093672" cy="3638820"/>
          </a:xfrm>
          <a:prstGeom prst="rect">
            <a:avLst/>
          </a:prstGeom>
        </p:spPr>
      </p:pic>
      <p:pic>
        <p:nvPicPr>
          <p:cNvPr id="4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856770" y="-2038140"/>
            <a:ext cx="881149" cy="4646058"/>
          </a:xfrm>
          <a:prstGeom prst="rect">
            <a:avLst/>
          </a:prstGeom>
        </p:spPr>
      </p:pic>
      <p:pic>
        <p:nvPicPr>
          <p:cNvPr id="5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8196" y="5482589"/>
            <a:ext cx="1078026" cy="1013344"/>
          </a:xfrm>
          <a:prstGeom prst="rect">
            <a:avLst/>
          </a:prstGeom>
        </p:spPr>
      </p:pic>
      <p:pic>
        <p:nvPicPr>
          <p:cNvPr id="6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806201">
            <a:off x="-87871" y="3264097"/>
            <a:ext cx="881149" cy="3201508"/>
          </a:xfrm>
          <a:prstGeom prst="rect">
            <a:avLst/>
          </a:prstGeom>
        </p:spPr>
      </p:pic>
      <p:pic>
        <p:nvPicPr>
          <p:cNvPr id="8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1461527" y="2010793"/>
            <a:ext cx="3995550" cy="2836413"/>
          </a:xfrm>
          <a:prstGeom prst="rect">
            <a:avLst/>
          </a:prstGeom>
        </p:spPr>
      </p:pic>
      <p:sp>
        <p:nvSpPr>
          <p:cNvPr id="9" name="深度视觉·原创设计 https://www.docer.com/works?userid=22383862"/>
          <p:cNvSpPr txBox="1"/>
          <p:nvPr/>
        </p:nvSpPr>
        <p:spPr>
          <a:xfrm>
            <a:off x="2519151" y="2705724"/>
            <a:ext cx="18803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03</a:t>
            </a:r>
            <a:endParaRPr lang="zh-CN" altLang="en-US" sz="8800" dirty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10" name="深度视觉·原创设计 https://www.docer.com/works?userid=22383862"/>
          <p:cNvSpPr txBox="1"/>
          <p:nvPr/>
        </p:nvSpPr>
        <p:spPr>
          <a:xfrm>
            <a:off x="5770670" y="2709576"/>
            <a:ext cx="45943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rPr>
              <a:t>技术与实践</a:t>
            </a:r>
            <a:endParaRPr lang="zh-CN" altLang="en-US" sz="4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 M" panose="00020600040101010101" pitchFamily="18" charset="-122"/>
              <a:ea typeface="阿里巴巴普惠体 M" panose="00020600040101010101" pitchFamily="18" charset="-122"/>
              <a:cs typeface="阿里巴巴普惠体 M" panose="00020600040101010101" pitchFamily="18" charset="-122"/>
            </a:endParaRPr>
          </a:p>
        </p:txBody>
      </p:sp>
      <p:sp>
        <p:nvSpPr>
          <p:cNvPr id="11" name="深度视觉·原创设计 https://www.docer.com/works?userid=22383862"/>
          <p:cNvSpPr txBox="1"/>
          <p:nvPr/>
        </p:nvSpPr>
        <p:spPr>
          <a:xfrm>
            <a:off x="5770670" y="2082702"/>
            <a:ext cx="3357713" cy="537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di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Lato"/>
                <a:sym typeface="Lato"/>
              </a:rPr>
              <a:t>YOUR TITLE HERE</a:t>
            </a:r>
            <a:endParaRPr sz="2800" b="0" i="0" u="none" strike="noStrike" cap="none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cs typeface="Lato"/>
              <a:sym typeface="Lato"/>
            </a:endParaRPr>
          </a:p>
        </p:txBody>
      </p:sp>
      <p:sp>
        <p:nvSpPr>
          <p:cNvPr id="12" name="深度视觉·原创设计 https://www.docer.com/works?userid=22383862"/>
          <p:cNvSpPr txBox="1"/>
          <p:nvPr/>
        </p:nvSpPr>
        <p:spPr>
          <a:xfrm>
            <a:off x="5770670" y="3568372"/>
            <a:ext cx="4027816" cy="1167804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pic>
        <p:nvPicPr>
          <p:cNvPr id="13" name="深度视觉·原创设计 https://www.docer.com/works?userid=223838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1909" y="873733"/>
            <a:ext cx="294589" cy="385231"/>
          </a:xfrm>
          <a:prstGeom prst="rect">
            <a:avLst/>
          </a:prstGeom>
        </p:spPr>
      </p:pic>
      <p:pic>
        <p:nvPicPr>
          <p:cNvPr id="14" name="深度视觉·原创设计 https://www.docer.com/works?userid=223838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133" y="622030"/>
            <a:ext cx="282748" cy="444318"/>
          </a:xfrm>
          <a:prstGeom prst="rect">
            <a:avLst/>
          </a:prstGeom>
        </p:spPr>
      </p:pic>
      <p:pic>
        <p:nvPicPr>
          <p:cNvPr id="15" name="深度视觉·原创设计 https://www.docer.com/works?userid=223838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57576">
            <a:off x="10223666" y="5667253"/>
            <a:ext cx="282748" cy="4443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39490">
            <a:off x="10302854" y="5515031"/>
            <a:ext cx="2746978" cy="2685934"/>
          </a:xfrm>
          <a:prstGeom prst="rect">
            <a:avLst/>
          </a:prstGeom>
        </p:spPr>
      </p:pic>
      <p:pic>
        <p:nvPicPr>
          <p:cNvPr id="30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4039" y="5303588"/>
            <a:ext cx="2740006" cy="2435561"/>
          </a:xfrm>
          <a:prstGeom prst="rect">
            <a:avLst/>
          </a:prstGeom>
        </p:spPr>
      </p:pic>
      <p:pic>
        <p:nvPicPr>
          <p:cNvPr id="31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494" y="-246003"/>
            <a:ext cx="2178882" cy="1739853"/>
          </a:xfrm>
          <a:prstGeom prst="rect">
            <a:avLst/>
          </a:prstGeom>
        </p:spPr>
      </p:pic>
      <p:pic>
        <p:nvPicPr>
          <p:cNvPr id="32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476" y="-242592"/>
            <a:ext cx="517029" cy="2726153"/>
          </a:xfrm>
          <a:prstGeom prst="rect">
            <a:avLst/>
          </a:prstGeom>
        </p:spPr>
      </p:pic>
      <p:pic>
        <p:nvPicPr>
          <p:cNvPr id="33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7576">
            <a:off x="11086081" y="5810070"/>
            <a:ext cx="282748" cy="444318"/>
          </a:xfrm>
          <a:prstGeom prst="rect">
            <a:avLst/>
          </a:prstGeom>
        </p:spPr>
      </p:pic>
      <p:pic>
        <p:nvPicPr>
          <p:cNvPr id="34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06201">
            <a:off x="-54476" y="317800"/>
            <a:ext cx="517029" cy="1878539"/>
          </a:xfrm>
          <a:prstGeom prst="rect">
            <a:avLst/>
          </a:prstGeom>
        </p:spPr>
      </p:pic>
      <p:sp>
        <p:nvSpPr>
          <p:cNvPr id="35" name="深度视觉·原创设计 https://www.docer.com/works?userid=22383862"/>
          <p:cNvSpPr txBox="1"/>
          <p:nvPr/>
        </p:nvSpPr>
        <p:spPr>
          <a:xfrm>
            <a:off x="4813531" y="283565"/>
            <a:ext cx="2564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输入你的标题</a:t>
            </a:r>
          </a:p>
        </p:txBody>
      </p:sp>
      <p:sp>
        <p:nvSpPr>
          <p:cNvPr id="2" name="深度视觉·原创设计 https://www.docer.com/works?userid=22383862"/>
          <p:cNvSpPr/>
          <p:nvPr/>
        </p:nvSpPr>
        <p:spPr>
          <a:xfrm>
            <a:off x="795477" y="2647406"/>
            <a:ext cx="2245548" cy="3211125"/>
          </a:xfrm>
          <a:prstGeom prst="roundRect">
            <a:avLst>
              <a:gd name="adj" fmla="val 5238"/>
            </a:avLst>
          </a:prstGeom>
          <a:solidFill>
            <a:schemeClr val="bg1"/>
          </a:solidFill>
          <a:ln w="12700">
            <a:noFill/>
          </a:ln>
          <a:effectLst>
            <a:outerShdw blurRad="8001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" name="深度视觉·原创设计 https://www.docer.com/works?userid=22383862"/>
          <p:cNvSpPr/>
          <p:nvPr/>
        </p:nvSpPr>
        <p:spPr>
          <a:xfrm>
            <a:off x="1587091" y="3034929"/>
            <a:ext cx="662321" cy="662321"/>
          </a:xfrm>
          <a:prstGeom prst="roundRect">
            <a:avLst>
              <a:gd name="adj" fmla="val 5238"/>
            </a:avLst>
          </a:prstGeom>
          <a:solidFill>
            <a:schemeClr val="accent1"/>
          </a:solidFill>
          <a:ln w="12700">
            <a:noFill/>
          </a:ln>
          <a:effectLst>
            <a:outerShdw blurRad="177800" sx="102000" sy="102000" algn="c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深度视觉·原创设计 https://www.docer.com/works?userid=22383862"/>
          <p:cNvSpPr>
            <a:spLocks noEditPoints="1"/>
          </p:cNvSpPr>
          <p:nvPr/>
        </p:nvSpPr>
        <p:spPr bwMode="auto">
          <a:xfrm>
            <a:off x="1734130" y="3184612"/>
            <a:ext cx="368243" cy="362953"/>
          </a:xfrm>
          <a:custGeom>
            <a:avLst/>
            <a:gdLst>
              <a:gd name="T0" fmla="*/ 127 w 147"/>
              <a:gd name="T1" fmla="*/ 38 h 145"/>
              <a:gd name="T2" fmla="*/ 106 w 147"/>
              <a:gd name="T3" fmla="*/ 14 h 145"/>
              <a:gd name="T4" fmla="*/ 59 w 147"/>
              <a:gd name="T5" fmla="*/ 3 h 145"/>
              <a:gd name="T6" fmla="*/ 23 w 147"/>
              <a:gd name="T7" fmla="*/ 38 h 145"/>
              <a:gd name="T8" fmla="*/ 0 w 147"/>
              <a:gd name="T9" fmla="*/ 45 h 145"/>
              <a:gd name="T10" fmla="*/ 6 w 147"/>
              <a:gd name="T11" fmla="*/ 65 h 145"/>
              <a:gd name="T12" fmla="*/ 13 w 147"/>
              <a:gd name="T13" fmla="*/ 138 h 145"/>
              <a:gd name="T14" fmla="*/ 127 w 147"/>
              <a:gd name="T15" fmla="*/ 145 h 145"/>
              <a:gd name="T16" fmla="*/ 133 w 147"/>
              <a:gd name="T17" fmla="*/ 65 h 145"/>
              <a:gd name="T18" fmla="*/ 147 w 147"/>
              <a:gd name="T19" fmla="*/ 58 h 145"/>
              <a:gd name="T20" fmla="*/ 140 w 147"/>
              <a:gd name="T21" fmla="*/ 38 h 145"/>
              <a:gd name="T22" fmla="*/ 116 w 147"/>
              <a:gd name="T23" fmla="*/ 25 h 145"/>
              <a:gd name="T24" fmla="*/ 119 w 147"/>
              <a:gd name="T25" fmla="*/ 38 h 145"/>
              <a:gd name="T26" fmla="*/ 112 w 147"/>
              <a:gd name="T27" fmla="*/ 33 h 145"/>
              <a:gd name="T28" fmla="*/ 103 w 147"/>
              <a:gd name="T29" fmla="*/ 28 h 145"/>
              <a:gd name="T30" fmla="*/ 96 w 147"/>
              <a:gd name="T31" fmla="*/ 25 h 145"/>
              <a:gd name="T32" fmla="*/ 108 w 147"/>
              <a:gd name="T33" fmla="*/ 20 h 145"/>
              <a:gd name="T34" fmla="*/ 62 w 147"/>
              <a:gd name="T35" fmla="*/ 38 h 145"/>
              <a:gd name="T36" fmla="*/ 106 w 147"/>
              <a:gd name="T37" fmla="*/ 38 h 145"/>
              <a:gd name="T38" fmla="*/ 55 w 147"/>
              <a:gd name="T39" fmla="*/ 9 h 145"/>
              <a:gd name="T40" fmla="*/ 54 w 147"/>
              <a:gd name="T41" fmla="*/ 38 h 145"/>
              <a:gd name="T42" fmla="*/ 39 w 147"/>
              <a:gd name="T43" fmla="*/ 38 h 145"/>
              <a:gd name="T44" fmla="*/ 31 w 147"/>
              <a:gd name="T45" fmla="*/ 38 h 145"/>
              <a:gd name="T46" fmla="*/ 127 w 147"/>
              <a:gd name="T47" fmla="*/ 138 h 145"/>
              <a:gd name="T48" fmla="*/ 20 w 147"/>
              <a:gd name="T49" fmla="*/ 65 h 145"/>
              <a:gd name="T50" fmla="*/ 127 w 147"/>
              <a:gd name="T51" fmla="*/ 138 h 145"/>
              <a:gd name="T52" fmla="*/ 6 w 147"/>
              <a:gd name="T53" fmla="*/ 58 h 145"/>
              <a:gd name="T54" fmla="*/ 140 w 147"/>
              <a:gd name="T55" fmla="*/ 45 h 145"/>
              <a:gd name="T56" fmla="*/ 58 w 147"/>
              <a:gd name="T57" fmla="*/ 18 h 145"/>
              <a:gd name="T58" fmla="*/ 49 w 147"/>
              <a:gd name="T59" fmla="*/ 21 h 145"/>
              <a:gd name="T60" fmla="*/ 58 w 147"/>
              <a:gd name="T61" fmla="*/ 18 h 145"/>
              <a:gd name="T62" fmla="*/ 45 w 147"/>
              <a:gd name="T63" fmla="*/ 26 h 145"/>
              <a:gd name="T64" fmla="*/ 48 w 147"/>
              <a:gd name="T65" fmla="*/ 35 h 145"/>
              <a:gd name="T66" fmla="*/ 53 w 147"/>
              <a:gd name="T67" fmla="*/ 98 h 145"/>
              <a:gd name="T68" fmla="*/ 100 w 147"/>
              <a:gd name="T69" fmla="*/ 92 h 145"/>
              <a:gd name="T70" fmla="*/ 93 w 147"/>
              <a:gd name="T71" fmla="*/ 78 h 145"/>
              <a:gd name="T72" fmla="*/ 47 w 147"/>
              <a:gd name="T73" fmla="*/ 85 h 145"/>
              <a:gd name="T74" fmla="*/ 53 w 147"/>
              <a:gd name="T75" fmla="*/ 98 h 145"/>
              <a:gd name="T76" fmla="*/ 93 w 147"/>
              <a:gd name="T77" fmla="*/ 85 h 145"/>
              <a:gd name="T78" fmla="*/ 53 w 147"/>
              <a:gd name="T79" fmla="*/ 92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47" h="145">
                <a:moveTo>
                  <a:pt x="140" y="38"/>
                </a:moveTo>
                <a:cubicBezTo>
                  <a:pt x="127" y="38"/>
                  <a:pt x="127" y="38"/>
                  <a:pt x="127" y="38"/>
                </a:cubicBezTo>
                <a:cubicBezTo>
                  <a:pt x="123" y="23"/>
                  <a:pt x="123" y="23"/>
                  <a:pt x="123" y="23"/>
                </a:cubicBezTo>
                <a:cubicBezTo>
                  <a:pt x="121" y="16"/>
                  <a:pt x="114" y="12"/>
                  <a:pt x="106" y="14"/>
                </a:cubicBezTo>
                <a:cubicBezTo>
                  <a:pt x="86" y="19"/>
                  <a:pt x="86" y="19"/>
                  <a:pt x="86" y="19"/>
                </a:cubicBezTo>
                <a:cubicBezTo>
                  <a:pt x="59" y="3"/>
                  <a:pt x="59" y="3"/>
                  <a:pt x="59" y="3"/>
                </a:cubicBezTo>
                <a:cubicBezTo>
                  <a:pt x="52" y="0"/>
                  <a:pt x="44" y="2"/>
                  <a:pt x="40" y="8"/>
                </a:cubicBezTo>
                <a:cubicBezTo>
                  <a:pt x="23" y="38"/>
                  <a:pt x="23" y="38"/>
                  <a:pt x="23" y="38"/>
                </a:cubicBezTo>
                <a:cubicBezTo>
                  <a:pt x="6" y="38"/>
                  <a:pt x="6" y="38"/>
                  <a:pt x="6" y="38"/>
                </a:cubicBezTo>
                <a:cubicBezTo>
                  <a:pt x="3" y="38"/>
                  <a:pt x="0" y="41"/>
                  <a:pt x="0" y="45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2"/>
                  <a:pt x="3" y="65"/>
                  <a:pt x="6" y="65"/>
                </a:cubicBezTo>
                <a:cubicBezTo>
                  <a:pt x="13" y="65"/>
                  <a:pt x="13" y="65"/>
                  <a:pt x="13" y="65"/>
                </a:cubicBezTo>
                <a:cubicBezTo>
                  <a:pt x="13" y="138"/>
                  <a:pt x="13" y="138"/>
                  <a:pt x="13" y="138"/>
                </a:cubicBezTo>
                <a:cubicBezTo>
                  <a:pt x="13" y="142"/>
                  <a:pt x="16" y="145"/>
                  <a:pt x="20" y="145"/>
                </a:cubicBezTo>
                <a:cubicBezTo>
                  <a:pt x="127" y="145"/>
                  <a:pt x="127" y="145"/>
                  <a:pt x="127" y="145"/>
                </a:cubicBezTo>
                <a:cubicBezTo>
                  <a:pt x="130" y="145"/>
                  <a:pt x="133" y="142"/>
                  <a:pt x="133" y="138"/>
                </a:cubicBezTo>
                <a:cubicBezTo>
                  <a:pt x="133" y="65"/>
                  <a:pt x="133" y="65"/>
                  <a:pt x="133" y="65"/>
                </a:cubicBezTo>
                <a:cubicBezTo>
                  <a:pt x="140" y="65"/>
                  <a:pt x="140" y="65"/>
                  <a:pt x="140" y="65"/>
                </a:cubicBezTo>
                <a:cubicBezTo>
                  <a:pt x="144" y="65"/>
                  <a:pt x="147" y="62"/>
                  <a:pt x="147" y="58"/>
                </a:cubicBezTo>
                <a:cubicBezTo>
                  <a:pt x="147" y="45"/>
                  <a:pt x="147" y="45"/>
                  <a:pt x="147" y="45"/>
                </a:cubicBezTo>
                <a:cubicBezTo>
                  <a:pt x="147" y="41"/>
                  <a:pt x="144" y="38"/>
                  <a:pt x="140" y="38"/>
                </a:cubicBezTo>
                <a:close/>
                <a:moveTo>
                  <a:pt x="108" y="20"/>
                </a:moveTo>
                <a:cubicBezTo>
                  <a:pt x="112" y="19"/>
                  <a:pt x="115" y="21"/>
                  <a:pt x="116" y="25"/>
                </a:cubicBezTo>
                <a:cubicBezTo>
                  <a:pt x="120" y="38"/>
                  <a:pt x="120" y="38"/>
                  <a:pt x="120" y="38"/>
                </a:cubicBezTo>
                <a:cubicBezTo>
                  <a:pt x="119" y="38"/>
                  <a:pt x="119" y="38"/>
                  <a:pt x="119" y="38"/>
                </a:cubicBezTo>
                <a:cubicBezTo>
                  <a:pt x="111" y="33"/>
                  <a:pt x="111" y="33"/>
                  <a:pt x="111" y="33"/>
                </a:cubicBezTo>
                <a:cubicBezTo>
                  <a:pt x="112" y="33"/>
                  <a:pt x="112" y="33"/>
                  <a:pt x="112" y="33"/>
                </a:cubicBezTo>
                <a:cubicBezTo>
                  <a:pt x="110" y="26"/>
                  <a:pt x="110" y="26"/>
                  <a:pt x="110" y="26"/>
                </a:cubicBezTo>
                <a:cubicBezTo>
                  <a:pt x="103" y="28"/>
                  <a:pt x="103" y="28"/>
                  <a:pt x="103" y="28"/>
                </a:cubicBezTo>
                <a:cubicBezTo>
                  <a:pt x="104" y="29"/>
                  <a:pt x="104" y="29"/>
                  <a:pt x="104" y="29"/>
                </a:cubicBezTo>
                <a:cubicBezTo>
                  <a:pt x="96" y="25"/>
                  <a:pt x="96" y="25"/>
                  <a:pt x="96" y="25"/>
                </a:cubicBezTo>
                <a:cubicBezTo>
                  <a:pt x="95" y="23"/>
                  <a:pt x="95" y="23"/>
                  <a:pt x="95" y="23"/>
                </a:cubicBezTo>
                <a:lnTo>
                  <a:pt x="108" y="20"/>
                </a:lnTo>
                <a:close/>
                <a:moveTo>
                  <a:pt x="106" y="38"/>
                </a:moveTo>
                <a:cubicBezTo>
                  <a:pt x="62" y="38"/>
                  <a:pt x="62" y="38"/>
                  <a:pt x="62" y="38"/>
                </a:cubicBezTo>
                <a:cubicBezTo>
                  <a:pt x="73" y="19"/>
                  <a:pt x="73" y="19"/>
                  <a:pt x="73" y="19"/>
                </a:cubicBezTo>
                <a:lnTo>
                  <a:pt x="106" y="38"/>
                </a:lnTo>
                <a:close/>
                <a:moveTo>
                  <a:pt x="46" y="11"/>
                </a:moveTo>
                <a:cubicBezTo>
                  <a:pt x="48" y="8"/>
                  <a:pt x="52" y="7"/>
                  <a:pt x="55" y="9"/>
                </a:cubicBezTo>
                <a:cubicBezTo>
                  <a:pt x="67" y="16"/>
                  <a:pt x="67" y="16"/>
                  <a:pt x="67" y="16"/>
                </a:cubicBezTo>
                <a:cubicBezTo>
                  <a:pt x="54" y="38"/>
                  <a:pt x="54" y="38"/>
                  <a:pt x="54" y="38"/>
                </a:cubicBezTo>
                <a:cubicBezTo>
                  <a:pt x="39" y="38"/>
                  <a:pt x="39" y="38"/>
                  <a:pt x="39" y="38"/>
                </a:cubicBezTo>
                <a:cubicBezTo>
                  <a:pt x="39" y="38"/>
                  <a:pt x="39" y="38"/>
                  <a:pt x="39" y="38"/>
                </a:cubicBezTo>
                <a:cubicBezTo>
                  <a:pt x="38" y="38"/>
                  <a:pt x="38" y="38"/>
                  <a:pt x="38" y="38"/>
                </a:cubicBezTo>
                <a:cubicBezTo>
                  <a:pt x="31" y="38"/>
                  <a:pt x="31" y="38"/>
                  <a:pt x="31" y="38"/>
                </a:cubicBezTo>
                <a:lnTo>
                  <a:pt x="46" y="11"/>
                </a:lnTo>
                <a:close/>
                <a:moveTo>
                  <a:pt x="127" y="138"/>
                </a:moveTo>
                <a:cubicBezTo>
                  <a:pt x="20" y="138"/>
                  <a:pt x="20" y="138"/>
                  <a:pt x="20" y="138"/>
                </a:cubicBezTo>
                <a:cubicBezTo>
                  <a:pt x="20" y="65"/>
                  <a:pt x="20" y="65"/>
                  <a:pt x="20" y="65"/>
                </a:cubicBezTo>
                <a:cubicBezTo>
                  <a:pt x="127" y="65"/>
                  <a:pt x="127" y="65"/>
                  <a:pt x="127" y="65"/>
                </a:cubicBezTo>
                <a:lnTo>
                  <a:pt x="127" y="138"/>
                </a:lnTo>
                <a:close/>
                <a:moveTo>
                  <a:pt x="140" y="58"/>
                </a:moveTo>
                <a:cubicBezTo>
                  <a:pt x="6" y="58"/>
                  <a:pt x="6" y="58"/>
                  <a:pt x="6" y="58"/>
                </a:cubicBezTo>
                <a:cubicBezTo>
                  <a:pt x="6" y="45"/>
                  <a:pt x="6" y="45"/>
                  <a:pt x="6" y="45"/>
                </a:cubicBezTo>
                <a:cubicBezTo>
                  <a:pt x="140" y="45"/>
                  <a:pt x="140" y="45"/>
                  <a:pt x="140" y="45"/>
                </a:cubicBezTo>
                <a:lnTo>
                  <a:pt x="140" y="58"/>
                </a:lnTo>
                <a:close/>
                <a:moveTo>
                  <a:pt x="58" y="18"/>
                </a:moveTo>
                <a:cubicBezTo>
                  <a:pt x="52" y="15"/>
                  <a:pt x="52" y="15"/>
                  <a:pt x="52" y="15"/>
                </a:cubicBezTo>
                <a:cubicBezTo>
                  <a:pt x="49" y="21"/>
                  <a:pt x="49" y="21"/>
                  <a:pt x="49" y="21"/>
                </a:cubicBezTo>
                <a:cubicBezTo>
                  <a:pt x="54" y="24"/>
                  <a:pt x="54" y="24"/>
                  <a:pt x="54" y="24"/>
                </a:cubicBezTo>
                <a:lnTo>
                  <a:pt x="58" y="18"/>
                </a:lnTo>
                <a:close/>
                <a:moveTo>
                  <a:pt x="51" y="30"/>
                </a:moveTo>
                <a:cubicBezTo>
                  <a:pt x="45" y="26"/>
                  <a:pt x="45" y="26"/>
                  <a:pt x="45" y="26"/>
                </a:cubicBezTo>
                <a:cubicBezTo>
                  <a:pt x="42" y="32"/>
                  <a:pt x="42" y="32"/>
                  <a:pt x="42" y="32"/>
                </a:cubicBezTo>
                <a:cubicBezTo>
                  <a:pt x="48" y="35"/>
                  <a:pt x="48" y="35"/>
                  <a:pt x="48" y="35"/>
                </a:cubicBezTo>
                <a:lnTo>
                  <a:pt x="51" y="30"/>
                </a:lnTo>
                <a:close/>
                <a:moveTo>
                  <a:pt x="53" y="98"/>
                </a:moveTo>
                <a:cubicBezTo>
                  <a:pt x="93" y="98"/>
                  <a:pt x="93" y="98"/>
                  <a:pt x="93" y="98"/>
                </a:cubicBezTo>
                <a:cubicBezTo>
                  <a:pt x="97" y="98"/>
                  <a:pt x="100" y="95"/>
                  <a:pt x="100" y="92"/>
                </a:cubicBezTo>
                <a:cubicBezTo>
                  <a:pt x="100" y="85"/>
                  <a:pt x="100" y="85"/>
                  <a:pt x="100" y="85"/>
                </a:cubicBezTo>
                <a:cubicBezTo>
                  <a:pt x="100" y="81"/>
                  <a:pt x="97" y="78"/>
                  <a:pt x="93" y="78"/>
                </a:cubicBezTo>
                <a:cubicBezTo>
                  <a:pt x="53" y="78"/>
                  <a:pt x="53" y="78"/>
                  <a:pt x="53" y="78"/>
                </a:cubicBezTo>
                <a:cubicBezTo>
                  <a:pt x="50" y="78"/>
                  <a:pt x="47" y="81"/>
                  <a:pt x="47" y="85"/>
                </a:cubicBezTo>
                <a:cubicBezTo>
                  <a:pt x="47" y="92"/>
                  <a:pt x="47" y="92"/>
                  <a:pt x="47" y="92"/>
                </a:cubicBezTo>
                <a:cubicBezTo>
                  <a:pt x="47" y="95"/>
                  <a:pt x="50" y="98"/>
                  <a:pt x="53" y="98"/>
                </a:cubicBezTo>
                <a:close/>
                <a:moveTo>
                  <a:pt x="53" y="85"/>
                </a:moveTo>
                <a:cubicBezTo>
                  <a:pt x="93" y="85"/>
                  <a:pt x="93" y="85"/>
                  <a:pt x="93" y="85"/>
                </a:cubicBezTo>
                <a:cubicBezTo>
                  <a:pt x="93" y="92"/>
                  <a:pt x="93" y="92"/>
                  <a:pt x="93" y="92"/>
                </a:cubicBezTo>
                <a:cubicBezTo>
                  <a:pt x="53" y="92"/>
                  <a:pt x="53" y="92"/>
                  <a:pt x="53" y="92"/>
                </a:cubicBezTo>
                <a:lnTo>
                  <a:pt x="53" y="8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en-US" sz="1200" dirty="0"/>
          </a:p>
        </p:txBody>
      </p:sp>
      <p:sp>
        <p:nvSpPr>
          <p:cNvPr id="6" name="深度视觉·原创设计 https://www.docer.com/works?userid=22383862"/>
          <p:cNvSpPr/>
          <p:nvPr/>
        </p:nvSpPr>
        <p:spPr>
          <a:xfrm>
            <a:off x="3599810" y="2647405"/>
            <a:ext cx="2245548" cy="3211125"/>
          </a:xfrm>
          <a:prstGeom prst="roundRect">
            <a:avLst>
              <a:gd name="adj" fmla="val 5238"/>
            </a:avLst>
          </a:prstGeom>
          <a:solidFill>
            <a:schemeClr val="bg1"/>
          </a:solidFill>
          <a:ln w="12700">
            <a:noFill/>
          </a:ln>
          <a:effectLst>
            <a:outerShdw blurRad="8001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深度视觉·原创设计 https://www.docer.com/works?userid=22383862"/>
          <p:cNvSpPr/>
          <p:nvPr/>
        </p:nvSpPr>
        <p:spPr>
          <a:xfrm>
            <a:off x="4391424" y="3034928"/>
            <a:ext cx="662321" cy="662321"/>
          </a:xfrm>
          <a:prstGeom prst="roundRect">
            <a:avLst>
              <a:gd name="adj" fmla="val 5238"/>
            </a:avLst>
          </a:prstGeom>
          <a:solidFill>
            <a:schemeClr val="accent2"/>
          </a:solidFill>
          <a:ln w="12700">
            <a:noFill/>
          </a:ln>
          <a:effectLst>
            <a:outerShdw blurRad="177800" sx="102000" sy="102000" algn="c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" name="深度视觉·原创设计 https://www.docer.com/works?userid=22383862"/>
          <p:cNvSpPr>
            <a:spLocks noEditPoints="1"/>
          </p:cNvSpPr>
          <p:nvPr/>
        </p:nvSpPr>
        <p:spPr bwMode="auto">
          <a:xfrm>
            <a:off x="4538463" y="3184611"/>
            <a:ext cx="368243" cy="362953"/>
          </a:xfrm>
          <a:custGeom>
            <a:avLst/>
            <a:gdLst>
              <a:gd name="T0" fmla="*/ 127 w 147"/>
              <a:gd name="T1" fmla="*/ 38 h 145"/>
              <a:gd name="T2" fmla="*/ 106 w 147"/>
              <a:gd name="T3" fmla="*/ 14 h 145"/>
              <a:gd name="T4" fmla="*/ 59 w 147"/>
              <a:gd name="T5" fmla="*/ 3 h 145"/>
              <a:gd name="T6" fmla="*/ 23 w 147"/>
              <a:gd name="T7" fmla="*/ 38 h 145"/>
              <a:gd name="T8" fmla="*/ 0 w 147"/>
              <a:gd name="T9" fmla="*/ 45 h 145"/>
              <a:gd name="T10" fmla="*/ 6 w 147"/>
              <a:gd name="T11" fmla="*/ 65 h 145"/>
              <a:gd name="T12" fmla="*/ 13 w 147"/>
              <a:gd name="T13" fmla="*/ 138 h 145"/>
              <a:gd name="T14" fmla="*/ 127 w 147"/>
              <a:gd name="T15" fmla="*/ 145 h 145"/>
              <a:gd name="T16" fmla="*/ 133 w 147"/>
              <a:gd name="T17" fmla="*/ 65 h 145"/>
              <a:gd name="T18" fmla="*/ 147 w 147"/>
              <a:gd name="T19" fmla="*/ 58 h 145"/>
              <a:gd name="T20" fmla="*/ 140 w 147"/>
              <a:gd name="T21" fmla="*/ 38 h 145"/>
              <a:gd name="T22" fmla="*/ 116 w 147"/>
              <a:gd name="T23" fmla="*/ 25 h 145"/>
              <a:gd name="T24" fmla="*/ 119 w 147"/>
              <a:gd name="T25" fmla="*/ 38 h 145"/>
              <a:gd name="T26" fmla="*/ 112 w 147"/>
              <a:gd name="T27" fmla="*/ 33 h 145"/>
              <a:gd name="T28" fmla="*/ 103 w 147"/>
              <a:gd name="T29" fmla="*/ 28 h 145"/>
              <a:gd name="T30" fmla="*/ 96 w 147"/>
              <a:gd name="T31" fmla="*/ 25 h 145"/>
              <a:gd name="T32" fmla="*/ 108 w 147"/>
              <a:gd name="T33" fmla="*/ 20 h 145"/>
              <a:gd name="T34" fmla="*/ 62 w 147"/>
              <a:gd name="T35" fmla="*/ 38 h 145"/>
              <a:gd name="T36" fmla="*/ 106 w 147"/>
              <a:gd name="T37" fmla="*/ 38 h 145"/>
              <a:gd name="T38" fmla="*/ 55 w 147"/>
              <a:gd name="T39" fmla="*/ 9 h 145"/>
              <a:gd name="T40" fmla="*/ 54 w 147"/>
              <a:gd name="T41" fmla="*/ 38 h 145"/>
              <a:gd name="T42" fmla="*/ 39 w 147"/>
              <a:gd name="T43" fmla="*/ 38 h 145"/>
              <a:gd name="T44" fmla="*/ 31 w 147"/>
              <a:gd name="T45" fmla="*/ 38 h 145"/>
              <a:gd name="T46" fmla="*/ 127 w 147"/>
              <a:gd name="T47" fmla="*/ 138 h 145"/>
              <a:gd name="T48" fmla="*/ 20 w 147"/>
              <a:gd name="T49" fmla="*/ 65 h 145"/>
              <a:gd name="T50" fmla="*/ 127 w 147"/>
              <a:gd name="T51" fmla="*/ 138 h 145"/>
              <a:gd name="T52" fmla="*/ 6 w 147"/>
              <a:gd name="T53" fmla="*/ 58 h 145"/>
              <a:gd name="T54" fmla="*/ 140 w 147"/>
              <a:gd name="T55" fmla="*/ 45 h 145"/>
              <a:gd name="T56" fmla="*/ 58 w 147"/>
              <a:gd name="T57" fmla="*/ 18 h 145"/>
              <a:gd name="T58" fmla="*/ 49 w 147"/>
              <a:gd name="T59" fmla="*/ 21 h 145"/>
              <a:gd name="T60" fmla="*/ 58 w 147"/>
              <a:gd name="T61" fmla="*/ 18 h 145"/>
              <a:gd name="T62" fmla="*/ 45 w 147"/>
              <a:gd name="T63" fmla="*/ 26 h 145"/>
              <a:gd name="T64" fmla="*/ 48 w 147"/>
              <a:gd name="T65" fmla="*/ 35 h 145"/>
              <a:gd name="T66" fmla="*/ 53 w 147"/>
              <a:gd name="T67" fmla="*/ 98 h 145"/>
              <a:gd name="T68" fmla="*/ 100 w 147"/>
              <a:gd name="T69" fmla="*/ 92 h 145"/>
              <a:gd name="T70" fmla="*/ 93 w 147"/>
              <a:gd name="T71" fmla="*/ 78 h 145"/>
              <a:gd name="T72" fmla="*/ 47 w 147"/>
              <a:gd name="T73" fmla="*/ 85 h 145"/>
              <a:gd name="T74" fmla="*/ 53 w 147"/>
              <a:gd name="T75" fmla="*/ 98 h 145"/>
              <a:gd name="T76" fmla="*/ 93 w 147"/>
              <a:gd name="T77" fmla="*/ 85 h 145"/>
              <a:gd name="T78" fmla="*/ 53 w 147"/>
              <a:gd name="T79" fmla="*/ 92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47" h="145">
                <a:moveTo>
                  <a:pt x="140" y="38"/>
                </a:moveTo>
                <a:cubicBezTo>
                  <a:pt x="127" y="38"/>
                  <a:pt x="127" y="38"/>
                  <a:pt x="127" y="38"/>
                </a:cubicBezTo>
                <a:cubicBezTo>
                  <a:pt x="123" y="23"/>
                  <a:pt x="123" y="23"/>
                  <a:pt x="123" y="23"/>
                </a:cubicBezTo>
                <a:cubicBezTo>
                  <a:pt x="121" y="16"/>
                  <a:pt x="114" y="12"/>
                  <a:pt x="106" y="14"/>
                </a:cubicBezTo>
                <a:cubicBezTo>
                  <a:pt x="86" y="19"/>
                  <a:pt x="86" y="19"/>
                  <a:pt x="86" y="19"/>
                </a:cubicBezTo>
                <a:cubicBezTo>
                  <a:pt x="59" y="3"/>
                  <a:pt x="59" y="3"/>
                  <a:pt x="59" y="3"/>
                </a:cubicBezTo>
                <a:cubicBezTo>
                  <a:pt x="52" y="0"/>
                  <a:pt x="44" y="2"/>
                  <a:pt x="40" y="8"/>
                </a:cubicBezTo>
                <a:cubicBezTo>
                  <a:pt x="23" y="38"/>
                  <a:pt x="23" y="38"/>
                  <a:pt x="23" y="38"/>
                </a:cubicBezTo>
                <a:cubicBezTo>
                  <a:pt x="6" y="38"/>
                  <a:pt x="6" y="38"/>
                  <a:pt x="6" y="38"/>
                </a:cubicBezTo>
                <a:cubicBezTo>
                  <a:pt x="3" y="38"/>
                  <a:pt x="0" y="41"/>
                  <a:pt x="0" y="45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2"/>
                  <a:pt x="3" y="65"/>
                  <a:pt x="6" y="65"/>
                </a:cubicBezTo>
                <a:cubicBezTo>
                  <a:pt x="13" y="65"/>
                  <a:pt x="13" y="65"/>
                  <a:pt x="13" y="65"/>
                </a:cubicBezTo>
                <a:cubicBezTo>
                  <a:pt x="13" y="138"/>
                  <a:pt x="13" y="138"/>
                  <a:pt x="13" y="138"/>
                </a:cubicBezTo>
                <a:cubicBezTo>
                  <a:pt x="13" y="142"/>
                  <a:pt x="16" y="145"/>
                  <a:pt x="20" y="145"/>
                </a:cubicBezTo>
                <a:cubicBezTo>
                  <a:pt x="127" y="145"/>
                  <a:pt x="127" y="145"/>
                  <a:pt x="127" y="145"/>
                </a:cubicBezTo>
                <a:cubicBezTo>
                  <a:pt x="130" y="145"/>
                  <a:pt x="133" y="142"/>
                  <a:pt x="133" y="138"/>
                </a:cubicBezTo>
                <a:cubicBezTo>
                  <a:pt x="133" y="65"/>
                  <a:pt x="133" y="65"/>
                  <a:pt x="133" y="65"/>
                </a:cubicBezTo>
                <a:cubicBezTo>
                  <a:pt x="140" y="65"/>
                  <a:pt x="140" y="65"/>
                  <a:pt x="140" y="65"/>
                </a:cubicBezTo>
                <a:cubicBezTo>
                  <a:pt x="144" y="65"/>
                  <a:pt x="147" y="62"/>
                  <a:pt x="147" y="58"/>
                </a:cubicBezTo>
                <a:cubicBezTo>
                  <a:pt x="147" y="45"/>
                  <a:pt x="147" y="45"/>
                  <a:pt x="147" y="45"/>
                </a:cubicBezTo>
                <a:cubicBezTo>
                  <a:pt x="147" y="41"/>
                  <a:pt x="144" y="38"/>
                  <a:pt x="140" y="38"/>
                </a:cubicBezTo>
                <a:close/>
                <a:moveTo>
                  <a:pt x="108" y="20"/>
                </a:moveTo>
                <a:cubicBezTo>
                  <a:pt x="112" y="19"/>
                  <a:pt x="115" y="21"/>
                  <a:pt x="116" y="25"/>
                </a:cubicBezTo>
                <a:cubicBezTo>
                  <a:pt x="120" y="38"/>
                  <a:pt x="120" y="38"/>
                  <a:pt x="120" y="38"/>
                </a:cubicBezTo>
                <a:cubicBezTo>
                  <a:pt x="119" y="38"/>
                  <a:pt x="119" y="38"/>
                  <a:pt x="119" y="38"/>
                </a:cubicBezTo>
                <a:cubicBezTo>
                  <a:pt x="111" y="33"/>
                  <a:pt x="111" y="33"/>
                  <a:pt x="111" y="33"/>
                </a:cubicBezTo>
                <a:cubicBezTo>
                  <a:pt x="112" y="33"/>
                  <a:pt x="112" y="33"/>
                  <a:pt x="112" y="33"/>
                </a:cubicBezTo>
                <a:cubicBezTo>
                  <a:pt x="110" y="26"/>
                  <a:pt x="110" y="26"/>
                  <a:pt x="110" y="26"/>
                </a:cubicBezTo>
                <a:cubicBezTo>
                  <a:pt x="103" y="28"/>
                  <a:pt x="103" y="28"/>
                  <a:pt x="103" y="28"/>
                </a:cubicBezTo>
                <a:cubicBezTo>
                  <a:pt x="104" y="29"/>
                  <a:pt x="104" y="29"/>
                  <a:pt x="104" y="29"/>
                </a:cubicBezTo>
                <a:cubicBezTo>
                  <a:pt x="96" y="25"/>
                  <a:pt x="96" y="25"/>
                  <a:pt x="96" y="25"/>
                </a:cubicBezTo>
                <a:cubicBezTo>
                  <a:pt x="95" y="23"/>
                  <a:pt x="95" y="23"/>
                  <a:pt x="95" y="23"/>
                </a:cubicBezTo>
                <a:lnTo>
                  <a:pt x="108" y="20"/>
                </a:lnTo>
                <a:close/>
                <a:moveTo>
                  <a:pt x="106" y="38"/>
                </a:moveTo>
                <a:cubicBezTo>
                  <a:pt x="62" y="38"/>
                  <a:pt x="62" y="38"/>
                  <a:pt x="62" y="38"/>
                </a:cubicBezTo>
                <a:cubicBezTo>
                  <a:pt x="73" y="19"/>
                  <a:pt x="73" y="19"/>
                  <a:pt x="73" y="19"/>
                </a:cubicBezTo>
                <a:lnTo>
                  <a:pt x="106" y="38"/>
                </a:lnTo>
                <a:close/>
                <a:moveTo>
                  <a:pt x="46" y="11"/>
                </a:moveTo>
                <a:cubicBezTo>
                  <a:pt x="48" y="8"/>
                  <a:pt x="52" y="7"/>
                  <a:pt x="55" y="9"/>
                </a:cubicBezTo>
                <a:cubicBezTo>
                  <a:pt x="67" y="16"/>
                  <a:pt x="67" y="16"/>
                  <a:pt x="67" y="16"/>
                </a:cubicBezTo>
                <a:cubicBezTo>
                  <a:pt x="54" y="38"/>
                  <a:pt x="54" y="38"/>
                  <a:pt x="54" y="38"/>
                </a:cubicBezTo>
                <a:cubicBezTo>
                  <a:pt x="39" y="38"/>
                  <a:pt x="39" y="38"/>
                  <a:pt x="39" y="38"/>
                </a:cubicBezTo>
                <a:cubicBezTo>
                  <a:pt x="39" y="38"/>
                  <a:pt x="39" y="38"/>
                  <a:pt x="39" y="38"/>
                </a:cubicBezTo>
                <a:cubicBezTo>
                  <a:pt x="38" y="38"/>
                  <a:pt x="38" y="38"/>
                  <a:pt x="38" y="38"/>
                </a:cubicBezTo>
                <a:cubicBezTo>
                  <a:pt x="31" y="38"/>
                  <a:pt x="31" y="38"/>
                  <a:pt x="31" y="38"/>
                </a:cubicBezTo>
                <a:lnTo>
                  <a:pt x="46" y="11"/>
                </a:lnTo>
                <a:close/>
                <a:moveTo>
                  <a:pt x="127" y="138"/>
                </a:moveTo>
                <a:cubicBezTo>
                  <a:pt x="20" y="138"/>
                  <a:pt x="20" y="138"/>
                  <a:pt x="20" y="138"/>
                </a:cubicBezTo>
                <a:cubicBezTo>
                  <a:pt x="20" y="65"/>
                  <a:pt x="20" y="65"/>
                  <a:pt x="20" y="65"/>
                </a:cubicBezTo>
                <a:cubicBezTo>
                  <a:pt x="127" y="65"/>
                  <a:pt x="127" y="65"/>
                  <a:pt x="127" y="65"/>
                </a:cubicBezTo>
                <a:lnTo>
                  <a:pt x="127" y="138"/>
                </a:lnTo>
                <a:close/>
                <a:moveTo>
                  <a:pt x="140" y="58"/>
                </a:moveTo>
                <a:cubicBezTo>
                  <a:pt x="6" y="58"/>
                  <a:pt x="6" y="58"/>
                  <a:pt x="6" y="58"/>
                </a:cubicBezTo>
                <a:cubicBezTo>
                  <a:pt x="6" y="45"/>
                  <a:pt x="6" y="45"/>
                  <a:pt x="6" y="45"/>
                </a:cubicBezTo>
                <a:cubicBezTo>
                  <a:pt x="140" y="45"/>
                  <a:pt x="140" y="45"/>
                  <a:pt x="140" y="45"/>
                </a:cubicBezTo>
                <a:lnTo>
                  <a:pt x="140" y="58"/>
                </a:lnTo>
                <a:close/>
                <a:moveTo>
                  <a:pt x="58" y="18"/>
                </a:moveTo>
                <a:cubicBezTo>
                  <a:pt x="52" y="15"/>
                  <a:pt x="52" y="15"/>
                  <a:pt x="52" y="15"/>
                </a:cubicBezTo>
                <a:cubicBezTo>
                  <a:pt x="49" y="21"/>
                  <a:pt x="49" y="21"/>
                  <a:pt x="49" y="21"/>
                </a:cubicBezTo>
                <a:cubicBezTo>
                  <a:pt x="54" y="24"/>
                  <a:pt x="54" y="24"/>
                  <a:pt x="54" y="24"/>
                </a:cubicBezTo>
                <a:lnTo>
                  <a:pt x="58" y="18"/>
                </a:lnTo>
                <a:close/>
                <a:moveTo>
                  <a:pt x="51" y="30"/>
                </a:moveTo>
                <a:cubicBezTo>
                  <a:pt x="45" y="26"/>
                  <a:pt x="45" y="26"/>
                  <a:pt x="45" y="26"/>
                </a:cubicBezTo>
                <a:cubicBezTo>
                  <a:pt x="42" y="32"/>
                  <a:pt x="42" y="32"/>
                  <a:pt x="42" y="32"/>
                </a:cubicBezTo>
                <a:cubicBezTo>
                  <a:pt x="48" y="35"/>
                  <a:pt x="48" y="35"/>
                  <a:pt x="48" y="35"/>
                </a:cubicBezTo>
                <a:lnTo>
                  <a:pt x="51" y="30"/>
                </a:lnTo>
                <a:close/>
                <a:moveTo>
                  <a:pt x="53" y="98"/>
                </a:moveTo>
                <a:cubicBezTo>
                  <a:pt x="93" y="98"/>
                  <a:pt x="93" y="98"/>
                  <a:pt x="93" y="98"/>
                </a:cubicBezTo>
                <a:cubicBezTo>
                  <a:pt x="97" y="98"/>
                  <a:pt x="100" y="95"/>
                  <a:pt x="100" y="92"/>
                </a:cubicBezTo>
                <a:cubicBezTo>
                  <a:pt x="100" y="85"/>
                  <a:pt x="100" y="85"/>
                  <a:pt x="100" y="85"/>
                </a:cubicBezTo>
                <a:cubicBezTo>
                  <a:pt x="100" y="81"/>
                  <a:pt x="97" y="78"/>
                  <a:pt x="93" y="78"/>
                </a:cubicBezTo>
                <a:cubicBezTo>
                  <a:pt x="53" y="78"/>
                  <a:pt x="53" y="78"/>
                  <a:pt x="53" y="78"/>
                </a:cubicBezTo>
                <a:cubicBezTo>
                  <a:pt x="50" y="78"/>
                  <a:pt x="47" y="81"/>
                  <a:pt x="47" y="85"/>
                </a:cubicBezTo>
                <a:cubicBezTo>
                  <a:pt x="47" y="92"/>
                  <a:pt x="47" y="92"/>
                  <a:pt x="47" y="92"/>
                </a:cubicBezTo>
                <a:cubicBezTo>
                  <a:pt x="47" y="95"/>
                  <a:pt x="50" y="98"/>
                  <a:pt x="53" y="98"/>
                </a:cubicBezTo>
                <a:close/>
                <a:moveTo>
                  <a:pt x="53" y="85"/>
                </a:moveTo>
                <a:cubicBezTo>
                  <a:pt x="93" y="85"/>
                  <a:pt x="93" y="85"/>
                  <a:pt x="93" y="85"/>
                </a:cubicBezTo>
                <a:cubicBezTo>
                  <a:pt x="93" y="92"/>
                  <a:pt x="93" y="92"/>
                  <a:pt x="93" y="92"/>
                </a:cubicBezTo>
                <a:cubicBezTo>
                  <a:pt x="53" y="92"/>
                  <a:pt x="53" y="92"/>
                  <a:pt x="53" y="92"/>
                </a:cubicBezTo>
                <a:lnTo>
                  <a:pt x="53" y="8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en-US" sz="1200" dirty="0"/>
          </a:p>
        </p:txBody>
      </p:sp>
      <p:sp>
        <p:nvSpPr>
          <p:cNvPr id="10" name="深度视觉·原创设计 https://www.docer.com/works?userid=22383862"/>
          <p:cNvSpPr/>
          <p:nvPr/>
        </p:nvSpPr>
        <p:spPr>
          <a:xfrm>
            <a:off x="6404143" y="2647405"/>
            <a:ext cx="2245548" cy="3211125"/>
          </a:xfrm>
          <a:prstGeom prst="roundRect">
            <a:avLst>
              <a:gd name="adj" fmla="val 5238"/>
            </a:avLst>
          </a:prstGeom>
          <a:solidFill>
            <a:schemeClr val="bg1"/>
          </a:solidFill>
          <a:ln w="12700">
            <a:noFill/>
          </a:ln>
          <a:effectLst>
            <a:outerShdw blurRad="8001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1" name="深度视觉·原创设计 https://www.docer.com/works?userid=22383862"/>
          <p:cNvSpPr/>
          <p:nvPr/>
        </p:nvSpPr>
        <p:spPr>
          <a:xfrm>
            <a:off x="7195757" y="3034928"/>
            <a:ext cx="662321" cy="662321"/>
          </a:xfrm>
          <a:prstGeom prst="roundRect">
            <a:avLst>
              <a:gd name="adj" fmla="val 5238"/>
            </a:avLst>
          </a:prstGeom>
          <a:solidFill>
            <a:schemeClr val="accent1"/>
          </a:solidFill>
          <a:ln w="12700">
            <a:noFill/>
          </a:ln>
          <a:effectLst>
            <a:outerShdw blurRad="177800" sx="102000" sy="102000" algn="c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" name="深度视觉·原创设计 https://www.docer.com/works?userid=22383862"/>
          <p:cNvSpPr>
            <a:spLocks noEditPoints="1"/>
          </p:cNvSpPr>
          <p:nvPr/>
        </p:nvSpPr>
        <p:spPr bwMode="auto">
          <a:xfrm>
            <a:off x="7342796" y="3184611"/>
            <a:ext cx="368243" cy="362953"/>
          </a:xfrm>
          <a:custGeom>
            <a:avLst/>
            <a:gdLst>
              <a:gd name="T0" fmla="*/ 127 w 147"/>
              <a:gd name="T1" fmla="*/ 38 h 145"/>
              <a:gd name="T2" fmla="*/ 106 w 147"/>
              <a:gd name="T3" fmla="*/ 14 h 145"/>
              <a:gd name="T4" fmla="*/ 59 w 147"/>
              <a:gd name="T5" fmla="*/ 3 h 145"/>
              <a:gd name="T6" fmla="*/ 23 w 147"/>
              <a:gd name="T7" fmla="*/ 38 h 145"/>
              <a:gd name="T8" fmla="*/ 0 w 147"/>
              <a:gd name="T9" fmla="*/ 45 h 145"/>
              <a:gd name="T10" fmla="*/ 6 w 147"/>
              <a:gd name="T11" fmla="*/ 65 h 145"/>
              <a:gd name="T12" fmla="*/ 13 w 147"/>
              <a:gd name="T13" fmla="*/ 138 h 145"/>
              <a:gd name="T14" fmla="*/ 127 w 147"/>
              <a:gd name="T15" fmla="*/ 145 h 145"/>
              <a:gd name="T16" fmla="*/ 133 w 147"/>
              <a:gd name="T17" fmla="*/ 65 h 145"/>
              <a:gd name="T18" fmla="*/ 147 w 147"/>
              <a:gd name="T19" fmla="*/ 58 h 145"/>
              <a:gd name="T20" fmla="*/ 140 w 147"/>
              <a:gd name="T21" fmla="*/ 38 h 145"/>
              <a:gd name="T22" fmla="*/ 116 w 147"/>
              <a:gd name="T23" fmla="*/ 25 h 145"/>
              <a:gd name="T24" fmla="*/ 119 w 147"/>
              <a:gd name="T25" fmla="*/ 38 h 145"/>
              <a:gd name="T26" fmla="*/ 112 w 147"/>
              <a:gd name="T27" fmla="*/ 33 h 145"/>
              <a:gd name="T28" fmla="*/ 103 w 147"/>
              <a:gd name="T29" fmla="*/ 28 h 145"/>
              <a:gd name="T30" fmla="*/ 96 w 147"/>
              <a:gd name="T31" fmla="*/ 25 h 145"/>
              <a:gd name="T32" fmla="*/ 108 w 147"/>
              <a:gd name="T33" fmla="*/ 20 h 145"/>
              <a:gd name="T34" fmla="*/ 62 w 147"/>
              <a:gd name="T35" fmla="*/ 38 h 145"/>
              <a:gd name="T36" fmla="*/ 106 w 147"/>
              <a:gd name="T37" fmla="*/ 38 h 145"/>
              <a:gd name="T38" fmla="*/ 55 w 147"/>
              <a:gd name="T39" fmla="*/ 9 h 145"/>
              <a:gd name="T40" fmla="*/ 54 w 147"/>
              <a:gd name="T41" fmla="*/ 38 h 145"/>
              <a:gd name="T42" fmla="*/ 39 w 147"/>
              <a:gd name="T43" fmla="*/ 38 h 145"/>
              <a:gd name="T44" fmla="*/ 31 w 147"/>
              <a:gd name="T45" fmla="*/ 38 h 145"/>
              <a:gd name="T46" fmla="*/ 127 w 147"/>
              <a:gd name="T47" fmla="*/ 138 h 145"/>
              <a:gd name="T48" fmla="*/ 20 w 147"/>
              <a:gd name="T49" fmla="*/ 65 h 145"/>
              <a:gd name="T50" fmla="*/ 127 w 147"/>
              <a:gd name="T51" fmla="*/ 138 h 145"/>
              <a:gd name="T52" fmla="*/ 6 w 147"/>
              <a:gd name="T53" fmla="*/ 58 h 145"/>
              <a:gd name="T54" fmla="*/ 140 w 147"/>
              <a:gd name="T55" fmla="*/ 45 h 145"/>
              <a:gd name="T56" fmla="*/ 58 w 147"/>
              <a:gd name="T57" fmla="*/ 18 h 145"/>
              <a:gd name="T58" fmla="*/ 49 w 147"/>
              <a:gd name="T59" fmla="*/ 21 h 145"/>
              <a:gd name="T60" fmla="*/ 58 w 147"/>
              <a:gd name="T61" fmla="*/ 18 h 145"/>
              <a:gd name="T62" fmla="*/ 45 w 147"/>
              <a:gd name="T63" fmla="*/ 26 h 145"/>
              <a:gd name="T64" fmla="*/ 48 w 147"/>
              <a:gd name="T65" fmla="*/ 35 h 145"/>
              <a:gd name="T66" fmla="*/ 53 w 147"/>
              <a:gd name="T67" fmla="*/ 98 h 145"/>
              <a:gd name="T68" fmla="*/ 100 w 147"/>
              <a:gd name="T69" fmla="*/ 92 h 145"/>
              <a:gd name="T70" fmla="*/ 93 w 147"/>
              <a:gd name="T71" fmla="*/ 78 h 145"/>
              <a:gd name="T72" fmla="*/ 47 w 147"/>
              <a:gd name="T73" fmla="*/ 85 h 145"/>
              <a:gd name="T74" fmla="*/ 53 w 147"/>
              <a:gd name="T75" fmla="*/ 98 h 145"/>
              <a:gd name="T76" fmla="*/ 93 w 147"/>
              <a:gd name="T77" fmla="*/ 85 h 145"/>
              <a:gd name="T78" fmla="*/ 53 w 147"/>
              <a:gd name="T79" fmla="*/ 92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47" h="145">
                <a:moveTo>
                  <a:pt x="140" y="38"/>
                </a:moveTo>
                <a:cubicBezTo>
                  <a:pt x="127" y="38"/>
                  <a:pt x="127" y="38"/>
                  <a:pt x="127" y="38"/>
                </a:cubicBezTo>
                <a:cubicBezTo>
                  <a:pt x="123" y="23"/>
                  <a:pt x="123" y="23"/>
                  <a:pt x="123" y="23"/>
                </a:cubicBezTo>
                <a:cubicBezTo>
                  <a:pt x="121" y="16"/>
                  <a:pt x="114" y="12"/>
                  <a:pt x="106" y="14"/>
                </a:cubicBezTo>
                <a:cubicBezTo>
                  <a:pt x="86" y="19"/>
                  <a:pt x="86" y="19"/>
                  <a:pt x="86" y="19"/>
                </a:cubicBezTo>
                <a:cubicBezTo>
                  <a:pt x="59" y="3"/>
                  <a:pt x="59" y="3"/>
                  <a:pt x="59" y="3"/>
                </a:cubicBezTo>
                <a:cubicBezTo>
                  <a:pt x="52" y="0"/>
                  <a:pt x="44" y="2"/>
                  <a:pt x="40" y="8"/>
                </a:cubicBezTo>
                <a:cubicBezTo>
                  <a:pt x="23" y="38"/>
                  <a:pt x="23" y="38"/>
                  <a:pt x="23" y="38"/>
                </a:cubicBezTo>
                <a:cubicBezTo>
                  <a:pt x="6" y="38"/>
                  <a:pt x="6" y="38"/>
                  <a:pt x="6" y="38"/>
                </a:cubicBezTo>
                <a:cubicBezTo>
                  <a:pt x="3" y="38"/>
                  <a:pt x="0" y="41"/>
                  <a:pt x="0" y="45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2"/>
                  <a:pt x="3" y="65"/>
                  <a:pt x="6" y="65"/>
                </a:cubicBezTo>
                <a:cubicBezTo>
                  <a:pt x="13" y="65"/>
                  <a:pt x="13" y="65"/>
                  <a:pt x="13" y="65"/>
                </a:cubicBezTo>
                <a:cubicBezTo>
                  <a:pt x="13" y="138"/>
                  <a:pt x="13" y="138"/>
                  <a:pt x="13" y="138"/>
                </a:cubicBezTo>
                <a:cubicBezTo>
                  <a:pt x="13" y="142"/>
                  <a:pt x="16" y="145"/>
                  <a:pt x="20" y="145"/>
                </a:cubicBezTo>
                <a:cubicBezTo>
                  <a:pt x="127" y="145"/>
                  <a:pt x="127" y="145"/>
                  <a:pt x="127" y="145"/>
                </a:cubicBezTo>
                <a:cubicBezTo>
                  <a:pt x="130" y="145"/>
                  <a:pt x="133" y="142"/>
                  <a:pt x="133" y="138"/>
                </a:cubicBezTo>
                <a:cubicBezTo>
                  <a:pt x="133" y="65"/>
                  <a:pt x="133" y="65"/>
                  <a:pt x="133" y="65"/>
                </a:cubicBezTo>
                <a:cubicBezTo>
                  <a:pt x="140" y="65"/>
                  <a:pt x="140" y="65"/>
                  <a:pt x="140" y="65"/>
                </a:cubicBezTo>
                <a:cubicBezTo>
                  <a:pt x="144" y="65"/>
                  <a:pt x="147" y="62"/>
                  <a:pt x="147" y="58"/>
                </a:cubicBezTo>
                <a:cubicBezTo>
                  <a:pt x="147" y="45"/>
                  <a:pt x="147" y="45"/>
                  <a:pt x="147" y="45"/>
                </a:cubicBezTo>
                <a:cubicBezTo>
                  <a:pt x="147" y="41"/>
                  <a:pt x="144" y="38"/>
                  <a:pt x="140" y="38"/>
                </a:cubicBezTo>
                <a:close/>
                <a:moveTo>
                  <a:pt x="108" y="20"/>
                </a:moveTo>
                <a:cubicBezTo>
                  <a:pt x="112" y="19"/>
                  <a:pt x="115" y="21"/>
                  <a:pt x="116" y="25"/>
                </a:cubicBezTo>
                <a:cubicBezTo>
                  <a:pt x="120" y="38"/>
                  <a:pt x="120" y="38"/>
                  <a:pt x="120" y="38"/>
                </a:cubicBezTo>
                <a:cubicBezTo>
                  <a:pt x="119" y="38"/>
                  <a:pt x="119" y="38"/>
                  <a:pt x="119" y="38"/>
                </a:cubicBezTo>
                <a:cubicBezTo>
                  <a:pt x="111" y="33"/>
                  <a:pt x="111" y="33"/>
                  <a:pt x="111" y="33"/>
                </a:cubicBezTo>
                <a:cubicBezTo>
                  <a:pt x="112" y="33"/>
                  <a:pt x="112" y="33"/>
                  <a:pt x="112" y="33"/>
                </a:cubicBezTo>
                <a:cubicBezTo>
                  <a:pt x="110" y="26"/>
                  <a:pt x="110" y="26"/>
                  <a:pt x="110" y="26"/>
                </a:cubicBezTo>
                <a:cubicBezTo>
                  <a:pt x="103" y="28"/>
                  <a:pt x="103" y="28"/>
                  <a:pt x="103" y="28"/>
                </a:cubicBezTo>
                <a:cubicBezTo>
                  <a:pt x="104" y="29"/>
                  <a:pt x="104" y="29"/>
                  <a:pt x="104" y="29"/>
                </a:cubicBezTo>
                <a:cubicBezTo>
                  <a:pt x="96" y="25"/>
                  <a:pt x="96" y="25"/>
                  <a:pt x="96" y="25"/>
                </a:cubicBezTo>
                <a:cubicBezTo>
                  <a:pt x="95" y="23"/>
                  <a:pt x="95" y="23"/>
                  <a:pt x="95" y="23"/>
                </a:cubicBezTo>
                <a:lnTo>
                  <a:pt x="108" y="20"/>
                </a:lnTo>
                <a:close/>
                <a:moveTo>
                  <a:pt x="106" y="38"/>
                </a:moveTo>
                <a:cubicBezTo>
                  <a:pt x="62" y="38"/>
                  <a:pt x="62" y="38"/>
                  <a:pt x="62" y="38"/>
                </a:cubicBezTo>
                <a:cubicBezTo>
                  <a:pt x="73" y="19"/>
                  <a:pt x="73" y="19"/>
                  <a:pt x="73" y="19"/>
                </a:cubicBezTo>
                <a:lnTo>
                  <a:pt x="106" y="38"/>
                </a:lnTo>
                <a:close/>
                <a:moveTo>
                  <a:pt x="46" y="11"/>
                </a:moveTo>
                <a:cubicBezTo>
                  <a:pt x="48" y="8"/>
                  <a:pt x="52" y="7"/>
                  <a:pt x="55" y="9"/>
                </a:cubicBezTo>
                <a:cubicBezTo>
                  <a:pt x="67" y="16"/>
                  <a:pt x="67" y="16"/>
                  <a:pt x="67" y="16"/>
                </a:cubicBezTo>
                <a:cubicBezTo>
                  <a:pt x="54" y="38"/>
                  <a:pt x="54" y="38"/>
                  <a:pt x="54" y="38"/>
                </a:cubicBezTo>
                <a:cubicBezTo>
                  <a:pt x="39" y="38"/>
                  <a:pt x="39" y="38"/>
                  <a:pt x="39" y="38"/>
                </a:cubicBezTo>
                <a:cubicBezTo>
                  <a:pt x="39" y="38"/>
                  <a:pt x="39" y="38"/>
                  <a:pt x="39" y="38"/>
                </a:cubicBezTo>
                <a:cubicBezTo>
                  <a:pt x="38" y="38"/>
                  <a:pt x="38" y="38"/>
                  <a:pt x="38" y="38"/>
                </a:cubicBezTo>
                <a:cubicBezTo>
                  <a:pt x="31" y="38"/>
                  <a:pt x="31" y="38"/>
                  <a:pt x="31" y="38"/>
                </a:cubicBezTo>
                <a:lnTo>
                  <a:pt x="46" y="11"/>
                </a:lnTo>
                <a:close/>
                <a:moveTo>
                  <a:pt x="127" y="138"/>
                </a:moveTo>
                <a:cubicBezTo>
                  <a:pt x="20" y="138"/>
                  <a:pt x="20" y="138"/>
                  <a:pt x="20" y="138"/>
                </a:cubicBezTo>
                <a:cubicBezTo>
                  <a:pt x="20" y="65"/>
                  <a:pt x="20" y="65"/>
                  <a:pt x="20" y="65"/>
                </a:cubicBezTo>
                <a:cubicBezTo>
                  <a:pt x="127" y="65"/>
                  <a:pt x="127" y="65"/>
                  <a:pt x="127" y="65"/>
                </a:cubicBezTo>
                <a:lnTo>
                  <a:pt x="127" y="138"/>
                </a:lnTo>
                <a:close/>
                <a:moveTo>
                  <a:pt x="140" y="58"/>
                </a:moveTo>
                <a:cubicBezTo>
                  <a:pt x="6" y="58"/>
                  <a:pt x="6" y="58"/>
                  <a:pt x="6" y="58"/>
                </a:cubicBezTo>
                <a:cubicBezTo>
                  <a:pt x="6" y="45"/>
                  <a:pt x="6" y="45"/>
                  <a:pt x="6" y="45"/>
                </a:cubicBezTo>
                <a:cubicBezTo>
                  <a:pt x="140" y="45"/>
                  <a:pt x="140" y="45"/>
                  <a:pt x="140" y="45"/>
                </a:cubicBezTo>
                <a:lnTo>
                  <a:pt x="140" y="58"/>
                </a:lnTo>
                <a:close/>
                <a:moveTo>
                  <a:pt x="58" y="18"/>
                </a:moveTo>
                <a:cubicBezTo>
                  <a:pt x="52" y="15"/>
                  <a:pt x="52" y="15"/>
                  <a:pt x="52" y="15"/>
                </a:cubicBezTo>
                <a:cubicBezTo>
                  <a:pt x="49" y="21"/>
                  <a:pt x="49" y="21"/>
                  <a:pt x="49" y="21"/>
                </a:cubicBezTo>
                <a:cubicBezTo>
                  <a:pt x="54" y="24"/>
                  <a:pt x="54" y="24"/>
                  <a:pt x="54" y="24"/>
                </a:cubicBezTo>
                <a:lnTo>
                  <a:pt x="58" y="18"/>
                </a:lnTo>
                <a:close/>
                <a:moveTo>
                  <a:pt x="51" y="30"/>
                </a:moveTo>
                <a:cubicBezTo>
                  <a:pt x="45" y="26"/>
                  <a:pt x="45" y="26"/>
                  <a:pt x="45" y="26"/>
                </a:cubicBezTo>
                <a:cubicBezTo>
                  <a:pt x="42" y="32"/>
                  <a:pt x="42" y="32"/>
                  <a:pt x="42" y="32"/>
                </a:cubicBezTo>
                <a:cubicBezTo>
                  <a:pt x="48" y="35"/>
                  <a:pt x="48" y="35"/>
                  <a:pt x="48" y="35"/>
                </a:cubicBezTo>
                <a:lnTo>
                  <a:pt x="51" y="30"/>
                </a:lnTo>
                <a:close/>
                <a:moveTo>
                  <a:pt x="53" y="98"/>
                </a:moveTo>
                <a:cubicBezTo>
                  <a:pt x="93" y="98"/>
                  <a:pt x="93" y="98"/>
                  <a:pt x="93" y="98"/>
                </a:cubicBezTo>
                <a:cubicBezTo>
                  <a:pt x="97" y="98"/>
                  <a:pt x="100" y="95"/>
                  <a:pt x="100" y="92"/>
                </a:cubicBezTo>
                <a:cubicBezTo>
                  <a:pt x="100" y="85"/>
                  <a:pt x="100" y="85"/>
                  <a:pt x="100" y="85"/>
                </a:cubicBezTo>
                <a:cubicBezTo>
                  <a:pt x="100" y="81"/>
                  <a:pt x="97" y="78"/>
                  <a:pt x="93" y="78"/>
                </a:cubicBezTo>
                <a:cubicBezTo>
                  <a:pt x="53" y="78"/>
                  <a:pt x="53" y="78"/>
                  <a:pt x="53" y="78"/>
                </a:cubicBezTo>
                <a:cubicBezTo>
                  <a:pt x="50" y="78"/>
                  <a:pt x="47" y="81"/>
                  <a:pt x="47" y="85"/>
                </a:cubicBezTo>
                <a:cubicBezTo>
                  <a:pt x="47" y="92"/>
                  <a:pt x="47" y="92"/>
                  <a:pt x="47" y="92"/>
                </a:cubicBezTo>
                <a:cubicBezTo>
                  <a:pt x="47" y="95"/>
                  <a:pt x="50" y="98"/>
                  <a:pt x="53" y="98"/>
                </a:cubicBezTo>
                <a:close/>
                <a:moveTo>
                  <a:pt x="53" y="85"/>
                </a:moveTo>
                <a:cubicBezTo>
                  <a:pt x="93" y="85"/>
                  <a:pt x="93" y="85"/>
                  <a:pt x="93" y="85"/>
                </a:cubicBezTo>
                <a:cubicBezTo>
                  <a:pt x="93" y="92"/>
                  <a:pt x="93" y="92"/>
                  <a:pt x="93" y="92"/>
                </a:cubicBezTo>
                <a:cubicBezTo>
                  <a:pt x="53" y="92"/>
                  <a:pt x="53" y="92"/>
                  <a:pt x="53" y="92"/>
                </a:cubicBezTo>
                <a:lnTo>
                  <a:pt x="53" y="8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en-US" sz="1200" dirty="0"/>
          </a:p>
        </p:txBody>
      </p:sp>
      <p:sp>
        <p:nvSpPr>
          <p:cNvPr id="14" name="深度视觉·原创设计 https://www.docer.com/works?userid=22383862"/>
          <p:cNvSpPr/>
          <p:nvPr/>
        </p:nvSpPr>
        <p:spPr>
          <a:xfrm>
            <a:off x="9208476" y="2647404"/>
            <a:ext cx="2245548" cy="3211125"/>
          </a:xfrm>
          <a:prstGeom prst="roundRect">
            <a:avLst>
              <a:gd name="adj" fmla="val 5238"/>
            </a:avLst>
          </a:prstGeom>
          <a:solidFill>
            <a:schemeClr val="bg1"/>
          </a:solidFill>
          <a:ln w="12700">
            <a:noFill/>
          </a:ln>
          <a:effectLst>
            <a:outerShdw blurRad="8001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5" name="深度视觉·原创设计 https://www.docer.com/works?userid=22383862"/>
          <p:cNvSpPr/>
          <p:nvPr/>
        </p:nvSpPr>
        <p:spPr>
          <a:xfrm>
            <a:off x="10000090" y="3034927"/>
            <a:ext cx="662321" cy="662321"/>
          </a:xfrm>
          <a:prstGeom prst="roundRect">
            <a:avLst>
              <a:gd name="adj" fmla="val 5238"/>
            </a:avLst>
          </a:prstGeom>
          <a:solidFill>
            <a:schemeClr val="accent2"/>
          </a:solidFill>
          <a:ln w="12700">
            <a:noFill/>
          </a:ln>
          <a:effectLst>
            <a:outerShdw blurRad="177800" sx="102000" sy="102000" algn="c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7" name="深度视觉·原创设计 https://www.docer.com/works?userid=22383862"/>
          <p:cNvSpPr>
            <a:spLocks noEditPoints="1"/>
          </p:cNvSpPr>
          <p:nvPr/>
        </p:nvSpPr>
        <p:spPr bwMode="auto">
          <a:xfrm>
            <a:off x="10147129" y="3184610"/>
            <a:ext cx="368243" cy="362953"/>
          </a:xfrm>
          <a:custGeom>
            <a:avLst/>
            <a:gdLst>
              <a:gd name="T0" fmla="*/ 127 w 147"/>
              <a:gd name="T1" fmla="*/ 38 h 145"/>
              <a:gd name="T2" fmla="*/ 106 w 147"/>
              <a:gd name="T3" fmla="*/ 14 h 145"/>
              <a:gd name="T4" fmla="*/ 59 w 147"/>
              <a:gd name="T5" fmla="*/ 3 h 145"/>
              <a:gd name="T6" fmla="*/ 23 w 147"/>
              <a:gd name="T7" fmla="*/ 38 h 145"/>
              <a:gd name="T8" fmla="*/ 0 w 147"/>
              <a:gd name="T9" fmla="*/ 45 h 145"/>
              <a:gd name="T10" fmla="*/ 6 w 147"/>
              <a:gd name="T11" fmla="*/ 65 h 145"/>
              <a:gd name="T12" fmla="*/ 13 w 147"/>
              <a:gd name="T13" fmla="*/ 138 h 145"/>
              <a:gd name="T14" fmla="*/ 127 w 147"/>
              <a:gd name="T15" fmla="*/ 145 h 145"/>
              <a:gd name="T16" fmla="*/ 133 w 147"/>
              <a:gd name="T17" fmla="*/ 65 h 145"/>
              <a:gd name="T18" fmla="*/ 147 w 147"/>
              <a:gd name="T19" fmla="*/ 58 h 145"/>
              <a:gd name="T20" fmla="*/ 140 w 147"/>
              <a:gd name="T21" fmla="*/ 38 h 145"/>
              <a:gd name="T22" fmla="*/ 116 w 147"/>
              <a:gd name="T23" fmla="*/ 25 h 145"/>
              <a:gd name="T24" fmla="*/ 119 w 147"/>
              <a:gd name="T25" fmla="*/ 38 h 145"/>
              <a:gd name="T26" fmla="*/ 112 w 147"/>
              <a:gd name="T27" fmla="*/ 33 h 145"/>
              <a:gd name="T28" fmla="*/ 103 w 147"/>
              <a:gd name="T29" fmla="*/ 28 h 145"/>
              <a:gd name="T30" fmla="*/ 96 w 147"/>
              <a:gd name="T31" fmla="*/ 25 h 145"/>
              <a:gd name="T32" fmla="*/ 108 w 147"/>
              <a:gd name="T33" fmla="*/ 20 h 145"/>
              <a:gd name="T34" fmla="*/ 62 w 147"/>
              <a:gd name="T35" fmla="*/ 38 h 145"/>
              <a:gd name="T36" fmla="*/ 106 w 147"/>
              <a:gd name="T37" fmla="*/ 38 h 145"/>
              <a:gd name="T38" fmla="*/ 55 w 147"/>
              <a:gd name="T39" fmla="*/ 9 h 145"/>
              <a:gd name="T40" fmla="*/ 54 w 147"/>
              <a:gd name="T41" fmla="*/ 38 h 145"/>
              <a:gd name="T42" fmla="*/ 39 w 147"/>
              <a:gd name="T43" fmla="*/ 38 h 145"/>
              <a:gd name="T44" fmla="*/ 31 w 147"/>
              <a:gd name="T45" fmla="*/ 38 h 145"/>
              <a:gd name="T46" fmla="*/ 127 w 147"/>
              <a:gd name="T47" fmla="*/ 138 h 145"/>
              <a:gd name="T48" fmla="*/ 20 w 147"/>
              <a:gd name="T49" fmla="*/ 65 h 145"/>
              <a:gd name="T50" fmla="*/ 127 w 147"/>
              <a:gd name="T51" fmla="*/ 138 h 145"/>
              <a:gd name="T52" fmla="*/ 6 w 147"/>
              <a:gd name="T53" fmla="*/ 58 h 145"/>
              <a:gd name="T54" fmla="*/ 140 w 147"/>
              <a:gd name="T55" fmla="*/ 45 h 145"/>
              <a:gd name="T56" fmla="*/ 58 w 147"/>
              <a:gd name="T57" fmla="*/ 18 h 145"/>
              <a:gd name="T58" fmla="*/ 49 w 147"/>
              <a:gd name="T59" fmla="*/ 21 h 145"/>
              <a:gd name="T60" fmla="*/ 58 w 147"/>
              <a:gd name="T61" fmla="*/ 18 h 145"/>
              <a:gd name="T62" fmla="*/ 45 w 147"/>
              <a:gd name="T63" fmla="*/ 26 h 145"/>
              <a:gd name="T64" fmla="*/ 48 w 147"/>
              <a:gd name="T65" fmla="*/ 35 h 145"/>
              <a:gd name="T66" fmla="*/ 53 w 147"/>
              <a:gd name="T67" fmla="*/ 98 h 145"/>
              <a:gd name="T68" fmla="*/ 100 w 147"/>
              <a:gd name="T69" fmla="*/ 92 h 145"/>
              <a:gd name="T70" fmla="*/ 93 w 147"/>
              <a:gd name="T71" fmla="*/ 78 h 145"/>
              <a:gd name="T72" fmla="*/ 47 w 147"/>
              <a:gd name="T73" fmla="*/ 85 h 145"/>
              <a:gd name="T74" fmla="*/ 53 w 147"/>
              <a:gd name="T75" fmla="*/ 98 h 145"/>
              <a:gd name="T76" fmla="*/ 93 w 147"/>
              <a:gd name="T77" fmla="*/ 85 h 145"/>
              <a:gd name="T78" fmla="*/ 53 w 147"/>
              <a:gd name="T79" fmla="*/ 92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47" h="145">
                <a:moveTo>
                  <a:pt x="140" y="38"/>
                </a:moveTo>
                <a:cubicBezTo>
                  <a:pt x="127" y="38"/>
                  <a:pt x="127" y="38"/>
                  <a:pt x="127" y="38"/>
                </a:cubicBezTo>
                <a:cubicBezTo>
                  <a:pt x="123" y="23"/>
                  <a:pt x="123" y="23"/>
                  <a:pt x="123" y="23"/>
                </a:cubicBezTo>
                <a:cubicBezTo>
                  <a:pt x="121" y="16"/>
                  <a:pt x="114" y="12"/>
                  <a:pt x="106" y="14"/>
                </a:cubicBezTo>
                <a:cubicBezTo>
                  <a:pt x="86" y="19"/>
                  <a:pt x="86" y="19"/>
                  <a:pt x="86" y="19"/>
                </a:cubicBezTo>
                <a:cubicBezTo>
                  <a:pt x="59" y="3"/>
                  <a:pt x="59" y="3"/>
                  <a:pt x="59" y="3"/>
                </a:cubicBezTo>
                <a:cubicBezTo>
                  <a:pt x="52" y="0"/>
                  <a:pt x="44" y="2"/>
                  <a:pt x="40" y="8"/>
                </a:cubicBezTo>
                <a:cubicBezTo>
                  <a:pt x="23" y="38"/>
                  <a:pt x="23" y="38"/>
                  <a:pt x="23" y="38"/>
                </a:cubicBezTo>
                <a:cubicBezTo>
                  <a:pt x="6" y="38"/>
                  <a:pt x="6" y="38"/>
                  <a:pt x="6" y="38"/>
                </a:cubicBezTo>
                <a:cubicBezTo>
                  <a:pt x="3" y="38"/>
                  <a:pt x="0" y="41"/>
                  <a:pt x="0" y="45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2"/>
                  <a:pt x="3" y="65"/>
                  <a:pt x="6" y="65"/>
                </a:cubicBezTo>
                <a:cubicBezTo>
                  <a:pt x="13" y="65"/>
                  <a:pt x="13" y="65"/>
                  <a:pt x="13" y="65"/>
                </a:cubicBezTo>
                <a:cubicBezTo>
                  <a:pt x="13" y="138"/>
                  <a:pt x="13" y="138"/>
                  <a:pt x="13" y="138"/>
                </a:cubicBezTo>
                <a:cubicBezTo>
                  <a:pt x="13" y="142"/>
                  <a:pt x="16" y="145"/>
                  <a:pt x="20" y="145"/>
                </a:cubicBezTo>
                <a:cubicBezTo>
                  <a:pt x="127" y="145"/>
                  <a:pt x="127" y="145"/>
                  <a:pt x="127" y="145"/>
                </a:cubicBezTo>
                <a:cubicBezTo>
                  <a:pt x="130" y="145"/>
                  <a:pt x="133" y="142"/>
                  <a:pt x="133" y="138"/>
                </a:cubicBezTo>
                <a:cubicBezTo>
                  <a:pt x="133" y="65"/>
                  <a:pt x="133" y="65"/>
                  <a:pt x="133" y="65"/>
                </a:cubicBezTo>
                <a:cubicBezTo>
                  <a:pt x="140" y="65"/>
                  <a:pt x="140" y="65"/>
                  <a:pt x="140" y="65"/>
                </a:cubicBezTo>
                <a:cubicBezTo>
                  <a:pt x="144" y="65"/>
                  <a:pt x="147" y="62"/>
                  <a:pt x="147" y="58"/>
                </a:cubicBezTo>
                <a:cubicBezTo>
                  <a:pt x="147" y="45"/>
                  <a:pt x="147" y="45"/>
                  <a:pt x="147" y="45"/>
                </a:cubicBezTo>
                <a:cubicBezTo>
                  <a:pt x="147" y="41"/>
                  <a:pt x="144" y="38"/>
                  <a:pt x="140" y="38"/>
                </a:cubicBezTo>
                <a:close/>
                <a:moveTo>
                  <a:pt x="108" y="20"/>
                </a:moveTo>
                <a:cubicBezTo>
                  <a:pt x="112" y="19"/>
                  <a:pt x="115" y="21"/>
                  <a:pt x="116" y="25"/>
                </a:cubicBezTo>
                <a:cubicBezTo>
                  <a:pt x="120" y="38"/>
                  <a:pt x="120" y="38"/>
                  <a:pt x="120" y="38"/>
                </a:cubicBezTo>
                <a:cubicBezTo>
                  <a:pt x="119" y="38"/>
                  <a:pt x="119" y="38"/>
                  <a:pt x="119" y="38"/>
                </a:cubicBezTo>
                <a:cubicBezTo>
                  <a:pt x="111" y="33"/>
                  <a:pt x="111" y="33"/>
                  <a:pt x="111" y="33"/>
                </a:cubicBezTo>
                <a:cubicBezTo>
                  <a:pt x="112" y="33"/>
                  <a:pt x="112" y="33"/>
                  <a:pt x="112" y="33"/>
                </a:cubicBezTo>
                <a:cubicBezTo>
                  <a:pt x="110" y="26"/>
                  <a:pt x="110" y="26"/>
                  <a:pt x="110" y="26"/>
                </a:cubicBezTo>
                <a:cubicBezTo>
                  <a:pt x="103" y="28"/>
                  <a:pt x="103" y="28"/>
                  <a:pt x="103" y="28"/>
                </a:cubicBezTo>
                <a:cubicBezTo>
                  <a:pt x="104" y="29"/>
                  <a:pt x="104" y="29"/>
                  <a:pt x="104" y="29"/>
                </a:cubicBezTo>
                <a:cubicBezTo>
                  <a:pt x="96" y="25"/>
                  <a:pt x="96" y="25"/>
                  <a:pt x="96" y="25"/>
                </a:cubicBezTo>
                <a:cubicBezTo>
                  <a:pt x="95" y="23"/>
                  <a:pt x="95" y="23"/>
                  <a:pt x="95" y="23"/>
                </a:cubicBezTo>
                <a:lnTo>
                  <a:pt x="108" y="20"/>
                </a:lnTo>
                <a:close/>
                <a:moveTo>
                  <a:pt x="106" y="38"/>
                </a:moveTo>
                <a:cubicBezTo>
                  <a:pt x="62" y="38"/>
                  <a:pt x="62" y="38"/>
                  <a:pt x="62" y="38"/>
                </a:cubicBezTo>
                <a:cubicBezTo>
                  <a:pt x="73" y="19"/>
                  <a:pt x="73" y="19"/>
                  <a:pt x="73" y="19"/>
                </a:cubicBezTo>
                <a:lnTo>
                  <a:pt x="106" y="38"/>
                </a:lnTo>
                <a:close/>
                <a:moveTo>
                  <a:pt x="46" y="11"/>
                </a:moveTo>
                <a:cubicBezTo>
                  <a:pt x="48" y="8"/>
                  <a:pt x="52" y="7"/>
                  <a:pt x="55" y="9"/>
                </a:cubicBezTo>
                <a:cubicBezTo>
                  <a:pt x="67" y="16"/>
                  <a:pt x="67" y="16"/>
                  <a:pt x="67" y="16"/>
                </a:cubicBezTo>
                <a:cubicBezTo>
                  <a:pt x="54" y="38"/>
                  <a:pt x="54" y="38"/>
                  <a:pt x="54" y="38"/>
                </a:cubicBezTo>
                <a:cubicBezTo>
                  <a:pt x="39" y="38"/>
                  <a:pt x="39" y="38"/>
                  <a:pt x="39" y="38"/>
                </a:cubicBezTo>
                <a:cubicBezTo>
                  <a:pt x="39" y="38"/>
                  <a:pt x="39" y="38"/>
                  <a:pt x="39" y="38"/>
                </a:cubicBezTo>
                <a:cubicBezTo>
                  <a:pt x="38" y="38"/>
                  <a:pt x="38" y="38"/>
                  <a:pt x="38" y="38"/>
                </a:cubicBezTo>
                <a:cubicBezTo>
                  <a:pt x="31" y="38"/>
                  <a:pt x="31" y="38"/>
                  <a:pt x="31" y="38"/>
                </a:cubicBezTo>
                <a:lnTo>
                  <a:pt x="46" y="11"/>
                </a:lnTo>
                <a:close/>
                <a:moveTo>
                  <a:pt x="127" y="138"/>
                </a:moveTo>
                <a:cubicBezTo>
                  <a:pt x="20" y="138"/>
                  <a:pt x="20" y="138"/>
                  <a:pt x="20" y="138"/>
                </a:cubicBezTo>
                <a:cubicBezTo>
                  <a:pt x="20" y="65"/>
                  <a:pt x="20" y="65"/>
                  <a:pt x="20" y="65"/>
                </a:cubicBezTo>
                <a:cubicBezTo>
                  <a:pt x="127" y="65"/>
                  <a:pt x="127" y="65"/>
                  <a:pt x="127" y="65"/>
                </a:cubicBezTo>
                <a:lnTo>
                  <a:pt x="127" y="138"/>
                </a:lnTo>
                <a:close/>
                <a:moveTo>
                  <a:pt x="140" y="58"/>
                </a:moveTo>
                <a:cubicBezTo>
                  <a:pt x="6" y="58"/>
                  <a:pt x="6" y="58"/>
                  <a:pt x="6" y="58"/>
                </a:cubicBezTo>
                <a:cubicBezTo>
                  <a:pt x="6" y="45"/>
                  <a:pt x="6" y="45"/>
                  <a:pt x="6" y="45"/>
                </a:cubicBezTo>
                <a:cubicBezTo>
                  <a:pt x="140" y="45"/>
                  <a:pt x="140" y="45"/>
                  <a:pt x="140" y="45"/>
                </a:cubicBezTo>
                <a:lnTo>
                  <a:pt x="140" y="58"/>
                </a:lnTo>
                <a:close/>
                <a:moveTo>
                  <a:pt x="58" y="18"/>
                </a:moveTo>
                <a:cubicBezTo>
                  <a:pt x="52" y="15"/>
                  <a:pt x="52" y="15"/>
                  <a:pt x="52" y="15"/>
                </a:cubicBezTo>
                <a:cubicBezTo>
                  <a:pt x="49" y="21"/>
                  <a:pt x="49" y="21"/>
                  <a:pt x="49" y="21"/>
                </a:cubicBezTo>
                <a:cubicBezTo>
                  <a:pt x="54" y="24"/>
                  <a:pt x="54" y="24"/>
                  <a:pt x="54" y="24"/>
                </a:cubicBezTo>
                <a:lnTo>
                  <a:pt x="58" y="18"/>
                </a:lnTo>
                <a:close/>
                <a:moveTo>
                  <a:pt x="51" y="30"/>
                </a:moveTo>
                <a:cubicBezTo>
                  <a:pt x="45" y="26"/>
                  <a:pt x="45" y="26"/>
                  <a:pt x="45" y="26"/>
                </a:cubicBezTo>
                <a:cubicBezTo>
                  <a:pt x="42" y="32"/>
                  <a:pt x="42" y="32"/>
                  <a:pt x="42" y="32"/>
                </a:cubicBezTo>
                <a:cubicBezTo>
                  <a:pt x="48" y="35"/>
                  <a:pt x="48" y="35"/>
                  <a:pt x="48" y="35"/>
                </a:cubicBezTo>
                <a:lnTo>
                  <a:pt x="51" y="30"/>
                </a:lnTo>
                <a:close/>
                <a:moveTo>
                  <a:pt x="53" y="98"/>
                </a:moveTo>
                <a:cubicBezTo>
                  <a:pt x="93" y="98"/>
                  <a:pt x="93" y="98"/>
                  <a:pt x="93" y="98"/>
                </a:cubicBezTo>
                <a:cubicBezTo>
                  <a:pt x="97" y="98"/>
                  <a:pt x="100" y="95"/>
                  <a:pt x="100" y="92"/>
                </a:cubicBezTo>
                <a:cubicBezTo>
                  <a:pt x="100" y="85"/>
                  <a:pt x="100" y="85"/>
                  <a:pt x="100" y="85"/>
                </a:cubicBezTo>
                <a:cubicBezTo>
                  <a:pt x="100" y="81"/>
                  <a:pt x="97" y="78"/>
                  <a:pt x="93" y="78"/>
                </a:cubicBezTo>
                <a:cubicBezTo>
                  <a:pt x="53" y="78"/>
                  <a:pt x="53" y="78"/>
                  <a:pt x="53" y="78"/>
                </a:cubicBezTo>
                <a:cubicBezTo>
                  <a:pt x="50" y="78"/>
                  <a:pt x="47" y="81"/>
                  <a:pt x="47" y="85"/>
                </a:cubicBezTo>
                <a:cubicBezTo>
                  <a:pt x="47" y="92"/>
                  <a:pt x="47" y="92"/>
                  <a:pt x="47" y="92"/>
                </a:cubicBezTo>
                <a:cubicBezTo>
                  <a:pt x="47" y="95"/>
                  <a:pt x="50" y="98"/>
                  <a:pt x="53" y="98"/>
                </a:cubicBezTo>
                <a:close/>
                <a:moveTo>
                  <a:pt x="53" y="85"/>
                </a:moveTo>
                <a:cubicBezTo>
                  <a:pt x="93" y="85"/>
                  <a:pt x="93" y="85"/>
                  <a:pt x="93" y="85"/>
                </a:cubicBezTo>
                <a:cubicBezTo>
                  <a:pt x="93" y="92"/>
                  <a:pt x="93" y="92"/>
                  <a:pt x="93" y="92"/>
                </a:cubicBezTo>
                <a:cubicBezTo>
                  <a:pt x="53" y="92"/>
                  <a:pt x="53" y="92"/>
                  <a:pt x="53" y="92"/>
                </a:cubicBezTo>
                <a:lnTo>
                  <a:pt x="53" y="8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en-US" sz="1200" dirty="0"/>
          </a:p>
        </p:txBody>
      </p:sp>
      <p:sp>
        <p:nvSpPr>
          <p:cNvPr id="19" name="深度视觉·原创设计 https://www.docer.com/works?userid=22383862"/>
          <p:cNvSpPr txBox="1"/>
          <p:nvPr/>
        </p:nvSpPr>
        <p:spPr>
          <a:xfrm>
            <a:off x="4243423" y="139062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添加页面标题内容</a:t>
            </a:r>
          </a:p>
        </p:txBody>
      </p:sp>
      <p:sp>
        <p:nvSpPr>
          <p:cNvPr id="20" name="深度视觉·原创设计 https://www.docer.com/works?userid=22383862"/>
          <p:cNvSpPr txBox="1"/>
          <p:nvPr/>
        </p:nvSpPr>
        <p:spPr>
          <a:xfrm>
            <a:off x="4431626" y="956357"/>
            <a:ext cx="3183654" cy="43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Lato"/>
                <a:sym typeface="Lato"/>
              </a:rPr>
              <a:t>YOUR TITLE HERE</a:t>
            </a:r>
            <a:endParaRPr sz="2400" b="0" i="0" u="none" strike="noStrike" cap="none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cs typeface="Lato"/>
              <a:sym typeface="Lato"/>
            </a:endParaRPr>
          </a:p>
        </p:txBody>
      </p:sp>
      <p:sp>
        <p:nvSpPr>
          <p:cNvPr id="21" name="深度视觉·原创设计 https://www.docer.com/works?userid=22383862"/>
          <p:cNvSpPr/>
          <p:nvPr/>
        </p:nvSpPr>
        <p:spPr>
          <a:xfrm>
            <a:off x="1309974" y="4397766"/>
            <a:ext cx="1361508" cy="109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请在此处添加具体内容，文字尽量言简意赅，简单说明即可。</a:t>
            </a:r>
          </a:p>
        </p:txBody>
      </p:sp>
      <p:sp>
        <p:nvSpPr>
          <p:cNvPr id="22" name="深度视觉·原创设计 https://www.docer.com/works?userid=22383862"/>
          <p:cNvSpPr/>
          <p:nvPr/>
        </p:nvSpPr>
        <p:spPr>
          <a:xfrm>
            <a:off x="1444454" y="4060581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23" name="深度视觉·原创设计 https://www.docer.com/works?userid=22383862"/>
          <p:cNvSpPr/>
          <p:nvPr/>
        </p:nvSpPr>
        <p:spPr>
          <a:xfrm>
            <a:off x="4014207" y="4397766"/>
            <a:ext cx="1361508" cy="109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请在此处添加具体内容，文字尽量言简意赅，简单说明即可。</a:t>
            </a:r>
          </a:p>
        </p:txBody>
      </p:sp>
      <p:sp>
        <p:nvSpPr>
          <p:cNvPr id="24" name="深度视觉·原创设计 https://www.docer.com/works?userid=22383862"/>
          <p:cNvSpPr/>
          <p:nvPr/>
        </p:nvSpPr>
        <p:spPr>
          <a:xfrm>
            <a:off x="4148687" y="4060581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25" name="深度视觉·原创设计 https://www.docer.com/works?userid=22383862"/>
          <p:cNvSpPr/>
          <p:nvPr/>
        </p:nvSpPr>
        <p:spPr>
          <a:xfrm>
            <a:off x="6825884" y="4397766"/>
            <a:ext cx="1361508" cy="109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请在此处添加具体内容，文字尽量言简意赅，简单说明即可。</a:t>
            </a:r>
          </a:p>
        </p:txBody>
      </p:sp>
      <p:sp>
        <p:nvSpPr>
          <p:cNvPr id="26" name="深度视觉·原创设计 https://www.docer.com/works?userid=22383862"/>
          <p:cNvSpPr/>
          <p:nvPr/>
        </p:nvSpPr>
        <p:spPr>
          <a:xfrm>
            <a:off x="6960364" y="4060581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27" name="深度视觉·原创设计 https://www.docer.com/works?userid=22383862"/>
          <p:cNvSpPr/>
          <p:nvPr/>
        </p:nvSpPr>
        <p:spPr>
          <a:xfrm>
            <a:off x="9676661" y="4397766"/>
            <a:ext cx="1361508" cy="109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请在此处添加具体内容，文字尽量言简意赅，简单说明即可。</a:t>
            </a:r>
          </a:p>
        </p:txBody>
      </p:sp>
      <p:sp>
        <p:nvSpPr>
          <p:cNvPr id="28" name="深度视觉·原创设计 https://www.docer.com/works?userid=22383862"/>
          <p:cNvSpPr/>
          <p:nvPr/>
        </p:nvSpPr>
        <p:spPr>
          <a:xfrm>
            <a:off x="9811141" y="4060581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39490">
            <a:off x="10302854" y="5515031"/>
            <a:ext cx="2746978" cy="2685934"/>
          </a:xfrm>
          <a:prstGeom prst="rect">
            <a:avLst/>
          </a:prstGeom>
        </p:spPr>
      </p:pic>
      <p:pic>
        <p:nvPicPr>
          <p:cNvPr id="34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4039" y="5303588"/>
            <a:ext cx="2740006" cy="2435561"/>
          </a:xfrm>
          <a:prstGeom prst="rect">
            <a:avLst/>
          </a:prstGeom>
        </p:spPr>
      </p:pic>
      <p:pic>
        <p:nvPicPr>
          <p:cNvPr id="35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494" y="-246003"/>
            <a:ext cx="2178882" cy="1739853"/>
          </a:xfrm>
          <a:prstGeom prst="rect">
            <a:avLst/>
          </a:prstGeom>
        </p:spPr>
      </p:pic>
      <p:pic>
        <p:nvPicPr>
          <p:cNvPr id="36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476" y="-242592"/>
            <a:ext cx="517029" cy="2726153"/>
          </a:xfrm>
          <a:prstGeom prst="rect">
            <a:avLst/>
          </a:prstGeom>
        </p:spPr>
      </p:pic>
      <p:pic>
        <p:nvPicPr>
          <p:cNvPr id="37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7576">
            <a:off x="11086081" y="5810070"/>
            <a:ext cx="282748" cy="444318"/>
          </a:xfrm>
          <a:prstGeom prst="rect">
            <a:avLst/>
          </a:prstGeom>
        </p:spPr>
      </p:pic>
      <p:pic>
        <p:nvPicPr>
          <p:cNvPr id="38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06201">
            <a:off x="-54476" y="317800"/>
            <a:ext cx="517029" cy="1878539"/>
          </a:xfrm>
          <a:prstGeom prst="rect">
            <a:avLst/>
          </a:prstGeom>
        </p:spPr>
      </p:pic>
      <p:sp>
        <p:nvSpPr>
          <p:cNvPr id="39" name="深度视觉·原创设计 https://www.docer.com/works?userid=22383862"/>
          <p:cNvSpPr txBox="1"/>
          <p:nvPr/>
        </p:nvSpPr>
        <p:spPr>
          <a:xfrm>
            <a:off x="4813531" y="283565"/>
            <a:ext cx="2564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输入你的标题</a:t>
            </a:r>
          </a:p>
        </p:txBody>
      </p:sp>
      <p:sp>
        <p:nvSpPr>
          <p:cNvPr id="18" name="深度视觉·原创设计 https://www.docer.com/works?userid=22383862"/>
          <p:cNvSpPr/>
          <p:nvPr/>
        </p:nvSpPr>
        <p:spPr>
          <a:xfrm>
            <a:off x="1283370" y="1839963"/>
            <a:ext cx="1876925" cy="3441222"/>
          </a:xfrm>
          <a:custGeom>
            <a:avLst/>
            <a:gdLst/>
            <a:ahLst/>
            <a:cxnLst/>
            <a:rect l="l" t="t" r="r" b="b"/>
            <a:pathLst>
              <a:path w="5623767" h="3163628" extrusionOk="0">
                <a:moveTo>
                  <a:pt x="0" y="0"/>
                </a:moveTo>
                <a:lnTo>
                  <a:pt x="5623767" y="0"/>
                </a:lnTo>
                <a:lnTo>
                  <a:pt x="5623767" y="3163628"/>
                </a:lnTo>
                <a:lnTo>
                  <a:pt x="0" y="3163628"/>
                </a:lnTo>
                <a:close/>
              </a:path>
            </a:pathLst>
          </a:custGeom>
          <a:blipFill>
            <a:blip r:embed="rId8"/>
            <a:stretch>
              <a:fillRect l="-18632" r="-18632"/>
            </a:stretch>
          </a:blip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" name="深度视觉·原创设计 https://www.docer.com/works?userid=22383862"/>
          <p:cNvSpPr/>
          <p:nvPr/>
        </p:nvSpPr>
        <p:spPr>
          <a:xfrm>
            <a:off x="3773011" y="1865856"/>
            <a:ext cx="1876925" cy="3441222"/>
          </a:xfrm>
          <a:custGeom>
            <a:avLst/>
            <a:gdLst/>
            <a:ahLst/>
            <a:cxnLst/>
            <a:rect l="l" t="t" r="r" b="b"/>
            <a:pathLst>
              <a:path w="5623767" h="3163628" extrusionOk="0">
                <a:moveTo>
                  <a:pt x="0" y="0"/>
                </a:moveTo>
                <a:lnTo>
                  <a:pt x="5623767" y="0"/>
                </a:lnTo>
                <a:lnTo>
                  <a:pt x="5623767" y="3163628"/>
                </a:lnTo>
                <a:lnTo>
                  <a:pt x="0" y="3163628"/>
                </a:lnTo>
                <a:close/>
              </a:path>
            </a:pathLst>
          </a:custGeom>
          <a:blipFill>
            <a:blip r:embed="rId9"/>
            <a:stretch>
              <a:fillRect l="-14842" r="-14842"/>
            </a:stretch>
          </a:blip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20" name="深度视觉·原创设计 https://www.docer.com/works?userid=22383862"/>
          <p:cNvGrpSpPr/>
          <p:nvPr/>
        </p:nvGrpSpPr>
        <p:grpSpPr>
          <a:xfrm>
            <a:off x="7156289" y="4810699"/>
            <a:ext cx="457200" cy="473268"/>
            <a:chOff x="7446913" y="4386813"/>
            <a:chExt cx="457200" cy="473268"/>
          </a:xfrm>
        </p:grpSpPr>
        <p:sp>
          <p:nvSpPr>
            <p:cNvPr id="21" name="深度视觉·原创设计 https://www.docer.com/works?userid=22383862"/>
            <p:cNvSpPr/>
            <p:nvPr/>
          </p:nvSpPr>
          <p:spPr>
            <a:xfrm>
              <a:off x="7446913" y="4386813"/>
              <a:ext cx="457200" cy="4732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2" name="深度视觉·原创设计 https://www.docer.com/works?userid=22383862"/>
            <p:cNvSpPr/>
            <p:nvPr/>
          </p:nvSpPr>
          <p:spPr bwMode="auto">
            <a:xfrm>
              <a:off x="7568765" y="4509165"/>
              <a:ext cx="221545" cy="250834"/>
            </a:xfrm>
            <a:custGeom>
              <a:avLst/>
              <a:gdLst>
                <a:gd name="T0" fmla="*/ 49 w 94"/>
                <a:gd name="T1" fmla="*/ 16 h 104"/>
                <a:gd name="T2" fmla="*/ 49 w 94"/>
                <a:gd name="T3" fmla="*/ 40 h 104"/>
                <a:gd name="T4" fmla="*/ 34 w 94"/>
                <a:gd name="T5" fmla="*/ 25 h 104"/>
                <a:gd name="T6" fmla="*/ 34 w 94"/>
                <a:gd name="T7" fmla="*/ 25 h 104"/>
                <a:gd name="T8" fmla="*/ 27 w 94"/>
                <a:gd name="T9" fmla="*/ 31 h 104"/>
                <a:gd name="T10" fmla="*/ 27 w 94"/>
                <a:gd name="T11" fmla="*/ 31 h 104"/>
                <a:gd name="T12" fmla="*/ 21 w 94"/>
                <a:gd name="T13" fmla="*/ 39 h 104"/>
                <a:gd name="T14" fmla="*/ 17 w 94"/>
                <a:gd name="T15" fmla="*/ 45 h 104"/>
                <a:gd name="T16" fmla="*/ 14 w 94"/>
                <a:gd name="T17" fmla="*/ 51 h 104"/>
                <a:gd name="T18" fmla="*/ 12 w 94"/>
                <a:gd name="T19" fmla="*/ 57 h 104"/>
                <a:gd name="T20" fmla="*/ 11 w 94"/>
                <a:gd name="T21" fmla="*/ 62 h 104"/>
                <a:gd name="T22" fmla="*/ 11 w 94"/>
                <a:gd name="T23" fmla="*/ 67 h 104"/>
                <a:gd name="T24" fmla="*/ 12 w 94"/>
                <a:gd name="T25" fmla="*/ 71 h 104"/>
                <a:gd name="T26" fmla="*/ 15 w 94"/>
                <a:gd name="T27" fmla="*/ 74 h 104"/>
                <a:gd name="T28" fmla="*/ 0 w 94"/>
                <a:gd name="T29" fmla="*/ 89 h 104"/>
                <a:gd name="T30" fmla="*/ 0 w 94"/>
                <a:gd name="T31" fmla="*/ 104 h 104"/>
                <a:gd name="T32" fmla="*/ 23 w 94"/>
                <a:gd name="T33" fmla="*/ 81 h 104"/>
                <a:gd name="T34" fmla="*/ 23 w 94"/>
                <a:gd name="T35" fmla="*/ 81 h 104"/>
                <a:gd name="T36" fmla="*/ 26 w 94"/>
                <a:gd name="T37" fmla="*/ 82 h 104"/>
                <a:gd name="T38" fmla="*/ 31 w 94"/>
                <a:gd name="T39" fmla="*/ 83 h 104"/>
                <a:gd name="T40" fmla="*/ 34 w 94"/>
                <a:gd name="T41" fmla="*/ 83 h 104"/>
                <a:gd name="T42" fmla="*/ 39 w 94"/>
                <a:gd name="T43" fmla="*/ 82 h 104"/>
                <a:gd name="T44" fmla="*/ 44 w 94"/>
                <a:gd name="T45" fmla="*/ 79 h 104"/>
                <a:gd name="T46" fmla="*/ 51 w 94"/>
                <a:gd name="T47" fmla="*/ 77 h 104"/>
                <a:gd name="T48" fmla="*/ 57 w 94"/>
                <a:gd name="T49" fmla="*/ 72 h 104"/>
                <a:gd name="T50" fmla="*/ 63 w 94"/>
                <a:gd name="T51" fmla="*/ 67 h 104"/>
                <a:gd name="T52" fmla="*/ 63 w 94"/>
                <a:gd name="T53" fmla="*/ 67 h 104"/>
                <a:gd name="T54" fmla="*/ 70 w 94"/>
                <a:gd name="T55" fmla="*/ 58 h 104"/>
                <a:gd name="T56" fmla="*/ 76 w 94"/>
                <a:gd name="T57" fmla="*/ 47 h 104"/>
                <a:gd name="T58" fmla="*/ 81 w 94"/>
                <a:gd name="T59" fmla="*/ 36 h 104"/>
                <a:gd name="T60" fmla="*/ 86 w 94"/>
                <a:gd name="T61" fmla="*/ 26 h 104"/>
                <a:gd name="T62" fmla="*/ 91 w 94"/>
                <a:gd name="T63" fmla="*/ 8 h 104"/>
                <a:gd name="T64" fmla="*/ 94 w 94"/>
                <a:gd name="T65" fmla="*/ 0 h 104"/>
                <a:gd name="T66" fmla="*/ 94 w 94"/>
                <a:gd name="T67" fmla="*/ 0 h 104"/>
                <a:gd name="T68" fmla="*/ 79 w 94"/>
                <a:gd name="T69" fmla="*/ 4 h 104"/>
                <a:gd name="T70" fmla="*/ 65 w 94"/>
                <a:gd name="T71" fmla="*/ 9 h 104"/>
                <a:gd name="T72" fmla="*/ 49 w 94"/>
                <a:gd name="T73" fmla="*/ 16 h 104"/>
                <a:gd name="T74" fmla="*/ 49 w 94"/>
                <a:gd name="T75" fmla="*/ 1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4" h="104">
                  <a:moveTo>
                    <a:pt x="49" y="16"/>
                  </a:moveTo>
                  <a:lnTo>
                    <a:pt x="49" y="40"/>
                  </a:lnTo>
                  <a:lnTo>
                    <a:pt x="34" y="25"/>
                  </a:lnTo>
                  <a:lnTo>
                    <a:pt x="34" y="25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1" y="39"/>
                  </a:lnTo>
                  <a:lnTo>
                    <a:pt x="17" y="45"/>
                  </a:lnTo>
                  <a:lnTo>
                    <a:pt x="14" y="51"/>
                  </a:lnTo>
                  <a:lnTo>
                    <a:pt x="12" y="57"/>
                  </a:lnTo>
                  <a:lnTo>
                    <a:pt x="11" y="62"/>
                  </a:lnTo>
                  <a:lnTo>
                    <a:pt x="11" y="67"/>
                  </a:lnTo>
                  <a:lnTo>
                    <a:pt x="12" y="71"/>
                  </a:lnTo>
                  <a:lnTo>
                    <a:pt x="15" y="74"/>
                  </a:lnTo>
                  <a:lnTo>
                    <a:pt x="0" y="89"/>
                  </a:lnTo>
                  <a:lnTo>
                    <a:pt x="0" y="104"/>
                  </a:lnTo>
                  <a:lnTo>
                    <a:pt x="23" y="81"/>
                  </a:lnTo>
                  <a:lnTo>
                    <a:pt x="23" y="81"/>
                  </a:lnTo>
                  <a:lnTo>
                    <a:pt x="26" y="82"/>
                  </a:lnTo>
                  <a:lnTo>
                    <a:pt x="31" y="83"/>
                  </a:lnTo>
                  <a:lnTo>
                    <a:pt x="34" y="83"/>
                  </a:lnTo>
                  <a:lnTo>
                    <a:pt x="39" y="82"/>
                  </a:lnTo>
                  <a:lnTo>
                    <a:pt x="44" y="79"/>
                  </a:lnTo>
                  <a:lnTo>
                    <a:pt x="51" y="77"/>
                  </a:lnTo>
                  <a:lnTo>
                    <a:pt x="57" y="72"/>
                  </a:lnTo>
                  <a:lnTo>
                    <a:pt x="63" y="67"/>
                  </a:lnTo>
                  <a:lnTo>
                    <a:pt x="63" y="67"/>
                  </a:lnTo>
                  <a:lnTo>
                    <a:pt x="70" y="58"/>
                  </a:lnTo>
                  <a:lnTo>
                    <a:pt x="76" y="47"/>
                  </a:lnTo>
                  <a:lnTo>
                    <a:pt x="81" y="36"/>
                  </a:lnTo>
                  <a:lnTo>
                    <a:pt x="86" y="26"/>
                  </a:lnTo>
                  <a:lnTo>
                    <a:pt x="91" y="8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79" y="4"/>
                  </a:lnTo>
                  <a:lnTo>
                    <a:pt x="65" y="9"/>
                  </a:lnTo>
                  <a:lnTo>
                    <a:pt x="49" y="16"/>
                  </a:lnTo>
                  <a:lnTo>
                    <a:pt x="49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3" name="深度视觉·原创设计 https://www.docer.com/works?userid=22383862"/>
          <p:cNvGrpSpPr/>
          <p:nvPr/>
        </p:nvGrpSpPr>
        <p:grpSpPr>
          <a:xfrm>
            <a:off x="7156017" y="3348102"/>
            <a:ext cx="457200" cy="473268"/>
            <a:chOff x="7446641" y="2924216"/>
            <a:chExt cx="457200" cy="473268"/>
          </a:xfrm>
        </p:grpSpPr>
        <p:sp>
          <p:nvSpPr>
            <p:cNvPr id="24" name="深度视觉·原创设计 https://www.docer.com/works?userid=22383862"/>
            <p:cNvSpPr/>
            <p:nvPr/>
          </p:nvSpPr>
          <p:spPr>
            <a:xfrm>
              <a:off x="7446641" y="2924216"/>
              <a:ext cx="457200" cy="47326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5" name="深度视觉·原创设计 https://www.docer.com/works?userid=22383862"/>
            <p:cNvSpPr>
              <a:spLocks noEditPoints="1"/>
            </p:cNvSpPr>
            <p:nvPr/>
          </p:nvSpPr>
          <p:spPr bwMode="auto">
            <a:xfrm>
              <a:off x="7540236" y="3021100"/>
              <a:ext cx="270011" cy="279500"/>
            </a:xfrm>
            <a:custGeom>
              <a:avLst/>
              <a:gdLst>
                <a:gd name="T0" fmla="*/ 94 w 118"/>
                <a:gd name="T1" fmla="*/ 67 h 116"/>
                <a:gd name="T2" fmla="*/ 84 w 118"/>
                <a:gd name="T3" fmla="*/ 69 h 116"/>
                <a:gd name="T4" fmla="*/ 76 w 118"/>
                <a:gd name="T5" fmla="*/ 74 h 116"/>
                <a:gd name="T6" fmla="*/ 76 w 118"/>
                <a:gd name="T7" fmla="*/ 59 h 116"/>
                <a:gd name="T8" fmla="*/ 103 w 118"/>
                <a:gd name="T9" fmla="*/ 15 h 116"/>
                <a:gd name="T10" fmla="*/ 90 w 118"/>
                <a:gd name="T11" fmla="*/ 0 h 116"/>
                <a:gd name="T12" fmla="*/ 28 w 118"/>
                <a:gd name="T13" fmla="*/ 0 h 116"/>
                <a:gd name="T14" fmla="*/ 15 w 118"/>
                <a:gd name="T15" fmla="*/ 15 h 116"/>
                <a:gd name="T16" fmla="*/ 42 w 118"/>
                <a:gd name="T17" fmla="*/ 59 h 116"/>
                <a:gd name="T18" fmla="*/ 42 w 118"/>
                <a:gd name="T19" fmla="*/ 74 h 116"/>
                <a:gd name="T20" fmla="*/ 38 w 118"/>
                <a:gd name="T21" fmla="*/ 70 h 116"/>
                <a:gd name="T22" fmla="*/ 29 w 118"/>
                <a:gd name="T23" fmla="*/ 67 h 116"/>
                <a:gd name="T24" fmla="*/ 25 w 118"/>
                <a:gd name="T25" fmla="*/ 67 h 116"/>
                <a:gd name="T26" fmla="*/ 15 w 118"/>
                <a:gd name="T27" fmla="*/ 69 h 116"/>
                <a:gd name="T28" fmla="*/ 7 w 118"/>
                <a:gd name="T29" fmla="*/ 74 h 116"/>
                <a:gd name="T30" fmla="*/ 2 w 118"/>
                <a:gd name="T31" fmla="*/ 81 h 116"/>
                <a:gd name="T32" fmla="*/ 0 w 118"/>
                <a:gd name="T33" fmla="*/ 91 h 116"/>
                <a:gd name="T34" fmla="*/ 0 w 118"/>
                <a:gd name="T35" fmla="*/ 96 h 116"/>
                <a:gd name="T36" fmla="*/ 4 w 118"/>
                <a:gd name="T37" fmla="*/ 105 h 116"/>
                <a:gd name="T38" fmla="*/ 11 w 118"/>
                <a:gd name="T39" fmla="*/ 112 h 116"/>
                <a:gd name="T40" fmla="*/ 20 w 118"/>
                <a:gd name="T41" fmla="*/ 116 h 116"/>
                <a:gd name="T42" fmla="*/ 25 w 118"/>
                <a:gd name="T43" fmla="*/ 116 h 116"/>
                <a:gd name="T44" fmla="*/ 33 w 118"/>
                <a:gd name="T45" fmla="*/ 115 h 116"/>
                <a:gd name="T46" fmla="*/ 41 w 118"/>
                <a:gd name="T47" fmla="*/ 110 h 116"/>
                <a:gd name="T48" fmla="*/ 59 w 118"/>
                <a:gd name="T49" fmla="*/ 86 h 116"/>
                <a:gd name="T50" fmla="*/ 69 w 118"/>
                <a:gd name="T51" fmla="*/ 101 h 116"/>
                <a:gd name="T52" fmla="*/ 81 w 118"/>
                <a:gd name="T53" fmla="*/ 112 h 116"/>
                <a:gd name="T54" fmla="*/ 89 w 118"/>
                <a:gd name="T55" fmla="*/ 116 h 116"/>
                <a:gd name="T56" fmla="*/ 94 w 118"/>
                <a:gd name="T57" fmla="*/ 116 h 116"/>
                <a:gd name="T58" fmla="*/ 103 w 118"/>
                <a:gd name="T59" fmla="*/ 113 h 116"/>
                <a:gd name="T60" fmla="*/ 111 w 118"/>
                <a:gd name="T61" fmla="*/ 108 h 116"/>
                <a:gd name="T62" fmla="*/ 116 w 118"/>
                <a:gd name="T63" fmla="*/ 101 h 116"/>
                <a:gd name="T64" fmla="*/ 118 w 118"/>
                <a:gd name="T65" fmla="*/ 91 h 116"/>
                <a:gd name="T66" fmla="*/ 118 w 118"/>
                <a:gd name="T67" fmla="*/ 86 h 116"/>
                <a:gd name="T68" fmla="*/ 115 w 118"/>
                <a:gd name="T69" fmla="*/ 78 h 116"/>
                <a:gd name="T70" fmla="*/ 107 w 118"/>
                <a:gd name="T71" fmla="*/ 70 h 116"/>
                <a:gd name="T72" fmla="*/ 99 w 118"/>
                <a:gd name="T73" fmla="*/ 67 h 116"/>
                <a:gd name="T74" fmla="*/ 94 w 118"/>
                <a:gd name="T75" fmla="*/ 67 h 116"/>
                <a:gd name="T76" fmla="*/ 25 w 118"/>
                <a:gd name="T77" fmla="*/ 101 h 116"/>
                <a:gd name="T78" fmla="*/ 17 w 118"/>
                <a:gd name="T79" fmla="*/ 99 h 116"/>
                <a:gd name="T80" fmla="*/ 15 w 118"/>
                <a:gd name="T81" fmla="*/ 91 h 116"/>
                <a:gd name="T82" fmla="*/ 16 w 118"/>
                <a:gd name="T83" fmla="*/ 88 h 116"/>
                <a:gd name="T84" fmla="*/ 21 w 118"/>
                <a:gd name="T85" fmla="*/ 83 h 116"/>
                <a:gd name="T86" fmla="*/ 25 w 118"/>
                <a:gd name="T87" fmla="*/ 81 h 116"/>
                <a:gd name="T88" fmla="*/ 32 w 118"/>
                <a:gd name="T89" fmla="*/ 84 h 116"/>
                <a:gd name="T90" fmla="*/ 34 w 118"/>
                <a:gd name="T91" fmla="*/ 91 h 116"/>
                <a:gd name="T92" fmla="*/ 33 w 118"/>
                <a:gd name="T93" fmla="*/ 95 h 116"/>
                <a:gd name="T94" fmla="*/ 28 w 118"/>
                <a:gd name="T95" fmla="*/ 100 h 116"/>
                <a:gd name="T96" fmla="*/ 25 w 118"/>
                <a:gd name="T97" fmla="*/ 101 h 116"/>
                <a:gd name="T98" fmla="*/ 94 w 118"/>
                <a:gd name="T99" fmla="*/ 101 h 116"/>
                <a:gd name="T100" fmla="*/ 86 w 118"/>
                <a:gd name="T101" fmla="*/ 99 h 116"/>
                <a:gd name="T102" fmla="*/ 84 w 118"/>
                <a:gd name="T103" fmla="*/ 91 h 116"/>
                <a:gd name="T104" fmla="*/ 85 w 118"/>
                <a:gd name="T105" fmla="*/ 88 h 116"/>
                <a:gd name="T106" fmla="*/ 90 w 118"/>
                <a:gd name="T107" fmla="*/ 83 h 116"/>
                <a:gd name="T108" fmla="*/ 94 w 118"/>
                <a:gd name="T109" fmla="*/ 81 h 116"/>
                <a:gd name="T110" fmla="*/ 101 w 118"/>
                <a:gd name="T111" fmla="*/ 84 h 116"/>
                <a:gd name="T112" fmla="*/ 103 w 118"/>
                <a:gd name="T113" fmla="*/ 91 h 116"/>
                <a:gd name="T114" fmla="*/ 102 w 118"/>
                <a:gd name="T115" fmla="*/ 95 h 116"/>
                <a:gd name="T116" fmla="*/ 97 w 118"/>
                <a:gd name="T117" fmla="*/ 100 h 116"/>
                <a:gd name="T118" fmla="*/ 94 w 118"/>
                <a:gd name="T119" fmla="*/ 10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" h="116">
                  <a:moveTo>
                    <a:pt x="94" y="67"/>
                  </a:moveTo>
                  <a:lnTo>
                    <a:pt x="94" y="67"/>
                  </a:lnTo>
                  <a:lnTo>
                    <a:pt x="89" y="67"/>
                  </a:lnTo>
                  <a:lnTo>
                    <a:pt x="84" y="69"/>
                  </a:lnTo>
                  <a:lnTo>
                    <a:pt x="80" y="70"/>
                  </a:lnTo>
                  <a:lnTo>
                    <a:pt x="76" y="74"/>
                  </a:lnTo>
                  <a:lnTo>
                    <a:pt x="71" y="67"/>
                  </a:lnTo>
                  <a:lnTo>
                    <a:pt x="76" y="59"/>
                  </a:lnTo>
                  <a:lnTo>
                    <a:pt x="76" y="59"/>
                  </a:lnTo>
                  <a:lnTo>
                    <a:pt x="103" y="15"/>
                  </a:lnTo>
                  <a:lnTo>
                    <a:pt x="106" y="11"/>
                  </a:lnTo>
                  <a:lnTo>
                    <a:pt x="90" y="0"/>
                  </a:lnTo>
                  <a:lnTo>
                    <a:pt x="59" y="47"/>
                  </a:lnTo>
                  <a:lnTo>
                    <a:pt x="28" y="0"/>
                  </a:lnTo>
                  <a:lnTo>
                    <a:pt x="12" y="11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2" y="59"/>
                  </a:lnTo>
                  <a:lnTo>
                    <a:pt x="47" y="67"/>
                  </a:lnTo>
                  <a:lnTo>
                    <a:pt x="42" y="74"/>
                  </a:lnTo>
                  <a:lnTo>
                    <a:pt x="42" y="74"/>
                  </a:lnTo>
                  <a:lnTo>
                    <a:pt x="38" y="70"/>
                  </a:lnTo>
                  <a:lnTo>
                    <a:pt x="34" y="69"/>
                  </a:lnTo>
                  <a:lnTo>
                    <a:pt x="29" y="67"/>
                  </a:lnTo>
                  <a:lnTo>
                    <a:pt x="25" y="67"/>
                  </a:lnTo>
                  <a:lnTo>
                    <a:pt x="25" y="67"/>
                  </a:lnTo>
                  <a:lnTo>
                    <a:pt x="20" y="67"/>
                  </a:lnTo>
                  <a:lnTo>
                    <a:pt x="15" y="69"/>
                  </a:lnTo>
                  <a:lnTo>
                    <a:pt x="11" y="70"/>
                  </a:lnTo>
                  <a:lnTo>
                    <a:pt x="7" y="74"/>
                  </a:lnTo>
                  <a:lnTo>
                    <a:pt x="4" y="78"/>
                  </a:lnTo>
                  <a:lnTo>
                    <a:pt x="2" y="81"/>
                  </a:lnTo>
                  <a:lnTo>
                    <a:pt x="0" y="86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0" y="96"/>
                  </a:lnTo>
                  <a:lnTo>
                    <a:pt x="2" y="101"/>
                  </a:lnTo>
                  <a:lnTo>
                    <a:pt x="4" y="105"/>
                  </a:lnTo>
                  <a:lnTo>
                    <a:pt x="7" y="108"/>
                  </a:lnTo>
                  <a:lnTo>
                    <a:pt x="11" y="112"/>
                  </a:lnTo>
                  <a:lnTo>
                    <a:pt x="15" y="113"/>
                  </a:lnTo>
                  <a:lnTo>
                    <a:pt x="20" y="116"/>
                  </a:lnTo>
                  <a:lnTo>
                    <a:pt x="25" y="116"/>
                  </a:lnTo>
                  <a:lnTo>
                    <a:pt x="25" y="116"/>
                  </a:lnTo>
                  <a:lnTo>
                    <a:pt x="29" y="116"/>
                  </a:lnTo>
                  <a:lnTo>
                    <a:pt x="33" y="115"/>
                  </a:lnTo>
                  <a:lnTo>
                    <a:pt x="37" y="112"/>
                  </a:lnTo>
                  <a:lnTo>
                    <a:pt x="41" y="110"/>
                  </a:lnTo>
                  <a:lnTo>
                    <a:pt x="49" y="101"/>
                  </a:lnTo>
                  <a:lnTo>
                    <a:pt x="59" y="86"/>
                  </a:lnTo>
                  <a:lnTo>
                    <a:pt x="59" y="86"/>
                  </a:lnTo>
                  <a:lnTo>
                    <a:pt x="69" y="101"/>
                  </a:lnTo>
                  <a:lnTo>
                    <a:pt x="78" y="110"/>
                  </a:lnTo>
                  <a:lnTo>
                    <a:pt x="81" y="112"/>
                  </a:lnTo>
                  <a:lnTo>
                    <a:pt x="85" y="115"/>
                  </a:lnTo>
                  <a:lnTo>
                    <a:pt x="89" y="116"/>
                  </a:lnTo>
                  <a:lnTo>
                    <a:pt x="94" y="116"/>
                  </a:lnTo>
                  <a:lnTo>
                    <a:pt x="94" y="116"/>
                  </a:lnTo>
                  <a:lnTo>
                    <a:pt x="99" y="116"/>
                  </a:lnTo>
                  <a:lnTo>
                    <a:pt x="103" y="113"/>
                  </a:lnTo>
                  <a:lnTo>
                    <a:pt x="107" y="112"/>
                  </a:lnTo>
                  <a:lnTo>
                    <a:pt x="111" y="108"/>
                  </a:lnTo>
                  <a:lnTo>
                    <a:pt x="115" y="105"/>
                  </a:lnTo>
                  <a:lnTo>
                    <a:pt x="116" y="101"/>
                  </a:lnTo>
                  <a:lnTo>
                    <a:pt x="118" y="96"/>
                  </a:lnTo>
                  <a:lnTo>
                    <a:pt x="118" y="91"/>
                  </a:lnTo>
                  <a:lnTo>
                    <a:pt x="118" y="91"/>
                  </a:lnTo>
                  <a:lnTo>
                    <a:pt x="118" y="86"/>
                  </a:lnTo>
                  <a:lnTo>
                    <a:pt x="116" y="81"/>
                  </a:lnTo>
                  <a:lnTo>
                    <a:pt x="115" y="78"/>
                  </a:lnTo>
                  <a:lnTo>
                    <a:pt x="111" y="74"/>
                  </a:lnTo>
                  <a:lnTo>
                    <a:pt x="107" y="70"/>
                  </a:lnTo>
                  <a:lnTo>
                    <a:pt x="103" y="69"/>
                  </a:lnTo>
                  <a:lnTo>
                    <a:pt x="99" y="67"/>
                  </a:lnTo>
                  <a:lnTo>
                    <a:pt x="94" y="67"/>
                  </a:lnTo>
                  <a:lnTo>
                    <a:pt x="94" y="67"/>
                  </a:lnTo>
                  <a:close/>
                  <a:moveTo>
                    <a:pt x="25" y="101"/>
                  </a:moveTo>
                  <a:lnTo>
                    <a:pt x="25" y="101"/>
                  </a:lnTo>
                  <a:lnTo>
                    <a:pt x="21" y="100"/>
                  </a:lnTo>
                  <a:lnTo>
                    <a:pt x="17" y="99"/>
                  </a:lnTo>
                  <a:lnTo>
                    <a:pt x="16" y="95"/>
                  </a:lnTo>
                  <a:lnTo>
                    <a:pt x="15" y="91"/>
                  </a:lnTo>
                  <a:lnTo>
                    <a:pt x="15" y="91"/>
                  </a:lnTo>
                  <a:lnTo>
                    <a:pt x="16" y="88"/>
                  </a:lnTo>
                  <a:lnTo>
                    <a:pt x="17" y="84"/>
                  </a:lnTo>
                  <a:lnTo>
                    <a:pt x="21" y="83"/>
                  </a:lnTo>
                  <a:lnTo>
                    <a:pt x="25" y="81"/>
                  </a:lnTo>
                  <a:lnTo>
                    <a:pt x="25" y="81"/>
                  </a:lnTo>
                  <a:lnTo>
                    <a:pt x="28" y="83"/>
                  </a:lnTo>
                  <a:lnTo>
                    <a:pt x="32" y="84"/>
                  </a:lnTo>
                  <a:lnTo>
                    <a:pt x="33" y="88"/>
                  </a:lnTo>
                  <a:lnTo>
                    <a:pt x="34" y="91"/>
                  </a:lnTo>
                  <a:lnTo>
                    <a:pt x="34" y="91"/>
                  </a:lnTo>
                  <a:lnTo>
                    <a:pt x="33" y="95"/>
                  </a:lnTo>
                  <a:lnTo>
                    <a:pt x="32" y="99"/>
                  </a:lnTo>
                  <a:lnTo>
                    <a:pt x="28" y="100"/>
                  </a:lnTo>
                  <a:lnTo>
                    <a:pt x="25" y="101"/>
                  </a:lnTo>
                  <a:lnTo>
                    <a:pt x="25" y="101"/>
                  </a:lnTo>
                  <a:close/>
                  <a:moveTo>
                    <a:pt x="94" y="101"/>
                  </a:moveTo>
                  <a:lnTo>
                    <a:pt x="94" y="101"/>
                  </a:lnTo>
                  <a:lnTo>
                    <a:pt x="90" y="100"/>
                  </a:lnTo>
                  <a:lnTo>
                    <a:pt x="86" y="99"/>
                  </a:lnTo>
                  <a:lnTo>
                    <a:pt x="85" y="95"/>
                  </a:lnTo>
                  <a:lnTo>
                    <a:pt x="84" y="91"/>
                  </a:lnTo>
                  <a:lnTo>
                    <a:pt x="84" y="91"/>
                  </a:lnTo>
                  <a:lnTo>
                    <a:pt x="85" y="88"/>
                  </a:lnTo>
                  <a:lnTo>
                    <a:pt x="86" y="84"/>
                  </a:lnTo>
                  <a:lnTo>
                    <a:pt x="90" y="83"/>
                  </a:lnTo>
                  <a:lnTo>
                    <a:pt x="94" y="81"/>
                  </a:lnTo>
                  <a:lnTo>
                    <a:pt x="94" y="81"/>
                  </a:lnTo>
                  <a:lnTo>
                    <a:pt x="97" y="83"/>
                  </a:lnTo>
                  <a:lnTo>
                    <a:pt x="101" y="84"/>
                  </a:lnTo>
                  <a:lnTo>
                    <a:pt x="102" y="88"/>
                  </a:lnTo>
                  <a:lnTo>
                    <a:pt x="103" y="91"/>
                  </a:lnTo>
                  <a:lnTo>
                    <a:pt x="103" y="91"/>
                  </a:lnTo>
                  <a:lnTo>
                    <a:pt x="102" y="95"/>
                  </a:lnTo>
                  <a:lnTo>
                    <a:pt x="101" y="99"/>
                  </a:lnTo>
                  <a:lnTo>
                    <a:pt x="97" y="100"/>
                  </a:lnTo>
                  <a:lnTo>
                    <a:pt x="94" y="101"/>
                  </a:lnTo>
                  <a:lnTo>
                    <a:pt x="94" y="10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6" name="深度视觉·原创设计 https://www.docer.com/works?userid=22383862"/>
          <p:cNvSpPr/>
          <p:nvPr/>
        </p:nvSpPr>
        <p:spPr>
          <a:xfrm>
            <a:off x="7900087" y="3519815"/>
            <a:ext cx="2623622" cy="561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</a:t>
            </a:r>
          </a:p>
        </p:txBody>
      </p:sp>
      <p:sp>
        <p:nvSpPr>
          <p:cNvPr id="27" name="深度视觉·原创设计 https://www.docer.com/works?userid=22383862"/>
          <p:cNvSpPr/>
          <p:nvPr/>
        </p:nvSpPr>
        <p:spPr>
          <a:xfrm>
            <a:off x="7900087" y="3198572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Open Sans" pitchFamily="34" charset="0"/>
              <a:sym typeface="+mn-ea"/>
            </a:endParaRPr>
          </a:p>
        </p:txBody>
      </p:sp>
      <p:sp>
        <p:nvSpPr>
          <p:cNvPr id="28" name="深度视觉·原创设计 https://www.docer.com/works?userid=22383862"/>
          <p:cNvSpPr/>
          <p:nvPr/>
        </p:nvSpPr>
        <p:spPr>
          <a:xfrm>
            <a:off x="7900087" y="4933051"/>
            <a:ext cx="2623622" cy="561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</a:t>
            </a:r>
          </a:p>
        </p:txBody>
      </p:sp>
      <p:sp>
        <p:nvSpPr>
          <p:cNvPr id="29" name="深度视觉·原创设计 https://www.docer.com/works?userid=22383862"/>
          <p:cNvSpPr/>
          <p:nvPr/>
        </p:nvSpPr>
        <p:spPr>
          <a:xfrm>
            <a:off x="7900087" y="4611808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Open Sans" pitchFamily="34" charset="0"/>
              <a:sym typeface="+mn-ea"/>
            </a:endParaRPr>
          </a:p>
        </p:txBody>
      </p:sp>
      <p:sp>
        <p:nvSpPr>
          <p:cNvPr id="30" name="深度视觉·原创设计 https://www.docer.com/works?userid=22383862"/>
          <p:cNvSpPr/>
          <p:nvPr/>
        </p:nvSpPr>
        <p:spPr>
          <a:xfrm>
            <a:off x="7159197" y="2628103"/>
            <a:ext cx="744070" cy="806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d-ID" dirty="0"/>
          </a:p>
        </p:txBody>
      </p:sp>
      <p:sp>
        <p:nvSpPr>
          <p:cNvPr id="31" name="深度视觉·原创设计 https://www.docer.com/works?userid=22383862"/>
          <p:cNvSpPr txBox="1"/>
          <p:nvPr/>
        </p:nvSpPr>
        <p:spPr>
          <a:xfrm>
            <a:off x="7048357" y="1836875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添加页面标题内容</a:t>
            </a:r>
          </a:p>
        </p:txBody>
      </p:sp>
      <p:sp>
        <p:nvSpPr>
          <p:cNvPr id="32" name="深度视觉·原创设计 https://www.docer.com/works?userid=22383862"/>
          <p:cNvSpPr txBox="1"/>
          <p:nvPr/>
        </p:nvSpPr>
        <p:spPr>
          <a:xfrm>
            <a:off x="7048357" y="1351390"/>
            <a:ext cx="3183654" cy="43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bg1">
                    <a:lumMod val="50000"/>
                  </a:schemeClr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Lato"/>
                <a:sym typeface="Lato"/>
              </a:rPr>
              <a:t>YOUR TITLE HERE</a:t>
            </a:r>
            <a:endParaRPr sz="2400" b="0" i="0" u="none" strike="noStrike" cap="none">
              <a:solidFill>
                <a:schemeClr val="bg1">
                  <a:lumMod val="50000"/>
                </a:schemeClr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037484">
            <a:off x="10458293" y="4646293"/>
            <a:ext cx="2746978" cy="2685934"/>
          </a:xfrm>
          <a:prstGeom prst="rect">
            <a:avLst/>
          </a:prstGeom>
        </p:spPr>
      </p:pic>
      <p:pic>
        <p:nvPicPr>
          <p:cNvPr id="3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" y="3429000"/>
            <a:ext cx="4093672" cy="3638820"/>
          </a:xfrm>
          <a:prstGeom prst="rect">
            <a:avLst/>
          </a:prstGeom>
        </p:spPr>
      </p:pic>
      <p:pic>
        <p:nvPicPr>
          <p:cNvPr id="4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856770" y="-2038140"/>
            <a:ext cx="881149" cy="4646058"/>
          </a:xfrm>
          <a:prstGeom prst="rect">
            <a:avLst/>
          </a:prstGeom>
        </p:spPr>
      </p:pic>
      <p:pic>
        <p:nvPicPr>
          <p:cNvPr id="5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8196" y="5482589"/>
            <a:ext cx="1078026" cy="1013344"/>
          </a:xfrm>
          <a:prstGeom prst="rect">
            <a:avLst/>
          </a:prstGeom>
        </p:spPr>
      </p:pic>
      <p:pic>
        <p:nvPicPr>
          <p:cNvPr id="6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806201">
            <a:off x="-87871" y="3264097"/>
            <a:ext cx="881149" cy="3201508"/>
          </a:xfrm>
          <a:prstGeom prst="rect">
            <a:avLst/>
          </a:prstGeom>
        </p:spPr>
      </p:pic>
      <p:pic>
        <p:nvPicPr>
          <p:cNvPr id="8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1461527" y="2010793"/>
            <a:ext cx="3995550" cy="2836413"/>
          </a:xfrm>
          <a:prstGeom prst="rect">
            <a:avLst/>
          </a:prstGeom>
        </p:spPr>
      </p:pic>
      <p:sp>
        <p:nvSpPr>
          <p:cNvPr id="9" name="深度视觉·原创设计 https://www.docer.com/works?userid=22383862"/>
          <p:cNvSpPr txBox="1"/>
          <p:nvPr/>
        </p:nvSpPr>
        <p:spPr>
          <a:xfrm>
            <a:off x="2519151" y="2705724"/>
            <a:ext cx="18803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04</a:t>
            </a:r>
            <a:endParaRPr lang="zh-CN" altLang="en-US" sz="8800" dirty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10" name="深度视觉·原创设计 https://www.docer.com/works?userid=22383862"/>
          <p:cNvSpPr txBox="1"/>
          <p:nvPr/>
        </p:nvSpPr>
        <p:spPr>
          <a:xfrm>
            <a:off x="5770670" y="2709576"/>
            <a:ext cx="45943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rPr>
              <a:t>总结与展望</a:t>
            </a:r>
            <a:endParaRPr lang="zh-CN" altLang="en-US" sz="4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 M" panose="00020600040101010101" pitchFamily="18" charset="-122"/>
              <a:ea typeface="阿里巴巴普惠体 M" panose="00020600040101010101" pitchFamily="18" charset="-122"/>
              <a:cs typeface="阿里巴巴普惠体 M" panose="00020600040101010101" pitchFamily="18" charset="-122"/>
            </a:endParaRPr>
          </a:p>
        </p:txBody>
      </p:sp>
      <p:sp>
        <p:nvSpPr>
          <p:cNvPr id="11" name="深度视觉·原创设计 https://www.docer.com/works?userid=22383862"/>
          <p:cNvSpPr txBox="1"/>
          <p:nvPr/>
        </p:nvSpPr>
        <p:spPr>
          <a:xfrm>
            <a:off x="5770670" y="2082702"/>
            <a:ext cx="3357713" cy="537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di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Lato"/>
                <a:sym typeface="Lato"/>
              </a:rPr>
              <a:t>YOUR TITLE HERE</a:t>
            </a:r>
            <a:endParaRPr sz="2800" b="0" i="0" u="none" strike="noStrike" cap="none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cs typeface="Lato"/>
              <a:sym typeface="Lato"/>
            </a:endParaRPr>
          </a:p>
        </p:txBody>
      </p:sp>
      <p:sp>
        <p:nvSpPr>
          <p:cNvPr id="12" name="深度视觉·原创设计 https://www.docer.com/works?userid=22383862"/>
          <p:cNvSpPr txBox="1"/>
          <p:nvPr/>
        </p:nvSpPr>
        <p:spPr>
          <a:xfrm>
            <a:off x="5770670" y="3568372"/>
            <a:ext cx="4027816" cy="1167804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pic>
        <p:nvPicPr>
          <p:cNvPr id="13" name="深度视觉·原创设计 https://www.docer.com/works?userid=223838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1909" y="873733"/>
            <a:ext cx="294589" cy="385231"/>
          </a:xfrm>
          <a:prstGeom prst="rect">
            <a:avLst/>
          </a:prstGeom>
        </p:spPr>
      </p:pic>
      <p:pic>
        <p:nvPicPr>
          <p:cNvPr id="14" name="深度视觉·原创设计 https://www.docer.com/works?userid=223838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133" y="622030"/>
            <a:ext cx="282748" cy="444318"/>
          </a:xfrm>
          <a:prstGeom prst="rect">
            <a:avLst/>
          </a:prstGeom>
        </p:spPr>
      </p:pic>
      <p:pic>
        <p:nvPicPr>
          <p:cNvPr id="15" name="深度视觉·原创设计 https://www.docer.com/works?userid=223838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57576">
            <a:off x="10223666" y="5667253"/>
            <a:ext cx="282748" cy="4443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39490">
            <a:off x="10302854" y="5515031"/>
            <a:ext cx="2746978" cy="2685934"/>
          </a:xfrm>
          <a:prstGeom prst="rect">
            <a:avLst/>
          </a:prstGeom>
        </p:spPr>
      </p:pic>
      <p:pic>
        <p:nvPicPr>
          <p:cNvPr id="42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4039" y="5303588"/>
            <a:ext cx="2740006" cy="2435561"/>
          </a:xfrm>
          <a:prstGeom prst="rect">
            <a:avLst/>
          </a:prstGeom>
        </p:spPr>
      </p:pic>
      <p:pic>
        <p:nvPicPr>
          <p:cNvPr id="43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494" y="-246003"/>
            <a:ext cx="2178882" cy="1739853"/>
          </a:xfrm>
          <a:prstGeom prst="rect">
            <a:avLst/>
          </a:prstGeom>
        </p:spPr>
      </p:pic>
      <p:pic>
        <p:nvPicPr>
          <p:cNvPr id="44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476" y="-242592"/>
            <a:ext cx="517029" cy="2726153"/>
          </a:xfrm>
          <a:prstGeom prst="rect">
            <a:avLst/>
          </a:prstGeom>
        </p:spPr>
      </p:pic>
      <p:pic>
        <p:nvPicPr>
          <p:cNvPr id="45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7576">
            <a:off x="11086081" y="5810070"/>
            <a:ext cx="282748" cy="444318"/>
          </a:xfrm>
          <a:prstGeom prst="rect">
            <a:avLst/>
          </a:prstGeom>
        </p:spPr>
      </p:pic>
      <p:pic>
        <p:nvPicPr>
          <p:cNvPr id="46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06201">
            <a:off x="-54476" y="317800"/>
            <a:ext cx="517029" cy="1878539"/>
          </a:xfrm>
          <a:prstGeom prst="rect">
            <a:avLst/>
          </a:prstGeom>
        </p:spPr>
      </p:pic>
      <p:sp>
        <p:nvSpPr>
          <p:cNvPr id="47" name="深度视觉·原创设计 https://www.docer.com/works?userid=22383862"/>
          <p:cNvSpPr txBox="1"/>
          <p:nvPr/>
        </p:nvSpPr>
        <p:spPr>
          <a:xfrm>
            <a:off x="4813531" y="283565"/>
            <a:ext cx="2564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输入你的标题</a:t>
            </a:r>
          </a:p>
        </p:txBody>
      </p:sp>
      <p:sp>
        <p:nvSpPr>
          <p:cNvPr id="2" name="深度视觉·原创设计 https://www.docer.com/works?userid=22383862"/>
          <p:cNvSpPr/>
          <p:nvPr/>
        </p:nvSpPr>
        <p:spPr>
          <a:xfrm>
            <a:off x="1706880" y="2541345"/>
            <a:ext cx="1005840" cy="914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深度视觉·原创设计 https://www.docer.com/works?userid=22383862"/>
          <p:cNvSpPr/>
          <p:nvPr/>
        </p:nvSpPr>
        <p:spPr>
          <a:xfrm>
            <a:off x="4297680" y="2541345"/>
            <a:ext cx="1005840" cy="9144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深度视觉·原创设计 https://www.docer.com/works?userid=22383862"/>
          <p:cNvSpPr/>
          <p:nvPr/>
        </p:nvSpPr>
        <p:spPr>
          <a:xfrm>
            <a:off x="6888480" y="2541345"/>
            <a:ext cx="1005840" cy="914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深度视觉·原创设计 https://www.docer.com/works?userid=22383862"/>
          <p:cNvSpPr/>
          <p:nvPr/>
        </p:nvSpPr>
        <p:spPr>
          <a:xfrm>
            <a:off x="9479280" y="2541345"/>
            <a:ext cx="1005840" cy="9144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深度视觉·原创设计 https://www.docer.com/works?userid=22383862"/>
          <p:cNvCxnSpPr/>
          <p:nvPr/>
        </p:nvCxnSpPr>
        <p:spPr>
          <a:xfrm>
            <a:off x="2712720" y="2879543"/>
            <a:ext cx="90384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深度视觉·原创设计 https://www.docer.com/works?userid=22383862"/>
          <p:cNvSpPr/>
          <p:nvPr/>
        </p:nvSpPr>
        <p:spPr>
          <a:xfrm>
            <a:off x="1706880" y="2422343"/>
            <a:ext cx="1005840" cy="9144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深度视觉·原创设计 https://www.docer.com/works?userid=22383862"/>
          <p:cNvSpPr/>
          <p:nvPr/>
        </p:nvSpPr>
        <p:spPr>
          <a:xfrm>
            <a:off x="4297680" y="2422343"/>
            <a:ext cx="1005840" cy="9144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深度视觉·原创设计 https://www.docer.com/works?userid=22383862"/>
          <p:cNvSpPr/>
          <p:nvPr/>
        </p:nvSpPr>
        <p:spPr>
          <a:xfrm>
            <a:off x="6888480" y="2422343"/>
            <a:ext cx="1005840" cy="9144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深度视觉·原创设计 https://www.docer.com/works?userid=22383862"/>
          <p:cNvSpPr/>
          <p:nvPr/>
        </p:nvSpPr>
        <p:spPr>
          <a:xfrm>
            <a:off x="9479280" y="2422343"/>
            <a:ext cx="1005840" cy="9144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深度视觉·原创设计 https://www.docer.com/works?userid=22383862"/>
          <p:cNvCxnSpPr/>
          <p:nvPr/>
        </p:nvCxnSpPr>
        <p:spPr>
          <a:xfrm>
            <a:off x="5303520" y="2879543"/>
            <a:ext cx="90384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深度视觉·原创设计 https://www.docer.com/works?userid=22383862"/>
          <p:cNvCxnSpPr/>
          <p:nvPr/>
        </p:nvCxnSpPr>
        <p:spPr>
          <a:xfrm>
            <a:off x="7894320" y="2879543"/>
            <a:ext cx="90384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深度视觉·原创设计 https://www.docer.com/works?userid=22383862"/>
          <p:cNvGrpSpPr/>
          <p:nvPr/>
        </p:nvGrpSpPr>
        <p:grpSpPr>
          <a:xfrm>
            <a:off x="9759818" y="2668221"/>
            <a:ext cx="444763" cy="440826"/>
            <a:chOff x="3805238" y="5505451"/>
            <a:chExt cx="538163" cy="533400"/>
          </a:xfrm>
          <a:solidFill>
            <a:schemeClr val="bg1"/>
          </a:solidFill>
        </p:grpSpPr>
        <p:sp>
          <p:nvSpPr>
            <p:cNvPr id="14" name="深度视觉·原创设计 https://www.docer.com/works?userid=22383862"/>
            <p:cNvSpPr/>
            <p:nvPr/>
          </p:nvSpPr>
          <p:spPr bwMode="auto">
            <a:xfrm>
              <a:off x="3805238" y="5505451"/>
              <a:ext cx="538163" cy="195263"/>
            </a:xfrm>
            <a:custGeom>
              <a:avLst/>
              <a:gdLst>
                <a:gd name="T0" fmla="*/ 80 w 678"/>
                <a:gd name="T1" fmla="*/ 247 h 247"/>
                <a:gd name="T2" fmla="*/ 338 w 678"/>
                <a:gd name="T3" fmla="*/ 59 h 247"/>
                <a:gd name="T4" fmla="*/ 596 w 678"/>
                <a:gd name="T5" fmla="*/ 247 h 247"/>
                <a:gd name="T6" fmla="*/ 678 w 678"/>
                <a:gd name="T7" fmla="*/ 247 h 247"/>
                <a:gd name="T8" fmla="*/ 338 w 678"/>
                <a:gd name="T9" fmla="*/ 0 h 247"/>
                <a:gd name="T10" fmla="*/ 0 w 678"/>
                <a:gd name="T11" fmla="*/ 247 h 247"/>
                <a:gd name="T12" fmla="*/ 80 w 678"/>
                <a:gd name="T13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8" h="247">
                  <a:moveTo>
                    <a:pt x="80" y="247"/>
                  </a:moveTo>
                  <a:lnTo>
                    <a:pt x="338" y="59"/>
                  </a:lnTo>
                  <a:lnTo>
                    <a:pt x="596" y="247"/>
                  </a:lnTo>
                  <a:lnTo>
                    <a:pt x="678" y="247"/>
                  </a:lnTo>
                  <a:lnTo>
                    <a:pt x="338" y="0"/>
                  </a:lnTo>
                  <a:lnTo>
                    <a:pt x="0" y="247"/>
                  </a:lnTo>
                  <a:lnTo>
                    <a:pt x="80" y="2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5" name="深度视觉·原创设计 https://www.docer.com/works?userid=22383862"/>
            <p:cNvSpPr>
              <a:spLocks noChangeArrowheads="1"/>
            </p:cNvSpPr>
            <p:nvPr/>
          </p:nvSpPr>
          <p:spPr bwMode="auto">
            <a:xfrm>
              <a:off x="3871913" y="5934076"/>
              <a:ext cx="403225" cy="412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6" name="深度视觉·原创设计 https://www.docer.com/works?userid=22383862"/>
            <p:cNvSpPr>
              <a:spLocks noChangeArrowheads="1"/>
            </p:cNvSpPr>
            <p:nvPr/>
          </p:nvSpPr>
          <p:spPr bwMode="auto">
            <a:xfrm>
              <a:off x="3814763" y="5997576"/>
              <a:ext cx="517525" cy="412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7" name="深度视觉·原创设计 https://www.docer.com/works?userid=22383862"/>
            <p:cNvSpPr/>
            <p:nvPr/>
          </p:nvSpPr>
          <p:spPr bwMode="auto">
            <a:xfrm>
              <a:off x="4079876" y="5784851"/>
              <a:ext cx="31750" cy="65088"/>
            </a:xfrm>
            <a:custGeom>
              <a:avLst/>
              <a:gdLst>
                <a:gd name="T0" fmla="*/ 28 w 41"/>
                <a:gd name="T1" fmla="*/ 11 h 81"/>
                <a:gd name="T2" fmla="*/ 28 w 41"/>
                <a:gd name="T3" fmla="*/ 11 h 81"/>
                <a:gd name="T4" fmla="*/ 16 w 41"/>
                <a:gd name="T5" fmla="*/ 5 h 81"/>
                <a:gd name="T6" fmla="*/ 0 w 41"/>
                <a:gd name="T7" fmla="*/ 0 h 81"/>
                <a:gd name="T8" fmla="*/ 0 w 41"/>
                <a:gd name="T9" fmla="*/ 81 h 81"/>
                <a:gd name="T10" fmla="*/ 0 w 41"/>
                <a:gd name="T11" fmla="*/ 81 h 81"/>
                <a:gd name="T12" fmla="*/ 12 w 41"/>
                <a:gd name="T13" fmla="*/ 80 h 81"/>
                <a:gd name="T14" fmla="*/ 21 w 41"/>
                <a:gd name="T15" fmla="*/ 75 h 81"/>
                <a:gd name="T16" fmla="*/ 30 w 41"/>
                <a:gd name="T17" fmla="*/ 70 h 81"/>
                <a:gd name="T18" fmla="*/ 36 w 41"/>
                <a:gd name="T19" fmla="*/ 62 h 81"/>
                <a:gd name="T20" fmla="*/ 36 w 41"/>
                <a:gd name="T21" fmla="*/ 62 h 81"/>
                <a:gd name="T22" fmla="*/ 39 w 41"/>
                <a:gd name="T23" fmla="*/ 52 h 81"/>
                <a:gd name="T24" fmla="*/ 41 w 41"/>
                <a:gd name="T25" fmla="*/ 41 h 81"/>
                <a:gd name="T26" fmla="*/ 41 w 41"/>
                <a:gd name="T27" fmla="*/ 41 h 81"/>
                <a:gd name="T28" fmla="*/ 41 w 41"/>
                <a:gd name="T29" fmla="*/ 31 h 81"/>
                <a:gd name="T30" fmla="*/ 38 w 41"/>
                <a:gd name="T31" fmla="*/ 23 h 81"/>
                <a:gd name="T32" fmla="*/ 33 w 41"/>
                <a:gd name="T33" fmla="*/ 16 h 81"/>
                <a:gd name="T34" fmla="*/ 28 w 41"/>
                <a:gd name="T35" fmla="*/ 11 h 81"/>
                <a:gd name="T36" fmla="*/ 28 w 41"/>
                <a:gd name="T37" fmla="*/ 1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1" h="81">
                  <a:moveTo>
                    <a:pt x="28" y="11"/>
                  </a:moveTo>
                  <a:lnTo>
                    <a:pt x="28" y="11"/>
                  </a:lnTo>
                  <a:lnTo>
                    <a:pt x="16" y="5"/>
                  </a:lnTo>
                  <a:lnTo>
                    <a:pt x="0" y="0"/>
                  </a:lnTo>
                  <a:lnTo>
                    <a:pt x="0" y="81"/>
                  </a:lnTo>
                  <a:lnTo>
                    <a:pt x="0" y="81"/>
                  </a:lnTo>
                  <a:lnTo>
                    <a:pt x="12" y="80"/>
                  </a:lnTo>
                  <a:lnTo>
                    <a:pt x="21" y="75"/>
                  </a:lnTo>
                  <a:lnTo>
                    <a:pt x="30" y="70"/>
                  </a:lnTo>
                  <a:lnTo>
                    <a:pt x="36" y="62"/>
                  </a:lnTo>
                  <a:lnTo>
                    <a:pt x="36" y="62"/>
                  </a:lnTo>
                  <a:lnTo>
                    <a:pt x="39" y="52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41" y="31"/>
                  </a:lnTo>
                  <a:lnTo>
                    <a:pt x="38" y="23"/>
                  </a:lnTo>
                  <a:lnTo>
                    <a:pt x="33" y="16"/>
                  </a:lnTo>
                  <a:lnTo>
                    <a:pt x="28" y="11"/>
                  </a:lnTo>
                  <a:lnTo>
                    <a:pt x="28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8" name="深度视觉·原创设计 https://www.docer.com/works?userid=22383862"/>
            <p:cNvSpPr/>
            <p:nvPr/>
          </p:nvSpPr>
          <p:spPr bwMode="auto">
            <a:xfrm>
              <a:off x="4038601" y="5702301"/>
              <a:ext cx="30163" cy="58738"/>
            </a:xfrm>
            <a:custGeom>
              <a:avLst/>
              <a:gdLst>
                <a:gd name="T0" fmla="*/ 8 w 37"/>
                <a:gd name="T1" fmla="*/ 13 h 74"/>
                <a:gd name="T2" fmla="*/ 8 w 37"/>
                <a:gd name="T3" fmla="*/ 13 h 74"/>
                <a:gd name="T4" fmla="*/ 5 w 37"/>
                <a:gd name="T5" fmla="*/ 20 h 74"/>
                <a:gd name="T6" fmla="*/ 1 w 37"/>
                <a:gd name="T7" fmla="*/ 25 h 74"/>
                <a:gd name="T8" fmla="*/ 0 w 37"/>
                <a:gd name="T9" fmla="*/ 31 h 74"/>
                <a:gd name="T10" fmla="*/ 0 w 37"/>
                <a:gd name="T11" fmla="*/ 38 h 74"/>
                <a:gd name="T12" fmla="*/ 0 w 37"/>
                <a:gd name="T13" fmla="*/ 38 h 74"/>
                <a:gd name="T14" fmla="*/ 0 w 37"/>
                <a:gd name="T15" fmla="*/ 44 h 74"/>
                <a:gd name="T16" fmla="*/ 1 w 37"/>
                <a:gd name="T17" fmla="*/ 51 h 74"/>
                <a:gd name="T18" fmla="*/ 5 w 37"/>
                <a:gd name="T19" fmla="*/ 56 h 74"/>
                <a:gd name="T20" fmla="*/ 10 w 37"/>
                <a:gd name="T21" fmla="*/ 61 h 74"/>
                <a:gd name="T22" fmla="*/ 10 w 37"/>
                <a:gd name="T23" fmla="*/ 61 h 74"/>
                <a:gd name="T24" fmla="*/ 16 w 37"/>
                <a:gd name="T25" fmla="*/ 66 h 74"/>
                <a:gd name="T26" fmla="*/ 21 w 37"/>
                <a:gd name="T27" fmla="*/ 69 h 74"/>
                <a:gd name="T28" fmla="*/ 37 w 37"/>
                <a:gd name="T29" fmla="*/ 74 h 74"/>
                <a:gd name="T30" fmla="*/ 37 w 37"/>
                <a:gd name="T31" fmla="*/ 0 h 74"/>
                <a:gd name="T32" fmla="*/ 37 w 37"/>
                <a:gd name="T33" fmla="*/ 0 h 74"/>
                <a:gd name="T34" fmla="*/ 28 w 37"/>
                <a:gd name="T35" fmla="*/ 2 h 74"/>
                <a:gd name="T36" fmla="*/ 19 w 37"/>
                <a:gd name="T37" fmla="*/ 5 h 74"/>
                <a:gd name="T38" fmla="*/ 13 w 37"/>
                <a:gd name="T39" fmla="*/ 8 h 74"/>
                <a:gd name="T40" fmla="*/ 8 w 37"/>
                <a:gd name="T41" fmla="*/ 13 h 74"/>
                <a:gd name="T42" fmla="*/ 8 w 37"/>
                <a:gd name="T43" fmla="*/ 1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74">
                  <a:moveTo>
                    <a:pt x="8" y="13"/>
                  </a:moveTo>
                  <a:lnTo>
                    <a:pt x="8" y="13"/>
                  </a:lnTo>
                  <a:lnTo>
                    <a:pt x="5" y="20"/>
                  </a:lnTo>
                  <a:lnTo>
                    <a:pt x="1" y="25"/>
                  </a:lnTo>
                  <a:lnTo>
                    <a:pt x="0" y="31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44"/>
                  </a:lnTo>
                  <a:lnTo>
                    <a:pt x="1" y="51"/>
                  </a:lnTo>
                  <a:lnTo>
                    <a:pt x="5" y="56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16" y="66"/>
                  </a:lnTo>
                  <a:lnTo>
                    <a:pt x="21" y="69"/>
                  </a:lnTo>
                  <a:lnTo>
                    <a:pt x="37" y="74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28" y="2"/>
                  </a:lnTo>
                  <a:lnTo>
                    <a:pt x="19" y="5"/>
                  </a:lnTo>
                  <a:lnTo>
                    <a:pt x="13" y="8"/>
                  </a:lnTo>
                  <a:lnTo>
                    <a:pt x="8" y="13"/>
                  </a:lnTo>
                  <a:lnTo>
                    <a:pt x="8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9" name="深度视觉·原创设计 https://www.docer.com/works?userid=22383862"/>
            <p:cNvSpPr>
              <a:spLocks noEditPoints="1"/>
            </p:cNvSpPr>
            <p:nvPr/>
          </p:nvSpPr>
          <p:spPr bwMode="auto">
            <a:xfrm>
              <a:off x="3933826" y="5640388"/>
              <a:ext cx="280988" cy="279400"/>
            </a:xfrm>
            <a:custGeom>
              <a:avLst/>
              <a:gdLst>
                <a:gd name="T0" fmla="*/ 159 w 355"/>
                <a:gd name="T1" fmla="*/ 0 h 353"/>
                <a:gd name="T2" fmla="*/ 108 w 355"/>
                <a:gd name="T3" fmla="*/ 13 h 353"/>
                <a:gd name="T4" fmla="*/ 64 w 355"/>
                <a:gd name="T5" fmla="*/ 39 h 353"/>
                <a:gd name="T6" fmla="*/ 32 w 355"/>
                <a:gd name="T7" fmla="*/ 77 h 353"/>
                <a:gd name="T8" fmla="*/ 9 w 355"/>
                <a:gd name="T9" fmla="*/ 124 h 353"/>
                <a:gd name="T10" fmla="*/ 0 w 355"/>
                <a:gd name="T11" fmla="*/ 176 h 353"/>
                <a:gd name="T12" fmla="*/ 4 w 355"/>
                <a:gd name="T13" fmla="*/ 212 h 353"/>
                <a:gd name="T14" fmla="*/ 22 w 355"/>
                <a:gd name="T15" fmla="*/ 260 h 353"/>
                <a:gd name="T16" fmla="*/ 53 w 355"/>
                <a:gd name="T17" fmla="*/ 300 h 353"/>
                <a:gd name="T18" fmla="*/ 94 w 355"/>
                <a:gd name="T19" fmla="*/ 331 h 353"/>
                <a:gd name="T20" fmla="*/ 141 w 355"/>
                <a:gd name="T21" fmla="*/ 349 h 353"/>
                <a:gd name="T22" fmla="*/ 177 w 355"/>
                <a:gd name="T23" fmla="*/ 353 h 353"/>
                <a:gd name="T24" fmla="*/ 229 w 355"/>
                <a:gd name="T25" fmla="*/ 345 h 353"/>
                <a:gd name="T26" fmla="*/ 277 w 355"/>
                <a:gd name="T27" fmla="*/ 323 h 353"/>
                <a:gd name="T28" fmla="*/ 314 w 355"/>
                <a:gd name="T29" fmla="*/ 289 h 353"/>
                <a:gd name="T30" fmla="*/ 340 w 355"/>
                <a:gd name="T31" fmla="*/ 245 h 353"/>
                <a:gd name="T32" fmla="*/ 353 w 355"/>
                <a:gd name="T33" fmla="*/ 194 h 353"/>
                <a:gd name="T34" fmla="*/ 353 w 355"/>
                <a:gd name="T35" fmla="*/ 158 h 353"/>
                <a:gd name="T36" fmla="*/ 340 w 355"/>
                <a:gd name="T37" fmla="*/ 108 h 353"/>
                <a:gd name="T38" fmla="*/ 314 w 355"/>
                <a:gd name="T39" fmla="*/ 64 h 353"/>
                <a:gd name="T40" fmla="*/ 277 w 355"/>
                <a:gd name="T41" fmla="*/ 29 h 353"/>
                <a:gd name="T42" fmla="*/ 229 w 355"/>
                <a:gd name="T43" fmla="*/ 6 h 353"/>
                <a:gd name="T44" fmla="*/ 177 w 355"/>
                <a:gd name="T45" fmla="*/ 0 h 353"/>
                <a:gd name="T46" fmla="*/ 228 w 355"/>
                <a:gd name="T47" fmla="*/ 274 h 353"/>
                <a:gd name="T48" fmla="*/ 198 w 355"/>
                <a:gd name="T49" fmla="*/ 284 h 353"/>
                <a:gd name="T50" fmla="*/ 170 w 355"/>
                <a:gd name="T51" fmla="*/ 317 h 353"/>
                <a:gd name="T52" fmla="*/ 149 w 355"/>
                <a:gd name="T53" fmla="*/ 284 h 353"/>
                <a:gd name="T54" fmla="*/ 126 w 355"/>
                <a:gd name="T55" fmla="*/ 273 h 353"/>
                <a:gd name="T56" fmla="*/ 110 w 355"/>
                <a:gd name="T57" fmla="*/ 255 h 353"/>
                <a:gd name="T58" fmla="*/ 103 w 355"/>
                <a:gd name="T59" fmla="*/ 237 h 353"/>
                <a:gd name="T60" fmla="*/ 128 w 355"/>
                <a:gd name="T61" fmla="*/ 212 h 353"/>
                <a:gd name="T62" fmla="*/ 134 w 355"/>
                <a:gd name="T63" fmla="*/ 243 h 353"/>
                <a:gd name="T64" fmla="*/ 148 w 355"/>
                <a:gd name="T65" fmla="*/ 256 h 353"/>
                <a:gd name="T66" fmla="*/ 170 w 355"/>
                <a:gd name="T67" fmla="*/ 180 h 353"/>
                <a:gd name="T68" fmla="*/ 141 w 355"/>
                <a:gd name="T69" fmla="*/ 171 h 353"/>
                <a:gd name="T70" fmla="*/ 121 w 355"/>
                <a:gd name="T71" fmla="*/ 158 h 353"/>
                <a:gd name="T72" fmla="*/ 107 w 355"/>
                <a:gd name="T73" fmla="*/ 129 h 353"/>
                <a:gd name="T74" fmla="*/ 107 w 355"/>
                <a:gd name="T75" fmla="*/ 106 h 353"/>
                <a:gd name="T76" fmla="*/ 121 w 355"/>
                <a:gd name="T77" fmla="*/ 75 h 353"/>
                <a:gd name="T78" fmla="*/ 143 w 355"/>
                <a:gd name="T79" fmla="*/ 60 h 353"/>
                <a:gd name="T80" fmla="*/ 170 w 355"/>
                <a:gd name="T81" fmla="*/ 36 h 353"/>
                <a:gd name="T82" fmla="*/ 185 w 355"/>
                <a:gd name="T83" fmla="*/ 55 h 353"/>
                <a:gd name="T84" fmla="*/ 223 w 355"/>
                <a:gd name="T85" fmla="*/ 67 h 353"/>
                <a:gd name="T86" fmla="*/ 239 w 355"/>
                <a:gd name="T87" fmla="*/ 81 h 353"/>
                <a:gd name="T88" fmla="*/ 249 w 355"/>
                <a:gd name="T89" fmla="*/ 116 h 353"/>
                <a:gd name="T90" fmla="*/ 219 w 355"/>
                <a:gd name="T91" fmla="*/ 104 h 353"/>
                <a:gd name="T92" fmla="*/ 210 w 355"/>
                <a:gd name="T93" fmla="*/ 88 h 353"/>
                <a:gd name="T94" fmla="*/ 185 w 355"/>
                <a:gd name="T95" fmla="*/ 80 h 353"/>
                <a:gd name="T96" fmla="*/ 215 w 355"/>
                <a:gd name="T97" fmla="*/ 163 h 353"/>
                <a:gd name="T98" fmla="*/ 234 w 355"/>
                <a:gd name="T99" fmla="*/ 173 h 353"/>
                <a:gd name="T100" fmla="*/ 252 w 355"/>
                <a:gd name="T101" fmla="*/ 202 h 353"/>
                <a:gd name="T102" fmla="*/ 252 w 355"/>
                <a:gd name="T103" fmla="*/ 235 h 353"/>
                <a:gd name="T104" fmla="*/ 244 w 355"/>
                <a:gd name="T105" fmla="*/ 258 h 353"/>
                <a:gd name="T106" fmla="*/ 228 w 355"/>
                <a:gd name="T107" fmla="*/ 274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55" h="353">
                  <a:moveTo>
                    <a:pt x="177" y="0"/>
                  </a:moveTo>
                  <a:lnTo>
                    <a:pt x="177" y="0"/>
                  </a:lnTo>
                  <a:lnTo>
                    <a:pt x="159" y="0"/>
                  </a:lnTo>
                  <a:lnTo>
                    <a:pt x="141" y="3"/>
                  </a:lnTo>
                  <a:lnTo>
                    <a:pt x="125" y="6"/>
                  </a:lnTo>
                  <a:lnTo>
                    <a:pt x="108" y="13"/>
                  </a:lnTo>
                  <a:lnTo>
                    <a:pt x="94" y="21"/>
                  </a:lnTo>
                  <a:lnTo>
                    <a:pt x="79" y="29"/>
                  </a:lnTo>
                  <a:lnTo>
                    <a:pt x="64" y="39"/>
                  </a:lnTo>
                  <a:lnTo>
                    <a:pt x="53" y="50"/>
                  </a:lnTo>
                  <a:lnTo>
                    <a:pt x="41" y="64"/>
                  </a:lnTo>
                  <a:lnTo>
                    <a:pt x="32" y="77"/>
                  </a:lnTo>
                  <a:lnTo>
                    <a:pt x="22" y="91"/>
                  </a:lnTo>
                  <a:lnTo>
                    <a:pt x="15" y="108"/>
                  </a:lnTo>
                  <a:lnTo>
                    <a:pt x="9" y="124"/>
                  </a:lnTo>
                  <a:lnTo>
                    <a:pt x="4" y="140"/>
                  </a:lnTo>
                  <a:lnTo>
                    <a:pt x="2" y="158"/>
                  </a:lnTo>
                  <a:lnTo>
                    <a:pt x="0" y="176"/>
                  </a:lnTo>
                  <a:lnTo>
                    <a:pt x="0" y="176"/>
                  </a:lnTo>
                  <a:lnTo>
                    <a:pt x="2" y="194"/>
                  </a:lnTo>
                  <a:lnTo>
                    <a:pt x="4" y="212"/>
                  </a:lnTo>
                  <a:lnTo>
                    <a:pt x="9" y="229"/>
                  </a:lnTo>
                  <a:lnTo>
                    <a:pt x="15" y="245"/>
                  </a:lnTo>
                  <a:lnTo>
                    <a:pt x="22" y="260"/>
                  </a:lnTo>
                  <a:lnTo>
                    <a:pt x="32" y="274"/>
                  </a:lnTo>
                  <a:lnTo>
                    <a:pt x="41" y="289"/>
                  </a:lnTo>
                  <a:lnTo>
                    <a:pt x="53" y="300"/>
                  </a:lnTo>
                  <a:lnTo>
                    <a:pt x="64" y="312"/>
                  </a:lnTo>
                  <a:lnTo>
                    <a:pt x="79" y="323"/>
                  </a:lnTo>
                  <a:lnTo>
                    <a:pt x="94" y="331"/>
                  </a:lnTo>
                  <a:lnTo>
                    <a:pt x="108" y="338"/>
                  </a:lnTo>
                  <a:lnTo>
                    <a:pt x="125" y="345"/>
                  </a:lnTo>
                  <a:lnTo>
                    <a:pt x="141" y="349"/>
                  </a:lnTo>
                  <a:lnTo>
                    <a:pt x="159" y="351"/>
                  </a:lnTo>
                  <a:lnTo>
                    <a:pt x="177" y="353"/>
                  </a:lnTo>
                  <a:lnTo>
                    <a:pt x="177" y="353"/>
                  </a:lnTo>
                  <a:lnTo>
                    <a:pt x="195" y="351"/>
                  </a:lnTo>
                  <a:lnTo>
                    <a:pt x="213" y="349"/>
                  </a:lnTo>
                  <a:lnTo>
                    <a:pt x="229" y="345"/>
                  </a:lnTo>
                  <a:lnTo>
                    <a:pt x="246" y="338"/>
                  </a:lnTo>
                  <a:lnTo>
                    <a:pt x="262" y="331"/>
                  </a:lnTo>
                  <a:lnTo>
                    <a:pt x="277" y="323"/>
                  </a:lnTo>
                  <a:lnTo>
                    <a:pt x="290" y="312"/>
                  </a:lnTo>
                  <a:lnTo>
                    <a:pt x="303" y="300"/>
                  </a:lnTo>
                  <a:lnTo>
                    <a:pt x="314" y="289"/>
                  </a:lnTo>
                  <a:lnTo>
                    <a:pt x="324" y="274"/>
                  </a:lnTo>
                  <a:lnTo>
                    <a:pt x="332" y="260"/>
                  </a:lnTo>
                  <a:lnTo>
                    <a:pt x="340" y="245"/>
                  </a:lnTo>
                  <a:lnTo>
                    <a:pt x="347" y="229"/>
                  </a:lnTo>
                  <a:lnTo>
                    <a:pt x="350" y="212"/>
                  </a:lnTo>
                  <a:lnTo>
                    <a:pt x="353" y="194"/>
                  </a:lnTo>
                  <a:lnTo>
                    <a:pt x="355" y="176"/>
                  </a:lnTo>
                  <a:lnTo>
                    <a:pt x="355" y="176"/>
                  </a:lnTo>
                  <a:lnTo>
                    <a:pt x="353" y="158"/>
                  </a:lnTo>
                  <a:lnTo>
                    <a:pt x="350" y="140"/>
                  </a:lnTo>
                  <a:lnTo>
                    <a:pt x="347" y="124"/>
                  </a:lnTo>
                  <a:lnTo>
                    <a:pt x="340" y="108"/>
                  </a:lnTo>
                  <a:lnTo>
                    <a:pt x="332" y="91"/>
                  </a:lnTo>
                  <a:lnTo>
                    <a:pt x="324" y="77"/>
                  </a:lnTo>
                  <a:lnTo>
                    <a:pt x="314" y="64"/>
                  </a:lnTo>
                  <a:lnTo>
                    <a:pt x="303" y="50"/>
                  </a:lnTo>
                  <a:lnTo>
                    <a:pt x="290" y="39"/>
                  </a:lnTo>
                  <a:lnTo>
                    <a:pt x="277" y="29"/>
                  </a:lnTo>
                  <a:lnTo>
                    <a:pt x="262" y="21"/>
                  </a:lnTo>
                  <a:lnTo>
                    <a:pt x="246" y="13"/>
                  </a:lnTo>
                  <a:lnTo>
                    <a:pt x="229" y="6"/>
                  </a:lnTo>
                  <a:lnTo>
                    <a:pt x="213" y="3"/>
                  </a:lnTo>
                  <a:lnTo>
                    <a:pt x="195" y="0"/>
                  </a:lnTo>
                  <a:lnTo>
                    <a:pt x="177" y="0"/>
                  </a:lnTo>
                  <a:lnTo>
                    <a:pt x="177" y="0"/>
                  </a:lnTo>
                  <a:close/>
                  <a:moveTo>
                    <a:pt x="228" y="274"/>
                  </a:moveTo>
                  <a:lnTo>
                    <a:pt x="228" y="274"/>
                  </a:lnTo>
                  <a:lnTo>
                    <a:pt x="219" y="278"/>
                  </a:lnTo>
                  <a:lnTo>
                    <a:pt x="210" y="282"/>
                  </a:lnTo>
                  <a:lnTo>
                    <a:pt x="198" y="284"/>
                  </a:lnTo>
                  <a:lnTo>
                    <a:pt x="185" y="286"/>
                  </a:lnTo>
                  <a:lnTo>
                    <a:pt x="185" y="317"/>
                  </a:lnTo>
                  <a:lnTo>
                    <a:pt x="170" y="317"/>
                  </a:lnTo>
                  <a:lnTo>
                    <a:pt x="170" y="286"/>
                  </a:lnTo>
                  <a:lnTo>
                    <a:pt x="170" y="286"/>
                  </a:lnTo>
                  <a:lnTo>
                    <a:pt x="149" y="284"/>
                  </a:lnTo>
                  <a:lnTo>
                    <a:pt x="141" y="281"/>
                  </a:lnTo>
                  <a:lnTo>
                    <a:pt x="133" y="278"/>
                  </a:lnTo>
                  <a:lnTo>
                    <a:pt x="126" y="273"/>
                  </a:lnTo>
                  <a:lnTo>
                    <a:pt x="120" y="268"/>
                  </a:lnTo>
                  <a:lnTo>
                    <a:pt x="113" y="261"/>
                  </a:lnTo>
                  <a:lnTo>
                    <a:pt x="110" y="255"/>
                  </a:lnTo>
                  <a:lnTo>
                    <a:pt x="110" y="255"/>
                  </a:lnTo>
                  <a:lnTo>
                    <a:pt x="105" y="246"/>
                  </a:lnTo>
                  <a:lnTo>
                    <a:pt x="103" y="237"/>
                  </a:lnTo>
                  <a:lnTo>
                    <a:pt x="102" y="225"/>
                  </a:lnTo>
                  <a:lnTo>
                    <a:pt x="100" y="212"/>
                  </a:lnTo>
                  <a:lnTo>
                    <a:pt x="128" y="212"/>
                  </a:lnTo>
                  <a:lnTo>
                    <a:pt x="128" y="212"/>
                  </a:lnTo>
                  <a:lnTo>
                    <a:pt x="130" y="230"/>
                  </a:lnTo>
                  <a:lnTo>
                    <a:pt x="134" y="243"/>
                  </a:lnTo>
                  <a:lnTo>
                    <a:pt x="134" y="243"/>
                  </a:lnTo>
                  <a:lnTo>
                    <a:pt x="141" y="251"/>
                  </a:lnTo>
                  <a:lnTo>
                    <a:pt x="148" y="256"/>
                  </a:lnTo>
                  <a:lnTo>
                    <a:pt x="159" y="261"/>
                  </a:lnTo>
                  <a:lnTo>
                    <a:pt x="170" y="263"/>
                  </a:lnTo>
                  <a:lnTo>
                    <a:pt x="170" y="180"/>
                  </a:lnTo>
                  <a:lnTo>
                    <a:pt x="170" y="180"/>
                  </a:lnTo>
                  <a:lnTo>
                    <a:pt x="154" y="176"/>
                  </a:lnTo>
                  <a:lnTo>
                    <a:pt x="141" y="171"/>
                  </a:lnTo>
                  <a:lnTo>
                    <a:pt x="130" y="165"/>
                  </a:lnTo>
                  <a:lnTo>
                    <a:pt x="121" y="158"/>
                  </a:lnTo>
                  <a:lnTo>
                    <a:pt x="121" y="158"/>
                  </a:lnTo>
                  <a:lnTo>
                    <a:pt x="113" y="150"/>
                  </a:lnTo>
                  <a:lnTo>
                    <a:pt x="108" y="140"/>
                  </a:lnTo>
                  <a:lnTo>
                    <a:pt x="107" y="129"/>
                  </a:lnTo>
                  <a:lnTo>
                    <a:pt x="105" y="117"/>
                  </a:lnTo>
                  <a:lnTo>
                    <a:pt x="105" y="117"/>
                  </a:lnTo>
                  <a:lnTo>
                    <a:pt x="107" y="106"/>
                  </a:lnTo>
                  <a:lnTo>
                    <a:pt x="110" y="95"/>
                  </a:lnTo>
                  <a:lnTo>
                    <a:pt x="115" y="85"/>
                  </a:lnTo>
                  <a:lnTo>
                    <a:pt x="121" y="75"/>
                  </a:lnTo>
                  <a:lnTo>
                    <a:pt x="121" y="75"/>
                  </a:lnTo>
                  <a:lnTo>
                    <a:pt x="131" y="67"/>
                  </a:lnTo>
                  <a:lnTo>
                    <a:pt x="143" y="60"/>
                  </a:lnTo>
                  <a:lnTo>
                    <a:pt x="156" y="57"/>
                  </a:lnTo>
                  <a:lnTo>
                    <a:pt x="170" y="55"/>
                  </a:lnTo>
                  <a:lnTo>
                    <a:pt x="170" y="36"/>
                  </a:lnTo>
                  <a:lnTo>
                    <a:pt x="185" y="36"/>
                  </a:lnTo>
                  <a:lnTo>
                    <a:pt x="185" y="55"/>
                  </a:lnTo>
                  <a:lnTo>
                    <a:pt x="185" y="55"/>
                  </a:lnTo>
                  <a:lnTo>
                    <a:pt x="200" y="57"/>
                  </a:lnTo>
                  <a:lnTo>
                    <a:pt x="211" y="62"/>
                  </a:lnTo>
                  <a:lnTo>
                    <a:pt x="223" y="67"/>
                  </a:lnTo>
                  <a:lnTo>
                    <a:pt x="232" y="73"/>
                  </a:lnTo>
                  <a:lnTo>
                    <a:pt x="232" y="73"/>
                  </a:lnTo>
                  <a:lnTo>
                    <a:pt x="239" y="81"/>
                  </a:lnTo>
                  <a:lnTo>
                    <a:pt x="244" y="93"/>
                  </a:lnTo>
                  <a:lnTo>
                    <a:pt x="247" y="103"/>
                  </a:lnTo>
                  <a:lnTo>
                    <a:pt x="249" y="116"/>
                  </a:lnTo>
                  <a:lnTo>
                    <a:pt x="223" y="116"/>
                  </a:lnTo>
                  <a:lnTo>
                    <a:pt x="223" y="116"/>
                  </a:lnTo>
                  <a:lnTo>
                    <a:pt x="219" y="104"/>
                  </a:lnTo>
                  <a:lnTo>
                    <a:pt x="216" y="96"/>
                  </a:lnTo>
                  <a:lnTo>
                    <a:pt x="216" y="96"/>
                  </a:lnTo>
                  <a:lnTo>
                    <a:pt x="210" y="88"/>
                  </a:lnTo>
                  <a:lnTo>
                    <a:pt x="203" y="83"/>
                  </a:lnTo>
                  <a:lnTo>
                    <a:pt x="195" y="80"/>
                  </a:lnTo>
                  <a:lnTo>
                    <a:pt x="185" y="80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215" y="163"/>
                  </a:lnTo>
                  <a:lnTo>
                    <a:pt x="226" y="168"/>
                  </a:lnTo>
                  <a:lnTo>
                    <a:pt x="234" y="173"/>
                  </a:lnTo>
                  <a:lnTo>
                    <a:pt x="234" y="173"/>
                  </a:lnTo>
                  <a:lnTo>
                    <a:pt x="242" y="181"/>
                  </a:lnTo>
                  <a:lnTo>
                    <a:pt x="249" y="191"/>
                  </a:lnTo>
                  <a:lnTo>
                    <a:pt x="252" y="202"/>
                  </a:lnTo>
                  <a:lnTo>
                    <a:pt x="254" y="215"/>
                  </a:lnTo>
                  <a:lnTo>
                    <a:pt x="254" y="215"/>
                  </a:lnTo>
                  <a:lnTo>
                    <a:pt x="252" y="235"/>
                  </a:lnTo>
                  <a:lnTo>
                    <a:pt x="250" y="243"/>
                  </a:lnTo>
                  <a:lnTo>
                    <a:pt x="247" y="251"/>
                  </a:lnTo>
                  <a:lnTo>
                    <a:pt x="244" y="258"/>
                  </a:lnTo>
                  <a:lnTo>
                    <a:pt x="239" y="263"/>
                  </a:lnTo>
                  <a:lnTo>
                    <a:pt x="234" y="269"/>
                  </a:lnTo>
                  <a:lnTo>
                    <a:pt x="228" y="274"/>
                  </a:lnTo>
                  <a:lnTo>
                    <a:pt x="228" y="2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0" name="深度视觉·原创设计 https://www.docer.com/works?userid=22383862"/>
          <p:cNvGrpSpPr/>
          <p:nvPr/>
        </p:nvGrpSpPr>
        <p:grpSpPr>
          <a:xfrm>
            <a:off x="7138940" y="2700740"/>
            <a:ext cx="536575" cy="409575"/>
            <a:chOff x="8277226" y="5637213"/>
            <a:chExt cx="536575" cy="409575"/>
          </a:xfrm>
          <a:solidFill>
            <a:schemeClr val="bg1"/>
          </a:solidFill>
        </p:grpSpPr>
        <p:sp>
          <p:nvSpPr>
            <p:cNvPr id="21" name="深度视觉·原创设计 https://www.docer.com/works?userid=22383862"/>
            <p:cNvSpPr/>
            <p:nvPr/>
          </p:nvSpPr>
          <p:spPr bwMode="auto">
            <a:xfrm>
              <a:off x="8448676" y="5772151"/>
              <a:ext cx="84138" cy="122238"/>
            </a:xfrm>
            <a:custGeom>
              <a:avLst/>
              <a:gdLst>
                <a:gd name="T0" fmla="*/ 1 w 106"/>
                <a:gd name="T1" fmla="*/ 138 h 154"/>
                <a:gd name="T2" fmla="*/ 19 w 106"/>
                <a:gd name="T3" fmla="*/ 120 h 154"/>
                <a:gd name="T4" fmla="*/ 24 w 106"/>
                <a:gd name="T5" fmla="*/ 110 h 154"/>
                <a:gd name="T6" fmla="*/ 26 w 106"/>
                <a:gd name="T7" fmla="*/ 98 h 154"/>
                <a:gd name="T8" fmla="*/ 26 w 106"/>
                <a:gd name="T9" fmla="*/ 92 h 154"/>
                <a:gd name="T10" fmla="*/ 0 w 106"/>
                <a:gd name="T11" fmla="*/ 84 h 154"/>
                <a:gd name="T12" fmla="*/ 16 w 106"/>
                <a:gd name="T13" fmla="*/ 74 h 154"/>
                <a:gd name="T14" fmla="*/ 13 w 106"/>
                <a:gd name="T15" fmla="*/ 67 h 154"/>
                <a:gd name="T16" fmla="*/ 8 w 106"/>
                <a:gd name="T17" fmla="*/ 58 h 154"/>
                <a:gd name="T18" fmla="*/ 6 w 106"/>
                <a:gd name="T19" fmla="*/ 49 h 154"/>
                <a:gd name="T20" fmla="*/ 6 w 106"/>
                <a:gd name="T21" fmla="*/ 41 h 154"/>
                <a:gd name="T22" fmla="*/ 6 w 106"/>
                <a:gd name="T23" fmla="*/ 35 h 154"/>
                <a:gd name="T24" fmla="*/ 13 w 106"/>
                <a:gd name="T25" fmla="*/ 20 h 154"/>
                <a:gd name="T26" fmla="*/ 18 w 106"/>
                <a:gd name="T27" fmla="*/ 14 h 154"/>
                <a:gd name="T28" fmla="*/ 34 w 106"/>
                <a:gd name="T29" fmla="*/ 4 h 154"/>
                <a:gd name="T30" fmla="*/ 55 w 106"/>
                <a:gd name="T31" fmla="*/ 0 h 154"/>
                <a:gd name="T32" fmla="*/ 67 w 106"/>
                <a:gd name="T33" fmla="*/ 2 h 154"/>
                <a:gd name="T34" fmla="*/ 83 w 106"/>
                <a:gd name="T35" fmla="*/ 9 h 154"/>
                <a:gd name="T36" fmla="*/ 90 w 106"/>
                <a:gd name="T37" fmla="*/ 14 h 154"/>
                <a:gd name="T38" fmla="*/ 98 w 106"/>
                <a:gd name="T39" fmla="*/ 28 h 154"/>
                <a:gd name="T40" fmla="*/ 101 w 106"/>
                <a:gd name="T41" fmla="*/ 48 h 154"/>
                <a:gd name="T42" fmla="*/ 83 w 106"/>
                <a:gd name="T43" fmla="*/ 48 h 154"/>
                <a:gd name="T44" fmla="*/ 81 w 106"/>
                <a:gd name="T45" fmla="*/ 35 h 154"/>
                <a:gd name="T46" fmla="*/ 75 w 106"/>
                <a:gd name="T47" fmla="*/ 25 h 154"/>
                <a:gd name="T48" fmla="*/ 72 w 106"/>
                <a:gd name="T49" fmla="*/ 22 h 154"/>
                <a:gd name="T50" fmla="*/ 60 w 106"/>
                <a:gd name="T51" fmla="*/ 17 h 154"/>
                <a:gd name="T52" fmla="*/ 54 w 106"/>
                <a:gd name="T53" fmla="*/ 17 h 154"/>
                <a:gd name="T54" fmla="*/ 42 w 106"/>
                <a:gd name="T55" fmla="*/ 18 h 154"/>
                <a:gd name="T56" fmla="*/ 32 w 106"/>
                <a:gd name="T57" fmla="*/ 25 h 154"/>
                <a:gd name="T58" fmla="*/ 29 w 106"/>
                <a:gd name="T59" fmla="*/ 28 h 154"/>
                <a:gd name="T60" fmla="*/ 26 w 106"/>
                <a:gd name="T61" fmla="*/ 43 h 154"/>
                <a:gd name="T62" fmla="*/ 26 w 106"/>
                <a:gd name="T63" fmla="*/ 48 h 154"/>
                <a:gd name="T64" fmla="*/ 27 w 106"/>
                <a:gd name="T65" fmla="*/ 53 h 154"/>
                <a:gd name="T66" fmla="*/ 70 w 106"/>
                <a:gd name="T67" fmla="*/ 74 h 154"/>
                <a:gd name="T68" fmla="*/ 42 w 106"/>
                <a:gd name="T69" fmla="*/ 84 h 154"/>
                <a:gd name="T70" fmla="*/ 44 w 106"/>
                <a:gd name="T71" fmla="*/ 92 h 154"/>
                <a:gd name="T72" fmla="*/ 44 w 106"/>
                <a:gd name="T73" fmla="*/ 97 h 154"/>
                <a:gd name="T74" fmla="*/ 42 w 106"/>
                <a:gd name="T75" fmla="*/ 107 h 154"/>
                <a:gd name="T76" fmla="*/ 37 w 106"/>
                <a:gd name="T77" fmla="*/ 116 h 154"/>
                <a:gd name="T78" fmla="*/ 18 w 106"/>
                <a:gd name="T79" fmla="*/ 136 h 154"/>
                <a:gd name="T80" fmla="*/ 32 w 106"/>
                <a:gd name="T81" fmla="*/ 131 h 154"/>
                <a:gd name="T82" fmla="*/ 39 w 106"/>
                <a:gd name="T83" fmla="*/ 130 h 154"/>
                <a:gd name="T84" fmla="*/ 45 w 106"/>
                <a:gd name="T85" fmla="*/ 130 h 154"/>
                <a:gd name="T86" fmla="*/ 65 w 106"/>
                <a:gd name="T87" fmla="*/ 133 h 154"/>
                <a:gd name="T88" fmla="*/ 81 w 106"/>
                <a:gd name="T89" fmla="*/ 136 h 154"/>
                <a:gd name="T90" fmla="*/ 85 w 106"/>
                <a:gd name="T91" fmla="*/ 136 h 154"/>
                <a:gd name="T92" fmla="*/ 90 w 106"/>
                <a:gd name="T93" fmla="*/ 134 h 154"/>
                <a:gd name="T94" fmla="*/ 106 w 106"/>
                <a:gd name="T95" fmla="*/ 143 h 154"/>
                <a:gd name="T96" fmla="*/ 94 w 106"/>
                <a:gd name="T97" fmla="*/ 151 h 154"/>
                <a:gd name="T98" fmla="*/ 88 w 106"/>
                <a:gd name="T99" fmla="*/ 152 h 154"/>
                <a:gd name="T100" fmla="*/ 80 w 106"/>
                <a:gd name="T101" fmla="*/ 154 h 154"/>
                <a:gd name="T102" fmla="*/ 59 w 106"/>
                <a:gd name="T103" fmla="*/ 149 h 154"/>
                <a:gd name="T104" fmla="*/ 45 w 106"/>
                <a:gd name="T105" fmla="*/ 146 h 154"/>
                <a:gd name="T106" fmla="*/ 36 w 106"/>
                <a:gd name="T107" fmla="*/ 144 h 154"/>
                <a:gd name="T108" fmla="*/ 21 w 106"/>
                <a:gd name="T109" fmla="*/ 147 h 154"/>
                <a:gd name="T110" fmla="*/ 11 w 106"/>
                <a:gd name="T111" fmla="*/ 152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6" h="154">
                  <a:moveTo>
                    <a:pt x="1" y="138"/>
                  </a:moveTo>
                  <a:lnTo>
                    <a:pt x="1" y="138"/>
                  </a:lnTo>
                  <a:lnTo>
                    <a:pt x="11" y="130"/>
                  </a:lnTo>
                  <a:lnTo>
                    <a:pt x="19" y="120"/>
                  </a:lnTo>
                  <a:lnTo>
                    <a:pt x="19" y="120"/>
                  </a:lnTo>
                  <a:lnTo>
                    <a:pt x="24" y="110"/>
                  </a:lnTo>
                  <a:lnTo>
                    <a:pt x="26" y="98"/>
                  </a:lnTo>
                  <a:lnTo>
                    <a:pt x="26" y="98"/>
                  </a:lnTo>
                  <a:lnTo>
                    <a:pt x="26" y="92"/>
                  </a:lnTo>
                  <a:lnTo>
                    <a:pt x="26" y="92"/>
                  </a:lnTo>
                  <a:lnTo>
                    <a:pt x="23" y="84"/>
                  </a:lnTo>
                  <a:lnTo>
                    <a:pt x="0" y="84"/>
                  </a:lnTo>
                  <a:lnTo>
                    <a:pt x="0" y="74"/>
                  </a:lnTo>
                  <a:lnTo>
                    <a:pt x="16" y="74"/>
                  </a:lnTo>
                  <a:lnTo>
                    <a:pt x="16" y="74"/>
                  </a:lnTo>
                  <a:lnTo>
                    <a:pt x="13" y="67"/>
                  </a:lnTo>
                  <a:lnTo>
                    <a:pt x="13" y="67"/>
                  </a:lnTo>
                  <a:lnTo>
                    <a:pt x="8" y="58"/>
                  </a:lnTo>
                  <a:lnTo>
                    <a:pt x="8" y="58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6" y="35"/>
                  </a:lnTo>
                  <a:lnTo>
                    <a:pt x="10" y="27"/>
                  </a:lnTo>
                  <a:lnTo>
                    <a:pt x="13" y="20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26" y="9"/>
                  </a:lnTo>
                  <a:lnTo>
                    <a:pt x="34" y="4"/>
                  </a:lnTo>
                  <a:lnTo>
                    <a:pt x="44" y="2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67" y="2"/>
                  </a:lnTo>
                  <a:lnTo>
                    <a:pt x="75" y="4"/>
                  </a:lnTo>
                  <a:lnTo>
                    <a:pt x="83" y="9"/>
                  </a:lnTo>
                  <a:lnTo>
                    <a:pt x="90" y="14"/>
                  </a:lnTo>
                  <a:lnTo>
                    <a:pt x="90" y="14"/>
                  </a:lnTo>
                  <a:lnTo>
                    <a:pt x="94" y="20"/>
                  </a:lnTo>
                  <a:lnTo>
                    <a:pt x="98" y="28"/>
                  </a:lnTo>
                  <a:lnTo>
                    <a:pt x="101" y="38"/>
                  </a:lnTo>
                  <a:lnTo>
                    <a:pt x="101" y="48"/>
                  </a:lnTo>
                  <a:lnTo>
                    <a:pt x="83" y="48"/>
                  </a:lnTo>
                  <a:lnTo>
                    <a:pt x="83" y="48"/>
                  </a:lnTo>
                  <a:lnTo>
                    <a:pt x="83" y="41"/>
                  </a:lnTo>
                  <a:lnTo>
                    <a:pt x="81" y="35"/>
                  </a:lnTo>
                  <a:lnTo>
                    <a:pt x="78" y="30"/>
                  </a:lnTo>
                  <a:lnTo>
                    <a:pt x="75" y="25"/>
                  </a:lnTo>
                  <a:lnTo>
                    <a:pt x="75" y="25"/>
                  </a:lnTo>
                  <a:lnTo>
                    <a:pt x="72" y="22"/>
                  </a:lnTo>
                  <a:lnTo>
                    <a:pt x="67" y="18"/>
                  </a:lnTo>
                  <a:lnTo>
                    <a:pt x="60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47" y="17"/>
                  </a:lnTo>
                  <a:lnTo>
                    <a:pt x="42" y="18"/>
                  </a:lnTo>
                  <a:lnTo>
                    <a:pt x="36" y="22"/>
                  </a:lnTo>
                  <a:lnTo>
                    <a:pt x="32" y="25"/>
                  </a:lnTo>
                  <a:lnTo>
                    <a:pt x="32" y="25"/>
                  </a:lnTo>
                  <a:lnTo>
                    <a:pt x="29" y="28"/>
                  </a:lnTo>
                  <a:lnTo>
                    <a:pt x="27" y="33"/>
                  </a:lnTo>
                  <a:lnTo>
                    <a:pt x="26" y="43"/>
                  </a:lnTo>
                  <a:lnTo>
                    <a:pt x="26" y="43"/>
                  </a:lnTo>
                  <a:lnTo>
                    <a:pt x="26" y="48"/>
                  </a:lnTo>
                  <a:lnTo>
                    <a:pt x="27" y="53"/>
                  </a:lnTo>
                  <a:lnTo>
                    <a:pt x="27" y="53"/>
                  </a:lnTo>
                  <a:lnTo>
                    <a:pt x="37" y="74"/>
                  </a:lnTo>
                  <a:lnTo>
                    <a:pt x="70" y="74"/>
                  </a:lnTo>
                  <a:lnTo>
                    <a:pt x="70" y="84"/>
                  </a:lnTo>
                  <a:lnTo>
                    <a:pt x="42" y="84"/>
                  </a:lnTo>
                  <a:lnTo>
                    <a:pt x="42" y="84"/>
                  </a:lnTo>
                  <a:lnTo>
                    <a:pt x="44" y="92"/>
                  </a:lnTo>
                  <a:lnTo>
                    <a:pt x="44" y="92"/>
                  </a:lnTo>
                  <a:lnTo>
                    <a:pt x="44" y="97"/>
                  </a:lnTo>
                  <a:lnTo>
                    <a:pt x="44" y="97"/>
                  </a:lnTo>
                  <a:lnTo>
                    <a:pt x="42" y="107"/>
                  </a:lnTo>
                  <a:lnTo>
                    <a:pt x="37" y="116"/>
                  </a:lnTo>
                  <a:lnTo>
                    <a:pt x="37" y="116"/>
                  </a:lnTo>
                  <a:lnTo>
                    <a:pt x="29" y="126"/>
                  </a:lnTo>
                  <a:lnTo>
                    <a:pt x="18" y="136"/>
                  </a:lnTo>
                  <a:lnTo>
                    <a:pt x="18" y="136"/>
                  </a:lnTo>
                  <a:lnTo>
                    <a:pt x="32" y="131"/>
                  </a:lnTo>
                  <a:lnTo>
                    <a:pt x="32" y="131"/>
                  </a:lnTo>
                  <a:lnTo>
                    <a:pt x="39" y="130"/>
                  </a:lnTo>
                  <a:lnTo>
                    <a:pt x="45" y="130"/>
                  </a:lnTo>
                  <a:lnTo>
                    <a:pt x="45" y="130"/>
                  </a:lnTo>
                  <a:lnTo>
                    <a:pt x="54" y="130"/>
                  </a:lnTo>
                  <a:lnTo>
                    <a:pt x="65" y="133"/>
                  </a:lnTo>
                  <a:lnTo>
                    <a:pt x="65" y="133"/>
                  </a:lnTo>
                  <a:lnTo>
                    <a:pt x="81" y="136"/>
                  </a:lnTo>
                  <a:lnTo>
                    <a:pt x="81" y="136"/>
                  </a:lnTo>
                  <a:lnTo>
                    <a:pt x="85" y="136"/>
                  </a:lnTo>
                  <a:lnTo>
                    <a:pt x="90" y="134"/>
                  </a:lnTo>
                  <a:lnTo>
                    <a:pt x="90" y="134"/>
                  </a:lnTo>
                  <a:lnTo>
                    <a:pt x="96" y="130"/>
                  </a:lnTo>
                  <a:lnTo>
                    <a:pt x="106" y="143"/>
                  </a:lnTo>
                  <a:lnTo>
                    <a:pt x="106" y="143"/>
                  </a:lnTo>
                  <a:lnTo>
                    <a:pt x="94" y="151"/>
                  </a:lnTo>
                  <a:lnTo>
                    <a:pt x="94" y="151"/>
                  </a:lnTo>
                  <a:lnTo>
                    <a:pt x="88" y="152"/>
                  </a:lnTo>
                  <a:lnTo>
                    <a:pt x="80" y="154"/>
                  </a:lnTo>
                  <a:lnTo>
                    <a:pt x="80" y="154"/>
                  </a:lnTo>
                  <a:lnTo>
                    <a:pt x="72" y="152"/>
                  </a:lnTo>
                  <a:lnTo>
                    <a:pt x="59" y="149"/>
                  </a:lnTo>
                  <a:lnTo>
                    <a:pt x="59" y="149"/>
                  </a:lnTo>
                  <a:lnTo>
                    <a:pt x="45" y="146"/>
                  </a:lnTo>
                  <a:lnTo>
                    <a:pt x="36" y="144"/>
                  </a:lnTo>
                  <a:lnTo>
                    <a:pt x="36" y="144"/>
                  </a:lnTo>
                  <a:lnTo>
                    <a:pt x="29" y="144"/>
                  </a:lnTo>
                  <a:lnTo>
                    <a:pt x="21" y="147"/>
                  </a:lnTo>
                  <a:lnTo>
                    <a:pt x="21" y="147"/>
                  </a:lnTo>
                  <a:lnTo>
                    <a:pt x="11" y="152"/>
                  </a:lnTo>
                  <a:lnTo>
                    <a:pt x="1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2" name="深度视觉·原创设计 https://www.docer.com/works?userid=22383862"/>
            <p:cNvSpPr/>
            <p:nvPr/>
          </p:nvSpPr>
          <p:spPr bwMode="auto">
            <a:xfrm>
              <a:off x="8277226" y="5637213"/>
              <a:ext cx="536575" cy="325438"/>
            </a:xfrm>
            <a:custGeom>
              <a:avLst/>
              <a:gdLst>
                <a:gd name="T0" fmla="*/ 466 w 677"/>
                <a:gd name="T1" fmla="*/ 410 h 410"/>
                <a:gd name="T2" fmla="*/ 72 w 677"/>
                <a:gd name="T3" fmla="*/ 410 h 410"/>
                <a:gd name="T4" fmla="*/ 0 w 677"/>
                <a:gd name="T5" fmla="*/ 84 h 410"/>
                <a:gd name="T6" fmla="*/ 442 w 677"/>
                <a:gd name="T7" fmla="*/ 84 h 410"/>
                <a:gd name="T8" fmla="*/ 430 w 677"/>
                <a:gd name="T9" fmla="*/ 130 h 410"/>
                <a:gd name="T10" fmla="*/ 58 w 677"/>
                <a:gd name="T11" fmla="*/ 130 h 410"/>
                <a:gd name="T12" fmla="*/ 110 w 677"/>
                <a:gd name="T13" fmla="*/ 362 h 410"/>
                <a:gd name="T14" fmla="*/ 428 w 677"/>
                <a:gd name="T15" fmla="*/ 362 h 410"/>
                <a:gd name="T16" fmla="*/ 509 w 677"/>
                <a:gd name="T17" fmla="*/ 0 h 410"/>
                <a:gd name="T18" fmla="*/ 677 w 677"/>
                <a:gd name="T19" fmla="*/ 0 h 410"/>
                <a:gd name="T20" fmla="*/ 677 w 677"/>
                <a:gd name="T21" fmla="*/ 47 h 410"/>
                <a:gd name="T22" fmla="*/ 546 w 677"/>
                <a:gd name="T23" fmla="*/ 47 h 410"/>
                <a:gd name="T24" fmla="*/ 466 w 677"/>
                <a:gd name="T25" fmla="*/ 41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77" h="410">
                  <a:moveTo>
                    <a:pt x="466" y="410"/>
                  </a:moveTo>
                  <a:lnTo>
                    <a:pt x="72" y="410"/>
                  </a:lnTo>
                  <a:lnTo>
                    <a:pt x="0" y="84"/>
                  </a:lnTo>
                  <a:lnTo>
                    <a:pt x="442" y="84"/>
                  </a:lnTo>
                  <a:lnTo>
                    <a:pt x="430" y="130"/>
                  </a:lnTo>
                  <a:lnTo>
                    <a:pt x="58" y="130"/>
                  </a:lnTo>
                  <a:lnTo>
                    <a:pt x="110" y="362"/>
                  </a:lnTo>
                  <a:lnTo>
                    <a:pt x="428" y="362"/>
                  </a:lnTo>
                  <a:lnTo>
                    <a:pt x="509" y="0"/>
                  </a:lnTo>
                  <a:lnTo>
                    <a:pt x="677" y="0"/>
                  </a:lnTo>
                  <a:lnTo>
                    <a:pt x="677" y="47"/>
                  </a:lnTo>
                  <a:lnTo>
                    <a:pt x="546" y="47"/>
                  </a:lnTo>
                  <a:lnTo>
                    <a:pt x="466" y="4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3" name="深度视觉·原创设计 https://www.docer.com/works?userid=22383862"/>
            <p:cNvSpPr/>
            <p:nvPr/>
          </p:nvSpPr>
          <p:spPr bwMode="auto">
            <a:xfrm>
              <a:off x="8367713" y="5976938"/>
              <a:ext cx="69850" cy="69850"/>
            </a:xfrm>
            <a:custGeom>
              <a:avLst/>
              <a:gdLst>
                <a:gd name="T0" fmla="*/ 88 w 88"/>
                <a:gd name="T1" fmla="*/ 42 h 86"/>
                <a:gd name="T2" fmla="*/ 88 w 88"/>
                <a:gd name="T3" fmla="*/ 42 h 86"/>
                <a:gd name="T4" fmla="*/ 86 w 88"/>
                <a:gd name="T5" fmla="*/ 52 h 86"/>
                <a:gd name="T6" fmla="*/ 85 w 88"/>
                <a:gd name="T7" fmla="*/ 60 h 86"/>
                <a:gd name="T8" fmla="*/ 80 w 88"/>
                <a:gd name="T9" fmla="*/ 67 h 86"/>
                <a:gd name="T10" fmla="*/ 75 w 88"/>
                <a:gd name="T11" fmla="*/ 73 h 86"/>
                <a:gd name="T12" fmla="*/ 68 w 88"/>
                <a:gd name="T13" fmla="*/ 80 h 86"/>
                <a:gd name="T14" fmla="*/ 60 w 88"/>
                <a:gd name="T15" fmla="*/ 83 h 86"/>
                <a:gd name="T16" fmla="*/ 52 w 88"/>
                <a:gd name="T17" fmla="*/ 86 h 86"/>
                <a:gd name="T18" fmla="*/ 44 w 88"/>
                <a:gd name="T19" fmla="*/ 86 h 86"/>
                <a:gd name="T20" fmla="*/ 44 w 88"/>
                <a:gd name="T21" fmla="*/ 86 h 86"/>
                <a:gd name="T22" fmla="*/ 36 w 88"/>
                <a:gd name="T23" fmla="*/ 86 h 86"/>
                <a:gd name="T24" fmla="*/ 28 w 88"/>
                <a:gd name="T25" fmla="*/ 83 h 86"/>
                <a:gd name="T26" fmla="*/ 19 w 88"/>
                <a:gd name="T27" fmla="*/ 80 h 86"/>
                <a:gd name="T28" fmla="*/ 13 w 88"/>
                <a:gd name="T29" fmla="*/ 73 h 86"/>
                <a:gd name="T30" fmla="*/ 8 w 88"/>
                <a:gd name="T31" fmla="*/ 67 h 86"/>
                <a:gd name="T32" fmla="*/ 5 w 88"/>
                <a:gd name="T33" fmla="*/ 60 h 86"/>
                <a:gd name="T34" fmla="*/ 1 w 88"/>
                <a:gd name="T35" fmla="*/ 52 h 86"/>
                <a:gd name="T36" fmla="*/ 0 w 88"/>
                <a:gd name="T37" fmla="*/ 42 h 86"/>
                <a:gd name="T38" fmla="*/ 0 w 88"/>
                <a:gd name="T39" fmla="*/ 42 h 86"/>
                <a:gd name="T40" fmla="*/ 1 w 88"/>
                <a:gd name="T41" fmla="*/ 34 h 86"/>
                <a:gd name="T42" fmla="*/ 5 w 88"/>
                <a:gd name="T43" fmla="*/ 26 h 86"/>
                <a:gd name="T44" fmla="*/ 8 w 88"/>
                <a:gd name="T45" fmla="*/ 19 h 86"/>
                <a:gd name="T46" fmla="*/ 13 w 88"/>
                <a:gd name="T47" fmla="*/ 13 h 86"/>
                <a:gd name="T48" fmla="*/ 19 w 88"/>
                <a:gd name="T49" fmla="*/ 6 h 86"/>
                <a:gd name="T50" fmla="*/ 28 w 88"/>
                <a:gd name="T51" fmla="*/ 3 h 86"/>
                <a:gd name="T52" fmla="*/ 36 w 88"/>
                <a:gd name="T53" fmla="*/ 0 h 86"/>
                <a:gd name="T54" fmla="*/ 44 w 88"/>
                <a:gd name="T55" fmla="*/ 0 h 86"/>
                <a:gd name="T56" fmla="*/ 44 w 88"/>
                <a:gd name="T57" fmla="*/ 0 h 86"/>
                <a:gd name="T58" fmla="*/ 52 w 88"/>
                <a:gd name="T59" fmla="*/ 0 h 86"/>
                <a:gd name="T60" fmla="*/ 60 w 88"/>
                <a:gd name="T61" fmla="*/ 3 h 86"/>
                <a:gd name="T62" fmla="*/ 68 w 88"/>
                <a:gd name="T63" fmla="*/ 6 h 86"/>
                <a:gd name="T64" fmla="*/ 75 w 88"/>
                <a:gd name="T65" fmla="*/ 13 h 86"/>
                <a:gd name="T66" fmla="*/ 80 w 88"/>
                <a:gd name="T67" fmla="*/ 19 h 86"/>
                <a:gd name="T68" fmla="*/ 85 w 88"/>
                <a:gd name="T69" fmla="*/ 26 h 86"/>
                <a:gd name="T70" fmla="*/ 86 w 88"/>
                <a:gd name="T71" fmla="*/ 34 h 86"/>
                <a:gd name="T72" fmla="*/ 88 w 88"/>
                <a:gd name="T73" fmla="*/ 42 h 86"/>
                <a:gd name="T74" fmla="*/ 88 w 88"/>
                <a:gd name="T75" fmla="*/ 4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8" h="86">
                  <a:moveTo>
                    <a:pt x="88" y="42"/>
                  </a:moveTo>
                  <a:lnTo>
                    <a:pt x="88" y="42"/>
                  </a:lnTo>
                  <a:lnTo>
                    <a:pt x="86" y="52"/>
                  </a:lnTo>
                  <a:lnTo>
                    <a:pt x="85" y="60"/>
                  </a:lnTo>
                  <a:lnTo>
                    <a:pt x="80" y="67"/>
                  </a:lnTo>
                  <a:lnTo>
                    <a:pt x="75" y="73"/>
                  </a:lnTo>
                  <a:lnTo>
                    <a:pt x="68" y="80"/>
                  </a:lnTo>
                  <a:lnTo>
                    <a:pt x="60" y="83"/>
                  </a:lnTo>
                  <a:lnTo>
                    <a:pt x="52" y="86"/>
                  </a:lnTo>
                  <a:lnTo>
                    <a:pt x="44" y="86"/>
                  </a:lnTo>
                  <a:lnTo>
                    <a:pt x="44" y="86"/>
                  </a:lnTo>
                  <a:lnTo>
                    <a:pt x="36" y="86"/>
                  </a:lnTo>
                  <a:lnTo>
                    <a:pt x="28" y="83"/>
                  </a:lnTo>
                  <a:lnTo>
                    <a:pt x="19" y="80"/>
                  </a:lnTo>
                  <a:lnTo>
                    <a:pt x="13" y="73"/>
                  </a:lnTo>
                  <a:lnTo>
                    <a:pt x="8" y="67"/>
                  </a:lnTo>
                  <a:lnTo>
                    <a:pt x="5" y="60"/>
                  </a:lnTo>
                  <a:lnTo>
                    <a:pt x="1" y="5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" y="34"/>
                  </a:lnTo>
                  <a:lnTo>
                    <a:pt x="5" y="26"/>
                  </a:lnTo>
                  <a:lnTo>
                    <a:pt x="8" y="19"/>
                  </a:lnTo>
                  <a:lnTo>
                    <a:pt x="13" y="13"/>
                  </a:lnTo>
                  <a:lnTo>
                    <a:pt x="19" y="6"/>
                  </a:lnTo>
                  <a:lnTo>
                    <a:pt x="28" y="3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52" y="0"/>
                  </a:lnTo>
                  <a:lnTo>
                    <a:pt x="60" y="3"/>
                  </a:lnTo>
                  <a:lnTo>
                    <a:pt x="68" y="6"/>
                  </a:lnTo>
                  <a:lnTo>
                    <a:pt x="75" y="13"/>
                  </a:lnTo>
                  <a:lnTo>
                    <a:pt x="80" y="19"/>
                  </a:lnTo>
                  <a:lnTo>
                    <a:pt x="85" y="26"/>
                  </a:lnTo>
                  <a:lnTo>
                    <a:pt x="86" y="34"/>
                  </a:lnTo>
                  <a:lnTo>
                    <a:pt x="88" y="42"/>
                  </a:lnTo>
                  <a:lnTo>
                    <a:pt x="88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4" name="深度视觉·原创设计 https://www.docer.com/works?userid=22383862"/>
            <p:cNvSpPr/>
            <p:nvPr/>
          </p:nvSpPr>
          <p:spPr bwMode="auto">
            <a:xfrm>
              <a:off x="8547101" y="5976938"/>
              <a:ext cx="71438" cy="69850"/>
            </a:xfrm>
            <a:custGeom>
              <a:avLst/>
              <a:gdLst>
                <a:gd name="T0" fmla="*/ 88 w 88"/>
                <a:gd name="T1" fmla="*/ 42 h 86"/>
                <a:gd name="T2" fmla="*/ 88 w 88"/>
                <a:gd name="T3" fmla="*/ 42 h 86"/>
                <a:gd name="T4" fmla="*/ 86 w 88"/>
                <a:gd name="T5" fmla="*/ 52 h 86"/>
                <a:gd name="T6" fmla="*/ 83 w 88"/>
                <a:gd name="T7" fmla="*/ 60 h 86"/>
                <a:gd name="T8" fmla="*/ 80 w 88"/>
                <a:gd name="T9" fmla="*/ 67 h 86"/>
                <a:gd name="T10" fmla="*/ 75 w 88"/>
                <a:gd name="T11" fmla="*/ 73 h 86"/>
                <a:gd name="T12" fmla="*/ 69 w 88"/>
                <a:gd name="T13" fmla="*/ 80 h 86"/>
                <a:gd name="T14" fmla="*/ 60 w 88"/>
                <a:gd name="T15" fmla="*/ 83 h 86"/>
                <a:gd name="T16" fmla="*/ 52 w 88"/>
                <a:gd name="T17" fmla="*/ 86 h 86"/>
                <a:gd name="T18" fmla="*/ 44 w 88"/>
                <a:gd name="T19" fmla="*/ 86 h 86"/>
                <a:gd name="T20" fmla="*/ 44 w 88"/>
                <a:gd name="T21" fmla="*/ 86 h 86"/>
                <a:gd name="T22" fmla="*/ 36 w 88"/>
                <a:gd name="T23" fmla="*/ 86 h 86"/>
                <a:gd name="T24" fmla="*/ 28 w 88"/>
                <a:gd name="T25" fmla="*/ 83 h 86"/>
                <a:gd name="T26" fmla="*/ 19 w 88"/>
                <a:gd name="T27" fmla="*/ 80 h 86"/>
                <a:gd name="T28" fmla="*/ 13 w 88"/>
                <a:gd name="T29" fmla="*/ 73 h 86"/>
                <a:gd name="T30" fmla="*/ 8 w 88"/>
                <a:gd name="T31" fmla="*/ 67 h 86"/>
                <a:gd name="T32" fmla="*/ 5 w 88"/>
                <a:gd name="T33" fmla="*/ 60 h 86"/>
                <a:gd name="T34" fmla="*/ 2 w 88"/>
                <a:gd name="T35" fmla="*/ 52 h 86"/>
                <a:gd name="T36" fmla="*/ 0 w 88"/>
                <a:gd name="T37" fmla="*/ 42 h 86"/>
                <a:gd name="T38" fmla="*/ 0 w 88"/>
                <a:gd name="T39" fmla="*/ 42 h 86"/>
                <a:gd name="T40" fmla="*/ 2 w 88"/>
                <a:gd name="T41" fmla="*/ 34 h 86"/>
                <a:gd name="T42" fmla="*/ 5 w 88"/>
                <a:gd name="T43" fmla="*/ 26 h 86"/>
                <a:gd name="T44" fmla="*/ 8 w 88"/>
                <a:gd name="T45" fmla="*/ 19 h 86"/>
                <a:gd name="T46" fmla="*/ 13 w 88"/>
                <a:gd name="T47" fmla="*/ 13 h 86"/>
                <a:gd name="T48" fmla="*/ 19 w 88"/>
                <a:gd name="T49" fmla="*/ 6 h 86"/>
                <a:gd name="T50" fmla="*/ 28 w 88"/>
                <a:gd name="T51" fmla="*/ 3 h 86"/>
                <a:gd name="T52" fmla="*/ 36 w 88"/>
                <a:gd name="T53" fmla="*/ 0 h 86"/>
                <a:gd name="T54" fmla="*/ 44 w 88"/>
                <a:gd name="T55" fmla="*/ 0 h 86"/>
                <a:gd name="T56" fmla="*/ 44 w 88"/>
                <a:gd name="T57" fmla="*/ 0 h 86"/>
                <a:gd name="T58" fmla="*/ 52 w 88"/>
                <a:gd name="T59" fmla="*/ 0 h 86"/>
                <a:gd name="T60" fmla="*/ 60 w 88"/>
                <a:gd name="T61" fmla="*/ 3 h 86"/>
                <a:gd name="T62" fmla="*/ 69 w 88"/>
                <a:gd name="T63" fmla="*/ 6 h 86"/>
                <a:gd name="T64" fmla="*/ 75 w 88"/>
                <a:gd name="T65" fmla="*/ 13 h 86"/>
                <a:gd name="T66" fmla="*/ 80 w 88"/>
                <a:gd name="T67" fmla="*/ 19 h 86"/>
                <a:gd name="T68" fmla="*/ 83 w 88"/>
                <a:gd name="T69" fmla="*/ 26 h 86"/>
                <a:gd name="T70" fmla="*/ 86 w 88"/>
                <a:gd name="T71" fmla="*/ 34 h 86"/>
                <a:gd name="T72" fmla="*/ 88 w 88"/>
                <a:gd name="T73" fmla="*/ 42 h 86"/>
                <a:gd name="T74" fmla="*/ 88 w 88"/>
                <a:gd name="T75" fmla="*/ 4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8" h="86">
                  <a:moveTo>
                    <a:pt x="88" y="42"/>
                  </a:moveTo>
                  <a:lnTo>
                    <a:pt x="88" y="42"/>
                  </a:lnTo>
                  <a:lnTo>
                    <a:pt x="86" y="52"/>
                  </a:lnTo>
                  <a:lnTo>
                    <a:pt x="83" y="60"/>
                  </a:lnTo>
                  <a:lnTo>
                    <a:pt x="80" y="67"/>
                  </a:lnTo>
                  <a:lnTo>
                    <a:pt x="75" y="73"/>
                  </a:lnTo>
                  <a:lnTo>
                    <a:pt x="69" y="80"/>
                  </a:lnTo>
                  <a:lnTo>
                    <a:pt x="60" y="83"/>
                  </a:lnTo>
                  <a:lnTo>
                    <a:pt x="52" y="86"/>
                  </a:lnTo>
                  <a:lnTo>
                    <a:pt x="44" y="86"/>
                  </a:lnTo>
                  <a:lnTo>
                    <a:pt x="44" y="86"/>
                  </a:lnTo>
                  <a:lnTo>
                    <a:pt x="36" y="86"/>
                  </a:lnTo>
                  <a:lnTo>
                    <a:pt x="28" y="83"/>
                  </a:lnTo>
                  <a:lnTo>
                    <a:pt x="19" y="80"/>
                  </a:lnTo>
                  <a:lnTo>
                    <a:pt x="13" y="73"/>
                  </a:lnTo>
                  <a:lnTo>
                    <a:pt x="8" y="67"/>
                  </a:lnTo>
                  <a:lnTo>
                    <a:pt x="5" y="60"/>
                  </a:lnTo>
                  <a:lnTo>
                    <a:pt x="2" y="5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34"/>
                  </a:lnTo>
                  <a:lnTo>
                    <a:pt x="5" y="26"/>
                  </a:lnTo>
                  <a:lnTo>
                    <a:pt x="8" y="19"/>
                  </a:lnTo>
                  <a:lnTo>
                    <a:pt x="13" y="13"/>
                  </a:lnTo>
                  <a:lnTo>
                    <a:pt x="19" y="6"/>
                  </a:lnTo>
                  <a:lnTo>
                    <a:pt x="28" y="3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52" y="0"/>
                  </a:lnTo>
                  <a:lnTo>
                    <a:pt x="60" y="3"/>
                  </a:lnTo>
                  <a:lnTo>
                    <a:pt x="69" y="6"/>
                  </a:lnTo>
                  <a:lnTo>
                    <a:pt x="75" y="13"/>
                  </a:lnTo>
                  <a:lnTo>
                    <a:pt x="80" y="19"/>
                  </a:lnTo>
                  <a:lnTo>
                    <a:pt x="83" y="26"/>
                  </a:lnTo>
                  <a:lnTo>
                    <a:pt x="86" y="34"/>
                  </a:lnTo>
                  <a:lnTo>
                    <a:pt x="88" y="42"/>
                  </a:lnTo>
                  <a:lnTo>
                    <a:pt x="88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5" name="深度视觉·原创设计 https://www.docer.com/works?userid=22383862"/>
          <p:cNvGrpSpPr/>
          <p:nvPr/>
        </p:nvGrpSpPr>
        <p:grpSpPr>
          <a:xfrm>
            <a:off x="4516041" y="2666778"/>
            <a:ext cx="526762" cy="479136"/>
            <a:chOff x="1768476" y="2143125"/>
            <a:chExt cx="579438" cy="527050"/>
          </a:xfrm>
          <a:solidFill>
            <a:schemeClr val="bg1"/>
          </a:solidFill>
        </p:grpSpPr>
        <p:sp>
          <p:nvSpPr>
            <p:cNvPr id="26" name="深度视觉·原创设计 https://www.docer.com/works?userid=22383862"/>
            <p:cNvSpPr/>
            <p:nvPr/>
          </p:nvSpPr>
          <p:spPr bwMode="auto">
            <a:xfrm>
              <a:off x="1982788" y="2420938"/>
              <a:ext cx="136525" cy="158750"/>
            </a:xfrm>
            <a:custGeom>
              <a:avLst/>
              <a:gdLst>
                <a:gd name="T0" fmla="*/ 141 w 172"/>
                <a:gd name="T1" fmla="*/ 156 h 200"/>
                <a:gd name="T2" fmla="*/ 124 w 172"/>
                <a:gd name="T3" fmla="*/ 172 h 200"/>
                <a:gd name="T4" fmla="*/ 103 w 172"/>
                <a:gd name="T5" fmla="*/ 177 h 200"/>
                <a:gd name="T6" fmla="*/ 92 w 172"/>
                <a:gd name="T7" fmla="*/ 175 h 200"/>
                <a:gd name="T8" fmla="*/ 72 w 172"/>
                <a:gd name="T9" fmla="*/ 165 h 200"/>
                <a:gd name="T10" fmla="*/ 65 w 172"/>
                <a:gd name="T11" fmla="*/ 157 h 200"/>
                <a:gd name="T12" fmla="*/ 54 w 172"/>
                <a:gd name="T13" fmla="*/ 128 h 200"/>
                <a:gd name="T14" fmla="*/ 126 w 172"/>
                <a:gd name="T15" fmla="*/ 110 h 200"/>
                <a:gd name="T16" fmla="*/ 52 w 172"/>
                <a:gd name="T17" fmla="*/ 110 h 200"/>
                <a:gd name="T18" fmla="*/ 52 w 172"/>
                <a:gd name="T19" fmla="*/ 103 h 200"/>
                <a:gd name="T20" fmla="*/ 121 w 172"/>
                <a:gd name="T21" fmla="*/ 89 h 200"/>
                <a:gd name="T22" fmla="*/ 56 w 172"/>
                <a:gd name="T23" fmla="*/ 71 h 200"/>
                <a:gd name="T24" fmla="*/ 59 w 172"/>
                <a:gd name="T25" fmla="*/ 54 h 200"/>
                <a:gd name="T26" fmla="*/ 67 w 172"/>
                <a:gd name="T27" fmla="*/ 43 h 200"/>
                <a:gd name="T28" fmla="*/ 83 w 172"/>
                <a:gd name="T29" fmla="*/ 28 h 200"/>
                <a:gd name="T30" fmla="*/ 105 w 172"/>
                <a:gd name="T31" fmla="*/ 23 h 200"/>
                <a:gd name="T32" fmla="*/ 113 w 172"/>
                <a:gd name="T33" fmla="*/ 23 h 200"/>
                <a:gd name="T34" fmla="*/ 128 w 172"/>
                <a:gd name="T35" fmla="*/ 30 h 200"/>
                <a:gd name="T36" fmla="*/ 134 w 172"/>
                <a:gd name="T37" fmla="*/ 33 h 200"/>
                <a:gd name="T38" fmla="*/ 142 w 172"/>
                <a:gd name="T39" fmla="*/ 46 h 200"/>
                <a:gd name="T40" fmla="*/ 149 w 172"/>
                <a:gd name="T41" fmla="*/ 63 h 200"/>
                <a:gd name="T42" fmla="*/ 170 w 172"/>
                <a:gd name="T43" fmla="*/ 63 h 200"/>
                <a:gd name="T44" fmla="*/ 163 w 172"/>
                <a:gd name="T45" fmla="*/ 40 h 200"/>
                <a:gd name="T46" fmla="*/ 150 w 172"/>
                <a:gd name="T47" fmla="*/ 20 h 200"/>
                <a:gd name="T48" fmla="*/ 142 w 172"/>
                <a:gd name="T49" fmla="*/ 12 h 200"/>
                <a:gd name="T50" fmla="*/ 118 w 172"/>
                <a:gd name="T51" fmla="*/ 2 h 200"/>
                <a:gd name="T52" fmla="*/ 105 w 172"/>
                <a:gd name="T53" fmla="*/ 0 h 200"/>
                <a:gd name="T54" fmla="*/ 80 w 172"/>
                <a:gd name="T55" fmla="*/ 5 h 200"/>
                <a:gd name="T56" fmla="*/ 65 w 172"/>
                <a:gd name="T57" fmla="*/ 12 h 200"/>
                <a:gd name="T58" fmla="*/ 49 w 172"/>
                <a:gd name="T59" fmla="*/ 30 h 200"/>
                <a:gd name="T60" fmla="*/ 43 w 172"/>
                <a:gd name="T61" fmla="*/ 40 h 200"/>
                <a:gd name="T62" fmla="*/ 34 w 172"/>
                <a:gd name="T63" fmla="*/ 59 h 200"/>
                <a:gd name="T64" fmla="*/ 5 w 172"/>
                <a:gd name="T65" fmla="*/ 71 h 200"/>
                <a:gd name="T66" fmla="*/ 31 w 172"/>
                <a:gd name="T67" fmla="*/ 89 h 200"/>
                <a:gd name="T68" fmla="*/ 30 w 172"/>
                <a:gd name="T69" fmla="*/ 99 h 200"/>
                <a:gd name="T70" fmla="*/ 31 w 172"/>
                <a:gd name="T71" fmla="*/ 110 h 200"/>
                <a:gd name="T72" fmla="*/ 0 w 172"/>
                <a:gd name="T73" fmla="*/ 128 h 200"/>
                <a:gd name="T74" fmla="*/ 33 w 172"/>
                <a:gd name="T75" fmla="*/ 128 h 200"/>
                <a:gd name="T76" fmla="*/ 41 w 172"/>
                <a:gd name="T77" fmla="*/ 157 h 200"/>
                <a:gd name="T78" fmla="*/ 56 w 172"/>
                <a:gd name="T79" fmla="*/ 180 h 200"/>
                <a:gd name="T80" fmla="*/ 65 w 172"/>
                <a:gd name="T81" fmla="*/ 188 h 200"/>
                <a:gd name="T82" fmla="*/ 88 w 172"/>
                <a:gd name="T83" fmla="*/ 198 h 200"/>
                <a:gd name="T84" fmla="*/ 101 w 172"/>
                <a:gd name="T85" fmla="*/ 200 h 200"/>
                <a:gd name="T86" fmla="*/ 131 w 172"/>
                <a:gd name="T87" fmla="*/ 193 h 200"/>
                <a:gd name="T88" fmla="*/ 152 w 172"/>
                <a:gd name="T89" fmla="*/ 175 h 200"/>
                <a:gd name="T90" fmla="*/ 160 w 172"/>
                <a:gd name="T91" fmla="*/ 165 h 200"/>
                <a:gd name="T92" fmla="*/ 168 w 172"/>
                <a:gd name="T93" fmla="*/ 139 h 200"/>
                <a:gd name="T94" fmla="*/ 150 w 172"/>
                <a:gd name="T95" fmla="*/ 126 h 200"/>
                <a:gd name="T96" fmla="*/ 146 w 172"/>
                <a:gd name="T97" fmla="*/ 143 h 200"/>
                <a:gd name="T98" fmla="*/ 141 w 172"/>
                <a:gd name="T99" fmla="*/ 15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72" h="200">
                  <a:moveTo>
                    <a:pt x="141" y="156"/>
                  </a:moveTo>
                  <a:lnTo>
                    <a:pt x="141" y="156"/>
                  </a:lnTo>
                  <a:lnTo>
                    <a:pt x="132" y="165"/>
                  </a:lnTo>
                  <a:lnTo>
                    <a:pt x="124" y="172"/>
                  </a:lnTo>
                  <a:lnTo>
                    <a:pt x="114" y="175"/>
                  </a:lnTo>
                  <a:lnTo>
                    <a:pt x="103" y="177"/>
                  </a:lnTo>
                  <a:lnTo>
                    <a:pt x="103" y="177"/>
                  </a:lnTo>
                  <a:lnTo>
                    <a:pt x="92" y="175"/>
                  </a:lnTo>
                  <a:lnTo>
                    <a:pt x="82" y="172"/>
                  </a:lnTo>
                  <a:lnTo>
                    <a:pt x="72" y="165"/>
                  </a:lnTo>
                  <a:lnTo>
                    <a:pt x="65" y="157"/>
                  </a:lnTo>
                  <a:lnTo>
                    <a:pt x="65" y="157"/>
                  </a:lnTo>
                  <a:lnTo>
                    <a:pt x="59" y="143"/>
                  </a:lnTo>
                  <a:lnTo>
                    <a:pt x="54" y="128"/>
                  </a:lnTo>
                  <a:lnTo>
                    <a:pt x="121" y="128"/>
                  </a:lnTo>
                  <a:lnTo>
                    <a:pt x="126" y="110"/>
                  </a:lnTo>
                  <a:lnTo>
                    <a:pt x="52" y="110"/>
                  </a:lnTo>
                  <a:lnTo>
                    <a:pt x="52" y="110"/>
                  </a:lnTo>
                  <a:lnTo>
                    <a:pt x="52" y="103"/>
                  </a:lnTo>
                  <a:lnTo>
                    <a:pt x="52" y="103"/>
                  </a:lnTo>
                  <a:lnTo>
                    <a:pt x="52" y="89"/>
                  </a:lnTo>
                  <a:lnTo>
                    <a:pt x="121" y="89"/>
                  </a:lnTo>
                  <a:lnTo>
                    <a:pt x="128" y="71"/>
                  </a:lnTo>
                  <a:lnTo>
                    <a:pt x="56" y="71"/>
                  </a:lnTo>
                  <a:lnTo>
                    <a:pt x="56" y="71"/>
                  </a:lnTo>
                  <a:lnTo>
                    <a:pt x="59" y="54"/>
                  </a:lnTo>
                  <a:lnTo>
                    <a:pt x="67" y="43"/>
                  </a:lnTo>
                  <a:lnTo>
                    <a:pt x="67" y="43"/>
                  </a:lnTo>
                  <a:lnTo>
                    <a:pt x="74" y="35"/>
                  </a:lnTo>
                  <a:lnTo>
                    <a:pt x="83" y="28"/>
                  </a:lnTo>
                  <a:lnTo>
                    <a:pt x="93" y="25"/>
                  </a:lnTo>
                  <a:lnTo>
                    <a:pt x="105" y="23"/>
                  </a:lnTo>
                  <a:lnTo>
                    <a:pt x="105" y="23"/>
                  </a:lnTo>
                  <a:lnTo>
                    <a:pt x="113" y="23"/>
                  </a:lnTo>
                  <a:lnTo>
                    <a:pt x="121" y="25"/>
                  </a:lnTo>
                  <a:lnTo>
                    <a:pt x="128" y="30"/>
                  </a:lnTo>
                  <a:lnTo>
                    <a:pt x="134" y="33"/>
                  </a:lnTo>
                  <a:lnTo>
                    <a:pt x="134" y="33"/>
                  </a:lnTo>
                  <a:lnTo>
                    <a:pt x="139" y="40"/>
                  </a:lnTo>
                  <a:lnTo>
                    <a:pt x="142" y="46"/>
                  </a:lnTo>
                  <a:lnTo>
                    <a:pt x="146" y="54"/>
                  </a:lnTo>
                  <a:lnTo>
                    <a:pt x="149" y="63"/>
                  </a:lnTo>
                  <a:lnTo>
                    <a:pt x="170" y="63"/>
                  </a:lnTo>
                  <a:lnTo>
                    <a:pt x="170" y="63"/>
                  </a:lnTo>
                  <a:lnTo>
                    <a:pt x="167" y="51"/>
                  </a:lnTo>
                  <a:lnTo>
                    <a:pt x="163" y="40"/>
                  </a:lnTo>
                  <a:lnTo>
                    <a:pt x="159" y="30"/>
                  </a:lnTo>
                  <a:lnTo>
                    <a:pt x="150" y="20"/>
                  </a:lnTo>
                  <a:lnTo>
                    <a:pt x="150" y="20"/>
                  </a:lnTo>
                  <a:lnTo>
                    <a:pt x="142" y="12"/>
                  </a:lnTo>
                  <a:lnTo>
                    <a:pt x="131" y="5"/>
                  </a:lnTo>
                  <a:lnTo>
                    <a:pt x="118" y="2"/>
                  </a:lnTo>
                  <a:lnTo>
                    <a:pt x="105" y="0"/>
                  </a:lnTo>
                  <a:lnTo>
                    <a:pt x="105" y="0"/>
                  </a:lnTo>
                  <a:lnTo>
                    <a:pt x="87" y="2"/>
                  </a:lnTo>
                  <a:lnTo>
                    <a:pt x="80" y="5"/>
                  </a:lnTo>
                  <a:lnTo>
                    <a:pt x="72" y="9"/>
                  </a:lnTo>
                  <a:lnTo>
                    <a:pt x="65" y="12"/>
                  </a:lnTo>
                  <a:lnTo>
                    <a:pt x="59" y="17"/>
                  </a:lnTo>
                  <a:lnTo>
                    <a:pt x="49" y="30"/>
                  </a:lnTo>
                  <a:lnTo>
                    <a:pt x="49" y="30"/>
                  </a:lnTo>
                  <a:lnTo>
                    <a:pt x="43" y="40"/>
                  </a:lnTo>
                  <a:lnTo>
                    <a:pt x="39" y="49"/>
                  </a:lnTo>
                  <a:lnTo>
                    <a:pt x="34" y="59"/>
                  </a:lnTo>
                  <a:lnTo>
                    <a:pt x="33" y="71"/>
                  </a:lnTo>
                  <a:lnTo>
                    <a:pt x="5" y="71"/>
                  </a:lnTo>
                  <a:lnTo>
                    <a:pt x="0" y="89"/>
                  </a:lnTo>
                  <a:lnTo>
                    <a:pt x="31" y="89"/>
                  </a:lnTo>
                  <a:lnTo>
                    <a:pt x="31" y="89"/>
                  </a:lnTo>
                  <a:lnTo>
                    <a:pt x="30" y="99"/>
                  </a:lnTo>
                  <a:lnTo>
                    <a:pt x="30" y="99"/>
                  </a:lnTo>
                  <a:lnTo>
                    <a:pt x="31" y="110"/>
                  </a:lnTo>
                  <a:lnTo>
                    <a:pt x="5" y="110"/>
                  </a:lnTo>
                  <a:lnTo>
                    <a:pt x="0" y="128"/>
                  </a:lnTo>
                  <a:lnTo>
                    <a:pt x="33" y="128"/>
                  </a:lnTo>
                  <a:lnTo>
                    <a:pt x="33" y="128"/>
                  </a:lnTo>
                  <a:lnTo>
                    <a:pt x="36" y="143"/>
                  </a:lnTo>
                  <a:lnTo>
                    <a:pt x="41" y="157"/>
                  </a:lnTo>
                  <a:lnTo>
                    <a:pt x="47" y="170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65" y="188"/>
                  </a:lnTo>
                  <a:lnTo>
                    <a:pt x="75" y="195"/>
                  </a:lnTo>
                  <a:lnTo>
                    <a:pt x="88" y="198"/>
                  </a:lnTo>
                  <a:lnTo>
                    <a:pt x="101" y="200"/>
                  </a:lnTo>
                  <a:lnTo>
                    <a:pt x="101" y="200"/>
                  </a:lnTo>
                  <a:lnTo>
                    <a:pt x="116" y="198"/>
                  </a:lnTo>
                  <a:lnTo>
                    <a:pt x="131" y="193"/>
                  </a:lnTo>
                  <a:lnTo>
                    <a:pt x="142" y="187"/>
                  </a:lnTo>
                  <a:lnTo>
                    <a:pt x="152" y="175"/>
                  </a:lnTo>
                  <a:lnTo>
                    <a:pt x="152" y="175"/>
                  </a:lnTo>
                  <a:lnTo>
                    <a:pt x="160" y="165"/>
                  </a:lnTo>
                  <a:lnTo>
                    <a:pt x="165" y="152"/>
                  </a:lnTo>
                  <a:lnTo>
                    <a:pt x="168" y="139"/>
                  </a:lnTo>
                  <a:lnTo>
                    <a:pt x="172" y="126"/>
                  </a:lnTo>
                  <a:lnTo>
                    <a:pt x="150" y="126"/>
                  </a:lnTo>
                  <a:lnTo>
                    <a:pt x="150" y="126"/>
                  </a:lnTo>
                  <a:lnTo>
                    <a:pt x="146" y="143"/>
                  </a:lnTo>
                  <a:lnTo>
                    <a:pt x="141" y="156"/>
                  </a:lnTo>
                  <a:lnTo>
                    <a:pt x="141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7" name="深度视觉·原创设计 https://www.docer.com/works?userid=22383862"/>
            <p:cNvSpPr>
              <a:spLocks noEditPoints="1"/>
            </p:cNvSpPr>
            <p:nvPr/>
          </p:nvSpPr>
          <p:spPr bwMode="auto">
            <a:xfrm>
              <a:off x="1768476" y="2143125"/>
              <a:ext cx="579438" cy="527050"/>
            </a:xfrm>
            <a:custGeom>
              <a:avLst/>
              <a:gdLst>
                <a:gd name="T0" fmla="*/ 454 w 730"/>
                <a:gd name="T1" fmla="*/ 64 h 665"/>
                <a:gd name="T2" fmla="*/ 459 w 730"/>
                <a:gd name="T3" fmla="*/ 38 h 665"/>
                <a:gd name="T4" fmla="*/ 447 w 730"/>
                <a:gd name="T5" fmla="*/ 13 h 665"/>
                <a:gd name="T6" fmla="*/ 426 w 730"/>
                <a:gd name="T7" fmla="*/ 2 h 665"/>
                <a:gd name="T8" fmla="*/ 393 w 730"/>
                <a:gd name="T9" fmla="*/ 8 h 665"/>
                <a:gd name="T10" fmla="*/ 377 w 730"/>
                <a:gd name="T11" fmla="*/ 28 h 665"/>
                <a:gd name="T12" fmla="*/ 377 w 730"/>
                <a:gd name="T13" fmla="*/ 59 h 665"/>
                <a:gd name="T14" fmla="*/ 393 w 730"/>
                <a:gd name="T15" fmla="*/ 79 h 665"/>
                <a:gd name="T16" fmla="*/ 418 w 730"/>
                <a:gd name="T17" fmla="*/ 85 h 665"/>
                <a:gd name="T18" fmla="*/ 563 w 730"/>
                <a:gd name="T19" fmla="*/ 206 h 665"/>
                <a:gd name="T20" fmla="*/ 300 w 730"/>
                <a:gd name="T21" fmla="*/ 84 h 665"/>
                <a:gd name="T22" fmla="*/ 326 w 730"/>
                <a:gd name="T23" fmla="*/ 84 h 665"/>
                <a:gd name="T24" fmla="*/ 343 w 730"/>
                <a:gd name="T25" fmla="*/ 74 h 665"/>
                <a:gd name="T26" fmla="*/ 356 w 730"/>
                <a:gd name="T27" fmla="*/ 43 h 665"/>
                <a:gd name="T28" fmla="*/ 343 w 730"/>
                <a:gd name="T29" fmla="*/ 13 h 665"/>
                <a:gd name="T30" fmla="*/ 321 w 730"/>
                <a:gd name="T31" fmla="*/ 2 h 665"/>
                <a:gd name="T32" fmla="*/ 290 w 730"/>
                <a:gd name="T33" fmla="*/ 8 h 665"/>
                <a:gd name="T34" fmla="*/ 276 w 730"/>
                <a:gd name="T35" fmla="*/ 25 h 665"/>
                <a:gd name="T36" fmla="*/ 272 w 730"/>
                <a:gd name="T37" fmla="*/ 51 h 665"/>
                <a:gd name="T38" fmla="*/ 68 w 730"/>
                <a:gd name="T39" fmla="*/ 206 h 665"/>
                <a:gd name="T40" fmla="*/ 31 w 730"/>
                <a:gd name="T41" fmla="*/ 214 h 665"/>
                <a:gd name="T42" fmla="*/ 1 w 730"/>
                <a:gd name="T43" fmla="*/ 247 h 665"/>
                <a:gd name="T44" fmla="*/ 4 w 730"/>
                <a:gd name="T45" fmla="*/ 273 h 665"/>
                <a:gd name="T46" fmla="*/ 31 w 730"/>
                <a:gd name="T47" fmla="*/ 298 h 665"/>
                <a:gd name="T48" fmla="*/ 80 w 730"/>
                <a:gd name="T49" fmla="*/ 597 h 665"/>
                <a:gd name="T50" fmla="*/ 104 w 730"/>
                <a:gd name="T51" fmla="*/ 646 h 665"/>
                <a:gd name="T52" fmla="*/ 155 w 730"/>
                <a:gd name="T53" fmla="*/ 665 h 665"/>
                <a:gd name="T54" fmla="*/ 602 w 730"/>
                <a:gd name="T55" fmla="*/ 659 h 665"/>
                <a:gd name="T56" fmla="*/ 643 w 730"/>
                <a:gd name="T57" fmla="*/ 623 h 665"/>
                <a:gd name="T58" fmla="*/ 679 w 730"/>
                <a:gd name="T59" fmla="*/ 304 h 665"/>
                <a:gd name="T60" fmla="*/ 717 w 730"/>
                <a:gd name="T61" fmla="*/ 288 h 665"/>
                <a:gd name="T62" fmla="*/ 730 w 730"/>
                <a:gd name="T63" fmla="*/ 257 h 665"/>
                <a:gd name="T64" fmla="*/ 718 w 730"/>
                <a:gd name="T65" fmla="*/ 229 h 665"/>
                <a:gd name="T66" fmla="*/ 676 w 730"/>
                <a:gd name="T67" fmla="*/ 208 h 665"/>
                <a:gd name="T68" fmla="*/ 365 w 730"/>
                <a:gd name="T69" fmla="*/ 593 h 665"/>
                <a:gd name="T70" fmla="*/ 310 w 730"/>
                <a:gd name="T71" fmla="*/ 582 h 665"/>
                <a:gd name="T72" fmla="*/ 264 w 730"/>
                <a:gd name="T73" fmla="*/ 552 h 665"/>
                <a:gd name="T74" fmla="*/ 235 w 730"/>
                <a:gd name="T75" fmla="*/ 507 h 665"/>
                <a:gd name="T76" fmla="*/ 223 w 730"/>
                <a:gd name="T77" fmla="*/ 451 h 665"/>
                <a:gd name="T78" fmla="*/ 230 w 730"/>
                <a:gd name="T79" fmla="*/ 409 h 665"/>
                <a:gd name="T80" fmla="*/ 256 w 730"/>
                <a:gd name="T81" fmla="*/ 361 h 665"/>
                <a:gd name="T82" fmla="*/ 297 w 730"/>
                <a:gd name="T83" fmla="*/ 327 h 665"/>
                <a:gd name="T84" fmla="*/ 351 w 730"/>
                <a:gd name="T85" fmla="*/ 311 h 665"/>
                <a:gd name="T86" fmla="*/ 393 w 730"/>
                <a:gd name="T87" fmla="*/ 312 h 665"/>
                <a:gd name="T88" fmla="*/ 444 w 730"/>
                <a:gd name="T89" fmla="*/ 333 h 665"/>
                <a:gd name="T90" fmla="*/ 483 w 730"/>
                <a:gd name="T91" fmla="*/ 371 h 665"/>
                <a:gd name="T92" fmla="*/ 504 w 730"/>
                <a:gd name="T93" fmla="*/ 423 h 665"/>
                <a:gd name="T94" fmla="*/ 506 w 730"/>
                <a:gd name="T95" fmla="*/ 466 h 665"/>
                <a:gd name="T96" fmla="*/ 490 w 730"/>
                <a:gd name="T97" fmla="*/ 520 h 665"/>
                <a:gd name="T98" fmla="*/ 455 w 730"/>
                <a:gd name="T99" fmla="*/ 561 h 665"/>
                <a:gd name="T100" fmla="*/ 408 w 730"/>
                <a:gd name="T101" fmla="*/ 587 h 665"/>
                <a:gd name="T102" fmla="*/ 365 w 730"/>
                <a:gd name="T103" fmla="*/ 593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30" h="665">
                  <a:moveTo>
                    <a:pt x="663" y="206"/>
                  </a:moveTo>
                  <a:lnTo>
                    <a:pt x="598" y="206"/>
                  </a:lnTo>
                  <a:lnTo>
                    <a:pt x="454" y="64"/>
                  </a:lnTo>
                  <a:lnTo>
                    <a:pt x="454" y="64"/>
                  </a:lnTo>
                  <a:lnTo>
                    <a:pt x="457" y="57"/>
                  </a:lnTo>
                  <a:lnTo>
                    <a:pt x="459" y="51"/>
                  </a:lnTo>
                  <a:lnTo>
                    <a:pt x="460" y="44"/>
                  </a:lnTo>
                  <a:lnTo>
                    <a:pt x="459" y="38"/>
                  </a:lnTo>
                  <a:lnTo>
                    <a:pt x="457" y="31"/>
                  </a:lnTo>
                  <a:lnTo>
                    <a:pt x="455" y="25"/>
                  </a:lnTo>
                  <a:lnTo>
                    <a:pt x="452" y="18"/>
                  </a:lnTo>
                  <a:lnTo>
                    <a:pt x="447" y="13"/>
                  </a:lnTo>
                  <a:lnTo>
                    <a:pt x="447" y="13"/>
                  </a:lnTo>
                  <a:lnTo>
                    <a:pt x="441" y="8"/>
                  </a:lnTo>
                  <a:lnTo>
                    <a:pt x="432" y="3"/>
                  </a:lnTo>
                  <a:lnTo>
                    <a:pt x="426" y="2"/>
                  </a:lnTo>
                  <a:lnTo>
                    <a:pt x="418" y="0"/>
                  </a:lnTo>
                  <a:lnTo>
                    <a:pt x="410" y="2"/>
                  </a:lnTo>
                  <a:lnTo>
                    <a:pt x="401" y="3"/>
                  </a:lnTo>
                  <a:lnTo>
                    <a:pt x="393" y="8"/>
                  </a:lnTo>
                  <a:lnTo>
                    <a:pt x="387" y="13"/>
                  </a:lnTo>
                  <a:lnTo>
                    <a:pt x="387" y="13"/>
                  </a:lnTo>
                  <a:lnTo>
                    <a:pt x="382" y="20"/>
                  </a:lnTo>
                  <a:lnTo>
                    <a:pt x="377" y="28"/>
                  </a:lnTo>
                  <a:lnTo>
                    <a:pt x="375" y="34"/>
                  </a:lnTo>
                  <a:lnTo>
                    <a:pt x="375" y="43"/>
                  </a:lnTo>
                  <a:lnTo>
                    <a:pt x="375" y="51"/>
                  </a:lnTo>
                  <a:lnTo>
                    <a:pt x="377" y="59"/>
                  </a:lnTo>
                  <a:lnTo>
                    <a:pt x="382" y="67"/>
                  </a:lnTo>
                  <a:lnTo>
                    <a:pt x="387" y="74"/>
                  </a:lnTo>
                  <a:lnTo>
                    <a:pt x="387" y="74"/>
                  </a:lnTo>
                  <a:lnTo>
                    <a:pt x="393" y="79"/>
                  </a:lnTo>
                  <a:lnTo>
                    <a:pt x="398" y="82"/>
                  </a:lnTo>
                  <a:lnTo>
                    <a:pt x="405" y="84"/>
                  </a:lnTo>
                  <a:lnTo>
                    <a:pt x="411" y="85"/>
                  </a:lnTo>
                  <a:lnTo>
                    <a:pt x="418" y="85"/>
                  </a:lnTo>
                  <a:lnTo>
                    <a:pt x="424" y="85"/>
                  </a:lnTo>
                  <a:lnTo>
                    <a:pt x="431" y="84"/>
                  </a:lnTo>
                  <a:lnTo>
                    <a:pt x="437" y="80"/>
                  </a:lnTo>
                  <a:lnTo>
                    <a:pt x="563" y="206"/>
                  </a:lnTo>
                  <a:lnTo>
                    <a:pt x="168" y="206"/>
                  </a:lnTo>
                  <a:lnTo>
                    <a:pt x="294" y="80"/>
                  </a:lnTo>
                  <a:lnTo>
                    <a:pt x="294" y="80"/>
                  </a:lnTo>
                  <a:lnTo>
                    <a:pt x="300" y="84"/>
                  </a:lnTo>
                  <a:lnTo>
                    <a:pt x="307" y="85"/>
                  </a:lnTo>
                  <a:lnTo>
                    <a:pt x="313" y="85"/>
                  </a:lnTo>
                  <a:lnTo>
                    <a:pt x="320" y="85"/>
                  </a:lnTo>
                  <a:lnTo>
                    <a:pt x="326" y="84"/>
                  </a:lnTo>
                  <a:lnTo>
                    <a:pt x="333" y="82"/>
                  </a:lnTo>
                  <a:lnTo>
                    <a:pt x="338" y="79"/>
                  </a:lnTo>
                  <a:lnTo>
                    <a:pt x="343" y="74"/>
                  </a:lnTo>
                  <a:lnTo>
                    <a:pt x="343" y="74"/>
                  </a:lnTo>
                  <a:lnTo>
                    <a:pt x="349" y="67"/>
                  </a:lnTo>
                  <a:lnTo>
                    <a:pt x="352" y="59"/>
                  </a:lnTo>
                  <a:lnTo>
                    <a:pt x="356" y="51"/>
                  </a:lnTo>
                  <a:lnTo>
                    <a:pt x="356" y="43"/>
                  </a:lnTo>
                  <a:lnTo>
                    <a:pt x="356" y="34"/>
                  </a:lnTo>
                  <a:lnTo>
                    <a:pt x="352" y="28"/>
                  </a:lnTo>
                  <a:lnTo>
                    <a:pt x="349" y="20"/>
                  </a:lnTo>
                  <a:lnTo>
                    <a:pt x="343" y="13"/>
                  </a:lnTo>
                  <a:lnTo>
                    <a:pt x="343" y="13"/>
                  </a:lnTo>
                  <a:lnTo>
                    <a:pt x="336" y="8"/>
                  </a:lnTo>
                  <a:lnTo>
                    <a:pt x="330" y="3"/>
                  </a:lnTo>
                  <a:lnTo>
                    <a:pt x="321" y="2"/>
                  </a:lnTo>
                  <a:lnTo>
                    <a:pt x="313" y="0"/>
                  </a:lnTo>
                  <a:lnTo>
                    <a:pt x="305" y="2"/>
                  </a:lnTo>
                  <a:lnTo>
                    <a:pt x="297" y="3"/>
                  </a:lnTo>
                  <a:lnTo>
                    <a:pt x="290" y="8"/>
                  </a:lnTo>
                  <a:lnTo>
                    <a:pt x="284" y="13"/>
                  </a:lnTo>
                  <a:lnTo>
                    <a:pt x="284" y="13"/>
                  </a:lnTo>
                  <a:lnTo>
                    <a:pt x="279" y="18"/>
                  </a:lnTo>
                  <a:lnTo>
                    <a:pt x="276" y="25"/>
                  </a:lnTo>
                  <a:lnTo>
                    <a:pt x="272" y="31"/>
                  </a:lnTo>
                  <a:lnTo>
                    <a:pt x="271" y="38"/>
                  </a:lnTo>
                  <a:lnTo>
                    <a:pt x="271" y="44"/>
                  </a:lnTo>
                  <a:lnTo>
                    <a:pt x="272" y="51"/>
                  </a:lnTo>
                  <a:lnTo>
                    <a:pt x="274" y="57"/>
                  </a:lnTo>
                  <a:lnTo>
                    <a:pt x="276" y="64"/>
                  </a:lnTo>
                  <a:lnTo>
                    <a:pt x="133" y="206"/>
                  </a:lnTo>
                  <a:lnTo>
                    <a:pt x="68" y="206"/>
                  </a:lnTo>
                  <a:lnTo>
                    <a:pt x="68" y="206"/>
                  </a:lnTo>
                  <a:lnTo>
                    <a:pt x="53" y="208"/>
                  </a:lnTo>
                  <a:lnTo>
                    <a:pt x="42" y="209"/>
                  </a:lnTo>
                  <a:lnTo>
                    <a:pt x="31" y="214"/>
                  </a:lnTo>
                  <a:lnTo>
                    <a:pt x="19" y="221"/>
                  </a:lnTo>
                  <a:lnTo>
                    <a:pt x="11" y="229"/>
                  </a:lnTo>
                  <a:lnTo>
                    <a:pt x="6" y="237"/>
                  </a:lnTo>
                  <a:lnTo>
                    <a:pt x="1" y="247"/>
                  </a:lnTo>
                  <a:lnTo>
                    <a:pt x="0" y="257"/>
                  </a:lnTo>
                  <a:lnTo>
                    <a:pt x="0" y="257"/>
                  </a:lnTo>
                  <a:lnTo>
                    <a:pt x="1" y="265"/>
                  </a:lnTo>
                  <a:lnTo>
                    <a:pt x="4" y="273"/>
                  </a:lnTo>
                  <a:lnTo>
                    <a:pt x="8" y="280"/>
                  </a:lnTo>
                  <a:lnTo>
                    <a:pt x="14" y="288"/>
                  </a:lnTo>
                  <a:lnTo>
                    <a:pt x="22" y="293"/>
                  </a:lnTo>
                  <a:lnTo>
                    <a:pt x="31" y="298"/>
                  </a:lnTo>
                  <a:lnTo>
                    <a:pt x="40" y="302"/>
                  </a:lnTo>
                  <a:lnTo>
                    <a:pt x="52" y="304"/>
                  </a:lnTo>
                  <a:lnTo>
                    <a:pt x="80" y="597"/>
                  </a:lnTo>
                  <a:lnTo>
                    <a:pt x="80" y="597"/>
                  </a:lnTo>
                  <a:lnTo>
                    <a:pt x="83" y="611"/>
                  </a:lnTo>
                  <a:lnTo>
                    <a:pt x="88" y="623"/>
                  </a:lnTo>
                  <a:lnTo>
                    <a:pt x="96" y="634"/>
                  </a:lnTo>
                  <a:lnTo>
                    <a:pt x="104" y="646"/>
                  </a:lnTo>
                  <a:lnTo>
                    <a:pt x="116" y="654"/>
                  </a:lnTo>
                  <a:lnTo>
                    <a:pt x="129" y="659"/>
                  </a:lnTo>
                  <a:lnTo>
                    <a:pt x="142" y="664"/>
                  </a:lnTo>
                  <a:lnTo>
                    <a:pt x="155" y="665"/>
                  </a:lnTo>
                  <a:lnTo>
                    <a:pt x="576" y="665"/>
                  </a:lnTo>
                  <a:lnTo>
                    <a:pt x="576" y="665"/>
                  </a:lnTo>
                  <a:lnTo>
                    <a:pt x="589" y="664"/>
                  </a:lnTo>
                  <a:lnTo>
                    <a:pt x="602" y="659"/>
                  </a:lnTo>
                  <a:lnTo>
                    <a:pt x="615" y="654"/>
                  </a:lnTo>
                  <a:lnTo>
                    <a:pt x="625" y="646"/>
                  </a:lnTo>
                  <a:lnTo>
                    <a:pt x="635" y="634"/>
                  </a:lnTo>
                  <a:lnTo>
                    <a:pt x="643" y="623"/>
                  </a:lnTo>
                  <a:lnTo>
                    <a:pt x="648" y="611"/>
                  </a:lnTo>
                  <a:lnTo>
                    <a:pt x="651" y="597"/>
                  </a:lnTo>
                  <a:lnTo>
                    <a:pt x="679" y="304"/>
                  </a:lnTo>
                  <a:lnTo>
                    <a:pt x="679" y="304"/>
                  </a:lnTo>
                  <a:lnTo>
                    <a:pt x="691" y="302"/>
                  </a:lnTo>
                  <a:lnTo>
                    <a:pt x="700" y="298"/>
                  </a:lnTo>
                  <a:lnTo>
                    <a:pt x="709" y="293"/>
                  </a:lnTo>
                  <a:lnTo>
                    <a:pt x="717" y="288"/>
                  </a:lnTo>
                  <a:lnTo>
                    <a:pt x="722" y="280"/>
                  </a:lnTo>
                  <a:lnTo>
                    <a:pt x="727" y="273"/>
                  </a:lnTo>
                  <a:lnTo>
                    <a:pt x="730" y="265"/>
                  </a:lnTo>
                  <a:lnTo>
                    <a:pt x="730" y="257"/>
                  </a:lnTo>
                  <a:lnTo>
                    <a:pt x="730" y="257"/>
                  </a:lnTo>
                  <a:lnTo>
                    <a:pt x="730" y="247"/>
                  </a:lnTo>
                  <a:lnTo>
                    <a:pt x="725" y="237"/>
                  </a:lnTo>
                  <a:lnTo>
                    <a:pt x="718" y="229"/>
                  </a:lnTo>
                  <a:lnTo>
                    <a:pt x="710" y="221"/>
                  </a:lnTo>
                  <a:lnTo>
                    <a:pt x="700" y="214"/>
                  </a:lnTo>
                  <a:lnTo>
                    <a:pt x="689" y="209"/>
                  </a:lnTo>
                  <a:lnTo>
                    <a:pt x="676" y="208"/>
                  </a:lnTo>
                  <a:lnTo>
                    <a:pt x="663" y="206"/>
                  </a:lnTo>
                  <a:lnTo>
                    <a:pt x="663" y="206"/>
                  </a:lnTo>
                  <a:close/>
                  <a:moveTo>
                    <a:pt x="365" y="593"/>
                  </a:moveTo>
                  <a:lnTo>
                    <a:pt x="365" y="593"/>
                  </a:lnTo>
                  <a:lnTo>
                    <a:pt x="351" y="593"/>
                  </a:lnTo>
                  <a:lnTo>
                    <a:pt x="336" y="590"/>
                  </a:lnTo>
                  <a:lnTo>
                    <a:pt x="323" y="587"/>
                  </a:lnTo>
                  <a:lnTo>
                    <a:pt x="310" y="582"/>
                  </a:lnTo>
                  <a:lnTo>
                    <a:pt x="297" y="577"/>
                  </a:lnTo>
                  <a:lnTo>
                    <a:pt x="285" y="569"/>
                  </a:lnTo>
                  <a:lnTo>
                    <a:pt x="276" y="561"/>
                  </a:lnTo>
                  <a:lnTo>
                    <a:pt x="264" y="552"/>
                  </a:lnTo>
                  <a:lnTo>
                    <a:pt x="256" y="541"/>
                  </a:lnTo>
                  <a:lnTo>
                    <a:pt x="248" y="531"/>
                  </a:lnTo>
                  <a:lnTo>
                    <a:pt x="240" y="520"/>
                  </a:lnTo>
                  <a:lnTo>
                    <a:pt x="235" y="507"/>
                  </a:lnTo>
                  <a:lnTo>
                    <a:pt x="230" y="494"/>
                  </a:lnTo>
                  <a:lnTo>
                    <a:pt x="227" y="481"/>
                  </a:lnTo>
                  <a:lnTo>
                    <a:pt x="223" y="466"/>
                  </a:lnTo>
                  <a:lnTo>
                    <a:pt x="223" y="451"/>
                  </a:lnTo>
                  <a:lnTo>
                    <a:pt x="223" y="451"/>
                  </a:lnTo>
                  <a:lnTo>
                    <a:pt x="223" y="436"/>
                  </a:lnTo>
                  <a:lnTo>
                    <a:pt x="227" y="423"/>
                  </a:lnTo>
                  <a:lnTo>
                    <a:pt x="230" y="409"/>
                  </a:lnTo>
                  <a:lnTo>
                    <a:pt x="235" y="396"/>
                  </a:lnTo>
                  <a:lnTo>
                    <a:pt x="240" y="384"/>
                  </a:lnTo>
                  <a:lnTo>
                    <a:pt x="248" y="371"/>
                  </a:lnTo>
                  <a:lnTo>
                    <a:pt x="256" y="361"/>
                  </a:lnTo>
                  <a:lnTo>
                    <a:pt x="264" y="351"/>
                  </a:lnTo>
                  <a:lnTo>
                    <a:pt x="276" y="342"/>
                  </a:lnTo>
                  <a:lnTo>
                    <a:pt x="285" y="333"/>
                  </a:lnTo>
                  <a:lnTo>
                    <a:pt x="297" y="327"/>
                  </a:lnTo>
                  <a:lnTo>
                    <a:pt x="310" y="320"/>
                  </a:lnTo>
                  <a:lnTo>
                    <a:pt x="323" y="316"/>
                  </a:lnTo>
                  <a:lnTo>
                    <a:pt x="336" y="312"/>
                  </a:lnTo>
                  <a:lnTo>
                    <a:pt x="351" y="311"/>
                  </a:lnTo>
                  <a:lnTo>
                    <a:pt x="365" y="309"/>
                  </a:lnTo>
                  <a:lnTo>
                    <a:pt x="365" y="309"/>
                  </a:lnTo>
                  <a:lnTo>
                    <a:pt x="380" y="311"/>
                  </a:lnTo>
                  <a:lnTo>
                    <a:pt x="393" y="312"/>
                  </a:lnTo>
                  <a:lnTo>
                    <a:pt x="408" y="316"/>
                  </a:lnTo>
                  <a:lnTo>
                    <a:pt x="421" y="320"/>
                  </a:lnTo>
                  <a:lnTo>
                    <a:pt x="432" y="327"/>
                  </a:lnTo>
                  <a:lnTo>
                    <a:pt x="444" y="333"/>
                  </a:lnTo>
                  <a:lnTo>
                    <a:pt x="455" y="342"/>
                  </a:lnTo>
                  <a:lnTo>
                    <a:pt x="465" y="351"/>
                  </a:lnTo>
                  <a:lnTo>
                    <a:pt x="475" y="361"/>
                  </a:lnTo>
                  <a:lnTo>
                    <a:pt x="483" y="371"/>
                  </a:lnTo>
                  <a:lnTo>
                    <a:pt x="490" y="384"/>
                  </a:lnTo>
                  <a:lnTo>
                    <a:pt x="496" y="396"/>
                  </a:lnTo>
                  <a:lnTo>
                    <a:pt x="501" y="409"/>
                  </a:lnTo>
                  <a:lnTo>
                    <a:pt x="504" y="423"/>
                  </a:lnTo>
                  <a:lnTo>
                    <a:pt x="506" y="436"/>
                  </a:lnTo>
                  <a:lnTo>
                    <a:pt x="508" y="451"/>
                  </a:lnTo>
                  <a:lnTo>
                    <a:pt x="508" y="451"/>
                  </a:lnTo>
                  <a:lnTo>
                    <a:pt x="506" y="466"/>
                  </a:lnTo>
                  <a:lnTo>
                    <a:pt x="504" y="481"/>
                  </a:lnTo>
                  <a:lnTo>
                    <a:pt x="501" y="494"/>
                  </a:lnTo>
                  <a:lnTo>
                    <a:pt x="496" y="507"/>
                  </a:lnTo>
                  <a:lnTo>
                    <a:pt x="490" y="520"/>
                  </a:lnTo>
                  <a:lnTo>
                    <a:pt x="483" y="531"/>
                  </a:lnTo>
                  <a:lnTo>
                    <a:pt x="475" y="541"/>
                  </a:lnTo>
                  <a:lnTo>
                    <a:pt x="465" y="552"/>
                  </a:lnTo>
                  <a:lnTo>
                    <a:pt x="455" y="561"/>
                  </a:lnTo>
                  <a:lnTo>
                    <a:pt x="444" y="569"/>
                  </a:lnTo>
                  <a:lnTo>
                    <a:pt x="432" y="577"/>
                  </a:lnTo>
                  <a:lnTo>
                    <a:pt x="421" y="582"/>
                  </a:lnTo>
                  <a:lnTo>
                    <a:pt x="408" y="587"/>
                  </a:lnTo>
                  <a:lnTo>
                    <a:pt x="393" y="590"/>
                  </a:lnTo>
                  <a:lnTo>
                    <a:pt x="380" y="593"/>
                  </a:lnTo>
                  <a:lnTo>
                    <a:pt x="365" y="593"/>
                  </a:lnTo>
                  <a:lnTo>
                    <a:pt x="365" y="5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8" name="深度视觉·原创设计 https://www.docer.com/works?userid=22383862"/>
          <p:cNvGrpSpPr/>
          <p:nvPr/>
        </p:nvGrpSpPr>
        <p:grpSpPr>
          <a:xfrm>
            <a:off x="2015447" y="2607751"/>
            <a:ext cx="365125" cy="538163"/>
            <a:chOff x="1684338" y="1006475"/>
            <a:chExt cx="365125" cy="538163"/>
          </a:xfrm>
          <a:solidFill>
            <a:schemeClr val="bg1"/>
          </a:solidFill>
        </p:grpSpPr>
        <p:sp>
          <p:nvSpPr>
            <p:cNvPr id="29" name="深度视觉·原创设计 https://www.docer.com/works?userid=22383862"/>
            <p:cNvSpPr/>
            <p:nvPr/>
          </p:nvSpPr>
          <p:spPr bwMode="auto">
            <a:xfrm>
              <a:off x="1801813" y="1108075"/>
              <a:ext cx="128588" cy="15875"/>
            </a:xfrm>
            <a:custGeom>
              <a:avLst/>
              <a:gdLst>
                <a:gd name="T0" fmla="*/ 10 w 162"/>
                <a:gd name="T1" fmla="*/ 0 h 20"/>
                <a:gd name="T2" fmla="*/ 10 w 162"/>
                <a:gd name="T3" fmla="*/ 0 h 20"/>
                <a:gd name="T4" fmla="*/ 7 w 162"/>
                <a:gd name="T5" fmla="*/ 2 h 20"/>
                <a:gd name="T6" fmla="*/ 3 w 162"/>
                <a:gd name="T7" fmla="*/ 3 h 20"/>
                <a:gd name="T8" fmla="*/ 2 w 162"/>
                <a:gd name="T9" fmla="*/ 7 h 20"/>
                <a:gd name="T10" fmla="*/ 0 w 162"/>
                <a:gd name="T11" fmla="*/ 10 h 20"/>
                <a:gd name="T12" fmla="*/ 0 w 162"/>
                <a:gd name="T13" fmla="*/ 10 h 20"/>
                <a:gd name="T14" fmla="*/ 2 w 162"/>
                <a:gd name="T15" fmla="*/ 15 h 20"/>
                <a:gd name="T16" fmla="*/ 3 w 162"/>
                <a:gd name="T17" fmla="*/ 16 h 20"/>
                <a:gd name="T18" fmla="*/ 7 w 162"/>
                <a:gd name="T19" fmla="*/ 20 h 20"/>
                <a:gd name="T20" fmla="*/ 10 w 162"/>
                <a:gd name="T21" fmla="*/ 20 h 20"/>
                <a:gd name="T22" fmla="*/ 152 w 162"/>
                <a:gd name="T23" fmla="*/ 20 h 20"/>
                <a:gd name="T24" fmla="*/ 152 w 162"/>
                <a:gd name="T25" fmla="*/ 20 h 20"/>
                <a:gd name="T26" fmla="*/ 155 w 162"/>
                <a:gd name="T27" fmla="*/ 20 h 20"/>
                <a:gd name="T28" fmla="*/ 158 w 162"/>
                <a:gd name="T29" fmla="*/ 16 h 20"/>
                <a:gd name="T30" fmla="*/ 162 w 162"/>
                <a:gd name="T31" fmla="*/ 15 h 20"/>
                <a:gd name="T32" fmla="*/ 162 w 162"/>
                <a:gd name="T33" fmla="*/ 10 h 20"/>
                <a:gd name="T34" fmla="*/ 162 w 162"/>
                <a:gd name="T35" fmla="*/ 10 h 20"/>
                <a:gd name="T36" fmla="*/ 162 w 162"/>
                <a:gd name="T37" fmla="*/ 7 h 20"/>
                <a:gd name="T38" fmla="*/ 158 w 162"/>
                <a:gd name="T39" fmla="*/ 3 h 20"/>
                <a:gd name="T40" fmla="*/ 155 w 162"/>
                <a:gd name="T41" fmla="*/ 2 h 20"/>
                <a:gd name="T42" fmla="*/ 152 w 162"/>
                <a:gd name="T43" fmla="*/ 0 h 20"/>
                <a:gd name="T44" fmla="*/ 10 w 162"/>
                <a:gd name="T4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2" h="20">
                  <a:moveTo>
                    <a:pt x="10" y="0"/>
                  </a:moveTo>
                  <a:lnTo>
                    <a:pt x="10" y="0"/>
                  </a:lnTo>
                  <a:lnTo>
                    <a:pt x="7" y="2"/>
                  </a:lnTo>
                  <a:lnTo>
                    <a:pt x="3" y="3"/>
                  </a:lnTo>
                  <a:lnTo>
                    <a:pt x="2" y="7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2" y="15"/>
                  </a:lnTo>
                  <a:lnTo>
                    <a:pt x="3" y="16"/>
                  </a:lnTo>
                  <a:lnTo>
                    <a:pt x="7" y="20"/>
                  </a:lnTo>
                  <a:lnTo>
                    <a:pt x="10" y="20"/>
                  </a:lnTo>
                  <a:lnTo>
                    <a:pt x="152" y="20"/>
                  </a:lnTo>
                  <a:lnTo>
                    <a:pt x="152" y="20"/>
                  </a:lnTo>
                  <a:lnTo>
                    <a:pt x="155" y="20"/>
                  </a:lnTo>
                  <a:lnTo>
                    <a:pt x="158" y="16"/>
                  </a:lnTo>
                  <a:lnTo>
                    <a:pt x="162" y="15"/>
                  </a:lnTo>
                  <a:lnTo>
                    <a:pt x="162" y="10"/>
                  </a:lnTo>
                  <a:lnTo>
                    <a:pt x="162" y="10"/>
                  </a:lnTo>
                  <a:lnTo>
                    <a:pt x="162" y="7"/>
                  </a:lnTo>
                  <a:lnTo>
                    <a:pt x="158" y="3"/>
                  </a:lnTo>
                  <a:lnTo>
                    <a:pt x="155" y="2"/>
                  </a:lnTo>
                  <a:lnTo>
                    <a:pt x="152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0" name="深度视觉·原创设计 https://www.docer.com/works?userid=22383862"/>
            <p:cNvSpPr/>
            <p:nvPr/>
          </p:nvSpPr>
          <p:spPr bwMode="auto">
            <a:xfrm>
              <a:off x="1797051" y="1006475"/>
              <a:ext cx="139700" cy="90488"/>
            </a:xfrm>
            <a:custGeom>
              <a:avLst/>
              <a:gdLst>
                <a:gd name="T0" fmla="*/ 144 w 175"/>
                <a:gd name="T1" fmla="*/ 114 h 114"/>
                <a:gd name="T2" fmla="*/ 144 w 175"/>
                <a:gd name="T3" fmla="*/ 114 h 114"/>
                <a:gd name="T4" fmla="*/ 147 w 175"/>
                <a:gd name="T5" fmla="*/ 101 h 114"/>
                <a:gd name="T6" fmla="*/ 152 w 175"/>
                <a:gd name="T7" fmla="*/ 88 h 114"/>
                <a:gd name="T8" fmla="*/ 162 w 175"/>
                <a:gd name="T9" fmla="*/ 60 h 114"/>
                <a:gd name="T10" fmla="*/ 175 w 175"/>
                <a:gd name="T11" fmla="*/ 33 h 114"/>
                <a:gd name="T12" fmla="*/ 175 w 175"/>
                <a:gd name="T13" fmla="*/ 33 h 114"/>
                <a:gd name="T14" fmla="*/ 159 w 175"/>
                <a:gd name="T15" fmla="*/ 24 h 114"/>
                <a:gd name="T16" fmla="*/ 141 w 175"/>
                <a:gd name="T17" fmla="*/ 18 h 114"/>
                <a:gd name="T18" fmla="*/ 120 w 175"/>
                <a:gd name="T19" fmla="*/ 11 h 114"/>
                <a:gd name="T20" fmla="*/ 98 w 175"/>
                <a:gd name="T21" fmla="*/ 5 h 114"/>
                <a:gd name="T22" fmla="*/ 77 w 175"/>
                <a:gd name="T23" fmla="*/ 2 h 114"/>
                <a:gd name="T24" fmla="*/ 67 w 175"/>
                <a:gd name="T25" fmla="*/ 0 h 114"/>
                <a:gd name="T26" fmla="*/ 59 w 175"/>
                <a:gd name="T27" fmla="*/ 2 h 114"/>
                <a:gd name="T28" fmla="*/ 51 w 175"/>
                <a:gd name="T29" fmla="*/ 3 h 114"/>
                <a:gd name="T30" fmla="*/ 46 w 175"/>
                <a:gd name="T31" fmla="*/ 6 h 114"/>
                <a:gd name="T32" fmla="*/ 46 w 175"/>
                <a:gd name="T33" fmla="*/ 6 h 114"/>
                <a:gd name="T34" fmla="*/ 45 w 175"/>
                <a:gd name="T35" fmla="*/ 11 h 114"/>
                <a:gd name="T36" fmla="*/ 45 w 175"/>
                <a:gd name="T37" fmla="*/ 18 h 114"/>
                <a:gd name="T38" fmla="*/ 49 w 175"/>
                <a:gd name="T39" fmla="*/ 33 h 114"/>
                <a:gd name="T40" fmla="*/ 53 w 175"/>
                <a:gd name="T41" fmla="*/ 49 h 114"/>
                <a:gd name="T42" fmla="*/ 54 w 175"/>
                <a:gd name="T43" fmla="*/ 55 h 114"/>
                <a:gd name="T44" fmla="*/ 51 w 175"/>
                <a:gd name="T45" fmla="*/ 60 h 114"/>
                <a:gd name="T46" fmla="*/ 51 w 175"/>
                <a:gd name="T47" fmla="*/ 60 h 114"/>
                <a:gd name="T48" fmla="*/ 48 w 175"/>
                <a:gd name="T49" fmla="*/ 62 h 114"/>
                <a:gd name="T50" fmla="*/ 40 w 175"/>
                <a:gd name="T51" fmla="*/ 64 h 114"/>
                <a:gd name="T52" fmla="*/ 23 w 175"/>
                <a:gd name="T53" fmla="*/ 64 h 114"/>
                <a:gd name="T54" fmla="*/ 7 w 175"/>
                <a:gd name="T55" fmla="*/ 60 h 114"/>
                <a:gd name="T56" fmla="*/ 0 w 175"/>
                <a:gd name="T57" fmla="*/ 60 h 114"/>
                <a:gd name="T58" fmla="*/ 0 w 175"/>
                <a:gd name="T59" fmla="*/ 60 h 114"/>
                <a:gd name="T60" fmla="*/ 10 w 175"/>
                <a:gd name="T61" fmla="*/ 78 h 114"/>
                <a:gd name="T62" fmla="*/ 18 w 175"/>
                <a:gd name="T63" fmla="*/ 96 h 114"/>
                <a:gd name="T64" fmla="*/ 25 w 175"/>
                <a:gd name="T65" fmla="*/ 114 h 114"/>
                <a:gd name="T66" fmla="*/ 144 w 175"/>
                <a:gd name="T6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114">
                  <a:moveTo>
                    <a:pt x="144" y="114"/>
                  </a:moveTo>
                  <a:lnTo>
                    <a:pt x="144" y="114"/>
                  </a:lnTo>
                  <a:lnTo>
                    <a:pt x="147" y="101"/>
                  </a:lnTo>
                  <a:lnTo>
                    <a:pt x="152" y="88"/>
                  </a:lnTo>
                  <a:lnTo>
                    <a:pt x="162" y="60"/>
                  </a:lnTo>
                  <a:lnTo>
                    <a:pt x="175" y="33"/>
                  </a:lnTo>
                  <a:lnTo>
                    <a:pt x="175" y="33"/>
                  </a:lnTo>
                  <a:lnTo>
                    <a:pt x="159" y="24"/>
                  </a:lnTo>
                  <a:lnTo>
                    <a:pt x="141" y="18"/>
                  </a:lnTo>
                  <a:lnTo>
                    <a:pt x="120" y="11"/>
                  </a:lnTo>
                  <a:lnTo>
                    <a:pt x="98" y="5"/>
                  </a:lnTo>
                  <a:lnTo>
                    <a:pt x="77" y="2"/>
                  </a:lnTo>
                  <a:lnTo>
                    <a:pt x="67" y="0"/>
                  </a:lnTo>
                  <a:lnTo>
                    <a:pt x="59" y="2"/>
                  </a:lnTo>
                  <a:lnTo>
                    <a:pt x="51" y="3"/>
                  </a:lnTo>
                  <a:lnTo>
                    <a:pt x="46" y="6"/>
                  </a:lnTo>
                  <a:lnTo>
                    <a:pt x="46" y="6"/>
                  </a:lnTo>
                  <a:lnTo>
                    <a:pt x="45" y="11"/>
                  </a:lnTo>
                  <a:lnTo>
                    <a:pt x="45" y="18"/>
                  </a:lnTo>
                  <a:lnTo>
                    <a:pt x="49" y="33"/>
                  </a:lnTo>
                  <a:lnTo>
                    <a:pt x="53" y="49"/>
                  </a:lnTo>
                  <a:lnTo>
                    <a:pt x="54" y="55"/>
                  </a:lnTo>
                  <a:lnTo>
                    <a:pt x="51" y="60"/>
                  </a:lnTo>
                  <a:lnTo>
                    <a:pt x="51" y="60"/>
                  </a:lnTo>
                  <a:lnTo>
                    <a:pt x="48" y="62"/>
                  </a:lnTo>
                  <a:lnTo>
                    <a:pt x="40" y="64"/>
                  </a:lnTo>
                  <a:lnTo>
                    <a:pt x="23" y="64"/>
                  </a:lnTo>
                  <a:lnTo>
                    <a:pt x="7" y="6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10" y="78"/>
                  </a:lnTo>
                  <a:lnTo>
                    <a:pt x="18" y="96"/>
                  </a:lnTo>
                  <a:lnTo>
                    <a:pt x="25" y="114"/>
                  </a:lnTo>
                  <a:lnTo>
                    <a:pt x="144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1" name="深度视觉·原创设计 https://www.docer.com/works?userid=22383862"/>
            <p:cNvSpPr/>
            <p:nvPr/>
          </p:nvSpPr>
          <p:spPr bwMode="auto">
            <a:xfrm>
              <a:off x="1816101" y="1293813"/>
              <a:ext cx="103188" cy="123825"/>
            </a:xfrm>
            <a:custGeom>
              <a:avLst/>
              <a:gdLst>
                <a:gd name="T0" fmla="*/ 107 w 131"/>
                <a:gd name="T1" fmla="*/ 0 h 155"/>
                <a:gd name="T2" fmla="*/ 66 w 131"/>
                <a:gd name="T3" fmla="*/ 75 h 155"/>
                <a:gd name="T4" fmla="*/ 25 w 131"/>
                <a:gd name="T5" fmla="*/ 0 h 155"/>
                <a:gd name="T6" fmla="*/ 0 w 131"/>
                <a:gd name="T7" fmla="*/ 0 h 155"/>
                <a:gd name="T8" fmla="*/ 30 w 131"/>
                <a:gd name="T9" fmla="*/ 49 h 155"/>
                <a:gd name="T10" fmla="*/ 10 w 131"/>
                <a:gd name="T11" fmla="*/ 49 h 155"/>
                <a:gd name="T12" fmla="*/ 10 w 131"/>
                <a:gd name="T13" fmla="*/ 65 h 155"/>
                <a:gd name="T14" fmla="*/ 38 w 131"/>
                <a:gd name="T15" fmla="*/ 65 h 155"/>
                <a:gd name="T16" fmla="*/ 53 w 131"/>
                <a:gd name="T17" fmla="*/ 88 h 155"/>
                <a:gd name="T18" fmla="*/ 15 w 131"/>
                <a:gd name="T19" fmla="*/ 88 h 155"/>
                <a:gd name="T20" fmla="*/ 15 w 131"/>
                <a:gd name="T21" fmla="*/ 103 h 155"/>
                <a:gd name="T22" fmla="*/ 54 w 131"/>
                <a:gd name="T23" fmla="*/ 103 h 155"/>
                <a:gd name="T24" fmla="*/ 54 w 131"/>
                <a:gd name="T25" fmla="*/ 155 h 155"/>
                <a:gd name="T26" fmla="*/ 75 w 131"/>
                <a:gd name="T27" fmla="*/ 155 h 155"/>
                <a:gd name="T28" fmla="*/ 75 w 131"/>
                <a:gd name="T29" fmla="*/ 103 h 155"/>
                <a:gd name="T30" fmla="*/ 116 w 131"/>
                <a:gd name="T31" fmla="*/ 103 h 155"/>
                <a:gd name="T32" fmla="*/ 116 w 131"/>
                <a:gd name="T33" fmla="*/ 88 h 155"/>
                <a:gd name="T34" fmla="*/ 79 w 131"/>
                <a:gd name="T35" fmla="*/ 88 h 155"/>
                <a:gd name="T36" fmla="*/ 92 w 131"/>
                <a:gd name="T37" fmla="*/ 65 h 155"/>
                <a:gd name="T38" fmla="*/ 121 w 131"/>
                <a:gd name="T39" fmla="*/ 65 h 155"/>
                <a:gd name="T40" fmla="*/ 121 w 131"/>
                <a:gd name="T41" fmla="*/ 49 h 155"/>
                <a:gd name="T42" fmla="*/ 102 w 131"/>
                <a:gd name="T43" fmla="*/ 49 h 155"/>
                <a:gd name="T44" fmla="*/ 131 w 131"/>
                <a:gd name="T45" fmla="*/ 0 h 155"/>
                <a:gd name="T46" fmla="*/ 107 w 131"/>
                <a:gd name="T47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31" h="155">
                  <a:moveTo>
                    <a:pt x="107" y="0"/>
                  </a:moveTo>
                  <a:lnTo>
                    <a:pt x="66" y="75"/>
                  </a:lnTo>
                  <a:lnTo>
                    <a:pt x="25" y="0"/>
                  </a:lnTo>
                  <a:lnTo>
                    <a:pt x="0" y="0"/>
                  </a:lnTo>
                  <a:lnTo>
                    <a:pt x="30" y="49"/>
                  </a:lnTo>
                  <a:lnTo>
                    <a:pt x="10" y="49"/>
                  </a:lnTo>
                  <a:lnTo>
                    <a:pt x="10" y="65"/>
                  </a:lnTo>
                  <a:lnTo>
                    <a:pt x="38" y="65"/>
                  </a:lnTo>
                  <a:lnTo>
                    <a:pt x="53" y="88"/>
                  </a:lnTo>
                  <a:lnTo>
                    <a:pt x="15" y="88"/>
                  </a:lnTo>
                  <a:lnTo>
                    <a:pt x="15" y="103"/>
                  </a:lnTo>
                  <a:lnTo>
                    <a:pt x="54" y="103"/>
                  </a:lnTo>
                  <a:lnTo>
                    <a:pt x="54" y="155"/>
                  </a:lnTo>
                  <a:lnTo>
                    <a:pt x="75" y="155"/>
                  </a:lnTo>
                  <a:lnTo>
                    <a:pt x="75" y="103"/>
                  </a:lnTo>
                  <a:lnTo>
                    <a:pt x="116" y="103"/>
                  </a:lnTo>
                  <a:lnTo>
                    <a:pt x="116" y="88"/>
                  </a:lnTo>
                  <a:lnTo>
                    <a:pt x="79" y="88"/>
                  </a:lnTo>
                  <a:lnTo>
                    <a:pt x="92" y="65"/>
                  </a:lnTo>
                  <a:lnTo>
                    <a:pt x="121" y="65"/>
                  </a:lnTo>
                  <a:lnTo>
                    <a:pt x="121" y="49"/>
                  </a:lnTo>
                  <a:lnTo>
                    <a:pt x="102" y="49"/>
                  </a:lnTo>
                  <a:lnTo>
                    <a:pt x="131" y="0"/>
                  </a:lnTo>
                  <a:lnTo>
                    <a:pt x="10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2" name="深度视觉·原创设计 https://www.docer.com/works?userid=22383862"/>
            <p:cNvSpPr>
              <a:spLocks noEditPoints="1"/>
            </p:cNvSpPr>
            <p:nvPr/>
          </p:nvSpPr>
          <p:spPr bwMode="auto">
            <a:xfrm>
              <a:off x="1684338" y="1135063"/>
              <a:ext cx="365125" cy="409575"/>
            </a:xfrm>
            <a:custGeom>
              <a:avLst/>
              <a:gdLst>
                <a:gd name="T0" fmla="*/ 301 w 459"/>
                <a:gd name="T1" fmla="*/ 1 h 516"/>
                <a:gd name="T2" fmla="*/ 152 w 459"/>
                <a:gd name="T3" fmla="*/ 0 h 516"/>
                <a:gd name="T4" fmla="*/ 118 w 459"/>
                <a:gd name="T5" fmla="*/ 37 h 516"/>
                <a:gd name="T6" fmla="*/ 74 w 459"/>
                <a:gd name="T7" fmla="*/ 98 h 516"/>
                <a:gd name="T8" fmla="*/ 40 w 459"/>
                <a:gd name="T9" fmla="*/ 163 h 516"/>
                <a:gd name="T10" fmla="*/ 17 w 459"/>
                <a:gd name="T11" fmla="*/ 227 h 516"/>
                <a:gd name="T12" fmla="*/ 4 w 459"/>
                <a:gd name="T13" fmla="*/ 286 h 516"/>
                <a:gd name="T14" fmla="*/ 0 w 459"/>
                <a:gd name="T15" fmla="*/ 320 h 516"/>
                <a:gd name="T16" fmla="*/ 12 w 459"/>
                <a:gd name="T17" fmla="*/ 377 h 516"/>
                <a:gd name="T18" fmla="*/ 41 w 459"/>
                <a:gd name="T19" fmla="*/ 429 h 516"/>
                <a:gd name="T20" fmla="*/ 87 w 459"/>
                <a:gd name="T21" fmla="*/ 470 h 516"/>
                <a:gd name="T22" fmla="*/ 144 w 459"/>
                <a:gd name="T23" fmla="*/ 501 h 516"/>
                <a:gd name="T24" fmla="*/ 208 w 459"/>
                <a:gd name="T25" fmla="*/ 514 h 516"/>
                <a:gd name="T26" fmla="*/ 252 w 459"/>
                <a:gd name="T27" fmla="*/ 514 h 516"/>
                <a:gd name="T28" fmla="*/ 316 w 459"/>
                <a:gd name="T29" fmla="*/ 501 h 516"/>
                <a:gd name="T30" fmla="*/ 373 w 459"/>
                <a:gd name="T31" fmla="*/ 470 h 516"/>
                <a:gd name="T32" fmla="*/ 419 w 459"/>
                <a:gd name="T33" fmla="*/ 429 h 516"/>
                <a:gd name="T34" fmla="*/ 450 w 459"/>
                <a:gd name="T35" fmla="*/ 377 h 516"/>
                <a:gd name="T36" fmla="*/ 459 w 459"/>
                <a:gd name="T37" fmla="*/ 320 h 516"/>
                <a:gd name="T38" fmla="*/ 458 w 459"/>
                <a:gd name="T39" fmla="*/ 286 h 516"/>
                <a:gd name="T40" fmla="*/ 445 w 459"/>
                <a:gd name="T41" fmla="*/ 228 h 516"/>
                <a:gd name="T42" fmla="*/ 399 w 459"/>
                <a:gd name="T43" fmla="*/ 125 h 516"/>
                <a:gd name="T44" fmla="*/ 356 w 459"/>
                <a:gd name="T45" fmla="*/ 62 h 516"/>
                <a:gd name="T46" fmla="*/ 306 w 459"/>
                <a:gd name="T47" fmla="*/ 1 h 516"/>
                <a:gd name="T48" fmla="*/ 231 w 459"/>
                <a:gd name="T49" fmla="*/ 392 h 516"/>
                <a:gd name="T50" fmla="*/ 196 w 459"/>
                <a:gd name="T51" fmla="*/ 387 h 516"/>
                <a:gd name="T52" fmla="*/ 167 w 459"/>
                <a:gd name="T53" fmla="*/ 372 h 516"/>
                <a:gd name="T54" fmla="*/ 142 w 459"/>
                <a:gd name="T55" fmla="*/ 351 h 516"/>
                <a:gd name="T56" fmla="*/ 126 w 459"/>
                <a:gd name="T57" fmla="*/ 323 h 516"/>
                <a:gd name="T58" fmla="*/ 118 w 459"/>
                <a:gd name="T59" fmla="*/ 290 h 516"/>
                <a:gd name="T60" fmla="*/ 118 w 459"/>
                <a:gd name="T61" fmla="*/ 268 h 516"/>
                <a:gd name="T62" fmla="*/ 126 w 459"/>
                <a:gd name="T63" fmla="*/ 235 h 516"/>
                <a:gd name="T64" fmla="*/ 142 w 459"/>
                <a:gd name="T65" fmla="*/ 207 h 516"/>
                <a:gd name="T66" fmla="*/ 167 w 459"/>
                <a:gd name="T67" fmla="*/ 184 h 516"/>
                <a:gd name="T68" fmla="*/ 196 w 459"/>
                <a:gd name="T69" fmla="*/ 170 h 516"/>
                <a:gd name="T70" fmla="*/ 231 w 459"/>
                <a:gd name="T71" fmla="*/ 165 h 516"/>
                <a:gd name="T72" fmla="*/ 254 w 459"/>
                <a:gd name="T73" fmla="*/ 168 h 516"/>
                <a:gd name="T74" fmla="*/ 285 w 459"/>
                <a:gd name="T75" fmla="*/ 179 h 516"/>
                <a:gd name="T76" fmla="*/ 311 w 459"/>
                <a:gd name="T77" fmla="*/ 199 h 516"/>
                <a:gd name="T78" fmla="*/ 330 w 459"/>
                <a:gd name="T79" fmla="*/ 225 h 516"/>
                <a:gd name="T80" fmla="*/ 342 w 459"/>
                <a:gd name="T81" fmla="*/ 256 h 516"/>
                <a:gd name="T82" fmla="*/ 343 w 459"/>
                <a:gd name="T83" fmla="*/ 279 h 516"/>
                <a:gd name="T84" fmla="*/ 339 w 459"/>
                <a:gd name="T85" fmla="*/ 312 h 516"/>
                <a:gd name="T86" fmla="*/ 324 w 459"/>
                <a:gd name="T87" fmla="*/ 343 h 516"/>
                <a:gd name="T88" fmla="*/ 303 w 459"/>
                <a:gd name="T89" fmla="*/ 366 h 516"/>
                <a:gd name="T90" fmla="*/ 275 w 459"/>
                <a:gd name="T91" fmla="*/ 384 h 516"/>
                <a:gd name="T92" fmla="*/ 242 w 459"/>
                <a:gd name="T93" fmla="*/ 392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59" h="516">
                  <a:moveTo>
                    <a:pt x="306" y="1"/>
                  </a:moveTo>
                  <a:lnTo>
                    <a:pt x="306" y="1"/>
                  </a:lnTo>
                  <a:lnTo>
                    <a:pt x="301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34" y="18"/>
                  </a:lnTo>
                  <a:lnTo>
                    <a:pt x="118" y="37"/>
                  </a:lnTo>
                  <a:lnTo>
                    <a:pt x="102" y="57"/>
                  </a:lnTo>
                  <a:lnTo>
                    <a:pt x="87" y="78"/>
                  </a:lnTo>
                  <a:lnTo>
                    <a:pt x="74" y="98"/>
                  </a:lnTo>
                  <a:lnTo>
                    <a:pt x="61" y="121"/>
                  </a:lnTo>
                  <a:lnTo>
                    <a:pt x="49" y="142"/>
                  </a:lnTo>
                  <a:lnTo>
                    <a:pt x="40" y="163"/>
                  </a:lnTo>
                  <a:lnTo>
                    <a:pt x="30" y="184"/>
                  </a:lnTo>
                  <a:lnTo>
                    <a:pt x="23" y="206"/>
                  </a:lnTo>
                  <a:lnTo>
                    <a:pt x="17" y="227"/>
                  </a:lnTo>
                  <a:lnTo>
                    <a:pt x="10" y="246"/>
                  </a:lnTo>
                  <a:lnTo>
                    <a:pt x="7" y="266"/>
                  </a:lnTo>
                  <a:lnTo>
                    <a:pt x="4" y="286"/>
                  </a:lnTo>
                  <a:lnTo>
                    <a:pt x="2" y="302"/>
                  </a:lnTo>
                  <a:lnTo>
                    <a:pt x="0" y="320"/>
                  </a:lnTo>
                  <a:lnTo>
                    <a:pt x="0" y="320"/>
                  </a:lnTo>
                  <a:lnTo>
                    <a:pt x="2" y="340"/>
                  </a:lnTo>
                  <a:lnTo>
                    <a:pt x="5" y="359"/>
                  </a:lnTo>
                  <a:lnTo>
                    <a:pt x="12" y="377"/>
                  </a:lnTo>
                  <a:lnTo>
                    <a:pt x="20" y="395"/>
                  </a:lnTo>
                  <a:lnTo>
                    <a:pt x="30" y="413"/>
                  </a:lnTo>
                  <a:lnTo>
                    <a:pt x="41" y="429"/>
                  </a:lnTo>
                  <a:lnTo>
                    <a:pt x="56" y="444"/>
                  </a:lnTo>
                  <a:lnTo>
                    <a:pt x="71" y="459"/>
                  </a:lnTo>
                  <a:lnTo>
                    <a:pt x="87" y="470"/>
                  </a:lnTo>
                  <a:lnTo>
                    <a:pt x="105" y="482"/>
                  </a:lnTo>
                  <a:lnTo>
                    <a:pt x="124" y="491"/>
                  </a:lnTo>
                  <a:lnTo>
                    <a:pt x="144" y="501"/>
                  </a:lnTo>
                  <a:lnTo>
                    <a:pt x="165" y="508"/>
                  </a:lnTo>
                  <a:lnTo>
                    <a:pt x="187" y="513"/>
                  </a:lnTo>
                  <a:lnTo>
                    <a:pt x="208" y="514"/>
                  </a:lnTo>
                  <a:lnTo>
                    <a:pt x="231" y="516"/>
                  </a:lnTo>
                  <a:lnTo>
                    <a:pt x="231" y="516"/>
                  </a:lnTo>
                  <a:lnTo>
                    <a:pt x="252" y="514"/>
                  </a:lnTo>
                  <a:lnTo>
                    <a:pt x="275" y="513"/>
                  </a:lnTo>
                  <a:lnTo>
                    <a:pt x="296" y="508"/>
                  </a:lnTo>
                  <a:lnTo>
                    <a:pt x="316" y="501"/>
                  </a:lnTo>
                  <a:lnTo>
                    <a:pt x="337" y="491"/>
                  </a:lnTo>
                  <a:lnTo>
                    <a:pt x="355" y="482"/>
                  </a:lnTo>
                  <a:lnTo>
                    <a:pt x="373" y="470"/>
                  </a:lnTo>
                  <a:lnTo>
                    <a:pt x="389" y="459"/>
                  </a:lnTo>
                  <a:lnTo>
                    <a:pt x="406" y="444"/>
                  </a:lnTo>
                  <a:lnTo>
                    <a:pt x="419" y="429"/>
                  </a:lnTo>
                  <a:lnTo>
                    <a:pt x="432" y="413"/>
                  </a:lnTo>
                  <a:lnTo>
                    <a:pt x="441" y="395"/>
                  </a:lnTo>
                  <a:lnTo>
                    <a:pt x="450" y="377"/>
                  </a:lnTo>
                  <a:lnTo>
                    <a:pt x="455" y="359"/>
                  </a:lnTo>
                  <a:lnTo>
                    <a:pt x="459" y="340"/>
                  </a:lnTo>
                  <a:lnTo>
                    <a:pt x="459" y="320"/>
                  </a:lnTo>
                  <a:lnTo>
                    <a:pt x="459" y="320"/>
                  </a:lnTo>
                  <a:lnTo>
                    <a:pt x="459" y="302"/>
                  </a:lnTo>
                  <a:lnTo>
                    <a:pt x="458" y="286"/>
                  </a:lnTo>
                  <a:lnTo>
                    <a:pt x="455" y="268"/>
                  </a:lnTo>
                  <a:lnTo>
                    <a:pt x="450" y="248"/>
                  </a:lnTo>
                  <a:lnTo>
                    <a:pt x="445" y="228"/>
                  </a:lnTo>
                  <a:lnTo>
                    <a:pt x="438" y="209"/>
                  </a:lnTo>
                  <a:lnTo>
                    <a:pt x="420" y="168"/>
                  </a:lnTo>
                  <a:lnTo>
                    <a:pt x="399" y="125"/>
                  </a:lnTo>
                  <a:lnTo>
                    <a:pt x="386" y="104"/>
                  </a:lnTo>
                  <a:lnTo>
                    <a:pt x="371" y="83"/>
                  </a:lnTo>
                  <a:lnTo>
                    <a:pt x="356" y="62"/>
                  </a:lnTo>
                  <a:lnTo>
                    <a:pt x="340" y="40"/>
                  </a:lnTo>
                  <a:lnTo>
                    <a:pt x="324" y="21"/>
                  </a:lnTo>
                  <a:lnTo>
                    <a:pt x="306" y="1"/>
                  </a:lnTo>
                  <a:lnTo>
                    <a:pt x="306" y="1"/>
                  </a:lnTo>
                  <a:close/>
                  <a:moveTo>
                    <a:pt x="231" y="392"/>
                  </a:moveTo>
                  <a:lnTo>
                    <a:pt x="231" y="392"/>
                  </a:lnTo>
                  <a:lnTo>
                    <a:pt x="219" y="392"/>
                  </a:lnTo>
                  <a:lnTo>
                    <a:pt x="208" y="390"/>
                  </a:lnTo>
                  <a:lnTo>
                    <a:pt x="196" y="387"/>
                  </a:lnTo>
                  <a:lnTo>
                    <a:pt x="187" y="384"/>
                  </a:lnTo>
                  <a:lnTo>
                    <a:pt x="177" y="379"/>
                  </a:lnTo>
                  <a:lnTo>
                    <a:pt x="167" y="372"/>
                  </a:lnTo>
                  <a:lnTo>
                    <a:pt x="159" y="366"/>
                  </a:lnTo>
                  <a:lnTo>
                    <a:pt x="151" y="359"/>
                  </a:lnTo>
                  <a:lnTo>
                    <a:pt x="142" y="351"/>
                  </a:lnTo>
                  <a:lnTo>
                    <a:pt x="136" y="343"/>
                  </a:lnTo>
                  <a:lnTo>
                    <a:pt x="131" y="333"/>
                  </a:lnTo>
                  <a:lnTo>
                    <a:pt x="126" y="323"/>
                  </a:lnTo>
                  <a:lnTo>
                    <a:pt x="121" y="312"/>
                  </a:lnTo>
                  <a:lnTo>
                    <a:pt x="120" y="302"/>
                  </a:lnTo>
                  <a:lnTo>
                    <a:pt x="118" y="290"/>
                  </a:lnTo>
                  <a:lnTo>
                    <a:pt x="116" y="279"/>
                  </a:lnTo>
                  <a:lnTo>
                    <a:pt x="116" y="279"/>
                  </a:lnTo>
                  <a:lnTo>
                    <a:pt x="118" y="268"/>
                  </a:lnTo>
                  <a:lnTo>
                    <a:pt x="120" y="256"/>
                  </a:lnTo>
                  <a:lnTo>
                    <a:pt x="121" y="245"/>
                  </a:lnTo>
                  <a:lnTo>
                    <a:pt x="126" y="235"/>
                  </a:lnTo>
                  <a:lnTo>
                    <a:pt x="131" y="225"/>
                  </a:lnTo>
                  <a:lnTo>
                    <a:pt x="136" y="215"/>
                  </a:lnTo>
                  <a:lnTo>
                    <a:pt x="142" y="207"/>
                  </a:lnTo>
                  <a:lnTo>
                    <a:pt x="151" y="199"/>
                  </a:lnTo>
                  <a:lnTo>
                    <a:pt x="159" y="191"/>
                  </a:lnTo>
                  <a:lnTo>
                    <a:pt x="167" y="184"/>
                  </a:lnTo>
                  <a:lnTo>
                    <a:pt x="177" y="179"/>
                  </a:lnTo>
                  <a:lnTo>
                    <a:pt x="187" y="174"/>
                  </a:lnTo>
                  <a:lnTo>
                    <a:pt x="196" y="170"/>
                  </a:lnTo>
                  <a:lnTo>
                    <a:pt x="208" y="168"/>
                  </a:lnTo>
                  <a:lnTo>
                    <a:pt x="219" y="166"/>
                  </a:lnTo>
                  <a:lnTo>
                    <a:pt x="231" y="165"/>
                  </a:lnTo>
                  <a:lnTo>
                    <a:pt x="231" y="165"/>
                  </a:lnTo>
                  <a:lnTo>
                    <a:pt x="242" y="166"/>
                  </a:lnTo>
                  <a:lnTo>
                    <a:pt x="254" y="168"/>
                  </a:lnTo>
                  <a:lnTo>
                    <a:pt x="263" y="170"/>
                  </a:lnTo>
                  <a:lnTo>
                    <a:pt x="275" y="174"/>
                  </a:lnTo>
                  <a:lnTo>
                    <a:pt x="285" y="179"/>
                  </a:lnTo>
                  <a:lnTo>
                    <a:pt x="294" y="184"/>
                  </a:lnTo>
                  <a:lnTo>
                    <a:pt x="303" y="191"/>
                  </a:lnTo>
                  <a:lnTo>
                    <a:pt x="311" y="199"/>
                  </a:lnTo>
                  <a:lnTo>
                    <a:pt x="317" y="207"/>
                  </a:lnTo>
                  <a:lnTo>
                    <a:pt x="324" y="215"/>
                  </a:lnTo>
                  <a:lnTo>
                    <a:pt x="330" y="225"/>
                  </a:lnTo>
                  <a:lnTo>
                    <a:pt x="335" y="235"/>
                  </a:lnTo>
                  <a:lnTo>
                    <a:pt x="339" y="245"/>
                  </a:lnTo>
                  <a:lnTo>
                    <a:pt x="342" y="256"/>
                  </a:lnTo>
                  <a:lnTo>
                    <a:pt x="343" y="268"/>
                  </a:lnTo>
                  <a:lnTo>
                    <a:pt x="343" y="279"/>
                  </a:lnTo>
                  <a:lnTo>
                    <a:pt x="343" y="279"/>
                  </a:lnTo>
                  <a:lnTo>
                    <a:pt x="343" y="290"/>
                  </a:lnTo>
                  <a:lnTo>
                    <a:pt x="342" y="302"/>
                  </a:lnTo>
                  <a:lnTo>
                    <a:pt x="339" y="312"/>
                  </a:lnTo>
                  <a:lnTo>
                    <a:pt x="335" y="323"/>
                  </a:lnTo>
                  <a:lnTo>
                    <a:pt x="330" y="333"/>
                  </a:lnTo>
                  <a:lnTo>
                    <a:pt x="324" y="343"/>
                  </a:lnTo>
                  <a:lnTo>
                    <a:pt x="317" y="351"/>
                  </a:lnTo>
                  <a:lnTo>
                    <a:pt x="311" y="359"/>
                  </a:lnTo>
                  <a:lnTo>
                    <a:pt x="303" y="366"/>
                  </a:lnTo>
                  <a:lnTo>
                    <a:pt x="294" y="372"/>
                  </a:lnTo>
                  <a:lnTo>
                    <a:pt x="285" y="379"/>
                  </a:lnTo>
                  <a:lnTo>
                    <a:pt x="275" y="384"/>
                  </a:lnTo>
                  <a:lnTo>
                    <a:pt x="263" y="387"/>
                  </a:lnTo>
                  <a:lnTo>
                    <a:pt x="254" y="390"/>
                  </a:lnTo>
                  <a:lnTo>
                    <a:pt x="242" y="392"/>
                  </a:lnTo>
                  <a:lnTo>
                    <a:pt x="231" y="392"/>
                  </a:lnTo>
                  <a:lnTo>
                    <a:pt x="231" y="3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33" name="深度视觉·原创设计 https://www.docer.com/works?userid=22383862"/>
          <p:cNvSpPr/>
          <p:nvPr/>
        </p:nvSpPr>
        <p:spPr>
          <a:xfrm>
            <a:off x="1245654" y="4250130"/>
            <a:ext cx="2009488" cy="1116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</a:p>
        </p:txBody>
      </p:sp>
      <p:sp>
        <p:nvSpPr>
          <p:cNvPr id="34" name="深度视觉·原创设计 https://www.docer.com/works?userid=22383862"/>
          <p:cNvSpPr/>
          <p:nvPr/>
        </p:nvSpPr>
        <p:spPr>
          <a:xfrm>
            <a:off x="1704124" y="3912945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35" name="深度视觉·原创设计 https://www.docer.com/works?userid=22383862"/>
          <p:cNvSpPr/>
          <p:nvPr/>
        </p:nvSpPr>
        <p:spPr>
          <a:xfrm>
            <a:off x="3713612" y="4250130"/>
            <a:ext cx="2009488" cy="1116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</a:p>
        </p:txBody>
      </p:sp>
      <p:sp>
        <p:nvSpPr>
          <p:cNvPr id="36" name="深度视觉·原创设计 https://www.docer.com/works?userid=22383862"/>
          <p:cNvSpPr/>
          <p:nvPr/>
        </p:nvSpPr>
        <p:spPr>
          <a:xfrm>
            <a:off x="4172082" y="3912945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37" name="深度视觉·原创设计 https://www.docer.com/works?userid=22383862"/>
          <p:cNvSpPr/>
          <p:nvPr/>
        </p:nvSpPr>
        <p:spPr>
          <a:xfrm>
            <a:off x="6305646" y="4250130"/>
            <a:ext cx="2009488" cy="1116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</a:p>
        </p:txBody>
      </p:sp>
      <p:sp>
        <p:nvSpPr>
          <p:cNvPr id="38" name="深度视觉·原创设计 https://www.docer.com/works?userid=22383862"/>
          <p:cNvSpPr/>
          <p:nvPr/>
        </p:nvSpPr>
        <p:spPr>
          <a:xfrm>
            <a:off x="6764116" y="3912945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39" name="深度视觉·原创设计 https://www.docer.com/works?userid=22383862"/>
          <p:cNvSpPr/>
          <p:nvPr/>
        </p:nvSpPr>
        <p:spPr>
          <a:xfrm>
            <a:off x="8947936" y="4250130"/>
            <a:ext cx="2009488" cy="1116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</a:p>
        </p:txBody>
      </p:sp>
      <p:sp>
        <p:nvSpPr>
          <p:cNvPr id="40" name="深度视觉·原创设计 https://www.docer.com/works?userid=22383862"/>
          <p:cNvSpPr/>
          <p:nvPr/>
        </p:nvSpPr>
        <p:spPr>
          <a:xfrm>
            <a:off x="9406406" y="3912945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39490">
            <a:off x="10302854" y="5515031"/>
            <a:ext cx="2746978" cy="2685934"/>
          </a:xfrm>
          <a:prstGeom prst="rect">
            <a:avLst/>
          </a:prstGeom>
        </p:spPr>
      </p:pic>
      <p:pic>
        <p:nvPicPr>
          <p:cNvPr id="10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4039" y="5303588"/>
            <a:ext cx="2740006" cy="2435561"/>
          </a:xfrm>
          <a:prstGeom prst="rect">
            <a:avLst/>
          </a:prstGeom>
        </p:spPr>
      </p:pic>
      <p:pic>
        <p:nvPicPr>
          <p:cNvPr id="11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494" y="-246003"/>
            <a:ext cx="2178882" cy="1739853"/>
          </a:xfrm>
          <a:prstGeom prst="rect">
            <a:avLst/>
          </a:prstGeom>
        </p:spPr>
      </p:pic>
      <p:pic>
        <p:nvPicPr>
          <p:cNvPr id="12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476" y="-242592"/>
            <a:ext cx="517029" cy="2726153"/>
          </a:xfrm>
          <a:prstGeom prst="rect">
            <a:avLst/>
          </a:prstGeom>
        </p:spPr>
      </p:pic>
      <p:pic>
        <p:nvPicPr>
          <p:cNvPr id="13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7576">
            <a:off x="11086081" y="5810070"/>
            <a:ext cx="282748" cy="444318"/>
          </a:xfrm>
          <a:prstGeom prst="rect">
            <a:avLst/>
          </a:prstGeom>
        </p:spPr>
      </p:pic>
      <p:pic>
        <p:nvPicPr>
          <p:cNvPr id="14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06201">
            <a:off x="-54476" y="317800"/>
            <a:ext cx="517029" cy="1878539"/>
          </a:xfrm>
          <a:prstGeom prst="rect">
            <a:avLst/>
          </a:prstGeom>
        </p:spPr>
      </p:pic>
      <p:sp>
        <p:nvSpPr>
          <p:cNvPr id="15" name="深度视觉·原创设计 https://www.docer.com/works?userid=22383862"/>
          <p:cNvSpPr txBox="1"/>
          <p:nvPr/>
        </p:nvSpPr>
        <p:spPr>
          <a:xfrm>
            <a:off x="4813531" y="283565"/>
            <a:ext cx="2564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输入你的标题</a:t>
            </a:r>
          </a:p>
        </p:txBody>
      </p:sp>
      <p:graphicFrame>
        <p:nvGraphicFramePr>
          <p:cNvPr id="2" name="深度视觉·原创设计 https://www.docer.com/works?userid=22383862"/>
          <p:cNvGraphicFramePr/>
          <p:nvPr/>
        </p:nvGraphicFramePr>
        <p:xfrm>
          <a:off x="5665076" y="1902372"/>
          <a:ext cx="4897820" cy="3482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pSp>
        <p:nvGrpSpPr>
          <p:cNvPr id="3" name="深度视觉·原创设计 https://www.docer.com/works?userid=22383862"/>
          <p:cNvGrpSpPr/>
          <p:nvPr/>
        </p:nvGrpSpPr>
        <p:grpSpPr>
          <a:xfrm>
            <a:off x="1594644" y="3233044"/>
            <a:ext cx="1545616" cy="2030032"/>
            <a:chOff x="990063" y="3736753"/>
            <a:chExt cx="1545616" cy="2030032"/>
          </a:xfrm>
        </p:grpSpPr>
        <p:sp>
          <p:nvSpPr>
            <p:cNvPr id="4" name="深度视觉·原创设计 https://www.docer.com/works?userid=22383862"/>
            <p:cNvSpPr txBox="1"/>
            <p:nvPr/>
          </p:nvSpPr>
          <p:spPr>
            <a:xfrm>
              <a:off x="990063" y="3736753"/>
              <a:ext cx="1545616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accent1"/>
                  </a:solidFill>
                  <a:latin typeface="Source Han Sans CN" panose="020B0500000000000000" pitchFamily="34" charset="-128"/>
                  <a:ea typeface="Source Han Sans CN" panose="020B0500000000000000" pitchFamily="34" charset="-128"/>
                  <a:cs typeface="Lato"/>
                  <a:sym typeface="Lato"/>
                </a:rPr>
                <a:t>SUBTITLE HERE</a:t>
              </a:r>
              <a:endParaRPr sz="1400" b="1">
                <a:solidFill>
                  <a:schemeClr val="accent1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Lato"/>
                <a:sym typeface="Lato"/>
              </a:endParaRPr>
            </a:p>
          </p:txBody>
        </p:sp>
        <p:cxnSp>
          <p:nvCxnSpPr>
            <p:cNvPr id="5" name="深度视觉·原创设计 https://www.docer.com/works?userid=22383862"/>
            <p:cNvCxnSpPr/>
            <p:nvPr/>
          </p:nvCxnSpPr>
          <p:spPr>
            <a:xfrm>
              <a:off x="990063" y="5766785"/>
              <a:ext cx="598830" cy="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" name="深度视觉·原创设计 https://www.docer.com/works?userid=22383862"/>
          <p:cNvSpPr txBox="1"/>
          <p:nvPr/>
        </p:nvSpPr>
        <p:spPr>
          <a:xfrm>
            <a:off x="1462648" y="1837645"/>
            <a:ext cx="26468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在这添加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页面标题内容</a:t>
            </a:r>
          </a:p>
        </p:txBody>
      </p:sp>
      <p:sp>
        <p:nvSpPr>
          <p:cNvPr id="7" name="深度视觉·原创设计 https://www.docer.com/works?userid=22383862"/>
          <p:cNvSpPr txBox="1"/>
          <p:nvPr/>
        </p:nvSpPr>
        <p:spPr>
          <a:xfrm>
            <a:off x="1462648" y="1436757"/>
            <a:ext cx="3183654" cy="310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bg1">
                    <a:lumMod val="50000"/>
                  </a:schemeClr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Lato"/>
                <a:sym typeface="Lato"/>
              </a:rPr>
              <a:t>YOUR TITLE HERE</a:t>
            </a:r>
            <a:endParaRPr sz="2400" b="0" i="0" u="none" strike="noStrike" cap="none">
              <a:solidFill>
                <a:schemeClr val="bg1">
                  <a:lumMod val="50000"/>
                </a:schemeClr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Lato"/>
              <a:sym typeface="Lato"/>
            </a:endParaRPr>
          </a:p>
        </p:txBody>
      </p:sp>
      <p:sp>
        <p:nvSpPr>
          <p:cNvPr id="8" name="深度视觉·原创设计 https://www.docer.com/works?userid=22383862"/>
          <p:cNvSpPr txBox="1"/>
          <p:nvPr/>
        </p:nvSpPr>
        <p:spPr>
          <a:xfrm>
            <a:off x="1462647" y="3583494"/>
            <a:ext cx="3538843" cy="1336440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FZHei-B01S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39490">
            <a:off x="10302854" y="5515031"/>
            <a:ext cx="2746978" cy="2685934"/>
          </a:xfrm>
          <a:prstGeom prst="rect">
            <a:avLst/>
          </a:prstGeom>
        </p:spPr>
      </p:pic>
      <p:pic>
        <p:nvPicPr>
          <p:cNvPr id="39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4039" y="5303588"/>
            <a:ext cx="2740006" cy="2435561"/>
          </a:xfrm>
          <a:prstGeom prst="rect">
            <a:avLst/>
          </a:prstGeom>
        </p:spPr>
      </p:pic>
      <p:pic>
        <p:nvPicPr>
          <p:cNvPr id="40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494" y="-246003"/>
            <a:ext cx="2178882" cy="1739853"/>
          </a:xfrm>
          <a:prstGeom prst="rect">
            <a:avLst/>
          </a:prstGeom>
        </p:spPr>
      </p:pic>
      <p:pic>
        <p:nvPicPr>
          <p:cNvPr id="41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476" y="-242592"/>
            <a:ext cx="517029" cy="2726153"/>
          </a:xfrm>
          <a:prstGeom prst="rect">
            <a:avLst/>
          </a:prstGeom>
        </p:spPr>
      </p:pic>
      <p:pic>
        <p:nvPicPr>
          <p:cNvPr id="42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7576">
            <a:off x="11086081" y="5810070"/>
            <a:ext cx="282748" cy="444318"/>
          </a:xfrm>
          <a:prstGeom prst="rect">
            <a:avLst/>
          </a:prstGeom>
        </p:spPr>
      </p:pic>
      <p:pic>
        <p:nvPicPr>
          <p:cNvPr id="43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06201">
            <a:off x="-54476" y="317800"/>
            <a:ext cx="517029" cy="1878539"/>
          </a:xfrm>
          <a:prstGeom prst="rect">
            <a:avLst/>
          </a:prstGeom>
        </p:spPr>
      </p:pic>
      <p:sp>
        <p:nvSpPr>
          <p:cNvPr id="44" name="深度视觉·原创设计 https://www.docer.com/works?userid=22383862"/>
          <p:cNvSpPr txBox="1"/>
          <p:nvPr/>
        </p:nvSpPr>
        <p:spPr>
          <a:xfrm>
            <a:off x="4813531" y="283565"/>
            <a:ext cx="2564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输入你的标题</a:t>
            </a:r>
          </a:p>
        </p:txBody>
      </p:sp>
      <p:sp>
        <p:nvSpPr>
          <p:cNvPr id="2" name="深度视觉·原创设计 https://www.docer.com/works?userid=22383862"/>
          <p:cNvSpPr/>
          <p:nvPr/>
        </p:nvSpPr>
        <p:spPr>
          <a:xfrm>
            <a:off x="2900596" y="2061148"/>
            <a:ext cx="3402767" cy="7570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深度视觉·原创设计 https://www.docer.com/works?userid=22383862"/>
          <p:cNvSpPr/>
          <p:nvPr/>
        </p:nvSpPr>
        <p:spPr>
          <a:xfrm>
            <a:off x="6303363" y="2061148"/>
            <a:ext cx="2226040" cy="75700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深度视觉·原创设计 https://www.docer.com/works?userid=22383862"/>
          <p:cNvSpPr/>
          <p:nvPr/>
        </p:nvSpPr>
        <p:spPr>
          <a:xfrm>
            <a:off x="3889947" y="2960558"/>
            <a:ext cx="2413416" cy="7570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深度视觉·原创设计 https://www.docer.com/works?userid=22383862"/>
          <p:cNvSpPr/>
          <p:nvPr/>
        </p:nvSpPr>
        <p:spPr>
          <a:xfrm>
            <a:off x="6303362" y="2960558"/>
            <a:ext cx="3507699" cy="75700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深度视觉·原创设计 https://www.docer.com/works?userid=22383862"/>
          <p:cNvSpPr/>
          <p:nvPr/>
        </p:nvSpPr>
        <p:spPr>
          <a:xfrm>
            <a:off x="3327816" y="3859968"/>
            <a:ext cx="2975547" cy="7570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深度视觉·原创设计 https://www.docer.com/works?userid=22383862"/>
          <p:cNvSpPr/>
          <p:nvPr/>
        </p:nvSpPr>
        <p:spPr>
          <a:xfrm>
            <a:off x="6303363" y="3859968"/>
            <a:ext cx="4279693" cy="75700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深度视觉·原创设计 https://www.docer.com/works?userid=22383862"/>
          <p:cNvSpPr/>
          <p:nvPr/>
        </p:nvSpPr>
        <p:spPr>
          <a:xfrm>
            <a:off x="1843790" y="4759378"/>
            <a:ext cx="4459573" cy="7570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深度视觉·原创设计 https://www.docer.com/works?userid=22383862"/>
          <p:cNvSpPr/>
          <p:nvPr/>
        </p:nvSpPr>
        <p:spPr>
          <a:xfrm>
            <a:off x="6303362" y="4759378"/>
            <a:ext cx="2833143" cy="75700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深度视觉·原创设计 https://www.docer.com/works?userid=22383862"/>
          <p:cNvGrpSpPr/>
          <p:nvPr/>
        </p:nvGrpSpPr>
        <p:grpSpPr>
          <a:xfrm>
            <a:off x="5826625" y="3166989"/>
            <a:ext cx="232040" cy="333490"/>
            <a:chOff x="9132888" y="2062163"/>
            <a:chExt cx="341312" cy="490537"/>
          </a:xfrm>
          <a:solidFill>
            <a:schemeClr val="bg1"/>
          </a:solidFill>
        </p:grpSpPr>
        <p:sp>
          <p:nvSpPr>
            <p:cNvPr id="11" name="深度视觉·原创设计 https://www.docer.com/works?userid=22383862"/>
            <p:cNvSpPr>
              <a:spLocks noEditPoints="1"/>
            </p:cNvSpPr>
            <p:nvPr/>
          </p:nvSpPr>
          <p:spPr bwMode="auto">
            <a:xfrm>
              <a:off x="9132888" y="2062163"/>
              <a:ext cx="341312" cy="490537"/>
            </a:xfrm>
            <a:custGeom>
              <a:avLst/>
              <a:gdLst>
                <a:gd name="T0" fmla="*/ 44 w 88"/>
                <a:gd name="T1" fmla="*/ 0 h 128"/>
                <a:gd name="T2" fmla="*/ 0 w 88"/>
                <a:gd name="T3" fmla="*/ 44 h 128"/>
                <a:gd name="T4" fmla="*/ 20 w 88"/>
                <a:gd name="T5" fmla="*/ 92 h 128"/>
                <a:gd name="T6" fmla="*/ 44 w 88"/>
                <a:gd name="T7" fmla="*/ 128 h 128"/>
                <a:gd name="T8" fmla="*/ 68 w 88"/>
                <a:gd name="T9" fmla="*/ 92 h 128"/>
                <a:gd name="T10" fmla="*/ 88 w 88"/>
                <a:gd name="T11" fmla="*/ 44 h 128"/>
                <a:gd name="T12" fmla="*/ 44 w 88"/>
                <a:gd name="T13" fmla="*/ 0 h 128"/>
                <a:gd name="T14" fmla="*/ 54 w 88"/>
                <a:gd name="T15" fmla="*/ 109 h 128"/>
                <a:gd name="T16" fmla="*/ 35 w 88"/>
                <a:gd name="T17" fmla="*/ 111 h 128"/>
                <a:gd name="T18" fmla="*/ 32 w 88"/>
                <a:gd name="T19" fmla="*/ 104 h 128"/>
                <a:gd name="T20" fmla="*/ 32 w 88"/>
                <a:gd name="T21" fmla="*/ 103 h 128"/>
                <a:gd name="T22" fmla="*/ 57 w 88"/>
                <a:gd name="T23" fmla="*/ 100 h 128"/>
                <a:gd name="T24" fmla="*/ 56 w 88"/>
                <a:gd name="T25" fmla="*/ 104 h 128"/>
                <a:gd name="T26" fmla="*/ 54 w 88"/>
                <a:gd name="T27" fmla="*/ 109 h 128"/>
                <a:gd name="T28" fmla="*/ 31 w 88"/>
                <a:gd name="T29" fmla="*/ 100 h 128"/>
                <a:gd name="T30" fmla="*/ 28 w 88"/>
                <a:gd name="T31" fmla="*/ 92 h 128"/>
                <a:gd name="T32" fmla="*/ 60 w 88"/>
                <a:gd name="T33" fmla="*/ 92 h 128"/>
                <a:gd name="T34" fmla="*/ 58 w 88"/>
                <a:gd name="T35" fmla="*/ 96 h 128"/>
                <a:gd name="T36" fmla="*/ 31 w 88"/>
                <a:gd name="T37" fmla="*/ 100 h 128"/>
                <a:gd name="T38" fmla="*/ 44 w 88"/>
                <a:gd name="T39" fmla="*/ 120 h 128"/>
                <a:gd name="T40" fmla="*/ 36 w 88"/>
                <a:gd name="T41" fmla="*/ 115 h 128"/>
                <a:gd name="T42" fmla="*/ 53 w 88"/>
                <a:gd name="T43" fmla="*/ 113 h 128"/>
                <a:gd name="T44" fmla="*/ 44 w 88"/>
                <a:gd name="T45" fmla="*/ 120 h 128"/>
                <a:gd name="T46" fmla="*/ 63 w 88"/>
                <a:gd name="T47" fmla="*/ 84 h 128"/>
                <a:gd name="T48" fmla="*/ 25 w 88"/>
                <a:gd name="T49" fmla="*/ 84 h 128"/>
                <a:gd name="T50" fmla="*/ 19 w 88"/>
                <a:gd name="T51" fmla="*/ 71 h 128"/>
                <a:gd name="T52" fmla="*/ 8 w 88"/>
                <a:gd name="T53" fmla="*/ 44 h 128"/>
                <a:gd name="T54" fmla="*/ 44 w 88"/>
                <a:gd name="T55" fmla="*/ 8 h 128"/>
                <a:gd name="T56" fmla="*/ 80 w 88"/>
                <a:gd name="T57" fmla="*/ 44 h 128"/>
                <a:gd name="T58" fmla="*/ 69 w 88"/>
                <a:gd name="T59" fmla="*/ 71 h 128"/>
                <a:gd name="T60" fmla="*/ 63 w 88"/>
                <a:gd name="T61" fmla="*/ 8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8" h="128">
                  <a:moveTo>
                    <a:pt x="44" y="0"/>
                  </a:moveTo>
                  <a:cubicBezTo>
                    <a:pt x="20" y="0"/>
                    <a:pt x="0" y="20"/>
                    <a:pt x="0" y="44"/>
                  </a:cubicBezTo>
                  <a:cubicBezTo>
                    <a:pt x="0" y="60"/>
                    <a:pt x="15" y="77"/>
                    <a:pt x="20" y="92"/>
                  </a:cubicBezTo>
                  <a:cubicBezTo>
                    <a:pt x="28" y="115"/>
                    <a:pt x="27" y="128"/>
                    <a:pt x="44" y="128"/>
                  </a:cubicBezTo>
                  <a:cubicBezTo>
                    <a:pt x="61" y="128"/>
                    <a:pt x="60" y="115"/>
                    <a:pt x="68" y="92"/>
                  </a:cubicBezTo>
                  <a:cubicBezTo>
                    <a:pt x="73" y="77"/>
                    <a:pt x="88" y="60"/>
                    <a:pt x="88" y="44"/>
                  </a:cubicBezTo>
                  <a:cubicBezTo>
                    <a:pt x="88" y="20"/>
                    <a:pt x="68" y="0"/>
                    <a:pt x="44" y="0"/>
                  </a:cubicBezTo>
                  <a:close/>
                  <a:moveTo>
                    <a:pt x="54" y="109"/>
                  </a:moveTo>
                  <a:cubicBezTo>
                    <a:pt x="35" y="111"/>
                    <a:pt x="35" y="111"/>
                    <a:pt x="35" y="111"/>
                  </a:cubicBezTo>
                  <a:cubicBezTo>
                    <a:pt x="34" y="109"/>
                    <a:pt x="33" y="107"/>
                    <a:pt x="32" y="104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57" y="100"/>
                    <a:pt x="57" y="100"/>
                    <a:pt x="57" y="100"/>
                  </a:cubicBezTo>
                  <a:cubicBezTo>
                    <a:pt x="57" y="102"/>
                    <a:pt x="56" y="103"/>
                    <a:pt x="56" y="104"/>
                  </a:cubicBezTo>
                  <a:cubicBezTo>
                    <a:pt x="55" y="106"/>
                    <a:pt x="55" y="107"/>
                    <a:pt x="54" y="109"/>
                  </a:cubicBezTo>
                  <a:close/>
                  <a:moveTo>
                    <a:pt x="31" y="100"/>
                  </a:moveTo>
                  <a:cubicBezTo>
                    <a:pt x="30" y="97"/>
                    <a:pt x="29" y="95"/>
                    <a:pt x="28" y="92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59" y="93"/>
                    <a:pt x="59" y="95"/>
                    <a:pt x="58" y="96"/>
                  </a:cubicBezTo>
                  <a:lnTo>
                    <a:pt x="31" y="100"/>
                  </a:lnTo>
                  <a:close/>
                  <a:moveTo>
                    <a:pt x="44" y="120"/>
                  </a:moveTo>
                  <a:cubicBezTo>
                    <a:pt x="40" y="120"/>
                    <a:pt x="38" y="120"/>
                    <a:pt x="36" y="115"/>
                  </a:cubicBezTo>
                  <a:cubicBezTo>
                    <a:pt x="53" y="113"/>
                    <a:pt x="53" y="113"/>
                    <a:pt x="53" y="113"/>
                  </a:cubicBezTo>
                  <a:cubicBezTo>
                    <a:pt x="51" y="119"/>
                    <a:pt x="49" y="120"/>
                    <a:pt x="44" y="120"/>
                  </a:cubicBezTo>
                  <a:close/>
                  <a:moveTo>
                    <a:pt x="63" y="84"/>
                  </a:moveTo>
                  <a:cubicBezTo>
                    <a:pt x="25" y="84"/>
                    <a:pt x="25" y="84"/>
                    <a:pt x="25" y="84"/>
                  </a:cubicBezTo>
                  <a:cubicBezTo>
                    <a:pt x="23" y="80"/>
                    <a:pt x="21" y="75"/>
                    <a:pt x="19" y="71"/>
                  </a:cubicBezTo>
                  <a:cubicBezTo>
                    <a:pt x="13" y="62"/>
                    <a:pt x="8" y="52"/>
                    <a:pt x="8" y="44"/>
                  </a:cubicBezTo>
                  <a:cubicBezTo>
                    <a:pt x="8" y="24"/>
                    <a:pt x="24" y="8"/>
                    <a:pt x="44" y="8"/>
                  </a:cubicBezTo>
                  <a:cubicBezTo>
                    <a:pt x="64" y="8"/>
                    <a:pt x="80" y="24"/>
                    <a:pt x="80" y="44"/>
                  </a:cubicBezTo>
                  <a:cubicBezTo>
                    <a:pt x="80" y="52"/>
                    <a:pt x="75" y="62"/>
                    <a:pt x="69" y="71"/>
                  </a:cubicBezTo>
                  <a:cubicBezTo>
                    <a:pt x="67" y="75"/>
                    <a:pt x="65" y="80"/>
                    <a:pt x="63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2" name="深度视觉·原创设计 https://www.docer.com/works?userid=22383862"/>
            <p:cNvSpPr/>
            <p:nvPr/>
          </p:nvSpPr>
          <p:spPr bwMode="auto">
            <a:xfrm>
              <a:off x="9209088" y="2138363"/>
              <a:ext cx="101600" cy="100012"/>
            </a:xfrm>
            <a:custGeom>
              <a:avLst/>
              <a:gdLst>
                <a:gd name="T0" fmla="*/ 24 w 26"/>
                <a:gd name="T1" fmla="*/ 0 h 26"/>
                <a:gd name="T2" fmla="*/ 0 w 26"/>
                <a:gd name="T3" fmla="*/ 24 h 26"/>
                <a:gd name="T4" fmla="*/ 2 w 26"/>
                <a:gd name="T5" fmla="*/ 26 h 26"/>
                <a:gd name="T6" fmla="*/ 4 w 26"/>
                <a:gd name="T7" fmla="*/ 24 h 26"/>
                <a:gd name="T8" fmla="*/ 24 w 26"/>
                <a:gd name="T9" fmla="*/ 4 h 26"/>
                <a:gd name="T10" fmla="*/ 26 w 26"/>
                <a:gd name="T11" fmla="*/ 2 h 26"/>
                <a:gd name="T12" fmla="*/ 24 w 26"/>
                <a:gd name="T13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6">
                  <a:moveTo>
                    <a:pt x="24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25"/>
                    <a:pt x="1" y="26"/>
                    <a:pt x="2" y="26"/>
                  </a:cubicBezTo>
                  <a:cubicBezTo>
                    <a:pt x="3" y="26"/>
                    <a:pt x="4" y="25"/>
                    <a:pt x="4" y="24"/>
                  </a:cubicBezTo>
                  <a:cubicBezTo>
                    <a:pt x="4" y="13"/>
                    <a:pt x="13" y="4"/>
                    <a:pt x="24" y="4"/>
                  </a:cubicBezTo>
                  <a:cubicBezTo>
                    <a:pt x="25" y="4"/>
                    <a:pt x="26" y="3"/>
                    <a:pt x="26" y="2"/>
                  </a:cubicBezTo>
                  <a:cubicBezTo>
                    <a:pt x="26" y="1"/>
                    <a:pt x="25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</p:grpSp>
      <p:grpSp>
        <p:nvGrpSpPr>
          <p:cNvPr id="13" name="深度视觉·原创设计 https://www.docer.com/works?userid=22383862"/>
          <p:cNvGrpSpPr/>
          <p:nvPr/>
        </p:nvGrpSpPr>
        <p:grpSpPr>
          <a:xfrm>
            <a:off x="5684303" y="3994515"/>
            <a:ext cx="462440" cy="462440"/>
            <a:chOff x="5978526" y="4030663"/>
            <a:chExt cx="239713" cy="239713"/>
          </a:xfrm>
          <a:solidFill>
            <a:schemeClr val="bg1"/>
          </a:solidFill>
        </p:grpSpPr>
        <p:sp>
          <p:nvSpPr>
            <p:cNvPr id="14" name="深度视觉·原创设计 https://www.docer.com/works?userid=22383862"/>
            <p:cNvSpPr/>
            <p:nvPr/>
          </p:nvSpPr>
          <p:spPr bwMode="auto">
            <a:xfrm>
              <a:off x="6015038" y="4056063"/>
              <a:ext cx="26988" cy="26988"/>
            </a:xfrm>
            <a:custGeom>
              <a:avLst/>
              <a:gdLst>
                <a:gd name="T0" fmla="*/ 6 w 7"/>
                <a:gd name="T1" fmla="*/ 4 h 7"/>
                <a:gd name="T2" fmla="*/ 4 w 7"/>
                <a:gd name="T3" fmla="*/ 1 h 7"/>
                <a:gd name="T4" fmla="*/ 1 w 7"/>
                <a:gd name="T5" fmla="*/ 1 h 7"/>
                <a:gd name="T6" fmla="*/ 1 w 7"/>
                <a:gd name="T7" fmla="*/ 4 h 7"/>
                <a:gd name="T8" fmla="*/ 4 w 7"/>
                <a:gd name="T9" fmla="*/ 7 h 7"/>
                <a:gd name="T10" fmla="*/ 6 w 7"/>
                <a:gd name="T11" fmla="*/ 7 h 7"/>
                <a:gd name="T12" fmla="*/ 6 w 7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7">
                  <a:moveTo>
                    <a:pt x="6" y="4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6" y="7"/>
                    <a:pt x="6" y="7"/>
                  </a:cubicBezTo>
                  <a:cubicBezTo>
                    <a:pt x="7" y="6"/>
                    <a:pt x="7" y="5"/>
                    <a:pt x="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5" name="深度视觉·原创设计 https://www.docer.com/works?userid=22383862"/>
            <p:cNvSpPr/>
            <p:nvPr/>
          </p:nvSpPr>
          <p:spPr bwMode="auto">
            <a:xfrm>
              <a:off x="5978526" y="4135438"/>
              <a:ext cx="28575" cy="14288"/>
            </a:xfrm>
            <a:custGeom>
              <a:avLst/>
              <a:gdLst>
                <a:gd name="T0" fmla="*/ 6 w 8"/>
                <a:gd name="T1" fmla="*/ 0 h 4"/>
                <a:gd name="T2" fmla="*/ 2 w 8"/>
                <a:gd name="T3" fmla="*/ 0 h 4"/>
                <a:gd name="T4" fmla="*/ 0 w 8"/>
                <a:gd name="T5" fmla="*/ 2 h 4"/>
                <a:gd name="T6" fmla="*/ 2 w 8"/>
                <a:gd name="T7" fmla="*/ 4 h 4"/>
                <a:gd name="T8" fmla="*/ 6 w 8"/>
                <a:gd name="T9" fmla="*/ 4 h 4"/>
                <a:gd name="T10" fmla="*/ 8 w 8"/>
                <a:gd name="T11" fmla="*/ 2 h 4"/>
                <a:gd name="T12" fmla="*/ 6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8" y="3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6" name="深度视觉·原创设计 https://www.docer.com/works?userid=22383862"/>
            <p:cNvSpPr/>
            <p:nvPr/>
          </p:nvSpPr>
          <p:spPr bwMode="auto">
            <a:xfrm>
              <a:off x="6188076" y="4149725"/>
              <a:ext cx="30163" cy="15875"/>
            </a:xfrm>
            <a:custGeom>
              <a:avLst/>
              <a:gdLst>
                <a:gd name="T0" fmla="*/ 6 w 8"/>
                <a:gd name="T1" fmla="*/ 0 h 4"/>
                <a:gd name="T2" fmla="*/ 2 w 8"/>
                <a:gd name="T3" fmla="*/ 0 h 4"/>
                <a:gd name="T4" fmla="*/ 0 w 8"/>
                <a:gd name="T5" fmla="*/ 2 h 4"/>
                <a:gd name="T6" fmla="*/ 2 w 8"/>
                <a:gd name="T7" fmla="*/ 4 h 4"/>
                <a:gd name="T8" fmla="*/ 6 w 8"/>
                <a:gd name="T9" fmla="*/ 4 h 4"/>
                <a:gd name="T10" fmla="*/ 8 w 8"/>
                <a:gd name="T11" fmla="*/ 2 h 4"/>
                <a:gd name="T12" fmla="*/ 6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8" y="3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7" name="深度视觉·原创设计 https://www.docer.com/works?userid=22383862"/>
            <p:cNvSpPr/>
            <p:nvPr/>
          </p:nvSpPr>
          <p:spPr bwMode="auto">
            <a:xfrm>
              <a:off x="6165851" y="4067175"/>
              <a:ext cx="25400" cy="26988"/>
            </a:xfrm>
            <a:custGeom>
              <a:avLst/>
              <a:gdLst>
                <a:gd name="T0" fmla="*/ 6 w 7"/>
                <a:gd name="T1" fmla="*/ 1 h 7"/>
                <a:gd name="T2" fmla="*/ 3 w 7"/>
                <a:gd name="T3" fmla="*/ 1 h 7"/>
                <a:gd name="T4" fmla="*/ 0 w 7"/>
                <a:gd name="T5" fmla="*/ 4 h 7"/>
                <a:gd name="T6" fmla="*/ 0 w 7"/>
                <a:gd name="T7" fmla="*/ 6 h 7"/>
                <a:gd name="T8" fmla="*/ 3 w 7"/>
                <a:gd name="T9" fmla="*/ 6 h 7"/>
                <a:gd name="T10" fmla="*/ 6 w 7"/>
                <a:gd name="T11" fmla="*/ 4 h 7"/>
                <a:gd name="T12" fmla="*/ 6 w 7"/>
                <a:gd name="T13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7">
                  <a:moveTo>
                    <a:pt x="6" y="1"/>
                  </a:moveTo>
                  <a:cubicBezTo>
                    <a:pt x="5" y="0"/>
                    <a:pt x="4" y="0"/>
                    <a:pt x="3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6"/>
                    <a:pt x="0" y="6"/>
                  </a:cubicBezTo>
                  <a:cubicBezTo>
                    <a:pt x="1" y="7"/>
                    <a:pt x="2" y="7"/>
                    <a:pt x="3" y="6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3"/>
                    <a:pt x="7" y="2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8" name="深度视觉·原创设计 https://www.docer.com/works?userid=22383862"/>
            <p:cNvSpPr/>
            <p:nvPr/>
          </p:nvSpPr>
          <p:spPr bwMode="auto">
            <a:xfrm>
              <a:off x="6097588" y="4030663"/>
              <a:ext cx="15875" cy="28575"/>
            </a:xfrm>
            <a:custGeom>
              <a:avLst/>
              <a:gdLst>
                <a:gd name="T0" fmla="*/ 2 w 4"/>
                <a:gd name="T1" fmla="*/ 8 h 8"/>
                <a:gd name="T2" fmla="*/ 3 w 4"/>
                <a:gd name="T3" fmla="*/ 7 h 8"/>
                <a:gd name="T4" fmla="*/ 4 w 4"/>
                <a:gd name="T5" fmla="*/ 6 h 8"/>
                <a:gd name="T6" fmla="*/ 4 w 4"/>
                <a:gd name="T7" fmla="*/ 2 h 8"/>
                <a:gd name="T8" fmla="*/ 2 w 4"/>
                <a:gd name="T9" fmla="*/ 0 h 8"/>
                <a:gd name="T10" fmla="*/ 0 w 4"/>
                <a:gd name="T11" fmla="*/ 1 h 8"/>
                <a:gd name="T12" fmla="*/ 0 w 4"/>
                <a:gd name="T13" fmla="*/ 2 h 8"/>
                <a:gd name="T14" fmla="*/ 0 w 4"/>
                <a:gd name="T15" fmla="*/ 6 h 8"/>
                <a:gd name="T16" fmla="*/ 2 w 4"/>
                <a:gd name="T1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8">
                  <a:moveTo>
                    <a:pt x="2" y="8"/>
                  </a:moveTo>
                  <a:cubicBezTo>
                    <a:pt x="3" y="8"/>
                    <a:pt x="3" y="8"/>
                    <a:pt x="3" y="7"/>
                  </a:cubicBezTo>
                  <a:cubicBezTo>
                    <a:pt x="4" y="7"/>
                    <a:pt x="4" y="7"/>
                    <a:pt x="4" y="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9" name="深度视觉·原创设计 https://www.docer.com/works?userid=22383862"/>
            <p:cNvSpPr>
              <a:spLocks noEditPoints="1"/>
            </p:cNvSpPr>
            <p:nvPr/>
          </p:nvSpPr>
          <p:spPr bwMode="auto">
            <a:xfrm>
              <a:off x="6037263" y="4089400"/>
              <a:ext cx="120650" cy="136525"/>
            </a:xfrm>
            <a:custGeom>
              <a:avLst/>
              <a:gdLst>
                <a:gd name="T0" fmla="*/ 16 w 32"/>
                <a:gd name="T1" fmla="*/ 0 h 36"/>
                <a:gd name="T2" fmla="*/ 0 w 32"/>
                <a:gd name="T3" fmla="*/ 16 h 36"/>
                <a:gd name="T4" fmla="*/ 8 w 32"/>
                <a:gd name="T5" fmla="*/ 30 h 36"/>
                <a:gd name="T6" fmla="*/ 8 w 32"/>
                <a:gd name="T7" fmla="*/ 36 h 36"/>
                <a:gd name="T8" fmla="*/ 24 w 32"/>
                <a:gd name="T9" fmla="*/ 36 h 36"/>
                <a:gd name="T10" fmla="*/ 24 w 32"/>
                <a:gd name="T11" fmla="*/ 30 h 36"/>
                <a:gd name="T12" fmla="*/ 32 w 32"/>
                <a:gd name="T13" fmla="*/ 16 h 36"/>
                <a:gd name="T14" fmla="*/ 16 w 32"/>
                <a:gd name="T15" fmla="*/ 0 h 36"/>
                <a:gd name="T16" fmla="*/ 22 w 32"/>
                <a:gd name="T17" fmla="*/ 26 h 36"/>
                <a:gd name="T18" fmla="*/ 20 w 32"/>
                <a:gd name="T19" fmla="*/ 27 h 36"/>
                <a:gd name="T20" fmla="*/ 20 w 32"/>
                <a:gd name="T21" fmla="*/ 30 h 36"/>
                <a:gd name="T22" fmla="*/ 20 w 32"/>
                <a:gd name="T23" fmla="*/ 32 h 36"/>
                <a:gd name="T24" fmla="*/ 12 w 32"/>
                <a:gd name="T25" fmla="*/ 32 h 36"/>
                <a:gd name="T26" fmla="*/ 12 w 32"/>
                <a:gd name="T27" fmla="*/ 30 h 36"/>
                <a:gd name="T28" fmla="*/ 12 w 32"/>
                <a:gd name="T29" fmla="*/ 27 h 36"/>
                <a:gd name="T30" fmla="*/ 10 w 32"/>
                <a:gd name="T31" fmla="*/ 26 h 36"/>
                <a:gd name="T32" fmla="*/ 4 w 32"/>
                <a:gd name="T33" fmla="*/ 16 h 36"/>
                <a:gd name="T34" fmla="*/ 16 w 32"/>
                <a:gd name="T35" fmla="*/ 4 h 36"/>
                <a:gd name="T36" fmla="*/ 28 w 32"/>
                <a:gd name="T37" fmla="*/ 16 h 36"/>
                <a:gd name="T38" fmla="*/ 22 w 32"/>
                <a:gd name="T39" fmla="*/ 2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" h="36">
                  <a:moveTo>
                    <a:pt x="16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22"/>
                    <a:pt x="3" y="27"/>
                    <a:pt x="8" y="30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9" y="27"/>
                    <a:pt x="32" y="22"/>
                    <a:pt x="32" y="16"/>
                  </a:cubicBezTo>
                  <a:cubicBezTo>
                    <a:pt x="32" y="7"/>
                    <a:pt x="25" y="0"/>
                    <a:pt x="16" y="0"/>
                  </a:cubicBezTo>
                  <a:close/>
                  <a:moveTo>
                    <a:pt x="22" y="26"/>
                  </a:moveTo>
                  <a:cubicBezTo>
                    <a:pt x="20" y="27"/>
                    <a:pt x="20" y="27"/>
                    <a:pt x="20" y="27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6" y="24"/>
                    <a:pt x="4" y="20"/>
                    <a:pt x="4" y="16"/>
                  </a:cubicBezTo>
                  <a:cubicBezTo>
                    <a:pt x="4" y="9"/>
                    <a:pt x="9" y="4"/>
                    <a:pt x="16" y="4"/>
                  </a:cubicBezTo>
                  <a:cubicBezTo>
                    <a:pt x="23" y="4"/>
                    <a:pt x="28" y="9"/>
                    <a:pt x="28" y="16"/>
                  </a:cubicBezTo>
                  <a:cubicBezTo>
                    <a:pt x="28" y="20"/>
                    <a:pt x="26" y="24"/>
                    <a:pt x="22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20" name="深度视觉·原创设计 https://www.docer.com/works?userid=22383862"/>
            <p:cNvSpPr/>
            <p:nvPr/>
          </p:nvSpPr>
          <p:spPr bwMode="auto">
            <a:xfrm>
              <a:off x="6067426" y="4240213"/>
              <a:ext cx="60325" cy="30163"/>
            </a:xfrm>
            <a:custGeom>
              <a:avLst/>
              <a:gdLst>
                <a:gd name="T0" fmla="*/ 0 w 16"/>
                <a:gd name="T1" fmla="*/ 4 h 8"/>
                <a:gd name="T2" fmla="*/ 4 w 16"/>
                <a:gd name="T3" fmla="*/ 4 h 8"/>
                <a:gd name="T4" fmla="*/ 4 w 16"/>
                <a:gd name="T5" fmla="*/ 4 h 8"/>
                <a:gd name="T6" fmla="*/ 8 w 16"/>
                <a:gd name="T7" fmla="*/ 8 h 8"/>
                <a:gd name="T8" fmla="*/ 12 w 16"/>
                <a:gd name="T9" fmla="*/ 4 h 8"/>
                <a:gd name="T10" fmla="*/ 12 w 16"/>
                <a:gd name="T11" fmla="*/ 4 h 8"/>
                <a:gd name="T12" fmla="*/ 16 w 16"/>
                <a:gd name="T13" fmla="*/ 4 h 8"/>
                <a:gd name="T14" fmla="*/ 16 w 16"/>
                <a:gd name="T15" fmla="*/ 0 h 8"/>
                <a:gd name="T16" fmla="*/ 0 w 16"/>
                <a:gd name="T17" fmla="*/ 0 h 8"/>
                <a:gd name="T18" fmla="*/ 0 w 16"/>
                <a:gd name="T1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8">
                  <a:moveTo>
                    <a:pt x="0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6" y="8"/>
                    <a:pt x="8" y="8"/>
                  </a:cubicBezTo>
                  <a:cubicBezTo>
                    <a:pt x="10" y="8"/>
                    <a:pt x="12" y="6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</p:grpSp>
      <p:grpSp>
        <p:nvGrpSpPr>
          <p:cNvPr id="21" name="深度视觉·原创设计 https://www.docer.com/works?userid=22383862"/>
          <p:cNvGrpSpPr/>
          <p:nvPr/>
        </p:nvGrpSpPr>
        <p:grpSpPr>
          <a:xfrm>
            <a:off x="5760698" y="2264284"/>
            <a:ext cx="343552" cy="328861"/>
            <a:chOff x="9886950" y="1016001"/>
            <a:chExt cx="482600" cy="461963"/>
          </a:xfrm>
          <a:solidFill>
            <a:schemeClr val="bg1"/>
          </a:solidFill>
        </p:grpSpPr>
        <p:sp>
          <p:nvSpPr>
            <p:cNvPr id="22" name="深度视觉·原创设计 https://www.docer.com/works?userid=22383862"/>
            <p:cNvSpPr>
              <a:spLocks noEditPoints="1"/>
            </p:cNvSpPr>
            <p:nvPr/>
          </p:nvSpPr>
          <p:spPr bwMode="auto">
            <a:xfrm>
              <a:off x="9886950" y="1016001"/>
              <a:ext cx="482600" cy="461963"/>
            </a:xfrm>
            <a:custGeom>
              <a:avLst/>
              <a:gdLst>
                <a:gd name="T0" fmla="*/ 117 w 128"/>
                <a:gd name="T1" fmla="*/ 0 h 122"/>
                <a:gd name="T2" fmla="*/ 11 w 128"/>
                <a:gd name="T3" fmla="*/ 0 h 122"/>
                <a:gd name="T4" fmla="*/ 0 w 128"/>
                <a:gd name="T5" fmla="*/ 11 h 122"/>
                <a:gd name="T6" fmla="*/ 0 w 128"/>
                <a:gd name="T7" fmla="*/ 93 h 122"/>
                <a:gd name="T8" fmla="*/ 11 w 128"/>
                <a:gd name="T9" fmla="*/ 104 h 122"/>
                <a:gd name="T10" fmla="*/ 43 w 128"/>
                <a:gd name="T11" fmla="*/ 104 h 122"/>
                <a:gd name="T12" fmla="*/ 37 w 128"/>
                <a:gd name="T13" fmla="*/ 110 h 122"/>
                <a:gd name="T14" fmla="*/ 34 w 128"/>
                <a:gd name="T15" fmla="*/ 113 h 122"/>
                <a:gd name="T16" fmla="*/ 34 w 128"/>
                <a:gd name="T17" fmla="*/ 118 h 122"/>
                <a:gd name="T18" fmla="*/ 42 w 128"/>
                <a:gd name="T19" fmla="*/ 122 h 122"/>
                <a:gd name="T20" fmla="*/ 86 w 128"/>
                <a:gd name="T21" fmla="*/ 122 h 122"/>
                <a:gd name="T22" fmla="*/ 94 w 128"/>
                <a:gd name="T23" fmla="*/ 118 h 122"/>
                <a:gd name="T24" fmla="*/ 94 w 128"/>
                <a:gd name="T25" fmla="*/ 113 h 122"/>
                <a:gd name="T26" fmla="*/ 91 w 128"/>
                <a:gd name="T27" fmla="*/ 110 h 122"/>
                <a:gd name="T28" fmla="*/ 85 w 128"/>
                <a:gd name="T29" fmla="*/ 104 h 122"/>
                <a:gd name="T30" fmla="*/ 117 w 128"/>
                <a:gd name="T31" fmla="*/ 104 h 122"/>
                <a:gd name="T32" fmla="*/ 128 w 128"/>
                <a:gd name="T33" fmla="*/ 93 h 122"/>
                <a:gd name="T34" fmla="*/ 128 w 128"/>
                <a:gd name="T35" fmla="*/ 11 h 122"/>
                <a:gd name="T36" fmla="*/ 117 w 128"/>
                <a:gd name="T37" fmla="*/ 0 h 122"/>
                <a:gd name="T38" fmla="*/ 88 w 128"/>
                <a:gd name="T39" fmla="*/ 113 h 122"/>
                <a:gd name="T40" fmla="*/ 90 w 128"/>
                <a:gd name="T41" fmla="*/ 116 h 122"/>
                <a:gd name="T42" fmla="*/ 90 w 128"/>
                <a:gd name="T43" fmla="*/ 116 h 122"/>
                <a:gd name="T44" fmla="*/ 86 w 128"/>
                <a:gd name="T45" fmla="*/ 118 h 122"/>
                <a:gd name="T46" fmla="*/ 42 w 128"/>
                <a:gd name="T47" fmla="*/ 118 h 122"/>
                <a:gd name="T48" fmla="*/ 38 w 128"/>
                <a:gd name="T49" fmla="*/ 116 h 122"/>
                <a:gd name="T50" fmla="*/ 38 w 128"/>
                <a:gd name="T51" fmla="*/ 116 h 122"/>
                <a:gd name="T52" fmla="*/ 38 w 128"/>
                <a:gd name="T53" fmla="*/ 116 h 122"/>
                <a:gd name="T54" fmla="*/ 40 w 128"/>
                <a:gd name="T55" fmla="*/ 113 h 122"/>
                <a:gd name="T56" fmla="*/ 48 w 128"/>
                <a:gd name="T57" fmla="*/ 104 h 122"/>
                <a:gd name="T58" fmla="*/ 80 w 128"/>
                <a:gd name="T59" fmla="*/ 104 h 122"/>
                <a:gd name="T60" fmla="*/ 88 w 128"/>
                <a:gd name="T61" fmla="*/ 113 h 122"/>
                <a:gd name="T62" fmla="*/ 120 w 128"/>
                <a:gd name="T63" fmla="*/ 93 h 122"/>
                <a:gd name="T64" fmla="*/ 117 w 128"/>
                <a:gd name="T65" fmla="*/ 96 h 122"/>
                <a:gd name="T66" fmla="*/ 11 w 128"/>
                <a:gd name="T67" fmla="*/ 96 h 122"/>
                <a:gd name="T68" fmla="*/ 8 w 128"/>
                <a:gd name="T69" fmla="*/ 93 h 122"/>
                <a:gd name="T70" fmla="*/ 8 w 128"/>
                <a:gd name="T71" fmla="*/ 11 h 122"/>
                <a:gd name="T72" fmla="*/ 11 w 128"/>
                <a:gd name="T73" fmla="*/ 8 h 122"/>
                <a:gd name="T74" fmla="*/ 117 w 128"/>
                <a:gd name="T75" fmla="*/ 8 h 122"/>
                <a:gd name="T76" fmla="*/ 120 w 128"/>
                <a:gd name="T77" fmla="*/ 11 h 122"/>
                <a:gd name="T78" fmla="*/ 120 w 128"/>
                <a:gd name="T79" fmla="*/ 9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" h="122">
                  <a:moveTo>
                    <a:pt x="11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9"/>
                    <a:pt x="5" y="104"/>
                    <a:pt x="11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1" y="106"/>
                    <a:pt x="39" y="109"/>
                    <a:pt x="37" y="110"/>
                  </a:cubicBezTo>
                  <a:cubicBezTo>
                    <a:pt x="36" y="111"/>
                    <a:pt x="35" y="112"/>
                    <a:pt x="34" y="113"/>
                  </a:cubicBezTo>
                  <a:cubicBezTo>
                    <a:pt x="34" y="114"/>
                    <a:pt x="33" y="116"/>
                    <a:pt x="34" y="118"/>
                  </a:cubicBezTo>
                  <a:cubicBezTo>
                    <a:pt x="35" y="120"/>
                    <a:pt x="37" y="122"/>
                    <a:pt x="42" y="122"/>
                  </a:cubicBezTo>
                  <a:cubicBezTo>
                    <a:pt x="86" y="122"/>
                    <a:pt x="86" y="122"/>
                    <a:pt x="86" y="122"/>
                  </a:cubicBezTo>
                  <a:cubicBezTo>
                    <a:pt x="91" y="122"/>
                    <a:pt x="93" y="120"/>
                    <a:pt x="94" y="118"/>
                  </a:cubicBezTo>
                  <a:cubicBezTo>
                    <a:pt x="95" y="116"/>
                    <a:pt x="94" y="114"/>
                    <a:pt x="94" y="113"/>
                  </a:cubicBezTo>
                  <a:cubicBezTo>
                    <a:pt x="93" y="112"/>
                    <a:pt x="92" y="111"/>
                    <a:pt x="91" y="110"/>
                  </a:cubicBezTo>
                  <a:cubicBezTo>
                    <a:pt x="89" y="109"/>
                    <a:pt x="87" y="106"/>
                    <a:pt x="85" y="104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23" y="104"/>
                    <a:pt x="128" y="99"/>
                    <a:pt x="128" y="9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8" y="5"/>
                    <a:pt x="123" y="0"/>
                    <a:pt x="117" y="0"/>
                  </a:cubicBezTo>
                  <a:close/>
                  <a:moveTo>
                    <a:pt x="88" y="113"/>
                  </a:moveTo>
                  <a:cubicBezTo>
                    <a:pt x="89" y="114"/>
                    <a:pt x="90" y="115"/>
                    <a:pt x="90" y="116"/>
                  </a:cubicBezTo>
                  <a:cubicBezTo>
                    <a:pt x="90" y="116"/>
                    <a:pt x="91" y="116"/>
                    <a:pt x="90" y="116"/>
                  </a:cubicBezTo>
                  <a:cubicBezTo>
                    <a:pt x="90" y="117"/>
                    <a:pt x="88" y="118"/>
                    <a:pt x="86" y="118"/>
                  </a:cubicBezTo>
                  <a:cubicBezTo>
                    <a:pt x="42" y="118"/>
                    <a:pt x="42" y="118"/>
                    <a:pt x="42" y="118"/>
                  </a:cubicBezTo>
                  <a:cubicBezTo>
                    <a:pt x="40" y="118"/>
                    <a:pt x="38" y="117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5"/>
                    <a:pt x="39" y="114"/>
                    <a:pt x="40" y="113"/>
                  </a:cubicBezTo>
                  <a:cubicBezTo>
                    <a:pt x="44" y="109"/>
                    <a:pt x="47" y="106"/>
                    <a:pt x="48" y="104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1" y="106"/>
                    <a:pt x="84" y="109"/>
                    <a:pt x="88" y="113"/>
                  </a:cubicBezTo>
                  <a:close/>
                  <a:moveTo>
                    <a:pt x="120" y="93"/>
                  </a:moveTo>
                  <a:cubicBezTo>
                    <a:pt x="120" y="95"/>
                    <a:pt x="119" y="96"/>
                    <a:pt x="117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9" y="96"/>
                    <a:pt x="8" y="95"/>
                    <a:pt x="8" y="93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9" y="8"/>
                    <a:pt x="120" y="9"/>
                    <a:pt x="120" y="11"/>
                  </a:cubicBezTo>
                  <a:lnTo>
                    <a:pt x="120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23" name="深度视觉·原创设计 https://www.docer.com/works?userid=22383862"/>
            <p:cNvSpPr>
              <a:spLocks noEditPoints="1"/>
            </p:cNvSpPr>
            <p:nvPr/>
          </p:nvSpPr>
          <p:spPr bwMode="auto">
            <a:xfrm>
              <a:off x="9947275" y="1076326"/>
              <a:ext cx="361950" cy="242888"/>
            </a:xfrm>
            <a:custGeom>
              <a:avLst/>
              <a:gdLst>
                <a:gd name="T0" fmla="*/ 89 w 96"/>
                <a:gd name="T1" fmla="*/ 0 h 64"/>
                <a:gd name="T2" fmla="*/ 7 w 96"/>
                <a:gd name="T3" fmla="*/ 0 h 64"/>
                <a:gd name="T4" fmla="*/ 0 w 96"/>
                <a:gd name="T5" fmla="*/ 7 h 64"/>
                <a:gd name="T6" fmla="*/ 0 w 96"/>
                <a:gd name="T7" fmla="*/ 57 h 64"/>
                <a:gd name="T8" fmla="*/ 7 w 96"/>
                <a:gd name="T9" fmla="*/ 64 h 64"/>
                <a:gd name="T10" fmla="*/ 89 w 96"/>
                <a:gd name="T11" fmla="*/ 64 h 64"/>
                <a:gd name="T12" fmla="*/ 96 w 96"/>
                <a:gd name="T13" fmla="*/ 57 h 64"/>
                <a:gd name="T14" fmla="*/ 96 w 96"/>
                <a:gd name="T15" fmla="*/ 7 h 64"/>
                <a:gd name="T16" fmla="*/ 89 w 96"/>
                <a:gd name="T17" fmla="*/ 0 h 64"/>
                <a:gd name="T18" fmla="*/ 92 w 96"/>
                <a:gd name="T19" fmla="*/ 57 h 64"/>
                <a:gd name="T20" fmla="*/ 89 w 96"/>
                <a:gd name="T21" fmla="*/ 60 h 64"/>
                <a:gd name="T22" fmla="*/ 7 w 96"/>
                <a:gd name="T23" fmla="*/ 60 h 64"/>
                <a:gd name="T24" fmla="*/ 4 w 96"/>
                <a:gd name="T25" fmla="*/ 57 h 64"/>
                <a:gd name="T26" fmla="*/ 4 w 96"/>
                <a:gd name="T27" fmla="*/ 7 h 64"/>
                <a:gd name="T28" fmla="*/ 7 w 96"/>
                <a:gd name="T29" fmla="*/ 4 h 64"/>
                <a:gd name="T30" fmla="*/ 89 w 96"/>
                <a:gd name="T31" fmla="*/ 4 h 64"/>
                <a:gd name="T32" fmla="*/ 92 w 96"/>
                <a:gd name="T33" fmla="*/ 7 h 64"/>
                <a:gd name="T34" fmla="*/ 92 w 96"/>
                <a:gd name="T35" fmla="*/ 5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6" h="64">
                  <a:moveTo>
                    <a:pt x="8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1"/>
                    <a:pt x="3" y="64"/>
                    <a:pt x="7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93" y="64"/>
                    <a:pt x="96" y="61"/>
                    <a:pt x="96" y="5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3"/>
                    <a:pt x="93" y="0"/>
                    <a:pt x="89" y="0"/>
                  </a:cubicBezTo>
                  <a:close/>
                  <a:moveTo>
                    <a:pt x="92" y="57"/>
                  </a:moveTo>
                  <a:cubicBezTo>
                    <a:pt x="92" y="59"/>
                    <a:pt x="91" y="60"/>
                    <a:pt x="89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5" y="60"/>
                    <a:pt x="4" y="59"/>
                    <a:pt x="4" y="5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5" y="4"/>
                    <a:pt x="7" y="4"/>
                  </a:cubicBezTo>
                  <a:cubicBezTo>
                    <a:pt x="89" y="4"/>
                    <a:pt x="89" y="4"/>
                    <a:pt x="89" y="4"/>
                  </a:cubicBezTo>
                  <a:cubicBezTo>
                    <a:pt x="91" y="4"/>
                    <a:pt x="92" y="5"/>
                    <a:pt x="92" y="7"/>
                  </a:cubicBezTo>
                  <a:lnTo>
                    <a:pt x="92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24" name="深度视觉·原创设计 https://www.docer.com/works?userid=22383862"/>
            <p:cNvSpPr>
              <a:spLocks noEditPoints="1"/>
            </p:cNvSpPr>
            <p:nvPr/>
          </p:nvSpPr>
          <p:spPr bwMode="auto">
            <a:xfrm>
              <a:off x="10104438" y="1327151"/>
              <a:ext cx="46037" cy="44450"/>
            </a:xfrm>
            <a:custGeom>
              <a:avLst/>
              <a:gdLst>
                <a:gd name="T0" fmla="*/ 6 w 12"/>
                <a:gd name="T1" fmla="*/ 0 h 12"/>
                <a:gd name="T2" fmla="*/ 0 w 12"/>
                <a:gd name="T3" fmla="*/ 6 h 12"/>
                <a:gd name="T4" fmla="*/ 6 w 12"/>
                <a:gd name="T5" fmla="*/ 12 h 12"/>
                <a:gd name="T6" fmla="*/ 12 w 12"/>
                <a:gd name="T7" fmla="*/ 6 h 12"/>
                <a:gd name="T8" fmla="*/ 6 w 12"/>
                <a:gd name="T9" fmla="*/ 0 h 12"/>
                <a:gd name="T10" fmla="*/ 6 w 12"/>
                <a:gd name="T11" fmla="*/ 8 h 12"/>
                <a:gd name="T12" fmla="*/ 4 w 12"/>
                <a:gd name="T13" fmla="*/ 6 h 12"/>
                <a:gd name="T14" fmla="*/ 6 w 12"/>
                <a:gd name="T15" fmla="*/ 4 h 12"/>
                <a:gd name="T16" fmla="*/ 8 w 12"/>
                <a:gd name="T17" fmla="*/ 6 h 12"/>
                <a:gd name="T18" fmla="*/ 6 w 12"/>
                <a:gd name="T1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9" y="12"/>
                    <a:pt x="12" y="9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lose/>
                  <a:moveTo>
                    <a:pt x="6" y="8"/>
                  </a:moveTo>
                  <a:cubicBezTo>
                    <a:pt x="5" y="8"/>
                    <a:pt x="4" y="7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ubicBezTo>
                    <a:pt x="7" y="4"/>
                    <a:pt x="8" y="5"/>
                    <a:pt x="8" y="6"/>
                  </a:cubicBezTo>
                  <a:cubicBezTo>
                    <a:pt x="8" y="7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25" name="深度视觉·原创设计 https://www.docer.com/works?userid=22383862"/>
            <p:cNvSpPr/>
            <p:nvPr/>
          </p:nvSpPr>
          <p:spPr bwMode="auto">
            <a:xfrm>
              <a:off x="10067925" y="1198563"/>
              <a:ext cx="44450" cy="90488"/>
            </a:xfrm>
            <a:custGeom>
              <a:avLst/>
              <a:gdLst>
                <a:gd name="T0" fmla="*/ 9 w 12"/>
                <a:gd name="T1" fmla="*/ 0 h 24"/>
                <a:gd name="T2" fmla="*/ 3 w 12"/>
                <a:gd name="T3" fmla="*/ 0 h 24"/>
                <a:gd name="T4" fmla="*/ 0 w 12"/>
                <a:gd name="T5" fmla="*/ 3 h 24"/>
                <a:gd name="T6" fmla="*/ 0 w 12"/>
                <a:gd name="T7" fmla="*/ 21 h 24"/>
                <a:gd name="T8" fmla="*/ 3 w 12"/>
                <a:gd name="T9" fmla="*/ 24 h 24"/>
                <a:gd name="T10" fmla="*/ 9 w 12"/>
                <a:gd name="T11" fmla="*/ 24 h 24"/>
                <a:gd name="T12" fmla="*/ 12 w 12"/>
                <a:gd name="T13" fmla="*/ 21 h 24"/>
                <a:gd name="T14" fmla="*/ 12 w 12"/>
                <a:gd name="T15" fmla="*/ 3 h 24"/>
                <a:gd name="T16" fmla="*/ 9 w 12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24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2"/>
                    <a:pt x="1" y="24"/>
                    <a:pt x="3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1" y="24"/>
                    <a:pt x="12" y="22"/>
                    <a:pt x="12" y="21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26" name="深度视觉·原创设计 https://www.docer.com/works?userid=22383862"/>
            <p:cNvSpPr/>
            <p:nvPr/>
          </p:nvSpPr>
          <p:spPr bwMode="auto">
            <a:xfrm>
              <a:off x="10218738" y="1106488"/>
              <a:ext cx="44450" cy="182563"/>
            </a:xfrm>
            <a:custGeom>
              <a:avLst/>
              <a:gdLst>
                <a:gd name="T0" fmla="*/ 9 w 12"/>
                <a:gd name="T1" fmla="*/ 0 h 48"/>
                <a:gd name="T2" fmla="*/ 3 w 12"/>
                <a:gd name="T3" fmla="*/ 0 h 48"/>
                <a:gd name="T4" fmla="*/ 0 w 12"/>
                <a:gd name="T5" fmla="*/ 3 h 48"/>
                <a:gd name="T6" fmla="*/ 0 w 12"/>
                <a:gd name="T7" fmla="*/ 45 h 48"/>
                <a:gd name="T8" fmla="*/ 3 w 12"/>
                <a:gd name="T9" fmla="*/ 48 h 48"/>
                <a:gd name="T10" fmla="*/ 9 w 12"/>
                <a:gd name="T11" fmla="*/ 48 h 48"/>
                <a:gd name="T12" fmla="*/ 12 w 12"/>
                <a:gd name="T13" fmla="*/ 45 h 48"/>
                <a:gd name="T14" fmla="*/ 12 w 12"/>
                <a:gd name="T15" fmla="*/ 3 h 48"/>
                <a:gd name="T16" fmla="*/ 9 w 12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48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7"/>
                    <a:pt x="1" y="48"/>
                    <a:pt x="3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11" y="48"/>
                    <a:pt x="12" y="47"/>
                    <a:pt x="12" y="45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27" name="深度视觉·原创设计 https://www.docer.com/works?userid=22383862"/>
            <p:cNvSpPr/>
            <p:nvPr/>
          </p:nvSpPr>
          <p:spPr bwMode="auto">
            <a:xfrm>
              <a:off x="10142538" y="1166813"/>
              <a:ext cx="46037" cy="122238"/>
            </a:xfrm>
            <a:custGeom>
              <a:avLst/>
              <a:gdLst>
                <a:gd name="T0" fmla="*/ 9 w 12"/>
                <a:gd name="T1" fmla="*/ 0 h 32"/>
                <a:gd name="T2" fmla="*/ 3 w 12"/>
                <a:gd name="T3" fmla="*/ 0 h 32"/>
                <a:gd name="T4" fmla="*/ 0 w 12"/>
                <a:gd name="T5" fmla="*/ 3 h 32"/>
                <a:gd name="T6" fmla="*/ 0 w 12"/>
                <a:gd name="T7" fmla="*/ 29 h 32"/>
                <a:gd name="T8" fmla="*/ 3 w 12"/>
                <a:gd name="T9" fmla="*/ 32 h 32"/>
                <a:gd name="T10" fmla="*/ 9 w 12"/>
                <a:gd name="T11" fmla="*/ 32 h 32"/>
                <a:gd name="T12" fmla="*/ 12 w 12"/>
                <a:gd name="T13" fmla="*/ 29 h 32"/>
                <a:gd name="T14" fmla="*/ 12 w 12"/>
                <a:gd name="T15" fmla="*/ 3 h 32"/>
                <a:gd name="T16" fmla="*/ 9 w 1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32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1"/>
                    <a:pt x="1" y="32"/>
                    <a:pt x="3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1" y="32"/>
                    <a:pt x="12" y="31"/>
                    <a:pt x="12" y="29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28" name="深度视觉·原创设计 https://www.docer.com/works?userid=22383862"/>
            <p:cNvSpPr/>
            <p:nvPr/>
          </p:nvSpPr>
          <p:spPr bwMode="auto">
            <a:xfrm>
              <a:off x="9991725" y="1136651"/>
              <a:ext cx="46037" cy="152400"/>
            </a:xfrm>
            <a:custGeom>
              <a:avLst/>
              <a:gdLst>
                <a:gd name="T0" fmla="*/ 9 w 12"/>
                <a:gd name="T1" fmla="*/ 0 h 40"/>
                <a:gd name="T2" fmla="*/ 3 w 12"/>
                <a:gd name="T3" fmla="*/ 0 h 40"/>
                <a:gd name="T4" fmla="*/ 0 w 12"/>
                <a:gd name="T5" fmla="*/ 3 h 40"/>
                <a:gd name="T6" fmla="*/ 0 w 12"/>
                <a:gd name="T7" fmla="*/ 37 h 40"/>
                <a:gd name="T8" fmla="*/ 3 w 12"/>
                <a:gd name="T9" fmla="*/ 40 h 40"/>
                <a:gd name="T10" fmla="*/ 9 w 12"/>
                <a:gd name="T11" fmla="*/ 40 h 40"/>
                <a:gd name="T12" fmla="*/ 12 w 12"/>
                <a:gd name="T13" fmla="*/ 37 h 40"/>
                <a:gd name="T14" fmla="*/ 12 w 12"/>
                <a:gd name="T15" fmla="*/ 3 h 40"/>
                <a:gd name="T16" fmla="*/ 9 w 12"/>
                <a:gd name="T1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40">
                  <a:moveTo>
                    <a:pt x="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9"/>
                    <a:pt x="1" y="40"/>
                    <a:pt x="3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1" y="40"/>
                    <a:pt x="12" y="39"/>
                    <a:pt x="12" y="37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</p:grpSp>
      <p:sp>
        <p:nvSpPr>
          <p:cNvPr id="29" name="深度视觉·原创设计 https://www.docer.com/works?userid=22383862"/>
          <p:cNvSpPr>
            <a:spLocks noEditPoints="1"/>
          </p:cNvSpPr>
          <p:nvPr/>
        </p:nvSpPr>
        <p:spPr bwMode="auto">
          <a:xfrm>
            <a:off x="5727222" y="4920617"/>
            <a:ext cx="342957" cy="329276"/>
          </a:xfrm>
          <a:custGeom>
            <a:avLst/>
            <a:gdLst>
              <a:gd name="T0" fmla="*/ 156 w 156"/>
              <a:gd name="T1" fmla="*/ 150 h 150"/>
              <a:gd name="T2" fmla="*/ 0 w 156"/>
              <a:gd name="T3" fmla="*/ 150 h 150"/>
              <a:gd name="T4" fmla="*/ 0 w 156"/>
              <a:gd name="T5" fmla="*/ 146 h 150"/>
              <a:gd name="T6" fmla="*/ 58 w 156"/>
              <a:gd name="T7" fmla="*/ 100 h 150"/>
              <a:gd name="T8" fmla="*/ 59 w 156"/>
              <a:gd name="T9" fmla="*/ 95 h 150"/>
              <a:gd name="T10" fmla="*/ 47 w 156"/>
              <a:gd name="T11" fmla="*/ 72 h 150"/>
              <a:gd name="T12" fmla="*/ 41 w 156"/>
              <a:gd name="T13" fmla="*/ 64 h 150"/>
              <a:gd name="T14" fmla="*/ 42 w 156"/>
              <a:gd name="T15" fmla="*/ 46 h 150"/>
              <a:gd name="T16" fmla="*/ 42 w 156"/>
              <a:gd name="T17" fmla="*/ 46 h 150"/>
              <a:gd name="T18" fmla="*/ 50 w 156"/>
              <a:gd name="T19" fmla="*/ 10 h 150"/>
              <a:gd name="T20" fmla="*/ 78 w 156"/>
              <a:gd name="T21" fmla="*/ 0 h 150"/>
              <a:gd name="T22" fmla="*/ 106 w 156"/>
              <a:gd name="T23" fmla="*/ 10 h 150"/>
              <a:gd name="T24" fmla="*/ 114 w 156"/>
              <a:gd name="T25" fmla="*/ 46 h 150"/>
              <a:gd name="T26" fmla="*/ 114 w 156"/>
              <a:gd name="T27" fmla="*/ 46 h 150"/>
              <a:gd name="T28" fmla="*/ 115 w 156"/>
              <a:gd name="T29" fmla="*/ 64 h 150"/>
              <a:gd name="T30" fmla="*/ 109 w 156"/>
              <a:gd name="T31" fmla="*/ 72 h 150"/>
              <a:gd name="T32" fmla="*/ 97 w 156"/>
              <a:gd name="T33" fmla="*/ 95 h 150"/>
              <a:gd name="T34" fmla="*/ 98 w 156"/>
              <a:gd name="T35" fmla="*/ 100 h 150"/>
              <a:gd name="T36" fmla="*/ 156 w 156"/>
              <a:gd name="T37" fmla="*/ 146 h 150"/>
              <a:gd name="T38" fmla="*/ 156 w 156"/>
              <a:gd name="T39" fmla="*/ 150 h 150"/>
              <a:gd name="T40" fmla="*/ 9 w 156"/>
              <a:gd name="T41" fmla="*/ 142 h 150"/>
              <a:gd name="T42" fmla="*/ 147 w 156"/>
              <a:gd name="T43" fmla="*/ 142 h 150"/>
              <a:gd name="T44" fmla="*/ 126 w 156"/>
              <a:gd name="T45" fmla="*/ 121 h 150"/>
              <a:gd name="T46" fmla="*/ 96 w 156"/>
              <a:gd name="T47" fmla="*/ 108 h 150"/>
              <a:gd name="T48" fmla="*/ 89 w 156"/>
              <a:gd name="T49" fmla="*/ 93 h 150"/>
              <a:gd name="T50" fmla="*/ 89 w 156"/>
              <a:gd name="T51" fmla="*/ 92 h 150"/>
              <a:gd name="T52" fmla="*/ 90 w 156"/>
              <a:gd name="T53" fmla="*/ 90 h 150"/>
              <a:gd name="T54" fmla="*/ 102 w 156"/>
              <a:gd name="T55" fmla="*/ 68 h 150"/>
              <a:gd name="T56" fmla="*/ 102 w 156"/>
              <a:gd name="T57" fmla="*/ 64 h 150"/>
              <a:gd name="T58" fmla="*/ 106 w 156"/>
              <a:gd name="T59" fmla="*/ 64 h 150"/>
              <a:gd name="T60" fmla="*/ 108 w 156"/>
              <a:gd name="T61" fmla="*/ 60 h 150"/>
              <a:gd name="T62" fmla="*/ 107 w 156"/>
              <a:gd name="T63" fmla="*/ 51 h 150"/>
              <a:gd name="T64" fmla="*/ 105 w 156"/>
              <a:gd name="T65" fmla="*/ 50 h 150"/>
              <a:gd name="T66" fmla="*/ 106 w 156"/>
              <a:gd name="T67" fmla="*/ 48 h 150"/>
              <a:gd name="T68" fmla="*/ 106 w 156"/>
              <a:gd name="T69" fmla="*/ 45 h 150"/>
              <a:gd name="T70" fmla="*/ 100 w 156"/>
              <a:gd name="T71" fmla="*/ 15 h 150"/>
              <a:gd name="T72" fmla="*/ 78 w 156"/>
              <a:gd name="T73" fmla="*/ 8 h 150"/>
              <a:gd name="T74" fmla="*/ 56 w 156"/>
              <a:gd name="T75" fmla="*/ 15 h 150"/>
              <a:gd name="T76" fmla="*/ 50 w 156"/>
              <a:gd name="T77" fmla="*/ 45 h 150"/>
              <a:gd name="T78" fmla="*/ 50 w 156"/>
              <a:gd name="T79" fmla="*/ 48 h 150"/>
              <a:gd name="T80" fmla="*/ 51 w 156"/>
              <a:gd name="T81" fmla="*/ 50 h 150"/>
              <a:gd name="T82" fmla="*/ 49 w 156"/>
              <a:gd name="T83" fmla="*/ 51 h 150"/>
              <a:gd name="T84" fmla="*/ 48 w 156"/>
              <a:gd name="T85" fmla="*/ 60 h 150"/>
              <a:gd name="T86" fmla="*/ 50 w 156"/>
              <a:gd name="T87" fmla="*/ 64 h 150"/>
              <a:gd name="T88" fmla="*/ 54 w 156"/>
              <a:gd name="T89" fmla="*/ 64 h 150"/>
              <a:gd name="T90" fmla="*/ 54 w 156"/>
              <a:gd name="T91" fmla="*/ 68 h 150"/>
              <a:gd name="T92" fmla="*/ 66 w 156"/>
              <a:gd name="T93" fmla="*/ 90 h 150"/>
              <a:gd name="T94" fmla="*/ 67 w 156"/>
              <a:gd name="T95" fmla="*/ 92 h 150"/>
              <a:gd name="T96" fmla="*/ 67 w 156"/>
              <a:gd name="T97" fmla="*/ 93 h 150"/>
              <a:gd name="T98" fmla="*/ 60 w 156"/>
              <a:gd name="T99" fmla="*/ 108 h 150"/>
              <a:gd name="T100" fmla="*/ 30 w 156"/>
              <a:gd name="T101" fmla="*/ 121 h 150"/>
              <a:gd name="T102" fmla="*/ 9 w 156"/>
              <a:gd name="T103" fmla="*/ 142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56" h="150">
                <a:moveTo>
                  <a:pt x="156" y="150"/>
                </a:moveTo>
                <a:cubicBezTo>
                  <a:pt x="0" y="150"/>
                  <a:pt x="0" y="150"/>
                  <a:pt x="0" y="150"/>
                </a:cubicBezTo>
                <a:cubicBezTo>
                  <a:pt x="0" y="146"/>
                  <a:pt x="0" y="146"/>
                  <a:pt x="0" y="146"/>
                </a:cubicBezTo>
                <a:cubicBezTo>
                  <a:pt x="0" y="122"/>
                  <a:pt x="46" y="103"/>
                  <a:pt x="58" y="100"/>
                </a:cubicBezTo>
                <a:cubicBezTo>
                  <a:pt x="59" y="99"/>
                  <a:pt x="59" y="97"/>
                  <a:pt x="59" y="95"/>
                </a:cubicBezTo>
                <a:cubicBezTo>
                  <a:pt x="56" y="92"/>
                  <a:pt x="50" y="83"/>
                  <a:pt x="47" y="72"/>
                </a:cubicBezTo>
                <a:cubicBezTo>
                  <a:pt x="44" y="70"/>
                  <a:pt x="42" y="68"/>
                  <a:pt x="41" y="64"/>
                </a:cubicBezTo>
                <a:cubicBezTo>
                  <a:pt x="39" y="58"/>
                  <a:pt x="39" y="51"/>
                  <a:pt x="42" y="46"/>
                </a:cubicBezTo>
                <a:cubicBezTo>
                  <a:pt x="42" y="46"/>
                  <a:pt x="42" y="46"/>
                  <a:pt x="42" y="46"/>
                </a:cubicBezTo>
                <a:cubicBezTo>
                  <a:pt x="42" y="39"/>
                  <a:pt x="40" y="22"/>
                  <a:pt x="50" y="10"/>
                </a:cubicBezTo>
                <a:cubicBezTo>
                  <a:pt x="56" y="3"/>
                  <a:pt x="66" y="0"/>
                  <a:pt x="78" y="0"/>
                </a:cubicBezTo>
                <a:cubicBezTo>
                  <a:pt x="90" y="0"/>
                  <a:pt x="100" y="3"/>
                  <a:pt x="106" y="10"/>
                </a:cubicBezTo>
                <a:cubicBezTo>
                  <a:pt x="116" y="22"/>
                  <a:pt x="114" y="39"/>
                  <a:pt x="114" y="46"/>
                </a:cubicBezTo>
                <a:cubicBezTo>
                  <a:pt x="114" y="46"/>
                  <a:pt x="114" y="46"/>
                  <a:pt x="114" y="46"/>
                </a:cubicBezTo>
                <a:cubicBezTo>
                  <a:pt x="117" y="51"/>
                  <a:pt x="117" y="58"/>
                  <a:pt x="115" y="64"/>
                </a:cubicBezTo>
                <a:cubicBezTo>
                  <a:pt x="114" y="68"/>
                  <a:pt x="112" y="70"/>
                  <a:pt x="109" y="72"/>
                </a:cubicBezTo>
                <a:cubicBezTo>
                  <a:pt x="106" y="83"/>
                  <a:pt x="100" y="92"/>
                  <a:pt x="97" y="95"/>
                </a:cubicBezTo>
                <a:cubicBezTo>
                  <a:pt x="97" y="97"/>
                  <a:pt x="97" y="99"/>
                  <a:pt x="98" y="100"/>
                </a:cubicBezTo>
                <a:cubicBezTo>
                  <a:pt x="110" y="103"/>
                  <a:pt x="156" y="122"/>
                  <a:pt x="156" y="146"/>
                </a:cubicBezTo>
                <a:lnTo>
                  <a:pt x="156" y="150"/>
                </a:lnTo>
                <a:close/>
                <a:moveTo>
                  <a:pt x="9" y="142"/>
                </a:moveTo>
                <a:cubicBezTo>
                  <a:pt x="147" y="142"/>
                  <a:pt x="147" y="142"/>
                  <a:pt x="147" y="142"/>
                </a:cubicBezTo>
                <a:cubicBezTo>
                  <a:pt x="145" y="136"/>
                  <a:pt x="138" y="128"/>
                  <a:pt x="126" y="121"/>
                </a:cubicBezTo>
                <a:cubicBezTo>
                  <a:pt x="114" y="114"/>
                  <a:pt x="101" y="109"/>
                  <a:pt x="96" y="108"/>
                </a:cubicBezTo>
                <a:cubicBezTo>
                  <a:pt x="89" y="107"/>
                  <a:pt x="89" y="97"/>
                  <a:pt x="89" y="93"/>
                </a:cubicBezTo>
                <a:cubicBezTo>
                  <a:pt x="89" y="92"/>
                  <a:pt x="89" y="92"/>
                  <a:pt x="89" y="92"/>
                </a:cubicBezTo>
                <a:cubicBezTo>
                  <a:pt x="90" y="90"/>
                  <a:pt x="90" y="90"/>
                  <a:pt x="90" y="90"/>
                </a:cubicBezTo>
                <a:cubicBezTo>
                  <a:pt x="90" y="90"/>
                  <a:pt x="100" y="80"/>
                  <a:pt x="102" y="68"/>
                </a:cubicBezTo>
                <a:cubicBezTo>
                  <a:pt x="102" y="64"/>
                  <a:pt x="102" y="64"/>
                  <a:pt x="102" y="64"/>
                </a:cubicBezTo>
                <a:cubicBezTo>
                  <a:pt x="106" y="64"/>
                  <a:pt x="106" y="64"/>
                  <a:pt x="106" y="64"/>
                </a:cubicBezTo>
                <a:cubicBezTo>
                  <a:pt x="106" y="64"/>
                  <a:pt x="107" y="63"/>
                  <a:pt x="108" y="60"/>
                </a:cubicBezTo>
                <a:cubicBezTo>
                  <a:pt x="109" y="56"/>
                  <a:pt x="109" y="52"/>
                  <a:pt x="107" y="51"/>
                </a:cubicBezTo>
                <a:cubicBezTo>
                  <a:pt x="105" y="50"/>
                  <a:pt x="105" y="50"/>
                  <a:pt x="105" y="50"/>
                </a:cubicBezTo>
                <a:cubicBezTo>
                  <a:pt x="106" y="48"/>
                  <a:pt x="106" y="48"/>
                  <a:pt x="106" y="48"/>
                </a:cubicBezTo>
                <a:cubicBezTo>
                  <a:pt x="106" y="47"/>
                  <a:pt x="106" y="46"/>
                  <a:pt x="106" y="45"/>
                </a:cubicBezTo>
                <a:cubicBezTo>
                  <a:pt x="106" y="39"/>
                  <a:pt x="108" y="24"/>
                  <a:pt x="100" y="15"/>
                </a:cubicBezTo>
                <a:cubicBezTo>
                  <a:pt x="95" y="10"/>
                  <a:pt x="88" y="8"/>
                  <a:pt x="78" y="8"/>
                </a:cubicBezTo>
                <a:cubicBezTo>
                  <a:pt x="68" y="8"/>
                  <a:pt x="61" y="10"/>
                  <a:pt x="56" y="15"/>
                </a:cubicBezTo>
                <a:cubicBezTo>
                  <a:pt x="48" y="24"/>
                  <a:pt x="50" y="39"/>
                  <a:pt x="50" y="45"/>
                </a:cubicBezTo>
                <a:cubicBezTo>
                  <a:pt x="50" y="46"/>
                  <a:pt x="50" y="47"/>
                  <a:pt x="50" y="48"/>
                </a:cubicBezTo>
                <a:cubicBezTo>
                  <a:pt x="51" y="50"/>
                  <a:pt x="51" y="50"/>
                  <a:pt x="51" y="50"/>
                </a:cubicBezTo>
                <a:cubicBezTo>
                  <a:pt x="49" y="51"/>
                  <a:pt x="49" y="51"/>
                  <a:pt x="49" y="51"/>
                </a:cubicBezTo>
                <a:cubicBezTo>
                  <a:pt x="47" y="52"/>
                  <a:pt x="47" y="56"/>
                  <a:pt x="48" y="60"/>
                </a:cubicBezTo>
                <a:cubicBezTo>
                  <a:pt x="49" y="63"/>
                  <a:pt x="50" y="64"/>
                  <a:pt x="50" y="64"/>
                </a:cubicBezTo>
                <a:cubicBezTo>
                  <a:pt x="54" y="64"/>
                  <a:pt x="54" y="64"/>
                  <a:pt x="54" y="64"/>
                </a:cubicBezTo>
                <a:cubicBezTo>
                  <a:pt x="54" y="68"/>
                  <a:pt x="54" y="68"/>
                  <a:pt x="54" y="68"/>
                </a:cubicBezTo>
                <a:cubicBezTo>
                  <a:pt x="56" y="80"/>
                  <a:pt x="66" y="90"/>
                  <a:pt x="66" y="90"/>
                </a:cubicBezTo>
                <a:cubicBezTo>
                  <a:pt x="67" y="92"/>
                  <a:pt x="67" y="92"/>
                  <a:pt x="67" y="92"/>
                </a:cubicBezTo>
                <a:cubicBezTo>
                  <a:pt x="67" y="93"/>
                  <a:pt x="67" y="93"/>
                  <a:pt x="67" y="93"/>
                </a:cubicBezTo>
                <a:cubicBezTo>
                  <a:pt x="67" y="97"/>
                  <a:pt x="67" y="107"/>
                  <a:pt x="60" y="108"/>
                </a:cubicBezTo>
                <a:cubicBezTo>
                  <a:pt x="55" y="109"/>
                  <a:pt x="42" y="114"/>
                  <a:pt x="30" y="121"/>
                </a:cubicBezTo>
                <a:cubicBezTo>
                  <a:pt x="18" y="128"/>
                  <a:pt x="11" y="136"/>
                  <a:pt x="9" y="14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4" name="深度视觉·原创设计 https://www.docer.com/works?userid=22383862"/>
          <p:cNvSpPr/>
          <p:nvPr/>
        </p:nvSpPr>
        <p:spPr>
          <a:xfrm>
            <a:off x="6486996" y="2137308"/>
            <a:ext cx="1799754" cy="578292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</a:t>
            </a:r>
          </a:p>
        </p:txBody>
      </p:sp>
      <p:sp>
        <p:nvSpPr>
          <p:cNvPr id="35" name="深度视觉·原创设计 https://www.docer.com/works?userid=22383862"/>
          <p:cNvSpPr/>
          <p:nvPr/>
        </p:nvSpPr>
        <p:spPr>
          <a:xfrm>
            <a:off x="6486996" y="3044588"/>
            <a:ext cx="2928467" cy="577907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</a:t>
            </a:r>
          </a:p>
        </p:txBody>
      </p:sp>
      <p:sp>
        <p:nvSpPr>
          <p:cNvPr id="36" name="深度视觉·原创设计 https://www.docer.com/works?userid=22383862"/>
          <p:cNvSpPr/>
          <p:nvPr/>
        </p:nvSpPr>
        <p:spPr>
          <a:xfrm>
            <a:off x="6477927" y="3921277"/>
            <a:ext cx="3685744" cy="578292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</a:p>
        </p:txBody>
      </p:sp>
      <p:sp>
        <p:nvSpPr>
          <p:cNvPr id="37" name="深度视觉·原创设计 https://www.docer.com/works?userid=22383862"/>
          <p:cNvSpPr/>
          <p:nvPr/>
        </p:nvSpPr>
        <p:spPr>
          <a:xfrm>
            <a:off x="6486996" y="4848733"/>
            <a:ext cx="1799754" cy="578292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12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86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2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39490">
            <a:off x="10302854" y="5515031"/>
            <a:ext cx="2746978" cy="2685934"/>
          </a:xfrm>
          <a:prstGeom prst="rect">
            <a:avLst/>
          </a:prstGeom>
        </p:spPr>
      </p:pic>
      <p:pic>
        <p:nvPicPr>
          <p:cNvPr id="15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4039" y="5303588"/>
            <a:ext cx="2740006" cy="2435561"/>
          </a:xfrm>
          <a:prstGeom prst="rect">
            <a:avLst/>
          </a:prstGeom>
        </p:spPr>
      </p:pic>
      <p:pic>
        <p:nvPicPr>
          <p:cNvPr id="16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494" y="-246003"/>
            <a:ext cx="2178882" cy="1739853"/>
          </a:xfrm>
          <a:prstGeom prst="rect">
            <a:avLst/>
          </a:prstGeom>
        </p:spPr>
      </p:pic>
      <p:pic>
        <p:nvPicPr>
          <p:cNvPr id="17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476" y="-242592"/>
            <a:ext cx="517029" cy="2726153"/>
          </a:xfrm>
          <a:prstGeom prst="rect">
            <a:avLst/>
          </a:prstGeom>
        </p:spPr>
      </p:pic>
      <p:pic>
        <p:nvPicPr>
          <p:cNvPr id="18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7576">
            <a:off x="11086081" y="5810070"/>
            <a:ext cx="282748" cy="444318"/>
          </a:xfrm>
          <a:prstGeom prst="rect">
            <a:avLst/>
          </a:prstGeom>
        </p:spPr>
      </p:pic>
      <p:pic>
        <p:nvPicPr>
          <p:cNvPr id="19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06201">
            <a:off x="-54476" y="317800"/>
            <a:ext cx="517029" cy="1878539"/>
          </a:xfrm>
          <a:prstGeom prst="rect">
            <a:avLst/>
          </a:prstGeom>
        </p:spPr>
      </p:pic>
      <p:sp>
        <p:nvSpPr>
          <p:cNvPr id="20" name="深度视觉·原创设计 https://www.docer.com/works?userid=22383862"/>
          <p:cNvSpPr txBox="1"/>
          <p:nvPr/>
        </p:nvSpPr>
        <p:spPr>
          <a:xfrm>
            <a:off x="4813531" y="283565"/>
            <a:ext cx="2564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输入你的标题</a:t>
            </a:r>
          </a:p>
        </p:txBody>
      </p:sp>
      <p:sp>
        <p:nvSpPr>
          <p:cNvPr id="2" name="深度视觉·原创设计 https://www.docer.com/works?userid=22383862"/>
          <p:cNvSpPr/>
          <p:nvPr/>
        </p:nvSpPr>
        <p:spPr bwMode="auto">
          <a:xfrm>
            <a:off x="1977392" y="2249116"/>
            <a:ext cx="1812224" cy="2068017"/>
          </a:xfrm>
          <a:custGeom>
            <a:avLst/>
            <a:gdLst>
              <a:gd name="T0" fmla="*/ 59 w 59"/>
              <a:gd name="T1" fmla="*/ 48 h 67"/>
              <a:gd name="T2" fmla="*/ 59 w 59"/>
              <a:gd name="T3" fmla="*/ 19 h 67"/>
              <a:gd name="T4" fmla="*/ 57 w 59"/>
              <a:gd name="T5" fmla="*/ 15 h 67"/>
              <a:gd name="T6" fmla="*/ 31 w 59"/>
              <a:gd name="T7" fmla="*/ 1 h 67"/>
              <a:gd name="T8" fmla="*/ 27 w 59"/>
              <a:gd name="T9" fmla="*/ 1 h 67"/>
              <a:gd name="T10" fmla="*/ 2 w 59"/>
              <a:gd name="T11" fmla="*/ 15 h 67"/>
              <a:gd name="T12" fmla="*/ 0 w 59"/>
              <a:gd name="T13" fmla="*/ 19 h 67"/>
              <a:gd name="T14" fmla="*/ 0 w 59"/>
              <a:gd name="T15" fmla="*/ 48 h 67"/>
              <a:gd name="T16" fmla="*/ 2 w 59"/>
              <a:gd name="T17" fmla="*/ 52 h 67"/>
              <a:gd name="T18" fmla="*/ 27 w 59"/>
              <a:gd name="T19" fmla="*/ 67 h 67"/>
              <a:gd name="T20" fmla="*/ 31 w 59"/>
              <a:gd name="T21" fmla="*/ 67 h 67"/>
              <a:gd name="T22" fmla="*/ 57 w 59"/>
              <a:gd name="T23" fmla="*/ 52 h 67"/>
              <a:gd name="T24" fmla="*/ 59 w 59"/>
              <a:gd name="T25" fmla="*/ 48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9" h="67">
                <a:moveTo>
                  <a:pt x="59" y="48"/>
                </a:moveTo>
                <a:cubicBezTo>
                  <a:pt x="59" y="19"/>
                  <a:pt x="59" y="19"/>
                  <a:pt x="59" y="19"/>
                </a:cubicBezTo>
                <a:cubicBezTo>
                  <a:pt x="59" y="17"/>
                  <a:pt x="58" y="16"/>
                  <a:pt x="57" y="15"/>
                </a:cubicBezTo>
                <a:cubicBezTo>
                  <a:pt x="31" y="1"/>
                  <a:pt x="31" y="1"/>
                  <a:pt x="31" y="1"/>
                </a:cubicBezTo>
                <a:cubicBezTo>
                  <a:pt x="30" y="0"/>
                  <a:pt x="29" y="0"/>
                  <a:pt x="27" y="1"/>
                </a:cubicBezTo>
                <a:cubicBezTo>
                  <a:pt x="2" y="15"/>
                  <a:pt x="2" y="15"/>
                  <a:pt x="2" y="15"/>
                </a:cubicBezTo>
                <a:cubicBezTo>
                  <a:pt x="0" y="16"/>
                  <a:pt x="0" y="17"/>
                  <a:pt x="0" y="19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50"/>
                  <a:pt x="0" y="51"/>
                  <a:pt x="2" y="52"/>
                </a:cubicBezTo>
                <a:cubicBezTo>
                  <a:pt x="27" y="67"/>
                  <a:pt x="27" y="67"/>
                  <a:pt x="27" y="67"/>
                </a:cubicBezTo>
                <a:cubicBezTo>
                  <a:pt x="29" y="67"/>
                  <a:pt x="30" y="67"/>
                  <a:pt x="31" y="67"/>
                </a:cubicBezTo>
                <a:cubicBezTo>
                  <a:pt x="57" y="52"/>
                  <a:pt x="57" y="52"/>
                  <a:pt x="57" y="52"/>
                </a:cubicBezTo>
                <a:cubicBezTo>
                  <a:pt x="58" y="51"/>
                  <a:pt x="59" y="50"/>
                  <a:pt x="59" y="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3" name="深度视觉·原创设计 https://www.docer.com/works?userid=22383862"/>
          <p:cNvSpPr/>
          <p:nvPr/>
        </p:nvSpPr>
        <p:spPr bwMode="auto">
          <a:xfrm>
            <a:off x="8402385" y="2249116"/>
            <a:ext cx="1812224" cy="2068017"/>
          </a:xfrm>
          <a:custGeom>
            <a:avLst/>
            <a:gdLst>
              <a:gd name="T0" fmla="*/ 59 w 59"/>
              <a:gd name="T1" fmla="*/ 48 h 67"/>
              <a:gd name="T2" fmla="*/ 59 w 59"/>
              <a:gd name="T3" fmla="*/ 19 h 67"/>
              <a:gd name="T4" fmla="*/ 57 w 59"/>
              <a:gd name="T5" fmla="*/ 15 h 67"/>
              <a:gd name="T6" fmla="*/ 31 w 59"/>
              <a:gd name="T7" fmla="*/ 1 h 67"/>
              <a:gd name="T8" fmla="*/ 27 w 59"/>
              <a:gd name="T9" fmla="*/ 1 h 67"/>
              <a:gd name="T10" fmla="*/ 2 w 59"/>
              <a:gd name="T11" fmla="*/ 15 h 67"/>
              <a:gd name="T12" fmla="*/ 0 w 59"/>
              <a:gd name="T13" fmla="*/ 19 h 67"/>
              <a:gd name="T14" fmla="*/ 0 w 59"/>
              <a:gd name="T15" fmla="*/ 48 h 67"/>
              <a:gd name="T16" fmla="*/ 2 w 59"/>
              <a:gd name="T17" fmla="*/ 52 h 67"/>
              <a:gd name="T18" fmla="*/ 27 w 59"/>
              <a:gd name="T19" fmla="*/ 67 h 67"/>
              <a:gd name="T20" fmla="*/ 31 w 59"/>
              <a:gd name="T21" fmla="*/ 67 h 67"/>
              <a:gd name="T22" fmla="*/ 57 w 59"/>
              <a:gd name="T23" fmla="*/ 52 h 67"/>
              <a:gd name="T24" fmla="*/ 59 w 59"/>
              <a:gd name="T25" fmla="*/ 48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9" h="67">
                <a:moveTo>
                  <a:pt x="59" y="48"/>
                </a:moveTo>
                <a:cubicBezTo>
                  <a:pt x="59" y="19"/>
                  <a:pt x="59" y="19"/>
                  <a:pt x="59" y="19"/>
                </a:cubicBezTo>
                <a:cubicBezTo>
                  <a:pt x="59" y="17"/>
                  <a:pt x="58" y="16"/>
                  <a:pt x="57" y="15"/>
                </a:cubicBezTo>
                <a:cubicBezTo>
                  <a:pt x="31" y="1"/>
                  <a:pt x="31" y="1"/>
                  <a:pt x="31" y="1"/>
                </a:cubicBezTo>
                <a:cubicBezTo>
                  <a:pt x="30" y="0"/>
                  <a:pt x="29" y="0"/>
                  <a:pt x="27" y="1"/>
                </a:cubicBezTo>
                <a:cubicBezTo>
                  <a:pt x="2" y="15"/>
                  <a:pt x="2" y="15"/>
                  <a:pt x="2" y="15"/>
                </a:cubicBezTo>
                <a:cubicBezTo>
                  <a:pt x="0" y="16"/>
                  <a:pt x="0" y="17"/>
                  <a:pt x="0" y="19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50"/>
                  <a:pt x="0" y="51"/>
                  <a:pt x="2" y="52"/>
                </a:cubicBezTo>
                <a:cubicBezTo>
                  <a:pt x="27" y="67"/>
                  <a:pt x="27" y="67"/>
                  <a:pt x="27" y="67"/>
                </a:cubicBezTo>
                <a:cubicBezTo>
                  <a:pt x="29" y="67"/>
                  <a:pt x="30" y="67"/>
                  <a:pt x="31" y="67"/>
                </a:cubicBezTo>
                <a:cubicBezTo>
                  <a:pt x="57" y="52"/>
                  <a:pt x="57" y="52"/>
                  <a:pt x="57" y="52"/>
                </a:cubicBezTo>
                <a:cubicBezTo>
                  <a:pt x="58" y="51"/>
                  <a:pt x="59" y="50"/>
                  <a:pt x="59" y="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4" name="深度视觉·原创设计 https://www.docer.com/works?userid=22383862"/>
          <p:cNvSpPr/>
          <p:nvPr/>
        </p:nvSpPr>
        <p:spPr bwMode="auto">
          <a:xfrm>
            <a:off x="6257120" y="2249116"/>
            <a:ext cx="1812224" cy="2068017"/>
          </a:xfrm>
          <a:custGeom>
            <a:avLst/>
            <a:gdLst>
              <a:gd name="T0" fmla="*/ 59 w 59"/>
              <a:gd name="T1" fmla="*/ 48 h 67"/>
              <a:gd name="T2" fmla="*/ 59 w 59"/>
              <a:gd name="T3" fmla="*/ 19 h 67"/>
              <a:gd name="T4" fmla="*/ 57 w 59"/>
              <a:gd name="T5" fmla="*/ 15 h 67"/>
              <a:gd name="T6" fmla="*/ 31 w 59"/>
              <a:gd name="T7" fmla="*/ 1 h 67"/>
              <a:gd name="T8" fmla="*/ 27 w 59"/>
              <a:gd name="T9" fmla="*/ 1 h 67"/>
              <a:gd name="T10" fmla="*/ 2 w 59"/>
              <a:gd name="T11" fmla="*/ 15 h 67"/>
              <a:gd name="T12" fmla="*/ 0 w 59"/>
              <a:gd name="T13" fmla="*/ 19 h 67"/>
              <a:gd name="T14" fmla="*/ 0 w 59"/>
              <a:gd name="T15" fmla="*/ 48 h 67"/>
              <a:gd name="T16" fmla="*/ 2 w 59"/>
              <a:gd name="T17" fmla="*/ 52 h 67"/>
              <a:gd name="T18" fmla="*/ 27 w 59"/>
              <a:gd name="T19" fmla="*/ 67 h 67"/>
              <a:gd name="T20" fmla="*/ 31 w 59"/>
              <a:gd name="T21" fmla="*/ 67 h 67"/>
              <a:gd name="T22" fmla="*/ 57 w 59"/>
              <a:gd name="T23" fmla="*/ 52 h 67"/>
              <a:gd name="T24" fmla="*/ 59 w 59"/>
              <a:gd name="T25" fmla="*/ 48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9" h="67">
                <a:moveTo>
                  <a:pt x="59" y="48"/>
                </a:moveTo>
                <a:cubicBezTo>
                  <a:pt x="59" y="19"/>
                  <a:pt x="59" y="19"/>
                  <a:pt x="59" y="19"/>
                </a:cubicBezTo>
                <a:cubicBezTo>
                  <a:pt x="59" y="17"/>
                  <a:pt x="58" y="16"/>
                  <a:pt x="57" y="15"/>
                </a:cubicBezTo>
                <a:cubicBezTo>
                  <a:pt x="31" y="1"/>
                  <a:pt x="31" y="1"/>
                  <a:pt x="31" y="1"/>
                </a:cubicBezTo>
                <a:cubicBezTo>
                  <a:pt x="30" y="0"/>
                  <a:pt x="29" y="0"/>
                  <a:pt x="27" y="1"/>
                </a:cubicBezTo>
                <a:cubicBezTo>
                  <a:pt x="2" y="15"/>
                  <a:pt x="2" y="15"/>
                  <a:pt x="2" y="15"/>
                </a:cubicBezTo>
                <a:cubicBezTo>
                  <a:pt x="0" y="16"/>
                  <a:pt x="0" y="17"/>
                  <a:pt x="0" y="19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50"/>
                  <a:pt x="0" y="51"/>
                  <a:pt x="2" y="52"/>
                </a:cubicBezTo>
                <a:cubicBezTo>
                  <a:pt x="27" y="67"/>
                  <a:pt x="27" y="67"/>
                  <a:pt x="27" y="67"/>
                </a:cubicBezTo>
                <a:cubicBezTo>
                  <a:pt x="29" y="67"/>
                  <a:pt x="30" y="67"/>
                  <a:pt x="31" y="67"/>
                </a:cubicBezTo>
                <a:cubicBezTo>
                  <a:pt x="57" y="52"/>
                  <a:pt x="57" y="52"/>
                  <a:pt x="57" y="52"/>
                </a:cubicBezTo>
                <a:cubicBezTo>
                  <a:pt x="58" y="51"/>
                  <a:pt x="59" y="50"/>
                  <a:pt x="59" y="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5" name="深度视觉·原创设计 https://www.docer.com/works?userid=22383862"/>
          <p:cNvSpPr/>
          <p:nvPr/>
        </p:nvSpPr>
        <p:spPr bwMode="auto">
          <a:xfrm>
            <a:off x="4117256" y="2249116"/>
            <a:ext cx="1812224" cy="2068017"/>
          </a:xfrm>
          <a:custGeom>
            <a:avLst/>
            <a:gdLst>
              <a:gd name="T0" fmla="*/ 59 w 59"/>
              <a:gd name="T1" fmla="*/ 48 h 67"/>
              <a:gd name="T2" fmla="*/ 59 w 59"/>
              <a:gd name="T3" fmla="*/ 19 h 67"/>
              <a:gd name="T4" fmla="*/ 57 w 59"/>
              <a:gd name="T5" fmla="*/ 15 h 67"/>
              <a:gd name="T6" fmla="*/ 31 w 59"/>
              <a:gd name="T7" fmla="*/ 1 h 67"/>
              <a:gd name="T8" fmla="*/ 27 w 59"/>
              <a:gd name="T9" fmla="*/ 1 h 67"/>
              <a:gd name="T10" fmla="*/ 2 w 59"/>
              <a:gd name="T11" fmla="*/ 15 h 67"/>
              <a:gd name="T12" fmla="*/ 0 w 59"/>
              <a:gd name="T13" fmla="*/ 19 h 67"/>
              <a:gd name="T14" fmla="*/ 0 w 59"/>
              <a:gd name="T15" fmla="*/ 48 h 67"/>
              <a:gd name="T16" fmla="*/ 2 w 59"/>
              <a:gd name="T17" fmla="*/ 52 h 67"/>
              <a:gd name="T18" fmla="*/ 27 w 59"/>
              <a:gd name="T19" fmla="*/ 67 h 67"/>
              <a:gd name="T20" fmla="*/ 31 w 59"/>
              <a:gd name="T21" fmla="*/ 67 h 67"/>
              <a:gd name="T22" fmla="*/ 57 w 59"/>
              <a:gd name="T23" fmla="*/ 52 h 67"/>
              <a:gd name="T24" fmla="*/ 59 w 59"/>
              <a:gd name="T25" fmla="*/ 48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9" h="67">
                <a:moveTo>
                  <a:pt x="59" y="48"/>
                </a:moveTo>
                <a:cubicBezTo>
                  <a:pt x="59" y="19"/>
                  <a:pt x="59" y="19"/>
                  <a:pt x="59" y="19"/>
                </a:cubicBezTo>
                <a:cubicBezTo>
                  <a:pt x="59" y="17"/>
                  <a:pt x="58" y="16"/>
                  <a:pt x="57" y="15"/>
                </a:cubicBezTo>
                <a:cubicBezTo>
                  <a:pt x="31" y="1"/>
                  <a:pt x="31" y="1"/>
                  <a:pt x="31" y="1"/>
                </a:cubicBezTo>
                <a:cubicBezTo>
                  <a:pt x="30" y="0"/>
                  <a:pt x="29" y="0"/>
                  <a:pt x="27" y="1"/>
                </a:cubicBezTo>
                <a:cubicBezTo>
                  <a:pt x="2" y="15"/>
                  <a:pt x="2" y="15"/>
                  <a:pt x="2" y="15"/>
                </a:cubicBezTo>
                <a:cubicBezTo>
                  <a:pt x="0" y="16"/>
                  <a:pt x="0" y="17"/>
                  <a:pt x="0" y="19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50"/>
                  <a:pt x="0" y="51"/>
                  <a:pt x="2" y="52"/>
                </a:cubicBezTo>
                <a:cubicBezTo>
                  <a:pt x="27" y="67"/>
                  <a:pt x="27" y="67"/>
                  <a:pt x="27" y="67"/>
                </a:cubicBezTo>
                <a:cubicBezTo>
                  <a:pt x="29" y="67"/>
                  <a:pt x="30" y="67"/>
                  <a:pt x="31" y="67"/>
                </a:cubicBezTo>
                <a:cubicBezTo>
                  <a:pt x="57" y="52"/>
                  <a:pt x="57" y="52"/>
                  <a:pt x="57" y="52"/>
                </a:cubicBezTo>
                <a:cubicBezTo>
                  <a:pt x="58" y="51"/>
                  <a:pt x="59" y="50"/>
                  <a:pt x="59" y="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6" name="深度视觉·原创设计 https://www.docer.com/works?userid=22383862"/>
          <p:cNvSpPr/>
          <p:nvPr/>
        </p:nvSpPr>
        <p:spPr>
          <a:xfrm>
            <a:off x="2234385" y="2959958"/>
            <a:ext cx="12982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dirty="0">
                <a:solidFill>
                  <a:schemeClr val="bg1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Lato" panose="020F0502020204030203" pitchFamily="34" charset="0"/>
              </a:rPr>
              <a:t>89% Increase</a:t>
            </a:r>
            <a:endParaRPr lang="id-ID" dirty="0">
              <a:solidFill>
                <a:schemeClr val="bg1"/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7" name="深度视觉·原创设计 https://www.docer.com/works?userid=22383862"/>
          <p:cNvSpPr/>
          <p:nvPr/>
        </p:nvSpPr>
        <p:spPr>
          <a:xfrm>
            <a:off x="4374249" y="2959958"/>
            <a:ext cx="12982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dirty="0">
                <a:solidFill>
                  <a:schemeClr val="bg1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Lato" panose="020F0502020204030203" pitchFamily="34" charset="0"/>
              </a:rPr>
              <a:t>89% Increase</a:t>
            </a:r>
            <a:endParaRPr lang="id-ID" dirty="0">
              <a:solidFill>
                <a:schemeClr val="bg1"/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8" name="深度视觉·原创设计 https://www.docer.com/works?userid=22383862"/>
          <p:cNvSpPr/>
          <p:nvPr/>
        </p:nvSpPr>
        <p:spPr>
          <a:xfrm>
            <a:off x="6514113" y="2959958"/>
            <a:ext cx="12982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dirty="0">
                <a:solidFill>
                  <a:schemeClr val="bg1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Lato" panose="020F0502020204030203" pitchFamily="34" charset="0"/>
              </a:rPr>
              <a:t>89% Increase</a:t>
            </a:r>
            <a:endParaRPr lang="id-ID" dirty="0">
              <a:solidFill>
                <a:schemeClr val="bg1"/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9" name="深度视觉·原创设计 https://www.docer.com/works?userid=22383862"/>
          <p:cNvSpPr/>
          <p:nvPr/>
        </p:nvSpPr>
        <p:spPr>
          <a:xfrm>
            <a:off x="8659378" y="2959958"/>
            <a:ext cx="12982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dirty="0">
                <a:solidFill>
                  <a:schemeClr val="bg1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Lato" panose="020F0502020204030203" pitchFamily="34" charset="0"/>
              </a:rPr>
              <a:t>89% Increase</a:t>
            </a:r>
            <a:endParaRPr lang="id-ID" dirty="0">
              <a:solidFill>
                <a:schemeClr val="bg1"/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10" name="深度视觉·原创设计 https://www.docer.com/works?userid=22383862"/>
          <p:cNvSpPr/>
          <p:nvPr/>
        </p:nvSpPr>
        <p:spPr>
          <a:xfrm>
            <a:off x="1878759" y="4592781"/>
            <a:ext cx="2009488" cy="1116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</a:p>
        </p:txBody>
      </p:sp>
      <p:sp>
        <p:nvSpPr>
          <p:cNvPr id="11" name="深度视觉·原创设计 https://www.docer.com/works?userid=22383862"/>
          <p:cNvSpPr/>
          <p:nvPr/>
        </p:nvSpPr>
        <p:spPr>
          <a:xfrm>
            <a:off x="4018623" y="4592781"/>
            <a:ext cx="2009488" cy="1116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</a:p>
        </p:txBody>
      </p:sp>
      <p:sp>
        <p:nvSpPr>
          <p:cNvPr id="12" name="深度视觉·原创设计 https://www.docer.com/works?userid=22383862"/>
          <p:cNvSpPr/>
          <p:nvPr/>
        </p:nvSpPr>
        <p:spPr>
          <a:xfrm>
            <a:off x="6158487" y="4592781"/>
            <a:ext cx="2009488" cy="1116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</a:p>
        </p:txBody>
      </p:sp>
      <p:sp>
        <p:nvSpPr>
          <p:cNvPr id="13" name="深度视觉·原创设计 https://www.docer.com/works?userid=22383862"/>
          <p:cNvSpPr/>
          <p:nvPr/>
        </p:nvSpPr>
        <p:spPr>
          <a:xfrm>
            <a:off x="8303753" y="4592781"/>
            <a:ext cx="2009488" cy="1116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39490">
            <a:off x="10302854" y="5515031"/>
            <a:ext cx="2746978" cy="2685934"/>
          </a:xfrm>
          <a:prstGeom prst="rect">
            <a:avLst/>
          </a:prstGeom>
        </p:spPr>
      </p:pic>
      <p:pic>
        <p:nvPicPr>
          <p:cNvPr id="11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4039" y="5303588"/>
            <a:ext cx="2740006" cy="2435561"/>
          </a:xfrm>
          <a:prstGeom prst="rect">
            <a:avLst/>
          </a:prstGeom>
        </p:spPr>
      </p:pic>
      <p:pic>
        <p:nvPicPr>
          <p:cNvPr id="12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0494" y="-246003"/>
            <a:ext cx="2178882" cy="1739853"/>
          </a:xfrm>
          <a:prstGeom prst="rect">
            <a:avLst/>
          </a:prstGeom>
        </p:spPr>
      </p:pic>
      <p:pic>
        <p:nvPicPr>
          <p:cNvPr id="13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476" y="-242592"/>
            <a:ext cx="517029" cy="2726153"/>
          </a:xfrm>
          <a:prstGeom prst="rect">
            <a:avLst/>
          </a:prstGeom>
        </p:spPr>
      </p:pic>
      <p:pic>
        <p:nvPicPr>
          <p:cNvPr id="14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7576">
            <a:off x="11086081" y="5810070"/>
            <a:ext cx="282748" cy="444318"/>
          </a:xfrm>
          <a:prstGeom prst="rect">
            <a:avLst/>
          </a:prstGeom>
        </p:spPr>
      </p:pic>
      <p:pic>
        <p:nvPicPr>
          <p:cNvPr id="15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806201">
            <a:off x="-54476" y="317800"/>
            <a:ext cx="517029" cy="1878539"/>
          </a:xfrm>
          <a:prstGeom prst="rect">
            <a:avLst/>
          </a:prstGeom>
        </p:spPr>
      </p:pic>
      <p:sp>
        <p:nvSpPr>
          <p:cNvPr id="16" name="深度视觉·原创设计 https://www.docer.com/works?userid=22383862"/>
          <p:cNvSpPr txBox="1"/>
          <p:nvPr/>
        </p:nvSpPr>
        <p:spPr>
          <a:xfrm>
            <a:off x="4813531" y="283565"/>
            <a:ext cx="2564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输入你的标题</a:t>
            </a:r>
          </a:p>
        </p:txBody>
      </p:sp>
      <p:graphicFrame>
        <p:nvGraphicFramePr>
          <p:cNvPr id="2" name="深度视觉·原创设计 https://www.docer.com/works?userid=22383862"/>
          <p:cNvGraphicFramePr/>
          <p:nvPr/>
        </p:nvGraphicFramePr>
        <p:xfrm>
          <a:off x="5608320" y="888153"/>
          <a:ext cx="5872480" cy="50816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6" name="深度视觉·原创设计 https://www.docer.com/works?userid=22383862"/>
          <p:cNvSpPr/>
          <p:nvPr/>
        </p:nvSpPr>
        <p:spPr>
          <a:xfrm>
            <a:off x="1146074" y="1931491"/>
            <a:ext cx="762000" cy="12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深度视觉·原创设计 https://www.docer.com/works?userid=22383862"/>
          <p:cNvSpPr/>
          <p:nvPr/>
        </p:nvSpPr>
        <p:spPr>
          <a:xfrm>
            <a:off x="382537" y="375921"/>
            <a:ext cx="355600" cy="355600"/>
          </a:xfrm>
          <a:custGeom>
            <a:avLst/>
            <a:gdLst>
              <a:gd name="connsiteX0" fmla="*/ 0 w 355600"/>
              <a:gd name="connsiteY0" fmla="*/ 355600 h 355600"/>
              <a:gd name="connsiteX1" fmla="*/ 0 w 355600"/>
              <a:gd name="connsiteY1" fmla="*/ 79022 h 355600"/>
              <a:gd name="connsiteX2" fmla="*/ 0 w 355600"/>
              <a:gd name="connsiteY2" fmla="*/ 0 h 355600"/>
              <a:gd name="connsiteX3" fmla="*/ 79022 w 355600"/>
              <a:gd name="connsiteY3" fmla="*/ 0 h 355600"/>
              <a:gd name="connsiteX4" fmla="*/ 355600 w 355600"/>
              <a:gd name="connsiteY4" fmla="*/ 0 h 355600"/>
              <a:gd name="connsiteX5" fmla="*/ 355600 w 355600"/>
              <a:gd name="connsiteY5" fmla="*/ 79022 h 355600"/>
              <a:gd name="connsiteX6" fmla="*/ 79022 w 355600"/>
              <a:gd name="connsiteY6" fmla="*/ 79022 h 355600"/>
              <a:gd name="connsiteX7" fmla="*/ 79022 w 355600"/>
              <a:gd name="connsiteY7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600" h="355600">
                <a:moveTo>
                  <a:pt x="0" y="355600"/>
                </a:moveTo>
                <a:lnTo>
                  <a:pt x="0" y="79022"/>
                </a:lnTo>
                <a:lnTo>
                  <a:pt x="0" y="0"/>
                </a:lnTo>
                <a:lnTo>
                  <a:pt x="79022" y="0"/>
                </a:lnTo>
                <a:lnTo>
                  <a:pt x="355600" y="0"/>
                </a:lnTo>
                <a:lnTo>
                  <a:pt x="355600" y="79022"/>
                </a:lnTo>
                <a:lnTo>
                  <a:pt x="79022" y="79022"/>
                </a:lnTo>
                <a:lnTo>
                  <a:pt x="79022" y="355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深度视觉·原创设计 https://www.docer.com/works?userid=22383862"/>
          <p:cNvSpPr txBox="1"/>
          <p:nvPr/>
        </p:nvSpPr>
        <p:spPr>
          <a:xfrm>
            <a:off x="992738" y="2512806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添加页面标题内容</a:t>
            </a:r>
          </a:p>
        </p:txBody>
      </p:sp>
      <p:sp>
        <p:nvSpPr>
          <p:cNvPr id="9" name="深度视觉·原创设计 https://www.docer.com/works?userid=22383862"/>
          <p:cNvSpPr txBox="1"/>
          <p:nvPr/>
        </p:nvSpPr>
        <p:spPr>
          <a:xfrm>
            <a:off x="1021108" y="3429000"/>
            <a:ext cx="3709143" cy="1673904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FZHei-B01S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9" name="深度视觉·原创设计 https://www.docer.com/works?userid=223838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8976" y="3672589"/>
            <a:ext cx="3860377" cy="3431447"/>
          </a:xfrm>
          <a:prstGeom prst="rect">
            <a:avLst/>
          </a:prstGeom>
        </p:spPr>
      </p:pic>
      <p:pic>
        <p:nvPicPr>
          <p:cNvPr id="3451" name="深度视觉·原创设计 https://www.docer.com/works?userid=223838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3472" y="5603971"/>
            <a:ext cx="905741" cy="905741"/>
          </a:xfrm>
          <a:prstGeom prst="rect">
            <a:avLst/>
          </a:prstGeom>
        </p:spPr>
      </p:pic>
      <p:pic>
        <p:nvPicPr>
          <p:cNvPr id="3453" name="深度视觉·原创设计 https://www.docer.com/works?userid=22383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020" y="-370844"/>
            <a:ext cx="4283562" cy="3420456"/>
          </a:xfrm>
          <a:prstGeom prst="rect">
            <a:avLst/>
          </a:prstGeom>
        </p:spPr>
      </p:pic>
      <p:pic>
        <p:nvPicPr>
          <p:cNvPr id="3455" name="深度视觉·原创设计 https://www.docer.com/works?userid=223838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324" y="-322835"/>
            <a:ext cx="1214209" cy="4646058"/>
          </a:xfrm>
          <a:prstGeom prst="rect">
            <a:avLst/>
          </a:prstGeom>
        </p:spPr>
      </p:pic>
      <p:pic>
        <p:nvPicPr>
          <p:cNvPr id="3457" name="深度视觉·原创设计 https://www.docer.com/works?userid=223838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3463" y="2501108"/>
            <a:ext cx="586278" cy="1637242"/>
          </a:xfrm>
          <a:prstGeom prst="rect">
            <a:avLst/>
          </a:prstGeom>
        </p:spPr>
      </p:pic>
      <p:pic>
        <p:nvPicPr>
          <p:cNvPr id="3459" name="深度视觉·原创设计 https://www.docer.com/works?userid=223838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7910459">
            <a:off x="11105356" y="453888"/>
            <a:ext cx="657602" cy="766671"/>
          </a:xfrm>
          <a:prstGeom prst="rect">
            <a:avLst/>
          </a:prstGeom>
        </p:spPr>
      </p:pic>
      <p:pic>
        <p:nvPicPr>
          <p:cNvPr id="3467" name="深度视觉·原创设计 https://www.docer.com/works?userid=223838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6134" y="6413682"/>
            <a:ext cx="282748" cy="444318"/>
          </a:xfrm>
          <a:prstGeom prst="rect">
            <a:avLst/>
          </a:prstGeom>
        </p:spPr>
      </p:pic>
      <p:pic>
        <p:nvPicPr>
          <p:cNvPr id="3468" name="深度视觉·原创设计 https://www.docer.com/works?userid=223838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57576">
            <a:off x="11332960" y="6159145"/>
            <a:ext cx="282748" cy="444318"/>
          </a:xfrm>
          <a:prstGeom prst="rect">
            <a:avLst/>
          </a:prstGeom>
        </p:spPr>
      </p:pic>
      <p:pic>
        <p:nvPicPr>
          <p:cNvPr id="3470" name="深度视觉·原创设计 https://www.docer.com/works?userid=223838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806201">
            <a:off x="-232302" y="2569696"/>
            <a:ext cx="881149" cy="3201508"/>
          </a:xfrm>
          <a:prstGeom prst="rect">
            <a:avLst/>
          </a:prstGeom>
        </p:spPr>
      </p:pic>
      <p:sp>
        <p:nvSpPr>
          <p:cNvPr id="3471" name="深度视觉·原创设计 https://www.docer.com/works?userid=22383862"/>
          <p:cNvSpPr txBox="1"/>
          <p:nvPr/>
        </p:nvSpPr>
        <p:spPr>
          <a:xfrm>
            <a:off x="1854941" y="2242732"/>
            <a:ext cx="85447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请老师批评指教</a:t>
            </a:r>
          </a:p>
        </p:txBody>
      </p:sp>
      <p:sp>
        <p:nvSpPr>
          <p:cNvPr id="3472" name="深度视觉·原创设计 https://www.docer.com/works?userid=22383862"/>
          <p:cNvSpPr txBox="1"/>
          <p:nvPr/>
        </p:nvSpPr>
        <p:spPr>
          <a:xfrm>
            <a:off x="2630116" y="3535655"/>
            <a:ext cx="6994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spc="30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Arial" panose="020B0604020202020204" pitchFamily="34" charset="0"/>
              </a:rPr>
              <a:t>GRADUATION THESIS DEFENSE</a:t>
            </a:r>
            <a:endParaRPr lang="zh-CN" altLang="en-US" sz="2400" spc="3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3473" name="深度视觉·原创设计 https://www.docer.com/works?userid=22383862"/>
          <p:cNvSpPr/>
          <p:nvPr/>
        </p:nvSpPr>
        <p:spPr>
          <a:xfrm>
            <a:off x="5433017" y="4506897"/>
            <a:ext cx="1388556" cy="458224"/>
          </a:xfrm>
          <a:prstGeom prst="flowChartTerminator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4" name="深度视觉·原创设计 https://www.docer.com/works?userid=22383862"/>
          <p:cNvSpPr txBox="1"/>
          <p:nvPr/>
        </p:nvSpPr>
        <p:spPr>
          <a:xfrm>
            <a:off x="5394430" y="4553327"/>
            <a:ext cx="146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XXX</a:t>
            </a:r>
            <a:endParaRPr lang="zh-CN" altLang="en-US" dirty="0">
              <a:solidFill>
                <a:schemeClr val="bg1"/>
              </a:solidFill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pic>
        <p:nvPicPr>
          <p:cNvPr id="3463" name="深度视觉·原创设计 https://www.docer.com/works?userid=2238386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8939490">
            <a:off x="1003707" y="4988001"/>
            <a:ext cx="3090515" cy="302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94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A8468"/>
      </a:accent1>
      <a:accent2>
        <a:srgbClr val="F3B4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1642</Words>
  <Application>Microsoft Office PowerPoint</Application>
  <PresentationFormat>宽屏</PresentationFormat>
  <Paragraphs>144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Source Han Sans CN</vt:lpstr>
      <vt:lpstr>Source Han Sans HC</vt:lpstr>
      <vt:lpstr>Source Han Sans SC</vt:lpstr>
      <vt:lpstr>阿里巴巴普惠体 M</vt:lpstr>
      <vt:lpstr>方正清刻本悦宋简体</vt:lpstr>
      <vt:lpstr>思源宋体 CN Heavy</vt:lpstr>
      <vt:lpstr>思源宋体 Heavy</vt:lpstr>
      <vt:lpstr>Arial</vt:lpstr>
      <vt:lpstr>Calibri</vt:lpstr>
      <vt:lpstr>等线</vt:lpstr>
      <vt:lpstr>等线 Light</vt:lpstr>
      <vt:lpstr>思源黑体 CN Heavy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蜜桃收藏馆</cp:lastModifiedBy>
  <cp:revision>7</cp:revision>
  <dcterms:created xsi:type="dcterms:W3CDTF">2021-01-26T08:24:00Z</dcterms:created>
  <dcterms:modified xsi:type="dcterms:W3CDTF">2021-06-04T08:44:44Z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