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70" r:id="rId2"/>
  </p:sldMasterIdLst>
  <p:notesMasterIdLst>
    <p:notesMasterId r:id="rId30"/>
  </p:notesMasterIdLst>
  <p:handoutMasterIdLst>
    <p:handoutMasterId r:id="rId31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1" r:id="rId27"/>
    <p:sldId id="279" r:id="rId28"/>
    <p:sldId id="310" r:id="rId29"/>
  </p:sldIdLst>
  <p:sldSz cx="9144000" cy="5143500" type="screen16x9"/>
  <p:notesSz cx="6858000" cy="9144000"/>
  <p:custDataLst>
    <p:tags r:id="rId32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BDA779-04AC-4773-87B4-97BF9D48030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1"/>
  </p:normalViewPr>
  <p:slideViewPr>
    <p:cSldViewPr snapToGrid="0" snapToObjects="1">
      <p:cViewPr>
        <p:scale>
          <a:sx n="120" d="100"/>
          <a:sy n="120" d="100"/>
        </p:scale>
        <p:origin x="134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9cbd2cf5c4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9cbd2cf5c4_2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9c6b0fa1ee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9c6b0fa1ee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9934c4cbb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9934c4cbb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9934c4cbba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9934c4cbba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9934c4cbba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9934c4cbba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9934c4cbba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9934c4cbba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9c6b0fa1ee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9c6b0fa1ee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9c6b0fa1ee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9c6b0fa1ee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9c6b0fa1e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9c6b0fa1e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9c6b0fa1ee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9c6b0fa1ee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9c6b0fa1ee_0_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9c6b0fa1ee_0_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9c6e0d623d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9c6e0d623d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9c6e0d623d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9c6e0d623d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9c6e0d623d_1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9c6e0d623d_1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9c6e0d623d_1_1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9c6e0d623d_1_1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9c6e0d623d_1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9c6e0d623d_1_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9cbd2cf5c4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9cbd2cf5c4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9c82df84c2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9c82df84c2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9c82df84c2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0" name="Google Shape;820;g9c82df84c2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9c82df84c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9c82df84c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9c82df84c2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9c82df84c2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9c82df84c2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9c82df84c2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9c82df84c2_0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9c82df84c2_0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9c82df84c2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9c82df84c2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g9c82df84c2_0_3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9c82df84c2_0_3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379175" y="601425"/>
            <a:ext cx="1485513" cy="1154295"/>
          </a:xfrm>
          <a:custGeom>
            <a:avLst/>
            <a:gdLst/>
            <a:ahLst/>
            <a:cxnLst/>
            <a:rect l="l" t="t" r="r" b="b"/>
            <a:pathLst>
              <a:path w="23618" h="18352" extrusionOk="0">
                <a:moveTo>
                  <a:pt x="11611" y="0"/>
                </a:moveTo>
                <a:cubicBezTo>
                  <a:pt x="11611" y="0"/>
                  <a:pt x="0" y="10152"/>
                  <a:pt x="5836" y="15988"/>
                </a:cubicBezTo>
                <a:cubicBezTo>
                  <a:pt x="7578" y="17739"/>
                  <a:pt x="9875" y="18352"/>
                  <a:pt x="12237" y="18352"/>
                </a:cubicBezTo>
                <a:cubicBezTo>
                  <a:pt x="17750" y="18352"/>
                  <a:pt x="23618" y="15016"/>
                  <a:pt x="23618" y="15016"/>
                </a:cubicBezTo>
                <a:lnTo>
                  <a:pt x="22493" y="12918"/>
                </a:lnTo>
                <a:cubicBezTo>
                  <a:pt x="22493" y="12918"/>
                  <a:pt x="16599" y="16143"/>
                  <a:pt x="12863" y="16143"/>
                </a:cubicBezTo>
                <a:cubicBezTo>
                  <a:pt x="12054" y="16143"/>
                  <a:pt x="11346" y="15992"/>
                  <a:pt x="10821" y="15624"/>
                </a:cubicBezTo>
                <a:lnTo>
                  <a:pt x="20882" y="9332"/>
                </a:lnTo>
                <a:lnTo>
                  <a:pt x="18967" y="6839"/>
                </a:lnTo>
                <a:lnTo>
                  <a:pt x="9697" y="13040"/>
                </a:lnTo>
                <a:cubicBezTo>
                  <a:pt x="9697" y="13040"/>
                  <a:pt x="15046" y="5958"/>
                  <a:pt x="17265" y="4590"/>
                </a:cubicBezTo>
                <a:lnTo>
                  <a:pt x="15229" y="2857"/>
                </a:lnTo>
                <a:lnTo>
                  <a:pt x="7782" y="10152"/>
                </a:lnTo>
                <a:cubicBezTo>
                  <a:pt x="7782" y="10152"/>
                  <a:pt x="9514" y="5198"/>
                  <a:pt x="13526" y="1733"/>
                </a:cubicBezTo>
                <a:lnTo>
                  <a:pt x="116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6319690" y="3705739"/>
            <a:ext cx="1756584" cy="1607885"/>
          </a:xfrm>
          <a:custGeom>
            <a:avLst/>
            <a:gdLst/>
            <a:ahLst/>
            <a:cxnLst/>
            <a:rect l="l" t="t" r="r" b="b"/>
            <a:pathLst>
              <a:path w="27736" h="25389" extrusionOk="0">
                <a:moveTo>
                  <a:pt x="13409" y="1"/>
                </a:moveTo>
                <a:cubicBezTo>
                  <a:pt x="0" y="1"/>
                  <a:pt x="3755" y="25389"/>
                  <a:pt x="3755" y="25389"/>
                </a:cubicBezTo>
                <a:lnTo>
                  <a:pt x="25184" y="25389"/>
                </a:lnTo>
                <a:cubicBezTo>
                  <a:pt x="25184" y="25389"/>
                  <a:pt x="27737" y="525"/>
                  <a:pt x="13816" y="9"/>
                </a:cubicBezTo>
                <a:cubicBezTo>
                  <a:pt x="13678" y="3"/>
                  <a:pt x="13543" y="1"/>
                  <a:pt x="1340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1544875" y="4235622"/>
            <a:ext cx="636485" cy="850117"/>
          </a:xfrm>
          <a:custGeom>
            <a:avLst/>
            <a:gdLst/>
            <a:ahLst/>
            <a:cxnLst/>
            <a:rect l="l" t="t" r="r" b="b"/>
            <a:pathLst>
              <a:path w="8512" h="11369" extrusionOk="0">
                <a:moveTo>
                  <a:pt x="31" y="0"/>
                </a:moveTo>
                <a:lnTo>
                  <a:pt x="0" y="2553"/>
                </a:lnTo>
                <a:lnTo>
                  <a:pt x="2189" y="2523"/>
                </a:lnTo>
                <a:lnTo>
                  <a:pt x="1551" y="7508"/>
                </a:lnTo>
                <a:lnTo>
                  <a:pt x="5168" y="8146"/>
                </a:lnTo>
                <a:lnTo>
                  <a:pt x="4651" y="10639"/>
                </a:lnTo>
                <a:lnTo>
                  <a:pt x="6688" y="11368"/>
                </a:lnTo>
                <a:lnTo>
                  <a:pt x="8511" y="6566"/>
                </a:lnTo>
                <a:lnTo>
                  <a:pt x="4195" y="4864"/>
                </a:lnTo>
                <a:lnTo>
                  <a:pt x="5046" y="213"/>
                </a:lnTo>
                <a:lnTo>
                  <a:pt x="31" y="0"/>
                </a:ln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1044449">
            <a:off x="8440413" y="4398931"/>
            <a:ext cx="1128716" cy="941699"/>
          </a:xfrm>
          <a:custGeom>
            <a:avLst/>
            <a:gdLst/>
            <a:ahLst/>
            <a:cxnLst/>
            <a:rect l="l" t="t" r="r" b="b"/>
            <a:pathLst>
              <a:path w="19454" h="16229" extrusionOk="0">
                <a:moveTo>
                  <a:pt x="10031" y="1"/>
                </a:moveTo>
                <a:lnTo>
                  <a:pt x="9332" y="11278"/>
                </a:lnTo>
                <a:cubicBezTo>
                  <a:pt x="9332" y="11278"/>
                  <a:pt x="6900" y="2645"/>
                  <a:pt x="7143" y="1"/>
                </a:cubicBezTo>
                <a:lnTo>
                  <a:pt x="7143" y="1"/>
                </a:lnTo>
                <a:lnTo>
                  <a:pt x="4529" y="609"/>
                </a:lnTo>
                <a:lnTo>
                  <a:pt x="5836" y="11035"/>
                </a:lnTo>
                <a:cubicBezTo>
                  <a:pt x="5836" y="11035"/>
                  <a:pt x="2918" y="6627"/>
                  <a:pt x="2584" y="1278"/>
                </a:cubicBezTo>
                <a:lnTo>
                  <a:pt x="0" y="1764"/>
                </a:lnTo>
                <a:cubicBezTo>
                  <a:pt x="0" y="1764"/>
                  <a:pt x="1019" y="16230"/>
                  <a:pt x="8494" y="16230"/>
                </a:cubicBezTo>
                <a:cubicBezTo>
                  <a:pt x="8765" y="16230"/>
                  <a:pt x="9044" y="16211"/>
                  <a:pt x="9332" y="16171"/>
                </a:cubicBezTo>
                <a:cubicBezTo>
                  <a:pt x="17599" y="15077"/>
                  <a:pt x="19454" y="1278"/>
                  <a:pt x="19454" y="1278"/>
                </a:cubicBezTo>
                <a:lnTo>
                  <a:pt x="17052" y="882"/>
                </a:lnTo>
                <a:cubicBezTo>
                  <a:pt x="17052" y="882"/>
                  <a:pt x="15563" y="10852"/>
                  <a:pt x="12098" y="11977"/>
                </a:cubicBezTo>
                <a:lnTo>
                  <a:pt x="13192" y="1"/>
                </a:ln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274396" y="3431933"/>
            <a:ext cx="1628594" cy="1451840"/>
          </a:xfrm>
          <a:custGeom>
            <a:avLst/>
            <a:gdLst/>
            <a:ahLst/>
            <a:cxnLst/>
            <a:rect l="l" t="t" r="r" b="b"/>
            <a:pathLst>
              <a:path w="25716" h="22925" extrusionOk="0">
                <a:moveTo>
                  <a:pt x="10777" y="3025"/>
                </a:moveTo>
                <a:cubicBezTo>
                  <a:pt x="14224" y="3025"/>
                  <a:pt x="17913" y="5838"/>
                  <a:pt x="19697" y="9064"/>
                </a:cubicBezTo>
                <a:cubicBezTo>
                  <a:pt x="21885" y="13046"/>
                  <a:pt x="19697" y="19246"/>
                  <a:pt x="17265" y="20037"/>
                </a:cubicBezTo>
                <a:cubicBezTo>
                  <a:pt x="16639" y="20238"/>
                  <a:pt x="15802" y="20391"/>
                  <a:pt x="14833" y="20391"/>
                </a:cubicBezTo>
                <a:cubicBezTo>
                  <a:pt x="11992" y="20391"/>
                  <a:pt x="8014" y="19070"/>
                  <a:pt x="4864" y="13745"/>
                </a:cubicBezTo>
                <a:cubicBezTo>
                  <a:pt x="639" y="6632"/>
                  <a:pt x="8329" y="3562"/>
                  <a:pt x="8329" y="3562"/>
                </a:cubicBezTo>
                <a:cubicBezTo>
                  <a:pt x="9110" y="3193"/>
                  <a:pt x="9936" y="3025"/>
                  <a:pt x="10777" y="3025"/>
                </a:cubicBezTo>
                <a:close/>
                <a:moveTo>
                  <a:pt x="10828" y="0"/>
                </a:moveTo>
                <a:cubicBezTo>
                  <a:pt x="10175" y="0"/>
                  <a:pt x="9494" y="78"/>
                  <a:pt x="8785" y="249"/>
                </a:cubicBezTo>
                <a:cubicBezTo>
                  <a:pt x="6049" y="918"/>
                  <a:pt x="3678" y="2681"/>
                  <a:pt x="2219" y="5082"/>
                </a:cubicBezTo>
                <a:cubicBezTo>
                  <a:pt x="912" y="7210"/>
                  <a:pt x="0" y="10340"/>
                  <a:pt x="1976" y="13897"/>
                </a:cubicBezTo>
                <a:cubicBezTo>
                  <a:pt x="4811" y="19052"/>
                  <a:pt x="8532" y="22924"/>
                  <a:pt x="13499" y="22924"/>
                </a:cubicBezTo>
                <a:cubicBezTo>
                  <a:pt x="14976" y="22924"/>
                  <a:pt x="16562" y="22582"/>
                  <a:pt x="18268" y="21830"/>
                </a:cubicBezTo>
                <a:cubicBezTo>
                  <a:pt x="25715" y="18547"/>
                  <a:pt x="20578" y="6936"/>
                  <a:pt x="20578" y="6936"/>
                </a:cubicBezTo>
                <a:cubicBezTo>
                  <a:pt x="20578" y="6936"/>
                  <a:pt x="16998" y="0"/>
                  <a:pt x="1082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10800000">
            <a:off x="6153900" y="-67754"/>
            <a:ext cx="1823017" cy="1039245"/>
          </a:xfrm>
          <a:custGeom>
            <a:avLst/>
            <a:gdLst/>
            <a:ahLst/>
            <a:cxnLst/>
            <a:rect l="l" t="t" r="r" b="b"/>
            <a:pathLst>
              <a:path w="28786" h="16410" extrusionOk="0">
                <a:moveTo>
                  <a:pt x="20469" y="1"/>
                </a:moveTo>
                <a:cubicBezTo>
                  <a:pt x="13484" y="1"/>
                  <a:pt x="13284" y="8932"/>
                  <a:pt x="13284" y="8932"/>
                </a:cubicBezTo>
                <a:cubicBezTo>
                  <a:pt x="12479" y="6794"/>
                  <a:pt x="10185" y="6469"/>
                  <a:pt x="8867" y="6469"/>
                </a:cubicBezTo>
                <a:cubicBezTo>
                  <a:pt x="8293" y="6469"/>
                  <a:pt x="7903" y="6531"/>
                  <a:pt x="7903" y="6531"/>
                </a:cubicBezTo>
                <a:cubicBezTo>
                  <a:pt x="1" y="7990"/>
                  <a:pt x="1855" y="16409"/>
                  <a:pt x="1855" y="16409"/>
                </a:cubicBezTo>
                <a:lnTo>
                  <a:pt x="25898" y="15437"/>
                </a:lnTo>
                <a:cubicBezTo>
                  <a:pt x="25898" y="15437"/>
                  <a:pt x="28785" y="604"/>
                  <a:pt x="21126" y="26"/>
                </a:cubicBezTo>
                <a:cubicBezTo>
                  <a:pt x="20900" y="9"/>
                  <a:pt x="20681" y="1"/>
                  <a:pt x="20469" y="1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083908" y="4130185"/>
            <a:ext cx="977942" cy="941020"/>
          </a:xfrm>
          <a:custGeom>
            <a:avLst/>
            <a:gdLst/>
            <a:ahLst/>
            <a:cxnLst/>
            <a:rect l="l" t="t" r="r" b="b"/>
            <a:pathLst>
              <a:path w="15442" h="14859" extrusionOk="0">
                <a:moveTo>
                  <a:pt x="5271" y="1"/>
                </a:moveTo>
                <a:cubicBezTo>
                  <a:pt x="4355" y="1"/>
                  <a:pt x="3509" y="328"/>
                  <a:pt x="2858" y="1179"/>
                </a:cubicBezTo>
                <a:cubicBezTo>
                  <a:pt x="2858" y="1179"/>
                  <a:pt x="0" y="6681"/>
                  <a:pt x="4712" y="10936"/>
                </a:cubicBezTo>
                <a:cubicBezTo>
                  <a:pt x="8371" y="14263"/>
                  <a:pt x="10582" y="14859"/>
                  <a:pt x="11546" y="14859"/>
                </a:cubicBezTo>
                <a:cubicBezTo>
                  <a:pt x="11816" y="14859"/>
                  <a:pt x="11988" y="14812"/>
                  <a:pt x="12067" y="14766"/>
                </a:cubicBezTo>
                <a:cubicBezTo>
                  <a:pt x="12432" y="14553"/>
                  <a:pt x="15441" y="11088"/>
                  <a:pt x="15350" y="9903"/>
                </a:cubicBezTo>
                <a:cubicBezTo>
                  <a:pt x="15289" y="8748"/>
                  <a:pt x="12584" y="4036"/>
                  <a:pt x="12037" y="3519"/>
                </a:cubicBezTo>
                <a:cubicBezTo>
                  <a:pt x="11623" y="3152"/>
                  <a:pt x="8113" y="1"/>
                  <a:pt x="52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5833377" y="461300"/>
            <a:ext cx="828423" cy="810001"/>
          </a:xfrm>
          <a:custGeom>
            <a:avLst/>
            <a:gdLst/>
            <a:ahLst/>
            <a:cxnLst/>
            <a:rect l="l" t="t" r="r" b="b"/>
            <a:pathLst>
              <a:path w="24014" h="23480" extrusionOk="0">
                <a:moveTo>
                  <a:pt x="21126" y="1"/>
                </a:moveTo>
                <a:cubicBezTo>
                  <a:pt x="3618" y="913"/>
                  <a:pt x="1" y="6657"/>
                  <a:pt x="1217" y="15715"/>
                </a:cubicBezTo>
                <a:cubicBezTo>
                  <a:pt x="2127" y="22672"/>
                  <a:pt x="15087" y="23479"/>
                  <a:pt x="21050" y="23479"/>
                </a:cubicBezTo>
                <a:cubicBezTo>
                  <a:pt x="22851" y="23479"/>
                  <a:pt x="24013" y="23405"/>
                  <a:pt x="24013" y="23405"/>
                </a:cubicBezTo>
                <a:lnTo>
                  <a:pt x="24013" y="17995"/>
                </a:lnTo>
                <a:cubicBezTo>
                  <a:pt x="24013" y="17995"/>
                  <a:pt x="20462" y="18744"/>
                  <a:pt x="16568" y="18744"/>
                </a:cubicBezTo>
                <a:cubicBezTo>
                  <a:pt x="11976" y="18744"/>
                  <a:pt x="6907" y="17702"/>
                  <a:pt x="6627" y="13162"/>
                </a:cubicBezTo>
                <a:cubicBezTo>
                  <a:pt x="6197" y="5711"/>
                  <a:pt x="18121" y="5282"/>
                  <a:pt x="20870" y="5282"/>
                </a:cubicBezTo>
                <a:cubicBezTo>
                  <a:pt x="21227" y="5282"/>
                  <a:pt x="21430" y="5290"/>
                  <a:pt x="21430" y="5290"/>
                </a:cubicBezTo>
                <a:lnTo>
                  <a:pt x="21126" y="1"/>
                </a:ln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615896" y="-49900"/>
            <a:ext cx="644889" cy="582066"/>
          </a:xfrm>
          <a:custGeom>
            <a:avLst/>
            <a:gdLst/>
            <a:ahLst/>
            <a:cxnLst/>
            <a:rect l="l" t="t" r="r" b="b"/>
            <a:pathLst>
              <a:path w="10183" h="9191" extrusionOk="0">
                <a:moveTo>
                  <a:pt x="4929" y="1"/>
                </a:moveTo>
                <a:cubicBezTo>
                  <a:pt x="4095" y="1"/>
                  <a:pt x="3276" y="359"/>
                  <a:pt x="2432" y="953"/>
                </a:cubicBezTo>
                <a:cubicBezTo>
                  <a:pt x="0" y="2655"/>
                  <a:pt x="3800" y="9190"/>
                  <a:pt x="3800" y="9190"/>
                </a:cubicBezTo>
                <a:lnTo>
                  <a:pt x="5411" y="8369"/>
                </a:lnTo>
                <a:cubicBezTo>
                  <a:pt x="5411" y="8369"/>
                  <a:pt x="1672" y="3658"/>
                  <a:pt x="4043" y="2260"/>
                </a:cubicBezTo>
                <a:cubicBezTo>
                  <a:pt x="4347" y="2077"/>
                  <a:pt x="4649" y="1997"/>
                  <a:pt x="4945" y="1997"/>
                </a:cubicBezTo>
                <a:cubicBezTo>
                  <a:pt x="6960" y="1997"/>
                  <a:pt x="8694" y="5695"/>
                  <a:pt x="8694" y="5695"/>
                </a:cubicBezTo>
                <a:lnTo>
                  <a:pt x="10183" y="4813"/>
                </a:lnTo>
                <a:cubicBezTo>
                  <a:pt x="8185" y="1317"/>
                  <a:pt x="6529" y="1"/>
                  <a:pt x="4929" y="1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6091851" y="112585"/>
            <a:ext cx="311478" cy="257110"/>
          </a:xfrm>
          <a:custGeom>
            <a:avLst/>
            <a:gdLst/>
            <a:ahLst/>
            <a:cxnLst/>
            <a:rect l="l" t="t" r="r" b="b"/>
            <a:pathLst>
              <a:path w="9029" h="7453" extrusionOk="0">
                <a:moveTo>
                  <a:pt x="8075" y="0"/>
                </a:moveTo>
                <a:cubicBezTo>
                  <a:pt x="7841" y="0"/>
                  <a:pt x="7603" y="62"/>
                  <a:pt x="7387" y="134"/>
                </a:cubicBezTo>
                <a:cubicBezTo>
                  <a:pt x="6597" y="407"/>
                  <a:pt x="5837" y="772"/>
                  <a:pt x="5138" y="1228"/>
                </a:cubicBezTo>
                <a:cubicBezTo>
                  <a:pt x="3922" y="1988"/>
                  <a:pt x="2858" y="2991"/>
                  <a:pt x="2037" y="4176"/>
                </a:cubicBezTo>
                <a:cubicBezTo>
                  <a:pt x="1642" y="4754"/>
                  <a:pt x="1" y="7064"/>
                  <a:pt x="1430" y="7429"/>
                </a:cubicBezTo>
                <a:cubicBezTo>
                  <a:pt x="1496" y="7445"/>
                  <a:pt x="1563" y="7453"/>
                  <a:pt x="1630" y="7453"/>
                </a:cubicBezTo>
                <a:cubicBezTo>
                  <a:pt x="1936" y="7453"/>
                  <a:pt x="2250" y="7299"/>
                  <a:pt x="2524" y="7125"/>
                </a:cubicBezTo>
                <a:cubicBezTo>
                  <a:pt x="4044" y="6274"/>
                  <a:pt x="5594" y="5423"/>
                  <a:pt x="6931" y="4268"/>
                </a:cubicBezTo>
                <a:cubicBezTo>
                  <a:pt x="7752" y="3568"/>
                  <a:pt x="8512" y="2717"/>
                  <a:pt x="8846" y="1684"/>
                </a:cubicBezTo>
                <a:cubicBezTo>
                  <a:pt x="9029" y="1137"/>
                  <a:pt x="9029" y="407"/>
                  <a:pt x="8542" y="103"/>
                </a:cubicBezTo>
                <a:cubicBezTo>
                  <a:pt x="8394" y="29"/>
                  <a:pt x="8235" y="0"/>
                  <a:pt x="80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-268580" y="3327743"/>
            <a:ext cx="1141004" cy="2267064"/>
          </a:xfrm>
          <a:custGeom>
            <a:avLst/>
            <a:gdLst/>
            <a:ahLst/>
            <a:cxnLst/>
            <a:rect l="l" t="t" r="r" b="b"/>
            <a:pathLst>
              <a:path w="9059" h="17999" extrusionOk="0">
                <a:moveTo>
                  <a:pt x="2206" y="1"/>
                </a:moveTo>
                <a:cubicBezTo>
                  <a:pt x="2150" y="1"/>
                  <a:pt x="2094" y="2"/>
                  <a:pt x="2037" y="4"/>
                </a:cubicBezTo>
                <a:cubicBezTo>
                  <a:pt x="1642" y="4"/>
                  <a:pt x="1" y="186"/>
                  <a:pt x="62" y="794"/>
                </a:cubicBezTo>
                <a:cubicBezTo>
                  <a:pt x="92" y="1220"/>
                  <a:pt x="1460" y="1432"/>
                  <a:pt x="1794" y="1645"/>
                </a:cubicBezTo>
                <a:cubicBezTo>
                  <a:pt x="2463" y="2010"/>
                  <a:pt x="3071" y="2557"/>
                  <a:pt x="3466" y="3226"/>
                </a:cubicBezTo>
                <a:cubicBezTo>
                  <a:pt x="4165" y="4442"/>
                  <a:pt x="4287" y="5961"/>
                  <a:pt x="3770" y="7268"/>
                </a:cubicBezTo>
                <a:cubicBezTo>
                  <a:pt x="3436" y="8059"/>
                  <a:pt x="2888" y="8727"/>
                  <a:pt x="2554" y="9518"/>
                </a:cubicBezTo>
                <a:cubicBezTo>
                  <a:pt x="2189" y="10308"/>
                  <a:pt x="2098" y="11311"/>
                  <a:pt x="2645" y="11949"/>
                </a:cubicBezTo>
                <a:cubicBezTo>
                  <a:pt x="3192" y="12648"/>
                  <a:pt x="4195" y="12740"/>
                  <a:pt x="4925" y="13165"/>
                </a:cubicBezTo>
                <a:cubicBezTo>
                  <a:pt x="5715" y="13651"/>
                  <a:pt x="6232" y="14533"/>
                  <a:pt x="6232" y="15445"/>
                </a:cubicBezTo>
                <a:cubicBezTo>
                  <a:pt x="6232" y="15870"/>
                  <a:pt x="6141" y="16296"/>
                  <a:pt x="6141" y="16752"/>
                </a:cubicBezTo>
                <a:cubicBezTo>
                  <a:pt x="6141" y="17177"/>
                  <a:pt x="6293" y="17664"/>
                  <a:pt x="6688" y="17876"/>
                </a:cubicBezTo>
                <a:cubicBezTo>
                  <a:pt x="6827" y="17960"/>
                  <a:pt x="6986" y="17999"/>
                  <a:pt x="7149" y="17999"/>
                </a:cubicBezTo>
                <a:cubicBezTo>
                  <a:pt x="7342" y="17999"/>
                  <a:pt x="7540" y="17945"/>
                  <a:pt x="7721" y="17846"/>
                </a:cubicBezTo>
                <a:cubicBezTo>
                  <a:pt x="8025" y="17664"/>
                  <a:pt x="8269" y="17390"/>
                  <a:pt x="8451" y="17056"/>
                </a:cubicBezTo>
                <a:cubicBezTo>
                  <a:pt x="8907" y="16296"/>
                  <a:pt x="9059" y="15354"/>
                  <a:pt x="8907" y="14472"/>
                </a:cubicBezTo>
                <a:cubicBezTo>
                  <a:pt x="8724" y="13591"/>
                  <a:pt x="8208" y="12800"/>
                  <a:pt x="7509" y="12253"/>
                </a:cubicBezTo>
                <a:cubicBezTo>
                  <a:pt x="7022" y="11888"/>
                  <a:pt x="6445" y="11645"/>
                  <a:pt x="5989" y="11189"/>
                </a:cubicBezTo>
                <a:cubicBezTo>
                  <a:pt x="5411" y="10581"/>
                  <a:pt x="5199" y="9670"/>
                  <a:pt x="5229" y="8819"/>
                </a:cubicBezTo>
                <a:cubicBezTo>
                  <a:pt x="5259" y="7967"/>
                  <a:pt x="5533" y="7147"/>
                  <a:pt x="5776" y="6326"/>
                </a:cubicBezTo>
                <a:cubicBezTo>
                  <a:pt x="6019" y="5505"/>
                  <a:pt x="6262" y="4654"/>
                  <a:pt x="6202" y="3803"/>
                </a:cubicBezTo>
                <a:cubicBezTo>
                  <a:pt x="6141" y="2496"/>
                  <a:pt x="5411" y="1250"/>
                  <a:pt x="4287" y="581"/>
                </a:cubicBezTo>
                <a:cubicBezTo>
                  <a:pt x="3665" y="186"/>
                  <a:pt x="2939" y="1"/>
                  <a:pt x="2206" y="1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2542458" y="257838"/>
            <a:ext cx="571743" cy="471935"/>
          </a:xfrm>
          <a:custGeom>
            <a:avLst/>
            <a:gdLst/>
            <a:ahLst/>
            <a:cxnLst/>
            <a:rect l="l" t="t" r="r" b="b"/>
            <a:pathLst>
              <a:path w="9028" h="7452" extrusionOk="0">
                <a:moveTo>
                  <a:pt x="8060" y="0"/>
                </a:moveTo>
                <a:cubicBezTo>
                  <a:pt x="7821" y="0"/>
                  <a:pt x="7577" y="70"/>
                  <a:pt x="7356" y="162"/>
                </a:cubicBezTo>
                <a:cubicBezTo>
                  <a:pt x="6566" y="436"/>
                  <a:pt x="5836" y="770"/>
                  <a:pt x="5107" y="1226"/>
                </a:cubicBezTo>
                <a:cubicBezTo>
                  <a:pt x="3921" y="1986"/>
                  <a:pt x="2857" y="3019"/>
                  <a:pt x="2006" y="4175"/>
                </a:cubicBezTo>
                <a:cubicBezTo>
                  <a:pt x="1611" y="4752"/>
                  <a:pt x="0" y="7062"/>
                  <a:pt x="1398" y="7427"/>
                </a:cubicBezTo>
                <a:cubicBezTo>
                  <a:pt x="1465" y="7444"/>
                  <a:pt x="1533" y="7451"/>
                  <a:pt x="1602" y="7451"/>
                </a:cubicBezTo>
                <a:cubicBezTo>
                  <a:pt x="1906" y="7451"/>
                  <a:pt x="2220" y="7302"/>
                  <a:pt x="2493" y="7153"/>
                </a:cubicBezTo>
                <a:cubicBezTo>
                  <a:pt x="4043" y="6272"/>
                  <a:pt x="5593" y="5421"/>
                  <a:pt x="6900" y="4266"/>
                </a:cubicBezTo>
                <a:cubicBezTo>
                  <a:pt x="7751" y="3567"/>
                  <a:pt x="8481" y="2716"/>
                  <a:pt x="8845" y="1682"/>
                </a:cubicBezTo>
                <a:cubicBezTo>
                  <a:pt x="9028" y="1135"/>
                  <a:pt x="8997" y="405"/>
                  <a:pt x="8511" y="102"/>
                </a:cubicBezTo>
                <a:cubicBezTo>
                  <a:pt x="8367" y="30"/>
                  <a:pt x="8215" y="0"/>
                  <a:pt x="806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792962" y="3861602"/>
            <a:ext cx="467819" cy="770093"/>
          </a:xfrm>
          <a:custGeom>
            <a:avLst/>
            <a:gdLst/>
            <a:ahLst/>
            <a:cxnLst/>
            <a:rect l="l" t="t" r="r" b="b"/>
            <a:pathLst>
              <a:path w="7387" h="12160" extrusionOk="0">
                <a:moveTo>
                  <a:pt x="1" y="1"/>
                </a:moveTo>
                <a:cubicBezTo>
                  <a:pt x="1" y="1"/>
                  <a:pt x="2372" y="8542"/>
                  <a:pt x="6840" y="12159"/>
                </a:cubicBezTo>
                <a:cubicBezTo>
                  <a:pt x="6840" y="12159"/>
                  <a:pt x="7387" y="8056"/>
                  <a:pt x="4560" y="4621"/>
                </a:cubicBezTo>
                <a:cubicBezTo>
                  <a:pt x="1733" y="1186"/>
                  <a:pt x="1" y="1"/>
                  <a:pt x="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600499" y="3957739"/>
            <a:ext cx="456229" cy="752867"/>
          </a:xfrm>
          <a:custGeom>
            <a:avLst/>
            <a:gdLst/>
            <a:ahLst/>
            <a:cxnLst/>
            <a:rect l="l" t="t" r="r" b="b"/>
            <a:pathLst>
              <a:path w="7204" h="11888" extrusionOk="0">
                <a:moveTo>
                  <a:pt x="5" y="1"/>
                </a:moveTo>
                <a:cubicBezTo>
                  <a:pt x="1" y="1"/>
                  <a:pt x="0" y="3"/>
                  <a:pt x="0" y="3"/>
                </a:cubicBezTo>
                <a:cubicBezTo>
                  <a:pt x="0" y="3"/>
                  <a:pt x="1793" y="9121"/>
                  <a:pt x="6505" y="11887"/>
                </a:cubicBezTo>
                <a:cubicBezTo>
                  <a:pt x="6505" y="11887"/>
                  <a:pt x="7204" y="9699"/>
                  <a:pt x="3648" y="4744"/>
                </a:cubicBezTo>
                <a:cubicBezTo>
                  <a:pt x="407" y="203"/>
                  <a:pt x="44" y="1"/>
                  <a:pt x="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311709" y="4046402"/>
            <a:ext cx="494797" cy="829750"/>
          </a:xfrm>
          <a:custGeom>
            <a:avLst/>
            <a:gdLst/>
            <a:ahLst/>
            <a:cxnLst/>
            <a:rect l="l" t="t" r="r" b="b"/>
            <a:pathLst>
              <a:path w="7813" h="13102" extrusionOk="0">
                <a:moveTo>
                  <a:pt x="1217" y="1"/>
                </a:moveTo>
                <a:cubicBezTo>
                  <a:pt x="1217" y="1"/>
                  <a:pt x="1" y="609"/>
                  <a:pt x="3648" y="6870"/>
                </a:cubicBezTo>
                <a:cubicBezTo>
                  <a:pt x="7261" y="13072"/>
                  <a:pt x="7802" y="13101"/>
                  <a:pt x="7812" y="13101"/>
                </a:cubicBezTo>
                <a:cubicBezTo>
                  <a:pt x="7812" y="13101"/>
                  <a:pt x="7812" y="13101"/>
                  <a:pt x="7812" y="13101"/>
                </a:cubicBezTo>
                <a:cubicBezTo>
                  <a:pt x="7812" y="13101"/>
                  <a:pt x="6597" y="6202"/>
                  <a:pt x="12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959574" y="-332140"/>
            <a:ext cx="1333386" cy="1451841"/>
          </a:xfrm>
          <a:custGeom>
            <a:avLst/>
            <a:gdLst/>
            <a:ahLst/>
            <a:cxnLst/>
            <a:rect l="l" t="t" r="r" b="b"/>
            <a:pathLst>
              <a:path w="9024" h="9826" extrusionOk="0">
                <a:moveTo>
                  <a:pt x="8095" y="1"/>
                </a:moveTo>
                <a:cubicBezTo>
                  <a:pt x="8035" y="1"/>
                  <a:pt x="7971" y="7"/>
                  <a:pt x="7904" y="20"/>
                </a:cubicBezTo>
                <a:cubicBezTo>
                  <a:pt x="6992" y="202"/>
                  <a:pt x="6080" y="780"/>
                  <a:pt x="5350" y="1296"/>
                </a:cubicBezTo>
                <a:cubicBezTo>
                  <a:pt x="4986" y="1540"/>
                  <a:pt x="4621" y="1844"/>
                  <a:pt x="4378" y="2239"/>
                </a:cubicBezTo>
                <a:cubicBezTo>
                  <a:pt x="3861" y="3090"/>
                  <a:pt x="4043" y="4245"/>
                  <a:pt x="3466" y="5035"/>
                </a:cubicBezTo>
                <a:cubicBezTo>
                  <a:pt x="3131" y="5491"/>
                  <a:pt x="2645" y="5765"/>
                  <a:pt x="2159" y="6038"/>
                </a:cubicBezTo>
                <a:cubicBezTo>
                  <a:pt x="1612" y="6342"/>
                  <a:pt x="1065" y="6677"/>
                  <a:pt x="669" y="7132"/>
                </a:cubicBezTo>
                <a:cubicBezTo>
                  <a:pt x="244" y="7588"/>
                  <a:pt x="1" y="8227"/>
                  <a:pt x="153" y="8835"/>
                </a:cubicBezTo>
                <a:cubicBezTo>
                  <a:pt x="262" y="9355"/>
                  <a:pt x="766" y="9825"/>
                  <a:pt x="1309" y="9825"/>
                </a:cubicBezTo>
                <a:cubicBezTo>
                  <a:pt x="1369" y="9825"/>
                  <a:pt x="1429" y="9819"/>
                  <a:pt x="1490" y="9807"/>
                </a:cubicBezTo>
                <a:cubicBezTo>
                  <a:pt x="2037" y="9686"/>
                  <a:pt x="2372" y="9169"/>
                  <a:pt x="2584" y="8683"/>
                </a:cubicBezTo>
                <a:cubicBezTo>
                  <a:pt x="2827" y="8166"/>
                  <a:pt x="2979" y="7619"/>
                  <a:pt x="3375" y="7254"/>
                </a:cubicBezTo>
                <a:cubicBezTo>
                  <a:pt x="3831" y="6859"/>
                  <a:pt x="4499" y="6707"/>
                  <a:pt x="4864" y="6251"/>
                </a:cubicBezTo>
                <a:cubicBezTo>
                  <a:pt x="5350" y="5643"/>
                  <a:pt x="5138" y="4731"/>
                  <a:pt x="5442" y="4032"/>
                </a:cubicBezTo>
                <a:cubicBezTo>
                  <a:pt x="5715" y="3424"/>
                  <a:pt x="6323" y="3029"/>
                  <a:pt x="6931" y="2725"/>
                </a:cubicBezTo>
                <a:cubicBezTo>
                  <a:pt x="7539" y="2421"/>
                  <a:pt x="8177" y="2117"/>
                  <a:pt x="8572" y="1600"/>
                </a:cubicBezTo>
                <a:cubicBezTo>
                  <a:pt x="9024" y="1036"/>
                  <a:pt x="8873" y="1"/>
                  <a:pt x="80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1357200" y="1446850"/>
            <a:ext cx="6429600" cy="14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76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2pPr>
            <a:lvl3pPr lvl="2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3pPr>
            <a:lvl4pPr lvl="3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4pPr>
            <a:lvl5pPr lvl="4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5pPr>
            <a:lvl6pPr lvl="5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6pPr>
            <a:lvl7pPr lvl="6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7pPr>
            <a:lvl8pPr lvl="7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8pPr>
            <a:lvl9pPr lvl="8" algn="ctr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6" name="Google Shape;26;p2"/>
          <p:cNvSpPr/>
          <p:nvPr/>
        </p:nvSpPr>
        <p:spPr>
          <a:xfrm>
            <a:off x="1286132" y="257855"/>
            <a:ext cx="1006820" cy="681494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" name="Google Shape;27;p2"/>
          <p:cNvSpPr/>
          <p:nvPr/>
        </p:nvSpPr>
        <p:spPr>
          <a:xfrm>
            <a:off x="8210300" y="124468"/>
            <a:ext cx="1006816" cy="738698"/>
          </a:xfrm>
          <a:custGeom>
            <a:avLst/>
            <a:gdLst/>
            <a:ahLst/>
            <a:cxnLst/>
            <a:rect l="l" t="t" r="r" b="b"/>
            <a:pathLst>
              <a:path w="9819" h="7204" extrusionOk="0">
                <a:moveTo>
                  <a:pt x="305" y="0"/>
                </a:moveTo>
                <a:lnTo>
                  <a:pt x="1" y="2006"/>
                </a:lnTo>
                <a:lnTo>
                  <a:pt x="5837" y="3040"/>
                </a:lnTo>
                <a:lnTo>
                  <a:pt x="548" y="5502"/>
                </a:lnTo>
                <a:lnTo>
                  <a:pt x="305" y="7204"/>
                </a:lnTo>
                <a:lnTo>
                  <a:pt x="9819" y="3769"/>
                </a:lnTo>
                <a:lnTo>
                  <a:pt x="9819" y="1824"/>
                </a:lnTo>
                <a:lnTo>
                  <a:pt x="305" y="0"/>
                </a:lnTo>
                <a:close/>
              </a:path>
            </a:pathLst>
          </a:custGeom>
          <a:solidFill>
            <a:srgbClr val="ED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8076275" y="-332150"/>
            <a:ext cx="776305" cy="602457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483500" y="2714625"/>
            <a:ext cx="61770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1600"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 txBox="1">
            <a:spLocks noGrp="1"/>
          </p:cNvSpPr>
          <p:nvPr>
            <p:ph type="title"/>
          </p:nvPr>
        </p:nvSpPr>
        <p:spPr>
          <a:xfrm>
            <a:off x="1483500" y="2561295"/>
            <a:ext cx="6177000" cy="8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5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32" name="Google Shape;32;p3"/>
          <p:cNvSpPr txBox="1">
            <a:spLocks noGrp="1"/>
          </p:cNvSpPr>
          <p:nvPr>
            <p:ph type="title" idx="2" hasCustomPrompt="1"/>
          </p:nvPr>
        </p:nvSpPr>
        <p:spPr>
          <a:xfrm>
            <a:off x="3808950" y="1367399"/>
            <a:ext cx="1526100" cy="126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>
                <a:solidFill>
                  <a:schemeClr val="accent3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"/>
          </p:nvPr>
        </p:nvSpPr>
        <p:spPr>
          <a:xfrm>
            <a:off x="1483500" y="3324470"/>
            <a:ext cx="61770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1600"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82000" y="832550"/>
            <a:ext cx="170290" cy="153544"/>
          </a:xfrm>
          <a:custGeom>
            <a:avLst/>
            <a:gdLst/>
            <a:ahLst/>
            <a:cxnLst/>
            <a:rect l="l" t="t" r="r" b="b"/>
            <a:pathLst>
              <a:path w="2949" h="2659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6"/>
                  <a:pt x="0" y="1562"/>
                  <a:pt x="274" y="1987"/>
                </a:cubicBezTo>
                <a:cubicBezTo>
                  <a:pt x="532" y="2418"/>
                  <a:pt x="1034" y="2659"/>
                  <a:pt x="1550" y="2659"/>
                </a:cubicBezTo>
                <a:cubicBezTo>
                  <a:pt x="1581" y="2659"/>
                  <a:pt x="1611" y="2658"/>
                  <a:pt x="1642" y="2656"/>
                </a:cubicBezTo>
                <a:cubicBezTo>
                  <a:pt x="2128" y="2656"/>
                  <a:pt x="2706" y="2413"/>
                  <a:pt x="2858" y="1896"/>
                </a:cubicBezTo>
                <a:cubicBezTo>
                  <a:pt x="2949" y="1562"/>
                  <a:pt x="2827" y="1167"/>
                  <a:pt x="2584" y="863"/>
                </a:cubicBezTo>
                <a:cubicBezTo>
                  <a:pt x="2273" y="432"/>
                  <a:pt x="1584" y="1"/>
                  <a:pt x="979" y="1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8349797" y="4187227"/>
            <a:ext cx="73173" cy="73348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7660495" y="661853"/>
            <a:ext cx="170302" cy="170709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945375" y="3415450"/>
            <a:ext cx="170302" cy="170697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928725" y="4356825"/>
            <a:ext cx="118175" cy="118446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4"/>
          <p:cNvGrpSpPr/>
          <p:nvPr/>
        </p:nvGrpSpPr>
        <p:grpSpPr>
          <a:xfrm>
            <a:off x="-259325" y="-381696"/>
            <a:ext cx="9584298" cy="5879589"/>
            <a:chOff x="-259325" y="-381696"/>
            <a:chExt cx="9584298" cy="5879589"/>
          </a:xfrm>
        </p:grpSpPr>
        <p:sp>
          <p:nvSpPr>
            <p:cNvPr id="41" name="Google Shape;41;p4"/>
            <p:cNvSpPr/>
            <p:nvPr/>
          </p:nvSpPr>
          <p:spPr>
            <a:xfrm>
              <a:off x="0" y="0"/>
              <a:ext cx="9144000" cy="5143520"/>
            </a:xfrm>
            <a:custGeom>
              <a:avLst/>
              <a:gdLst/>
              <a:ahLst/>
              <a:cxnLst/>
              <a:rect l="l" t="t" r="r" b="b"/>
              <a:pathLst>
                <a:path w="285750" h="160735" extrusionOk="0">
                  <a:moveTo>
                    <a:pt x="95535" y="34123"/>
                  </a:moveTo>
                  <a:cubicBezTo>
                    <a:pt x="95856" y="34123"/>
                    <a:pt x="96174" y="34127"/>
                    <a:pt x="96488" y="34135"/>
                  </a:cubicBezTo>
                  <a:cubicBezTo>
                    <a:pt x="111169" y="34504"/>
                    <a:pt x="120348" y="48792"/>
                    <a:pt x="124504" y="57245"/>
                  </a:cubicBezTo>
                  <a:cubicBezTo>
                    <a:pt x="126385" y="61103"/>
                    <a:pt x="127468" y="65294"/>
                    <a:pt x="127671" y="69580"/>
                  </a:cubicBezTo>
                  <a:cubicBezTo>
                    <a:pt x="128503" y="85530"/>
                    <a:pt x="126702" y="126616"/>
                    <a:pt x="86141" y="126616"/>
                  </a:cubicBezTo>
                  <a:cubicBezTo>
                    <a:pt x="85523" y="126616"/>
                    <a:pt x="84896" y="126606"/>
                    <a:pt x="84261" y="126587"/>
                  </a:cubicBezTo>
                  <a:cubicBezTo>
                    <a:pt x="31837" y="124992"/>
                    <a:pt x="30230" y="93642"/>
                    <a:pt x="30766" y="75390"/>
                  </a:cubicBezTo>
                  <a:cubicBezTo>
                    <a:pt x="30766" y="75212"/>
                    <a:pt x="30778" y="75033"/>
                    <a:pt x="30790" y="74854"/>
                  </a:cubicBezTo>
                  <a:cubicBezTo>
                    <a:pt x="31278" y="62162"/>
                    <a:pt x="39374" y="51054"/>
                    <a:pt x="51066" y="46125"/>
                  </a:cubicBezTo>
                  <a:cubicBezTo>
                    <a:pt x="62872" y="41147"/>
                    <a:pt x="81960" y="34123"/>
                    <a:pt x="95535" y="34123"/>
                  </a:cubicBez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flipH="1">
              <a:off x="178231" y="4503163"/>
              <a:ext cx="1749713" cy="842245"/>
            </a:xfrm>
            <a:custGeom>
              <a:avLst/>
              <a:gdLst/>
              <a:ahLst/>
              <a:cxnLst/>
              <a:rect l="l" t="t" r="r" b="b"/>
              <a:pathLst>
                <a:path w="18269" h="8794" extrusionOk="0">
                  <a:moveTo>
                    <a:pt x="13922" y="1"/>
                  </a:moveTo>
                  <a:cubicBezTo>
                    <a:pt x="13922" y="1"/>
                    <a:pt x="14742" y="3800"/>
                    <a:pt x="13678" y="4773"/>
                  </a:cubicBezTo>
                  <a:cubicBezTo>
                    <a:pt x="12337" y="5967"/>
                    <a:pt x="9079" y="6275"/>
                    <a:pt x="6079" y="6275"/>
                  </a:cubicBezTo>
                  <a:cubicBezTo>
                    <a:pt x="2894" y="6275"/>
                    <a:pt x="0" y="5928"/>
                    <a:pt x="0" y="5928"/>
                  </a:cubicBezTo>
                  <a:lnTo>
                    <a:pt x="0" y="8329"/>
                  </a:lnTo>
                  <a:cubicBezTo>
                    <a:pt x="0" y="8329"/>
                    <a:pt x="3674" y="8793"/>
                    <a:pt x="7486" y="8793"/>
                  </a:cubicBezTo>
                  <a:cubicBezTo>
                    <a:pt x="10573" y="8793"/>
                    <a:pt x="13750" y="8489"/>
                    <a:pt x="15137" y="7387"/>
                  </a:cubicBezTo>
                  <a:cubicBezTo>
                    <a:pt x="18268" y="4925"/>
                    <a:pt x="16505" y="1"/>
                    <a:pt x="1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 flipH="1">
              <a:off x="-259325" y="4133357"/>
              <a:ext cx="1301230" cy="1160005"/>
            </a:xfrm>
            <a:custGeom>
              <a:avLst/>
              <a:gdLst/>
              <a:ahLst/>
              <a:cxnLst/>
              <a:rect l="l" t="t" r="r" b="b"/>
              <a:pathLst>
                <a:path w="25716" h="22925" extrusionOk="0">
                  <a:moveTo>
                    <a:pt x="10777" y="3025"/>
                  </a:moveTo>
                  <a:cubicBezTo>
                    <a:pt x="14224" y="3025"/>
                    <a:pt x="17913" y="5838"/>
                    <a:pt x="19697" y="9064"/>
                  </a:cubicBezTo>
                  <a:cubicBezTo>
                    <a:pt x="21885" y="13046"/>
                    <a:pt x="19697" y="19246"/>
                    <a:pt x="17265" y="20037"/>
                  </a:cubicBezTo>
                  <a:cubicBezTo>
                    <a:pt x="16639" y="20238"/>
                    <a:pt x="15802" y="20391"/>
                    <a:pt x="14833" y="20391"/>
                  </a:cubicBezTo>
                  <a:cubicBezTo>
                    <a:pt x="11992" y="20391"/>
                    <a:pt x="8014" y="19070"/>
                    <a:pt x="4864" y="13745"/>
                  </a:cubicBezTo>
                  <a:cubicBezTo>
                    <a:pt x="639" y="6632"/>
                    <a:pt x="8329" y="3562"/>
                    <a:pt x="8329" y="3562"/>
                  </a:cubicBezTo>
                  <a:cubicBezTo>
                    <a:pt x="9110" y="3193"/>
                    <a:pt x="9936" y="3025"/>
                    <a:pt x="10777" y="3025"/>
                  </a:cubicBezTo>
                  <a:close/>
                  <a:moveTo>
                    <a:pt x="10828" y="0"/>
                  </a:moveTo>
                  <a:cubicBezTo>
                    <a:pt x="10175" y="0"/>
                    <a:pt x="9494" y="78"/>
                    <a:pt x="8785" y="249"/>
                  </a:cubicBezTo>
                  <a:cubicBezTo>
                    <a:pt x="6049" y="918"/>
                    <a:pt x="3678" y="2681"/>
                    <a:pt x="2219" y="5082"/>
                  </a:cubicBezTo>
                  <a:cubicBezTo>
                    <a:pt x="912" y="7210"/>
                    <a:pt x="0" y="10340"/>
                    <a:pt x="1976" y="13897"/>
                  </a:cubicBezTo>
                  <a:cubicBezTo>
                    <a:pt x="4811" y="19052"/>
                    <a:pt x="8532" y="22924"/>
                    <a:pt x="13499" y="22924"/>
                  </a:cubicBezTo>
                  <a:cubicBezTo>
                    <a:pt x="14976" y="22924"/>
                    <a:pt x="16562" y="22582"/>
                    <a:pt x="18268" y="21830"/>
                  </a:cubicBezTo>
                  <a:cubicBezTo>
                    <a:pt x="25715" y="18547"/>
                    <a:pt x="20578" y="6936"/>
                    <a:pt x="20578" y="6936"/>
                  </a:cubicBezTo>
                  <a:cubicBezTo>
                    <a:pt x="20578" y="6936"/>
                    <a:pt x="16998" y="0"/>
                    <a:pt x="108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7667541" y="4133353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672199" y="-381696"/>
              <a:ext cx="1301231" cy="1225282"/>
            </a:xfrm>
            <a:custGeom>
              <a:avLst/>
              <a:gdLst/>
              <a:ahLst/>
              <a:cxnLst/>
              <a:rect l="l" t="t" r="r" b="b"/>
              <a:pathLst>
                <a:path w="12370" h="11648" extrusionOk="0">
                  <a:moveTo>
                    <a:pt x="8194" y="0"/>
                  </a:moveTo>
                  <a:cubicBezTo>
                    <a:pt x="6499" y="0"/>
                    <a:pt x="4116" y="874"/>
                    <a:pt x="2644" y="1492"/>
                  </a:cubicBezTo>
                  <a:cubicBezTo>
                    <a:pt x="1155" y="2131"/>
                    <a:pt x="152" y="3529"/>
                    <a:pt x="91" y="5140"/>
                  </a:cubicBezTo>
                  <a:cubicBezTo>
                    <a:pt x="91" y="5140"/>
                    <a:pt x="91" y="5170"/>
                    <a:pt x="91" y="5201"/>
                  </a:cubicBezTo>
                  <a:cubicBezTo>
                    <a:pt x="0" y="7480"/>
                    <a:pt x="213" y="11432"/>
                    <a:pt x="6809" y="11645"/>
                  </a:cubicBezTo>
                  <a:cubicBezTo>
                    <a:pt x="6884" y="11647"/>
                    <a:pt x="6959" y="11648"/>
                    <a:pt x="7032" y="11648"/>
                  </a:cubicBezTo>
                  <a:cubicBezTo>
                    <a:pt x="12164" y="11648"/>
                    <a:pt x="12370" y="6479"/>
                    <a:pt x="12280" y="4471"/>
                  </a:cubicBezTo>
                  <a:cubicBezTo>
                    <a:pt x="12250" y="3924"/>
                    <a:pt x="12128" y="3407"/>
                    <a:pt x="11885" y="2921"/>
                  </a:cubicBezTo>
                  <a:cubicBezTo>
                    <a:pt x="11368" y="1827"/>
                    <a:pt x="10213" y="33"/>
                    <a:pt x="8359" y="3"/>
                  </a:cubicBezTo>
                  <a:cubicBezTo>
                    <a:pt x="8305" y="1"/>
                    <a:pt x="8249" y="0"/>
                    <a:pt x="81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5217202" y="150575"/>
              <a:ext cx="933108" cy="630467"/>
            </a:xfrm>
            <a:custGeom>
              <a:avLst/>
              <a:gdLst/>
              <a:ahLst/>
              <a:cxnLst/>
              <a:rect l="l" t="t" r="r" b="b"/>
              <a:pathLst>
                <a:path w="15746" h="10639" extrusionOk="0">
                  <a:moveTo>
                    <a:pt x="9697" y="0"/>
                  </a:moveTo>
                  <a:lnTo>
                    <a:pt x="6900" y="5441"/>
                  </a:lnTo>
                  <a:lnTo>
                    <a:pt x="943" y="3739"/>
                  </a:lnTo>
                  <a:lnTo>
                    <a:pt x="0" y="10274"/>
                  </a:lnTo>
                  <a:lnTo>
                    <a:pt x="3344" y="10639"/>
                  </a:lnTo>
                  <a:lnTo>
                    <a:pt x="3587" y="7781"/>
                  </a:lnTo>
                  <a:lnTo>
                    <a:pt x="10001" y="9240"/>
                  </a:lnTo>
                  <a:lnTo>
                    <a:pt x="11338" y="4590"/>
                  </a:lnTo>
                  <a:lnTo>
                    <a:pt x="14530" y="5593"/>
                  </a:lnTo>
                  <a:lnTo>
                    <a:pt x="15745" y="3040"/>
                  </a:lnTo>
                  <a:lnTo>
                    <a:pt x="9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7951752" y="4350688"/>
              <a:ext cx="1373221" cy="1147205"/>
            </a:xfrm>
            <a:custGeom>
              <a:avLst/>
              <a:gdLst/>
              <a:ahLst/>
              <a:cxnLst/>
              <a:rect l="l" t="t" r="r" b="b"/>
              <a:pathLst>
                <a:path w="31035" h="25927" extrusionOk="0">
                  <a:moveTo>
                    <a:pt x="15989" y="1"/>
                  </a:moveTo>
                  <a:lnTo>
                    <a:pt x="14895" y="17995"/>
                  </a:lnTo>
                  <a:cubicBezTo>
                    <a:pt x="14895" y="17995"/>
                    <a:pt x="11004" y="4165"/>
                    <a:pt x="11399" y="1"/>
                  </a:cubicBezTo>
                  <a:lnTo>
                    <a:pt x="11399" y="1"/>
                  </a:lnTo>
                  <a:lnTo>
                    <a:pt x="7205" y="913"/>
                  </a:lnTo>
                  <a:lnTo>
                    <a:pt x="9302" y="17600"/>
                  </a:lnTo>
                  <a:cubicBezTo>
                    <a:pt x="9302" y="17600"/>
                    <a:pt x="4651" y="10548"/>
                    <a:pt x="4104" y="2007"/>
                  </a:cubicBezTo>
                  <a:lnTo>
                    <a:pt x="1" y="2767"/>
                  </a:lnTo>
                  <a:cubicBezTo>
                    <a:pt x="1" y="2767"/>
                    <a:pt x="1588" y="25927"/>
                    <a:pt x="13578" y="25927"/>
                  </a:cubicBezTo>
                  <a:cubicBezTo>
                    <a:pt x="14004" y="25927"/>
                    <a:pt x="14443" y="25897"/>
                    <a:pt x="14895" y="25837"/>
                  </a:cubicBezTo>
                  <a:cubicBezTo>
                    <a:pt x="28087" y="24044"/>
                    <a:pt x="31035" y="2007"/>
                    <a:pt x="31035" y="2007"/>
                  </a:cubicBezTo>
                  <a:lnTo>
                    <a:pt x="27235" y="1369"/>
                  </a:lnTo>
                  <a:cubicBezTo>
                    <a:pt x="27235" y="1369"/>
                    <a:pt x="24834" y="17296"/>
                    <a:pt x="19333" y="19089"/>
                  </a:cubicBezTo>
                  <a:lnTo>
                    <a:pt x="21035" y="1"/>
                  </a:lnTo>
                  <a:close/>
                </a:path>
              </a:pathLst>
            </a:custGeom>
            <a:solidFill>
              <a:srgbClr val="DC83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805925" y="1122126"/>
              <a:ext cx="933099" cy="927574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4852846">
              <a:off x="2501830" y="3133617"/>
              <a:ext cx="803360" cy="1596167"/>
            </a:xfrm>
            <a:custGeom>
              <a:avLst/>
              <a:gdLst/>
              <a:ahLst/>
              <a:cxnLst/>
              <a:rect l="l" t="t" r="r" b="b"/>
              <a:pathLst>
                <a:path w="9059" h="17999" extrusionOk="0">
                  <a:moveTo>
                    <a:pt x="2206" y="1"/>
                  </a:moveTo>
                  <a:cubicBezTo>
                    <a:pt x="2150" y="1"/>
                    <a:pt x="2094" y="2"/>
                    <a:pt x="2037" y="4"/>
                  </a:cubicBezTo>
                  <a:cubicBezTo>
                    <a:pt x="1642" y="4"/>
                    <a:pt x="1" y="186"/>
                    <a:pt x="62" y="794"/>
                  </a:cubicBezTo>
                  <a:cubicBezTo>
                    <a:pt x="92" y="1220"/>
                    <a:pt x="1460" y="1432"/>
                    <a:pt x="1794" y="1645"/>
                  </a:cubicBezTo>
                  <a:cubicBezTo>
                    <a:pt x="2463" y="2010"/>
                    <a:pt x="3071" y="2557"/>
                    <a:pt x="3466" y="3226"/>
                  </a:cubicBezTo>
                  <a:cubicBezTo>
                    <a:pt x="4165" y="4442"/>
                    <a:pt x="4287" y="5961"/>
                    <a:pt x="3770" y="7268"/>
                  </a:cubicBezTo>
                  <a:cubicBezTo>
                    <a:pt x="3436" y="8059"/>
                    <a:pt x="2888" y="8727"/>
                    <a:pt x="2554" y="9518"/>
                  </a:cubicBezTo>
                  <a:cubicBezTo>
                    <a:pt x="2189" y="10308"/>
                    <a:pt x="2098" y="11311"/>
                    <a:pt x="2645" y="11949"/>
                  </a:cubicBezTo>
                  <a:cubicBezTo>
                    <a:pt x="3192" y="12648"/>
                    <a:pt x="4195" y="12740"/>
                    <a:pt x="4925" y="13165"/>
                  </a:cubicBezTo>
                  <a:cubicBezTo>
                    <a:pt x="5715" y="13651"/>
                    <a:pt x="6232" y="14533"/>
                    <a:pt x="6232" y="15445"/>
                  </a:cubicBezTo>
                  <a:cubicBezTo>
                    <a:pt x="6232" y="15870"/>
                    <a:pt x="6141" y="16296"/>
                    <a:pt x="6141" y="16752"/>
                  </a:cubicBezTo>
                  <a:cubicBezTo>
                    <a:pt x="6141" y="17177"/>
                    <a:pt x="6293" y="17664"/>
                    <a:pt x="6688" y="17876"/>
                  </a:cubicBezTo>
                  <a:cubicBezTo>
                    <a:pt x="6827" y="17960"/>
                    <a:pt x="6986" y="17999"/>
                    <a:pt x="7149" y="17999"/>
                  </a:cubicBezTo>
                  <a:cubicBezTo>
                    <a:pt x="7342" y="17999"/>
                    <a:pt x="7540" y="17945"/>
                    <a:pt x="7721" y="17846"/>
                  </a:cubicBezTo>
                  <a:cubicBezTo>
                    <a:pt x="8025" y="17664"/>
                    <a:pt x="8269" y="17390"/>
                    <a:pt x="8451" y="17056"/>
                  </a:cubicBezTo>
                  <a:cubicBezTo>
                    <a:pt x="8907" y="16296"/>
                    <a:pt x="9059" y="15354"/>
                    <a:pt x="8907" y="14472"/>
                  </a:cubicBezTo>
                  <a:cubicBezTo>
                    <a:pt x="8724" y="13591"/>
                    <a:pt x="8208" y="12800"/>
                    <a:pt x="7509" y="12253"/>
                  </a:cubicBezTo>
                  <a:cubicBezTo>
                    <a:pt x="7022" y="11888"/>
                    <a:pt x="6445" y="11645"/>
                    <a:pt x="5989" y="11189"/>
                  </a:cubicBezTo>
                  <a:cubicBezTo>
                    <a:pt x="5411" y="10581"/>
                    <a:pt x="5199" y="9670"/>
                    <a:pt x="5229" y="8819"/>
                  </a:cubicBezTo>
                  <a:cubicBezTo>
                    <a:pt x="5259" y="7967"/>
                    <a:pt x="5533" y="7147"/>
                    <a:pt x="5776" y="6326"/>
                  </a:cubicBezTo>
                  <a:cubicBezTo>
                    <a:pt x="6019" y="5505"/>
                    <a:pt x="6262" y="4654"/>
                    <a:pt x="6202" y="3803"/>
                  </a:cubicBezTo>
                  <a:cubicBezTo>
                    <a:pt x="6141" y="2496"/>
                    <a:pt x="5411" y="1250"/>
                    <a:pt x="4287" y="581"/>
                  </a:cubicBezTo>
                  <a:cubicBezTo>
                    <a:pt x="3665" y="186"/>
                    <a:pt x="2939" y="1"/>
                    <a:pt x="22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4531003">
              <a:off x="1427722" y="3610812"/>
              <a:ext cx="264647" cy="435644"/>
            </a:xfrm>
            <a:custGeom>
              <a:avLst/>
              <a:gdLst/>
              <a:ahLst/>
              <a:cxnLst/>
              <a:rect l="l" t="t" r="r" b="b"/>
              <a:pathLst>
                <a:path w="7387" h="12160" extrusionOk="0">
                  <a:moveTo>
                    <a:pt x="1" y="1"/>
                  </a:moveTo>
                  <a:cubicBezTo>
                    <a:pt x="1" y="1"/>
                    <a:pt x="2372" y="8542"/>
                    <a:pt x="6840" y="12159"/>
                  </a:cubicBezTo>
                  <a:cubicBezTo>
                    <a:pt x="6840" y="12159"/>
                    <a:pt x="7387" y="8056"/>
                    <a:pt x="4560" y="4621"/>
                  </a:cubicBezTo>
                  <a:cubicBezTo>
                    <a:pt x="1733" y="118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4531003">
              <a:off x="1355014" y="3519480"/>
              <a:ext cx="258091" cy="425900"/>
            </a:xfrm>
            <a:custGeom>
              <a:avLst/>
              <a:gdLst/>
              <a:ahLst/>
              <a:cxnLst/>
              <a:rect l="l" t="t" r="r" b="b"/>
              <a:pathLst>
                <a:path w="7204" h="11888" extrusionOk="0">
                  <a:moveTo>
                    <a:pt x="5" y="1"/>
                  </a:moveTo>
                  <a:cubicBezTo>
                    <a:pt x="1" y="1"/>
                    <a:pt x="0" y="3"/>
                    <a:pt x="0" y="3"/>
                  </a:cubicBezTo>
                  <a:cubicBezTo>
                    <a:pt x="0" y="3"/>
                    <a:pt x="1793" y="9121"/>
                    <a:pt x="6505" y="11887"/>
                  </a:cubicBezTo>
                  <a:cubicBezTo>
                    <a:pt x="6505" y="11887"/>
                    <a:pt x="7204" y="9699"/>
                    <a:pt x="3648" y="4744"/>
                  </a:cubicBezTo>
                  <a:cubicBezTo>
                    <a:pt x="407" y="203"/>
                    <a:pt x="44" y="1"/>
                    <a:pt x="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rot="4531003">
              <a:off x="1236358" y="3368106"/>
              <a:ext cx="279909" cy="469393"/>
            </a:xfrm>
            <a:custGeom>
              <a:avLst/>
              <a:gdLst/>
              <a:ahLst/>
              <a:cxnLst/>
              <a:rect l="l" t="t" r="r" b="b"/>
              <a:pathLst>
                <a:path w="7813" h="13102" extrusionOk="0">
                  <a:moveTo>
                    <a:pt x="1217" y="1"/>
                  </a:moveTo>
                  <a:cubicBezTo>
                    <a:pt x="1217" y="1"/>
                    <a:pt x="1" y="609"/>
                    <a:pt x="3648" y="6870"/>
                  </a:cubicBezTo>
                  <a:cubicBezTo>
                    <a:pt x="7261" y="13072"/>
                    <a:pt x="7802" y="13101"/>
                    <a:pt x="7812" y="13101"/>
                  </a:cubicBezTo>
                  <a:cubicBezTo>
                    <a:pt x="7812" y="13101"/>
                    <a:pt x="7812" y="13101"/>
                    <a:pt x="7812" y="13101"/>
                  </a:cubicBezTo>
                  <a:cubicBezTo>
                    <a:pt x="7812" y="13101"/>
                    <a:pt x="6597" y="6202"/>
                    <a:pt x="12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4978950" y="1232175"/>
            <a:ext cx="30411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4978950" y="2644575"/>
            <a:ext cx="3041100" cy="12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600"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645333" y="4450430"/>
            <a:ext cx="149323" cy="153077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415207" y="2607464"/>
            <a:ext cx="124497" cy="117746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" name="Google Shape;58;p5"/>
          <p:cNvSpPr/>
          <p:nvPr/>
        </p:nvSpPr>
        <p:spPr>
          <a:xfrm rot="10800000" flipH="1">
            <a:off x="-398703" y="-157886"/>
            <a:ext cx="1234882" cy="1100859"/>
          </a:xfrm>
          <a:custGeom>
            <a:avLst/>
            <a:gdLst/>
            <a:ahLst/>
            <a:cxnLst/>
            <a:rect l="l" t="t" r="r" b="b"/>
            <a:pathLst>
              <a:path w="25716" h="22925" extrusionOk="0">
                <a:moveTo>
                  <a:pt x="10777" y="3025"/>
                </a:moveTo>
                <a:cubicBezTo>
                  <a:pt x="14224" y="3025"/>
                  <a:pt x="17913" y="5838"/>
                  <a:pt x="19697" y="9064"/>
                </a:cubicBezTo>
                <a:cubicBezTo>
                  <a:pt x="21885" y="13046"/>
                  <a:pt x="19697" y="19246"/>
                  <a:pt x="17265" y="20037"/>
                </a:cubicBezTo>
                <a:cubicBezTo>
                  <a:pt x="16639" y="20238"/>
                  <a:pt x="15802" y="20391"/>
                  <a:pt x="14833" y="20391"/>
                </a:cubicBezTo>
                <a:cubicBezTo>
                  <a:pt x="11992" y="20391"/>
                  <a:pt x="8014" y="19070"/>
                  <a:pt x="4864" y="13745"/>
                </a:cubicBezTo>
                <a:cubicBezTo>
                  <a:pt x="639" y="6632"/>
                  <a:pt x="8329" y="3562"/>
                  <a:pt x="8329" y="3562"/>
                </a:cubicBezTo>
                <a:cubicBezTo>
                  <a:pt x="9110" y="3193"/>
                  <a:pt x="9936" y="3025"/>
                  <a:pt x="10777" y="3025"/>
                </a:cubicBezTo>
                <a:close/>
                <a:moveTo>
                  <a:pt x="10828" y="0"/>
                </a:moveTo>
                <a:cubicBezTo>
                  <a:pt x="10175" y="0"/>
                  <a:pt x="9494" y="78"/>
                  <a:pt x="8785" y="249"/>
                </a:cubicBezTo>
                <a:cubicBezTo>
                  <a:pt x="6049" y="918"/>
                  <a:pt x="3678" y="2681"/>
                  <a:pt x="2219" y="5082"/>
                </a:cubicBezTo>
                <a:cubicBezTo>
                  <a:pt x="912" y="7210"/>
                  <a:pt x="0" y="10340"/>
                  <a:pt x="1976" y="13897"/>
                </a:cubicBezTo>
                <a:cubicBezTo>
                  <a:pt x="4811" y="19052"/>
                  <a:pt x="8532" y="22924"/>
                  <a:pt x="13499" y="22924"/>
                </a:cubicBezTo>
                <a:cubicBezTo>
                  <a:pt x="14976" y="22924"/>
                  <a:pt x="16562" y="22582"/>
                  <a:pt x="18268" y="21830"/>
                </a:cubicBezTo>
                <a:cubicBezTo>
                  <a:pt x="25715" y="18547"/>
                  <a:pt x="20578" y="6936"/>
                  <a:pt x="20578" y="6936"/>
                </a:cubicBezTo>
                <a:cubicBezTo>
                  <a:pt x="20578" y="6936"/>
                  <a:pt x="16998" y="0"/>
                  <a:pt x="108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 rot="-9755624" flipH="1">
            <a:off x="254329" y="-229848"/>
            <a:ext cx="855820" cy="714041"/>
          </a:xfrm>
          <a:custGeom>
            <a:avLst/>
            <a:gdLst/>
            <a:ahLst/>
            <a:cxnLst/>
            <a:rect l="l" t="t" r="r" b="b"/>
            <a:pathLst>
              <a:path w="19454" h="16229" extrusionOk="0">
                <a:moveTo>
                  <a:pt x="10031" y="1"/>
                </a:moveTo>
                <a:lnTo>
                  <a:pt x="9332" y="11278"/>
                </a:lnTo>
                <a:cubicBezTo>
                  <a:pt x="9332" y="11278"/>
                  <a:pt x="6900" y="2645"/>
                  <a:pt x="7143" y="1"/>
                </a:cubicBezTo>
                <a:lnTo>
                  <a:pt x="7143" y="1"/>
                </a:lnTo>
                <a:lnTo>
                  <a:pt x="4529" y="609"/>
                </a:lnTo>
                <a:lnTo>
                  <a:pt x="5836" y="11035"/>
                </a:lnTo>
                <a:cubicBezTo>
                  <a:pt x="5836" y="11035"/>
                  <a:pt x="2918" y="6627"/>
                  <a:pt x="2584" y="1278"/>
                </a:cubicBezTo>
                <a:lnTo>
                  <a:pt x="0" y="1764"/>
                </a:lnTo>
                <a:cubicBezTo>
                  <a:pt x="0" y="1764"/>
                  <a:pt x="1019" y="16230"/>
                  <a:pt x="8494" y="16230"/>
                </a:cubicBezTo>
                <a:cubicBezTo>
                  <a:pt x="8765" y="16230"/>
                  <a:pt x="9044" y="16211"/>
                  <a:pt x="9332" y="16171"/>
                </a:cubicBezTo>
                <a:cubicBezTo>
                  <a:pt x="17599" y="15077"/>
                  <a:pt x="19454" y="1278"/>
                  <a:pt x="19454" y="1278"/>
                </a:cubicBezTo>
                <a:lnTo>
                  <a:pt x="17052" y="882"/>
                </a:lnTo>
                <a:cubicBezTo>
                  <a:pt x="17052" y="882"/>
                  <a:pt x="15563" y="10852"/>
                  <a:pt x="12098" y="11977"/>
                </a:cubicBezTo>
                <a:lnTo>
                  <a:pt x="1319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 rot="-1718510">
            <a:off x="7434444" y="398801"/>
            <a:ext cx="182781" cy="172184"/>
          </a:xfrm>
          <a:custGeom>
            <a:avLst/>
            <a:gdLst/>
            <a:ahLst/>
            <a:cxnLst/>
            <a:rect l="l" t="t" r="r" b="b"/>
            <a:pathLst>
              <a:path w="23889" h="22504" extrusionOk="0">
                <a:moveTo>
                  <a:pt x="15859" y="0"/>
                </a:moveTo>
                <a:cubicBezTo>
                  <a:pt x="12558" y="0"/>
                  <a:pt x="7921" y="1707"/>
                  <a:pt x="5046" y="2922"/>
                </a:cubicBezTo>
                <a:cubicBezTo>
                  <a:pt x="2219" y="4107"/>
                  <a:pt x="244" y="6812"/>
                  <a:pt x="122" y="9913"/>
                </a:cubicBezTo>
                <a:cubicBezTo>
                  <a:pt x="122" y="9943"/>
                  <a:pt x="122" y="10004"/>
                  <a:pt x="122" y="10034"/>
                </a:cubicBezTo>
                <a:cubicBezTo>
                  <a:pt x="1" y="14472"/>
                  <a:pt x="365" y="22101"/>
                  <a:pt x="13132" y="22496"/>
                </a:cubicBezTo>
                <a:cubicBezTo>
                  <a:pt x="13282" y="22501"/>
                  <a:pt x="13430" y="22503"/>
                  <a:pt x="13576" y="22503"/>
                </a:cubicBezTo>
                <a:cubicBezTo>
                  <a:pt x="23449" y="22503"/>
                  <a:pt x="23889" y="12499"/>
                  <a:pt x="23679" y="8606"/>
                </a:cubicBezTo>
                <a:cubicBezTo>
                  <a:pt x="23648" y="7572"/>
                  <a:pt x="23375" y="6569"/>
                  <a:pt x="22919" y="5627"/>
                </a:cubicBezTo>
                <a:cubicBezTo>
                  <a:pt x="21916" y="3560"/>
                  <a:pt x="19667" y="95"/>
                  <a:pt x="16110" y="4"/>
                </a:cubicBezTo>
                <a:cubicBezTo>
                  <a:pt x="16028" y="1"/>
                  <a:pt x="15944" y="0"/>
                  <a:pt x="1585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body" idx="1"/>
          </p:nvPr>
        </p:nvSpPr>
        <p:spPr>
          <a:xfrm>
            <a:off x="719975" y="1504563"/>
            <a:ext cx="32631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body" idx="2"/>
          </p:nvPr>
        </p:nvSpPr>
        <p:spPr>
          <a:xfrm>
            <a:off x="5160875" y="3517963"/>
            <a:ext cx="32631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400"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title"/>
          </p:nvPr>
        </p:nvSpPr>
        <p:spPr>
          <a:xfrm>
            <a:off x="719998" y="749225"/>
            <a:ext cx="59094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64" name="Google Shape;64;p5"/>
          <p:cNvSpPr txBox="1">
            <a:spLocks noGrp="1"/>
          </p:cNvSpPr>
          <p:nvPr>
            <p:ph type="title" idx="3"/>
          </p:nvPr>
        </p:nvSpPr>
        <p:spPr>
          <a:xfrm>
            <a:off x="2514613" y="2841775"/>
            <a:ext cx="59094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</p:spTree>
  </p:cSld>
  <p:clrMapOvr>
    <a:masterClrMapping/>
  </p:clrMapOvr>
  <p:transition/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/>
          <p:nvPr/>
        </p:nvSpPr>
        <p:spPr>
          <a:xfrm rot="-10548858">
            <a:off x="7882549" y="-139359"/>
            <a:ext cx="1742370" cy="1594875"/>
          </a:xfrm>
          <a:custGeom>
            <a:avLst/>
            <a:gdLst/>
            <a:ahLst/>
            <a:cxnLst/>
            <a:rect l="l" t="t" r="r" b="b"/>
            <a:pathLst>
              <a:path w="27736" h="25389" extrusionOk="0">
                <a:moveTo>
                  <a:pt x="13409" y="1"/>
                </a:moveTo>
                <a:cubicBezTo>
                  <a:pt x="0" y="1"/>
                  <a:pt x="3755" y="25389"/>
                  <a:pt x="3755" y="25389"/>
                </a:cubicBezTo>
                <a:lnTo>
                  <a:pt x="25184" y="25389"/>
                </a:lnTo>
                <a:cubicBezTo>
                  <a:pt x="25184" y="25389"/>
                  <a:pt x="27737" y="525"/>
                  <a:pt x="13816" y="9"/>
                </a:cubicBezTo>
                <a:cubicBezTo>
                  <a:pt x="13678" y="3"/>
                  <a:pt x="13543" y="1"/>
                  <a:pt x="1340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" name="Google Shape;67;p6"/>
          <p:cNvSpPr/>
          <p:nvPr/>
        </p:nvSpPr>
        <p:spPr>
          <a:xfrm rot="8962869" flipH="1">
            <a:off x="7751740" y="-278923"/>
            <a:ext cx="970043" cy="933420"/>
          </a:xfrm>
          <a:custGeom>
            <a:avLst/>
            <a:gdLst/>
            <a:ahLst/>
            <a:cxnLst/>
            <a:rect l="l" t="t" r="r" b="b"/>
            <a:pathLst>
              <a:path w="15442" h="14859" extrusionOk="0">
                <a:moveTo>
                  <a:pt x="5271" y="1"/>
                </a:moveTo>
                <a:cubicBezTo>
                  <a:pt x="4355" y="1"/>
                  <a:pt x="3509" y="328"/>
                  <a:pt x="2858" y="1179"/>
                </a:cubicBezTo>
                <a:cubicBezTo>
                  <a:pt x="2858" y="1179"/>
                  <a:pt x="0" y="6681"/>
                  <a:pt x="4712" y="10936"/>
                </a:cubicBezTo>
                <a:cubicBezTo>
                  <a:pt x="8371" y="14263"/>
                  <a:pt x="10582" y="14859"/>
                  <a:pt x="11546" y="14859"/>
                </a:cubicBezTo>
                <a:cubicBezTo>
                  <a:pt x="11816" y="14859"/>
                  <a:pt x="11988" y="14812"/>
                  <a:pt x="12067" y="14766"/>
                </a:cubicBezTo>
                <a:cubicBezTo>
                  <a:pt x="12432" y="14553"/>
                  <a:pt x="15441" y="11088"/>
                  <a:pt x="15350" y="9903"/>
                </a:cubicBezTo>
                <a:cubicBezTo>
                  <a:pt x="15289" y="8748"/>
                  <a:pt x="12584" y="4036"/>
                  <a:pt x="12037" y="3519"/>
                </a:cubicBezTo>
                <a:cubicBezTo>
                  <a:pt x="11623" y="3152"/>
                  <a:pt x="8113" y="1"/>
                  <a:pt x="52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" name="Google Shape;68;p6"/>
          <p:cNvSpPr/>
          <p:nvPr/>
        </p:nvSpPr>
        <p:spPr>
          <a:xfrm rot="-915629">
            <a:off x="472471" y="3941448"/>
            <a:ext cx="699539" cy="1389933"/>
          </a:xfrm>
          <a:custGeom>
            <a:avLst/>
            <a:gdLst/>
            <a:ahLst/>
            <a:cxnLst/>
            <a:rect l="l" t="t" r="r" b="b"/>
            <a:pathLst>
              <a:path w="9059" h="17999" extrusionOk="0">
                <a:moveTo>
                  <a:pt x="2206" y="1"/>
                </a:moveTo>
                <a:cubicBezTo>
                  <a:pt x="2150" y="1"/>
                  <a:pt x="2094" y="2"/>
                  <a:pt x="2037" y="4"/>
                </a:cubicBezTo>
                <a:cubicBezTo>
                  <a:pt x="1642" y="4"/>
                  <a:pt x="1" y="186"/>
                  <a:pt x="62" y="794"/>
                </a:cubicBezTo>
                <a:cubicBezTo>
                  <a:pt x="92" y="1220"/>
                  <a:pt x="1460" y="1432"/>
                  <a:pt x="1794" y="1645"/>
                </a:cubicBezTo>
                <a:cubicBezTo>
                  <a:pt x="2463" y="2010"/>
                  <a:pt x="3071" y="2557"/>
                  <a:pt x="3466" y="3226"/>
                </a:cubicBezTo>
                <a:cubicBezTo>
                  <a:pt x="4165" y="4442"/>
                  <a:pt x="4287" y="5961"/>
                  <a:pt x="3770" y="7268"/>
                </a:cubicBezTo>
                <a:cubicBezTo>
                  <a:pt x="3436" y="8059"/>
                  <a:pt x="2888" y="8727"/>
                  <a:pt x="2554" y="9518"/>
                </a:cubicBezTo>
                <a:cubicBezTo>
                  <a:pt x="2189" y="10308"/>
                  <a:pt x="2098" y="11311"/>
                  <a:pt x="2645" y="11949"/>
                </a:cubicBezTo>
                <a:cubicBezTo>
                  <a:pt x="3192" y="12648"/>
                  <a:pt x="4195" y="12740"/>
                  <a:pt x="4925" y="13165"/>
                </a:cubicBezTo>
                <a:cubicBezTo>
                  <a:pt x="5715" y="13651"/>
                  <a:pt x="6232" y="14533"/>
                  <a:pt x="6232" y="15445"/>
                </a:cubicBezTo>
                <a:cubicBezTo>
                  <a:pt x="6232" y="15870"/>
                  <a:pt x="6141" y="16296"/>
                  <a:pt x="6141" y="16752"/>
                </a:cubicBezTo>
                <a:cubicBezTo>
                  <a:pt x="6141" y="17177"/>
                  <a:pt x="6293" y="17664"/>
                  <a:pt x="6688" y="17876"/>
                </a:cubicBezTo>
                <a:cubicBezTo>
                  <a:pt x="6827" y="17960"/>
                  <a:pt x="6986" y="17999"/>
                  <a:pt x="7149" y="17999"/>
                </a:cubicBezTo>
                <a:cubicBezTo>
                  <a:pt x="7342" y="17999"/>
                  <a:pt x="7540" y="17945"/>
                  <a:pt x="7721" y="17846"/>
                </a:cubicBezTo>
                <a:cubicBezTo>
                  <a:pt x="8025" y="17664"/>
                  <a:pt x="8269" y="17390"/>
                  <a:pt x="8451" y="17056"/>
                </a:cubicBezTo>
                <a:cubicBezTo>
                  <a:pt x="8907" y="16296"/>
                  <a:pt x="9059" y="15354"/>
                  <a:pt x="8907" y="14472"/>
                </a:cubicBezTo>
                <a:cubicBezTo>
                  <a:pt x="8724" y="13591"/>
                  <a:pt x="8208" y="12800"/>
                  <a:pt x="7509" y="12253"/>
                </a:cubicBezTo>
                <a:cubicBezTo>
                  <a:pt x="7022" y="11888"/>
                  <a:pt x="6445" y="11645"/>
                  <a:pt x="5989" y="11189"/>
                </a:cubicBezTo>
                <a:cubicBezTo>
                  <a:pt x="5411" y="10581"/>
                  <a:pt x="5199" y="9670"/>
                  <a:pt x="5229" y="8819"/>
                </a:cubicBezTo>
                <a:cubicBezTo>
                  <a:pt x="5259" y="7967"/>
                  <a:pt x="5533" y="7147"/>
                  <a:pt x="5776" y="6326"/>
                </a:cubicBezTo>
                <a:cubicBezTo>
                  <a:pt x="6019" y="5505"/>
                  <a:pt x="6262" y="4654"/>
                  <a:pt x="6202" y="3803"/>
                </a:cubicBezTo>
                <a:cubicBezTo>
                  <a:pt x="6141" y="2496"/>
                  <a:pt x="5411" y="1250"/>
                  <a:pt x="4287" y="581"/>
                </a:cubicBezTo>
                <a:cubicBezTo>
                  <a:pt x="3665" y="186"/>
                  <a:pt x="2939" y="1"/>
                  <a:pt x="2206" y="1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8423998" y="4358395"/>
            <a:ext cx="76503" cy="78427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8539821" y="2294270"/>
            <a:ext cx="199649" cy="184852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260772" y="1234208"/>
            <a:ext cx="232991" cy="220388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</p:spTree>
  </p:cSld>
  <p:clrMapOvr>
    <a:masterClrMapping/>
  </p:clrMapOvr>
  <p:transition/>
  <p:hf sldNum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/>
        </p:nvSpPr>
        <p:spPr>
          <a:xfrm rot="-10426918">
            <a:off x="796228" y="-148843"/>
            <a:ext cx="916440" cy="501282"/>
          </a:xfrm>
          <a:custGeom>
            <a:avLst/>
            <a:gdLst/>
            <a:ahLst/>
            <a:cxnLst/>
            <a:rect l="l" t="t" r="r" b="b"/>
            <a:pathLst>
              <a:path w="27325" h="14947" extrusionOk="0">
                <a:moveTo>
                  <a:pt x="20729" y="0"/>
                </a:moveTo>
                <a:cubicBezTo>
                  <a:pt x="15486" y="0"/>
                  <a:pt x="13739" y="7682"/>
                  <a:pt x="13739" y="7682"/>
                </a:cubicBezTo>
                <a:cubicBezTo>
                  <a:pt x="11835" y="3158"/>
                  <a:pt x="9972" y="2736"/>
                  <a:pt x="9343" y="2736"/>
                </a:cubicBezTo>
                <a:cubicBezTo>
                  <a:pt x="9198" y="2736"/>
                  <a:pt x="9119" y="2758"/>
                  <a:pt x="9119" y="2758"/>
                </a:cubicBezTo>
                <a:cubicBezTo>
                  <a:pt x="0" y="4399"/>
                  <a:pt x="2401" y="14947"/>
                  <a:pt x="2401" y="14947"/>
                </a:cubicBezTo>
                <a:lnTo>
                  <a:pt x="26414" y="13700"/>
                </a:lnTo>
                <a:cubicBezTo>
                  <a:pt x="26414" y="13700"/>
                  <a:pt x="27326" y="873"/>
                  <a:pt x="21490" y="53"/>
                </a:cubicBezTo>
                <a:cubicBezTo>
                  <a:pt x="21228" y="17"/>
                  <a:pt x="20975" y="0"/>
                  <a:pt x="2072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 rot="10800000">
            <a:off x="0" y="542862"/>
            <a:ext cx="9144000" cy="4600638"/>
          </a:xfrm>
          <a:custGeom>
            <a:avLst/>
            <a:gdLst/>
            <a:ahLst/>
            <a:cxnLst/>
            <a:rect l="l" t="t" r="r" b="b"/>
            <a:pathLst>
              <a:path w="285750" h="160735" extrusionOk="0">
                <a:moveTo>
                  <a:pt x="95535" y="34123"/>
                </a:moveTo>
                <a:cubicBezTo>
                  <a:pt x="95856" y="34123"/>
                  <a:pt x="96174" y="34127"/>
                  <a:pt x="96488" y="34135"/>
                </a:cubicBezTo>
                <a:cubicBezTo>
                  <a:pt x="111169" y="34504"/>
                  <a:pt x="120348" y="48792"/>
                  <a:pt x="124504" y="57245"/>
                </a:cubicBezTo>
                <a:cubicBezTo>
                  <a:pt x="126385" y="61103"/>
                  <a:pt x="127468" y="65294"/>
                  <a:pt x="127671" y="69580"/>
                </a:cubicBezTo>
                <a:cubicBezTo>
                  <a:pt x="128503" y="85530"/>
                  <a:pt x="126702" y="126616"/>
                  <a:pt x="86141" y="126616"/>
                </a:cubicBezTo>
                <a:cubicBezTo>
                  <a:pt x="85523" y="126616"/>
                  <a:pt x="84896" y="126606"/>
                  <a:pt x="84261" y="126587"/>
                </a:cubicBezTo>
                <a:cubicBezTo>
                  <a:pt x="31837" y="124992"/>
                  <a:pt x="30230" y="93642"/>
                  <a:pt x="30766" y="75390"/>
                </a:cubicBezTo>
                <a:cubicBezTo>
                  <a:pt x="30766" y="75212"/>
                  <a:pt x="30778" y="75033"/>
                  <a:pt x="30790" y="74854"/>
                </a:cubicBezTo>
                <a:cubicBezTo>
                  <a:pt x="31278" y="62162"/>
                  <a:pt x="39374" y="51054"/>
                  <a:pt x="51066" y="46125"/>
                </a:cubicBezTo>
                <a:cubicBezTo>
                  <a:pt x="62872" y="41147"/>
                  <a:pt x="81960" y="34123"/>
                  <a:pt x="95535" y="34123"/>
                </a:cubicBezTo>
                <a:close/>
                <a:moveTo>
                  <a:pt x="0" y="0"/>
                </a:moveTo>
                <a:lnTo>
                  <a:pt x="0" y="160734"/>
                </a:lnTo>
                <a:lnTo>
                  <a:pt x="285750" y="160734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344099" y="0"/>
            <a:ext cx="646531" cy="436837"/>
          </a:xfrm>
          <a:custGeom>
            <a:avLst/>
            <a:gdLst/>
            <a:ahLst/>
            <a:cxnLst/>
            <a:rect l="l" t="t" r="r" b="b"/>
            <a:pathLst>
              <a:path w="15746" h="10639" extrusionOk="0">
                <a:moveTo>
                  <a:pt x="9697" y="0"/>
                </a:moveTo>
                <a:lnTo>
                  <a:pt x="6900" y="5441"/>
                </a:lnTo>
                <a:lnTo>
                  <a:pt x="943" y="3739"/>
                </a:lnTo>
                <a:lnTo>
                  <a:pt x="0" y="10274"/>
                </a:lnTo>
                <a:lnTo>
                  <a:pt x="3344" y="10639"/>
                </a:lnTo>
                <a:lnTo>
                  <a:pt x="3587" y="7781"/>
                </a:lnTo>
                <a:lnTo>
                  <a:pt x="10001" y="9240"/>
                </a:lnTo>
                <a:lnTo>
                  <a:pt x="11338" y="4590"/>
                </a:lnTo>
                <a:lnTo>
                  <a:pt x="14530" y="5593"/>
                </a:lnTo>
                <a:lnTo>
                  <a:pt x="15745" y="3040"/>
                </a:lnTo>
                <a:lnTo>
                  <a:pt x="969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7" name="Google Shape;77;p7"/>
          <p:cNvSpPr/>
          <p:nvPr/>
        </p:nvSpPr>
        <p:spPr>
          <a:xfrm>
            <a:off x="5028912" y="3544203"/>
            <a:ext cx="1017854" cy="958036"/>
          </a:xfrm>
          <a:custGeom>
            <a:avLst/>
            <a:gdLst/>
            <a:ahLst/>
            <a:cxnLst/>
            <a:rect l="l" t="t" r="r" b="b"/>
            <a:pathLst>
              <a:path w="33827" h="31839" extrusionOk="0">
                <a:moveTo>
                  <a:pt x="22462" y="0"/>
                </a:moveTo>
                <a:cubicBezTo>
                  <a:pt x="17798" y="0"/>
                  <a:pt x="11240" y="2417"/>
                  <a:pt x="7174" y="4139"/>
                </a:cubicBezTo>
                <a:cubicBezTo>
                  <a:pt x="3131" y="5841"/>
                  <a:pt x="365" y="9640"/>
                  <a:pt x="183" y="14017"/>
                </a:cubicBezTo>
                <a:cubicBezTo>
                  <a:pt x="183" y="14078"/>
                  <a:pt x="183" y="14139"/>
                  <a:pt x="183" y="14200"/>
                </a:cubicBezTo>
                <a:cubicBezTo>
                  <a:pt x="1" y="20491"/>
                  <a:pt x="548" y="31282"/>
                  <a:pt x="18603" y="31829"/>
                </a:cubicBezTo>
                <a:cubicBezTo>
                  <a:pt x="18813" y="31835"/>
                  <a:pt x="19020" y="31838"/>
                  <a:pt x="19224" y="31838"/>
                </a:cubicBezTo>
                <a:cubicBezTo>
                  <a:pt x="33181" y="31838"/>
                  <a:pt x="33827" y="17676"/>
                  <a:pt x="33527" y="12193"/>
                </a:cubicBezTo>
                <a:cubicBezTo>
                  <a:pt x="33466" y="10734"/>
                  <a:pt x="33102" y="9275"/>
                  <a:pt x="32433" y="7938"/>
                </a:cubicBezTo>
                <a:cubicBezTo>
                  <a:pt x="31004" y="5050"/>
                  <a:pt x="27843" y="126"/>
                  <a:pt x="22797" y="5"/>
                </a:cubicBezTo>
                <a:cubicBezTo>
                  <a:pt x="22687" y="2"/>
                  <a:pt x="22575" y="0"/>
                  <a:pt x="22462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7597650" y="1570475"/>
            <a:ext cx="732861" cy="690086"/>
          </a:xfrm>
          <a:custGeom>
            <a:avLst/>
            <a:gdLst/>
            <a:ahLst/>
            <a:cxnLst/>
            <a:rect l="l" t="t" r="r" b="b"/>
            <a:pathLst>
              <a:path w="12370" h="11648" extrusionOk="0">
                <a:moveTo>
                  <a:pt x="8194" y="0"/>
                </a:moveTo>
                <a:cubicBezTo>
                  <a:pt x="6499" y="0"/>
                  <a:pt x="4116" y="874"/>
                  <a:pt x="2644" y="1492"/>
                </a:cubicBezTo>
                <a:cubicBezTo>
                  <a:pt x="1155" y="2131"/>
                  <a:pt x="152" y="3529"/>
                  <a:pt x="91" y="5140"/>
                </a:cubicBezTo>
                <a:cubicBezTo>
                  <a:pt x="91" y="5140"/>
                  <a:pt x="91" y="5170"/>
                  <a:pt x="91" y="5201"/>
                </a:cubicBezTo>
                <a:cubicBezTo>
                  <a:pt x="0" y="7480"/>
                  <a:pt x="213" y="11432"/>
                  <a:pt x="6809" y="11645"/>
                </a:cubicBezTo>
                <a:cubicBezTo>
                  <a:pt x="6884" y="11647"/>
                  <a:pt x="6959" y="11648"/>
                  <a:pt x="7032" y="11648"/>
                </a:cubicBezTo>
                <a:cubicBezTo>
                  <a:pt x="12164" y="11648"/>
                  <a:pt x="12370" y="6479"/>
                  <a:pt x="12280" y="4471"/>
                </a:cubicBezTo>
                <a:cubicBezTo>
                  <a:pt x="12250" y="3924"/>
                  <a:pt x="12128" y="3407"/>
                  <a:pt x="11885" y="2921"/>
                </a:cubicBezTo>
                <a:cubicBezTo>
                  <a:pt x="11368" y="1827"/>
                  <a:pt x="10213" y="33"/>
                  <a:pt x="8359" y="3"/>
                </a:cubicBezTo>
                <a:cubicBezTo>
                  <a:pt x="8305" y="1"/>
                  <a:pt x="8249" y="0"/>
                  <a:pt x="8194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5010154" y="3843993"/>
            <a:ext cx="1224245" cy="958054"/>
          </a:xfrm>
          <a:custGeom>
            <a:avLst/>
            <a:gdLst/>
            <a:ahLst/>
            <a:cxnLst/>
            <a:rect l="l" t="t" r="r" b="b"/>
            <a:pathLst>
              <a:path w="21156" h="16556" extrusionOk="0">
                <a:moveTo>
                  <a:pt x="10700" y="1"/>
                </a:moveTo>
                <a:cubicBezTo>
                  <a:pt x="10700" y="1"/>
                  <a:pt x="0" y="8846"/>
                  <a:pt x="5107" y="14256"/>
                </a:cubicBezTo>
                <a:cubicBezTo>
                  <a:pt x="6715" y="15970"/>
                  <a:pt x="8914" y="16555"/>
                  <a:pt x="11169" y="16555"/>
                </a:cubicBezTo>
                <a:cubicBezTo>
                  <a:pt x="16033" y="16555"/>
                  <a:pt x="21156" y="13831"/>
                  <a:pt x="21156" y="13831"/>
                </a:cubicBezTo>
                <a:lnTo>
                  <a:pt x="20183" y="11916"/>
                </a:lnTo>
                <a:cubicBezTo>
                  <a:pt x="20183" y="11916"/>
                  <a:pt x="14943" y="14586"/>
                  <a:pt x="11576" y="14586"/>
                </a:cubicBezTo>
                <a:cubicBezTo>
                  <a:pt x="10785" y="14586"/>
                  <a:pt x="10097" y="14438"/>
                  <a:pt x="9605" y="14074"/>
                </a:cubicBezTo>
                <a:lnTo>
                  <a:pt x="18815" y="8633"/>
                </a:lnTo>
                <a:lnTo>
                  <a:pt x="17174" y="6353"/>
                </a:lnTo>
                <a:lnTo>
                  <a:pt x="8663" y="11703"/>
                </a:lnTo>
                <a:cubicBezTo>
                  <a:pt x="8663" y="11703"/>
                  <a:pt x="13648" y="5472"/>
                  <a:pt x="15685" y="4287"/>
                </a:cubicBezTo>
                <a:lnTo>
                  <a:pt x="13891" y="2676"/>
                </a:lnTo>
                <a:lnTo>
                  <a:pt x="7022" y="9059"/>
                </a:lnTo>
                <a:cubicBezTo>
                  <a:pt x="7022" y="9059"/>
                  <a:pt x="8694" y="4651"/>
                  <a:pt x="12402" y="1612"/>
                </a:cubicBezTo>
                <a:lnTo>
                  <a:pt x="10700" y="1"/>
                </a:ln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0" name="Google Shape;80;p7"/>
          <p:cNvSpPr/>
          <p:nvPr/>
        </p:nvSpPr>
        <p:spPr>
          <a:xfrm>
            <a:off x="8540625" y="3322275"/>
            <a:ext cx="122870" cy="111954"/>
          </a:xfrm>
          <a:custGeom>
            <a:avLst/>
            <a:gdLst/>
            <a:ahLst/>
            <a:cxnLst/>
            <a:rect l="l" t="t" r="r" b="b"/>
            <a:pathLst>
              <a:path w="2949" h="2687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7"/>
                  <a:pt x="0" y="1562"/>
                  <a:pt x="274" y="1987"/>
                </a:cubicBezTo>
                <a:cubicBezTo>
                  <a:pt x="547" y="2443"/>
                  <a:pt x="1094" y="2687"/>
                  <a:pt x="1641" y="2687"/>
                </a:cubicBezTo>
                <a:cubicBezTo>
                  <a:pt x="2128" y="2656"/>
                  <a:pt x="2705" y="2413"/>
                  <a:pt x="2857" y="1927"/>
                </a:cubicBezTo>
                <a:cubicBezTo>
                  <a:pt x="2948" y="1562"/>
                  <a:pt x="2827" y="1167"/>
                  <a:pt x="2584" y="863"/>
                </a:cubicBezTo>
                <a:cubicBezTo>
                  <a:pt x="2272" y="432"/>
                  <a:pt x="1584" y="1"/>
                  <a:pt x="979" y="1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" name="Google Shape;81;p7"/>
          <p:cNvSpPr/>
          <p:nvPr/>
        </p:nvSpPr>
        <p:spPr>
          <a:xfrm>
            <a:off x="5196336" y="3434229"/>
            <a:ext cx="337252" cy="300217"/>
          </a:xfrm>
          <a:custGeom>
            <a:avLst/>
            <a:gdLst/>
            <a:ahLst/>
            <a:cxnLst/>
            <a:rect l="l" t="t" r="r" b="b"/>
            <a:pathLst>
              <a:path w="5828" h="5188" extrusionOk="0">
                <a:moveTo>
                  <a:pt x="4014" y="1"/>
                </a:moveTo>
                <a:cubicBezTo>
                  <a:pt x="3904" y="1"/>
                  <a:pt x="3792" y="15"/>
                  <a:pt x="3679" y="45"/>
                </a:cubicBezTo>
                <a:cubicBezTo>
                  <a:pt x="3223" y="136"/>
                  <a:pt x="2736" y="622"/>
                  <a:pt x="2372" y="896"/>
                </a:cubicBezTo>
                <a:cubicBezTo>
                  <a:pt x="1824" y="1352"/>
                  <a:pt x="1338" y="1808"/>
                  <a:pt x="882" y="2325"/>
                </a:cubicBezTo>
                <a:cubicBezTo>
                  <a:pt x="548" y="2689"/>
                  <a:pt x="244" y="3084"/>
                  <a:pt x="122" y="3540"/>
                </a:cubicBezTo>
                <a:cubicBezTo>
                  <a:pt x="1" y="3996"/>
                  <a:pt x="61" y="4543"/>
                  <a:pt x="396" y="4878"/>
                </a:cubicBezTo>
                <a:cubicBezTo>
                  <a:pt x="636" y="5091"/>
                  <a:pt x="969" y="5187"/>
                  <a:pt x="1293" y="5187"/>
                </a:cubicBezTo>
                <a:cubicBezTo>
                  <a:pt x="1339" y="5187"/>
                  <a:pt x="1384" y="5185"/>
                  <a:pt x="1429" y="5182"/>
                </a:cubicBezTo>
                <a:cubicBezTo>
                  <a:pt x="1794" y="5182"/>
                  <a:pt x="2128" y="5060"/>
                  <a:pt x="2463" y="4939"/>
                </a:cubicBezTo>
                <a:cubicBezTo>
                  <a:pt x="3192" y="4695"/>
                  <a:pt x="3952" y="4452"/>
                  <a:pt x="4560" y="3996"/>
                </a:cubicBezTo>
                <a:cubicBezTo>
                  <a:pt x="5198" y="3540"/>
                  <a:pt x="5715" y="2872"/>
                  <a:pt x="5745" y="2112"/>
                </a:cubicBezTo>
                <a:cubicBezTo>
                  <a:pt x="5828" y="1180"/>
                  <a:pt x="5020" y="1"/>
                  <a:pt x="4014" y="1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2" name="Google Shape;82;p7"/>
          <p:cNvSpPr/>
          <p:nvPr/>
        </p:nvSpPr>
        <p:spPr>
          <a:xfrm rot="-4852827">
            <a:off x="1490030" y="3478771"/>
            <a:ext cx="1374755" cy="2731451"/>
          </a:xfrm>
          <a:custGeom>
            <a:avLst/>
            <a:gdLst/>
            <a:ahLst/>
            <a:cxnLst/>
            <a:rect l="l" t="t" r="r" b="b"/>
            <a:pathLst>
              <a:path w="9059" h="17999" extrusionOk="0">
                <a:moveTo>
                  <a:pt x="2206" y="1"/>
                </a:moveTo>
                <a:cubicBezTo>
                  <a:pt x="2150" y="1"/>
                  <a:pt x="2094" y="2"/>
                  <a:pt x="2037" y="4"/>
                </a:cubicBezTo>
                <a:cubicBezTo>
                  <a:pt x="1642" y="4"/>
                  <a:pt x="1" y="186"/>
                  <a:pt x="62" y="794"/>
                </a:cubicBezTo>
                <a:cubicBezTo>
                  <a:pt x="92" y="1220"/>
                  <a:pt x="1460" y="1432"/>
                  <a:pt x="1794" y="1645"/>
                </a:cubicBezTo>
                <a:cubicBezTo>
                  <a:pt x="2463" y="2010"/>
                  <a:pt x="3071" y="2557"/>
                  <a:pt x="3466" y="3226"/>
                </a:cubicBezTo>
                <a:cubicBezTo>
                  <a:pt x="4165" y="4442"/>
                  <a:pt x="4287" y="5961"/>
                  <a:pt x="3770" y="7268"/>
                </a:cubicBezTo>
                <a:cubicBezTo>
                  <a:pt x="3436" y="8059"/>
                  <a:pt x="2888" y="8727"/>
                  <a:pt x="2554" y="9518"/>
                </a:cubicBezTo>
                <a:cubicBezTo>
                  <a:pt x="2189" y="10308"/>
                  <a:pt x="2098" y="11311"/>
                  <a:pt x="2645" y="11949"/>
                </a:cubicBezTo>
                <a:cubicBezTo>
                  <a:pt x="3192" y="12648"/>
                  <a:pt x="4195" y="12740"/>
                  <a:pt x="4925" y="13165"/>
                </a:cubicBezTo>
                <a:cubicBezTo>
                  <a:pt x="5715" y="13651"/>
                  <a:pt x="6232" y="14533"/>
                  <a:pt x="6232" y="15445"/>
                </a:cubicBezTo>
                <a:cubicBezTo>
                  <a:pt x="6232" y="15870"/>
                  <a:pt x="6141" y="16296"/>
                  <a:pt x="6141" y="16752"/>
                </a:cubicBezTo>
                <a:cubicBezTo>
                  <a:pt x="6141" y="17177"/>
                  <a:pt x="6293" y="17664"/>
                  <a:pt x="6688" y="17876"/>
                </a:cubicBezTo>
                <a:cubicBezTo>
                  <a:pt x="6827" y="17960"/>
                  <a:pt x="6986" y="17999"/>
                  <a:pt x="7149" y="17999"/>
                </a:cubicBezTo>
                <a:cubicBezTo>
                  <a:pt x="7342" y="17999"/>
                  <a:pt x="7540" y="17945"/>
                  <a:pt x="7721" y="17846"/>
                </a:cubicBezTo>
                <a:cubicBezTo>
                  <a:pt x="8025" y="17664"/>
                  <a:pt x="8269" y="17390"/>
                  <a:pt x="8451" y="17056"/>
                </a:cubicBezTo>
                <a:cubicBezTo>
                  <a:pt x="8907" y="16296"/>
                  <a:pt x="9059" y="15354"/>
                  <a:pt x="8907" y="14472"/>
                </a:cubicBezTo>
                <a:cubicBezTo>
                  <a:pt x="8724" y="13591"/>
                  <a:pt x="8208" y="12800"/>
                  <a:pt x="7509" y="12253"/>
                </a:cubicBezTo>
                <a:cubicBezTo>
                  <a:pt x="7022" y="11888"/>
                  <a:pt x="6445" y="11645"/>
                  <a:pt x="5989" y="11189"/>
                </a:cubicBezTo>
                <a:cubicBezTo>
                  <a:pt x="5411" y="10581"/>
                  <a:pt x="5199" y="9670"/>
                  <a:pt x="5229" y="8819"/>
                </a:cubicBezTo>
                <a:cubicBezTo>
                  <a:pt x="5259" y="7967"/>
                  <a:pt x="5533" y="7147"/>
                  <a:pt x="5776" y="6326"/>
                </a:cubicBezTo>
                <a:cubicBezTo>
                  <a:pt x="6019" y="5505"/>
                  <a:pt x="6262" y="4654"/>
                  <a:pt x="6202" y="3803"/>
                </a:cubicBezTo>
                <a:cubicBezTo>
                  <a:pt x="6141" y="2496"/>
                  <a:pt x="5411" y="1250"/>
                  <a:pt x="4287" y="581"/>
                </a:cubicBezTo>
                <a:cubicBezTo>
                  <a:pt x="3665" y="186"/>
                  <a:pt x="2939" y="1"/>
                  <a:pt x="2206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3" name="Google Shape;83;p7"/>
          <p:cNvSpPr/>
          <p:nvPr/>
        </p:nvSpPr>
        <p:spPr>
          <a:xfrm rot="6631145">
            <a:off x="5855101" y="1489295"/>
            <a:ext cx="264642" cy="435637"/>
          </a:xfrm>
          <a:custGeom>
            <a:avLst/>
            <a:gdLst/>
            <a:ahLst/>
            <a:cxnLst/>
            <a:rect l="l" t="t" r="r" b="b"/>
            <a:pathLst>
              <a:path w="7387" h="12160" extrusionOk="0">
                <a:moveTo>
                  <a:pt x="1" y="1"/>
                </a:moveTo>
                <a:cubicBezTo>
                  <a:pt x="1" y="1"/>
                  <a:pt x="2372" y="8542"/>
                  <a:pt x="6840" y="12159"/>
                </a:cubicBezTo>
                <a:cubicBezTo>
                  <a:pt x="6840" y="12159"/>
                  <a:pt x="7387" y="8056"/>
                  <a:pt x="4560" y="4621"/>
                </a:cubicBezTo>
                <a:cubicBezTo>
                  <a:pt x="1733" y="1186"/>
                  <a:pt x="1" y="1"/>
                  <a:pt x="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" name="Google Shape;84;p7"/>
          <p:cNvSpPr/>
          <p:nvPr/>
        </p:nvSpPr>
        <p:spPr>
          <a:xfrm rot="6631145">
            <a:off x="5929956" y="1372909"/>
            <a:ext cx="258086" cy="425893"/>
          </a:xfrm>
          <a:custGeom>
            <a:avLst/>
            <a:gdLst/>
            <a:ahLst/>
            <a:cxnLst/>
            <a:rect l="l" t="t" r="r" b="b"/>
            <a:pathLst>
              <a:path w="7204" h="11888" extrusionOk="0">
                <a:moveTo>
                  <a:pt x="5" y="1"/>
                </a:moveTo>
                <a:cubicBezTo>
                  <a:pt x="1" y="1"/>
                  <a:pt x="0" y="3"/>
                  <a:pt x="0" y="3"/>
                </a:cubicBezTo>
                <a:cubicBezTo>
                  <a:pt x="0" y="3"/>
                  <a:pt x="1793" y="9121"/>
                  <a:pt x="6505" y="11887"/>
                </a:cubicBezTo>
                <a:cubicBezTo>
                  <a:pt x="6505" y="11887"/>
                  <a:pt x="7204" y="9699"/>
                  <a:pt x="3648" y="4744"/>
                </a:cubicBezTo>
                <a:cubicBezTo>
                  <a:pt x="407" y="203"/>
                  <a:pt x="44" y="1"/>
                  <a:pt x="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5" name="Google Shape;85;p7"/>
          <p:cNvSpPr/>
          <p:nvPr/>
        </p:nvSpPr>
        <p:spPr>
          <a:xfrm rot="6631145">
            <a:off x="5905147" y="1202227"/>
            <a:ext cx="279904" cy="469385"/>
          </a:xfrm>
          <a:custGeom>
            <a:avLst/>
            <a:gdLst/>
            <a:ahLst/>
            <a:cxnLst/>
            <a:rect l="l" t="t" r="r" b="b"/>
            <a:pathLst>
              <a:path w="7813" h="13102" extrusionOk="0">
                <a:moveTo>
                  <a:pt x="1217" y="1"/>
                </a:moveTo>
                <a:cubicBezTo>
                  <a:pt x="1217" y="1"/>
                  <a:pt x="1" y="609"/>
                  <a:pt x="3648" y="6870"/>
                </a:cubicBezTo>
                <a:cubicBezTo>
                  <a:pt x="7261" y="13072"/>
                  <a:pt x="7802" y="13101"/>
                  <a:pt x="7812" y="13101"/>
                </a:cubicBezTo>
                <a:cubicBezTo>
                  <a:pt x="7812" y="13101"/>
                  <a:pt x="7812" y="13101"/>
                  <a:pt x="7812" y="13101"/>
                </a:cubicBezTo>
                <a:cubicBezTo>
                  <a:pt x="7812" y="13101"/>
                  <a:pt x="6597" y="6202"/>
                  <a:pt x="12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6" name="Google Shape;86;p7"/>
          <p:cNvSpPr/>
          <p:nvPr/>
        </p:nvSpPr>
        <p:spPr>
          <a:xfrm>
            <a:off x="2139825" y="4328850"/>
            <a:ext cx="190328" cy="173399"/>
          </a:xfrm>
          <a:custGeom>
            <a:avLst/>
            <a:gdLst/>
            <a:ahLst/>
            <a:cxnLst/>
            <a:rect l="l" t="t" r="r" b="b"/>
            <a:pathLst>
              <a:path w="2949" h="2687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7"/>
                  <a:pt x="0" y="1562"/>
                  <a:pt x="274" y="1987"/>
                </a:cubicBezTo>
                <a:cubicBezTo>
                  <a:pt x="547" y="2443"/>
                  <a:pt x="1094" y="2687"/>
                  <a:pt x="1641" y="2687"/>
                </a:cubicBezTo>
                <a:cubicBezTo>
                  <a:pt x="2128" y="2656"/>
                  <a:pt x="2705" y="2413"/>
                  <a:pt x="2857" y="1927"/>
                </a:cubicBezTo>
                <a:cubicBezTo>
                  <a:pt x="2948" y="1562"/>
                  <a:pt x="2827" y="1167"/>
                  <a:pt x="2584" y="863"/>
                </a:cubicBezTo>
                <a:cubicBezTo>
                  <a:pt x="2272" y="432"/>
                  <a:pt x="1584" y="1"/>
                  <a:pt x="9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" name="Google Shape;87;p7"/>
          <p:cNvSpPr/>
          <p:nvPr/>
        </p:nvSpPr>
        <p:spPr>
          <a:xfrm rot="8273638">
            <a:off x="7005728" y="4542498"/>
            <a:ext cx="122874" cy="111948"/>
          </a:xfrm>
          <a:custGeom>
            <a:avLst/>
            <a:gdLst/>
            <a:ahLst/>
            <a:cxnLst/>
            <a:rect l="l" t="t" r="r" b="b"/>
            <a:pathLst>
              <a:path w="2949" h="2687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7"/>
                  <a:pt x="0" y="1562"/>
                  <a:pt x="274" y="1987"/>
                </a:cubicBezTo>
                <a:cubicBezTo>
                  <a:pt x="547" y="2443"/>
                  <a:pt x="1094" y="2687"/>
                  <a:pt x="1641" y="2687"/>
                </a:cubicBezTo>
                <a:cubicBezTo>
                  <a:pt x="2128" y="2656"/>
                  <a:pt x="2705" y="2413"/>
                  <a:pt x="2857" y="1927"/>
                </a:cubicBezTo>
                <a:cubicBezTo>
                  <a:pt x="2948" y="1562"/>
                  <a:pt x="2827" y="1167"/>
                  <a:pt x="2584" y="863"/>
                </a:cubicBezTo>
                <a:cubicBezTo>
                  <a:pt x="2272" y="432"/>
                  <a:pt x="1584" y="1"/>
                  <a:pt x="97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" name="Google Shape;88;p7"/>
          <p:cNvSpPr txBox="1">
            <a:spLocks noGrp="1"/>
          </p:cNvSpPr>
          <p:nvPr>
            <p:ph type="body" idx="1"/>
          </p:nvPr>
        </p:nvSpPr>
        <p:spPr>
          <a:xfrm>
            <a:off x="720000" y="1775250"/>
            <a:ext cx="3852000" cy="199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ts val="1200"/>
              <a:buChar char="●"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ct val="0"/>
              </a:spcBef>
              <a:spcAft>
                <a:spcPct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ct val="0"/>
              </a:spcBef>
              <a:spcAft>
                <a:spcPct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ct val="0"/>
              </a:spcBef>
              <a:spcAft>
                <a:spcPct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9" name="Google Shape;89;p7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</p:spTree>
  </p:cSld>
  <p:clrMapOvr>
    <a:masterClrMapping/>
  </p:clrMapOvr>
  <p:transition/>
  <p:hf sldNum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2181300" y="1622250"/>
            <a:ext cx="4781400" cy="18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800"/>
              <a:buNone/>
              <a:defRPr sz="8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92" name="Google Shape;92;p8"/>
          <p:cNvSpPr/>
          <p:nvPr/>
        </p:nvSpPr>
        <p:spPr>
          <a:xfrm rot="-4095158" flipH="1">
            <a:off x="8115466" y="1519031"/>
            <a:ext cx="364395" cy="300807"/>
          </a:xfrm>
          <a:custGeom>
            <a:avLst/>
            <a:gdLst/>
            <a:ahLst/>
            <a:cxnLst/>
            <a:rect l="l" t="t" r="r" b="b"/>
            <a:pathLst>
              <a:path w="9028" h="7452" extrusionOk="0">
                <a:moveTo>
                  <a:pt x="8060" y="0"/>
                </a:moveTo>
                <a:cubicBezTo>
                  <a:pt x="7821" y="0"/>
                  <a:pt x="7577" y="70"/>
                  <a:pt x="7356" y="162"/>
                </a:cubicBezTo>
                <a:cubicBezTo>
                  <a:pt x="6566" y="436"/>
                  <a:pt x="5836" y="770"/>
                  <a:pt x="5107" y="1226"/>
                </a:cubicBezTo>
                <a:cubicBezTo>
                  <a:pt x="3921" y="1986"/>
                  <a:pt x="2857" y="3019"/>
                  <a:pt x="2006" y="4175"/>
                </a:cubicBezTo>
                <a:cubicBezTo>
                  <a:pt x="1611" y="4752"/>
                  <a:pt x="0" y="7062"/>
                  <a:pt x="1398" y="7427"/>
                </a:cubicBezTo>
                <a:cubicBezTo>
                  <a:pt x="1465" y="7444"/>
                  <a:pt x="1533" y="7451"/>
                  <a:pt x="1602" y="7451"/>
                </a:cubicBezTo>
                <a:cubicBezTo>
                  <a:pt x="1906" y="7451"/>
                  <a:pt x="2220" y="7302"/>
                  <a:pt x="2493" y="7153"/>
                </a:cubicBezTo>
                <a:cubicBezTo>
                  <a:pt x="4043" y="6272"/>
                  <a:pt x="5593" y="5421"/>
                  <a:pt x="6900" y="4266"/>
                </a:cubicBezTo>
                <a:cubicBezTo>
                  <a:pt x="7751" y="3567"/>
                  <a:pt x="8481" y="2716"/>
                  <a:pt x="8845" y="1682"/>
                </a:cubicBezTo>
                <a:cubicBezTo>
                  <a:pt x="9028" y="1135"/>
                  <a:pt x="8997" y="405"/>
                  <a:pt x="8511" y="102"/>
                </a:cubicBezTo>
                <a:cubicBezTo>
                  <a:pt x="8367" y="30"/>
                  <a:pt x="8215" y="0"/>
                  <a:pt x="806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" name="Google Shape;93;p8"/>
          <p:cNvSpPr/>
          <p:nvPr/>
        </p:nvSpPr>
        <p:spPr>
          <a:xfrm rot="-5024008" flipH="1">
            <a:off x="7685273" y="481995"/>
            <a:ext cx="1224791" cy="1333595"/>
          </a:xfrm>
          <a:custGeom>
            <a:avLst/>
            <a:gdLst/>
            <a:ahLst/>
            <a:cxnLst/>
            <a:rect l="l" t="t" r="r" b="b"/>
            <a:pathLst>
              <a:path w="9024" h="9826" extrusionOk="0">
                <a:moveTo>
                  <a:pt x="8095" y="1"/>
                </a:moveTo>
                <a:cubicBezTo>
                  <a:pt x="8035" y="1"/>
                  <a:pt x="7971" y="7"/>
                  <a:pt x="7904" y="20"/>
                </a:cubicBezTo>
                <a:cubicBezTo>
                  <a:pt x="6992" y="202"/>
                  <a:pt x="6080" y="780"/>
                  <a:pt x="5350" y="1296"/>
                </a:cubicBezTo>
                <a:cubicBezTo>
                  <a:pt x="4986" y="1540"/>
                  <a:pt x="4621" y="1844"/>
                  <a:pt x="4378" y="2239"/>
                </a:cubicBezTo>
                <a:cubicBezTo>
                  <a:pt x="3861" y="3090"/>
                  <a:pt x="4043" y="4245"/>
                  <a:pt x="3466" y="5035"/>
                </a:cubicBezTo>
                <a:cubicBezTo>
                  <a:pt x="3131" y="5491"/>
                  <a:pt x="2645" y="5765"/>
                  <a:pt x="2159" y="6038"/>
                </a:cubicBezTo>
                <a:cubicBezTo>
                  <a:pt x="1612" y="6342"/>
                  <a:pt x="1065" y="6677"/>
                  <a:pt x="669" y="7132"/>
                </a:cubicBezTo>
                <a:cubicBezTo>
                  <a:pt x="244" y="7588"/>
                  <a:pt x="1" y="8227"/>
                  <a:pt x="153" y="8835"/>
                </a:cubicBezTo>
                <a:cubicBezTo>
                  <a:pt x="262" y="9355"/>
                  <a:pt x="766" y="9825"/>
                  <a:pt x="1309" y="9825"/>
                </a:cubicBezTo>
                <a:cubicBezTo>
                  <a:pt x="1369" y="9825"/>
                  <a:pt x="1429" y="9819"/>
                  <a:pt x="1490" y="9807"/>
                </a:cubicBezTo>
                <a:cubicBezTo>
                  <a:pt x="2037" y="9686"/>
                  <a:pt x="2372" y="9169"/>
                  <a:pt x="2584" y="8683"/>
                </a:cubicBezTo>
                <a:cubicBezTo>
                  <a:pt x="2827" y="8166"/>
                  <a:pt x="2979" y="7619"/>
                  <a:pt x="3375" y="7254"/>
                </a:cubicBezTo>
                <a:cubicBezTo>
                  <a:pt x="3831" y="6859"/>
                  <a:pt x="4499" y="6707"/>
                  <a:pt x="4864" y="6251"/>
                </a:cubicBezTo>
                <a:cubicBezTo>
                  <a:pt x="5350" y="5643"/>
                  <a:pt x="5138" y="4731"/>
                  <a:pt x="5442" y="4032"/>
                </a:cubicBezTo>
                <a:cubicBezTo>
                  <a:pt x="5715" y="3424"/>
                  <a:pt x="6323" y="3029"/>
                  <a:pt x="6931" y="2725"/>
                </a:cubicBezTo>
                <a:cubicBezTo>
                  <a:pt x="7539" y="2421"/>
                  <a:pt x="8177" y="2117"/>
                  <a:pt x="8572" y="1600"/>
                </a:cubicBezTo>
                <a:cubicBezTo>
                  <a:pt x="9024" y="1036"/>
                  <a:pt x="8873" y="1"/>
                  <a:pt x="8095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" name="Google Shape;94;p8"/>
          <p:cNvSpPr/>
          <p:nvPr/>
        </p:nvSpPr>
        <p:spPr>
          <a:xfrm rot="-4518068" flipH="1">
            <a:off x="783202" y="346427"/>
            <a:ext cx="1545706" cy="1683031"/>
          </a:xfrm>
          <a:custGeom>
            <a:avLst/>
            <a:gdLst/>
            <a:ahLst/>
            <a:cxnLst/>
            <a:rect l="l" t="t" r="r" b="b"/>
            <a:pathLst>
              <a:path w="9024" h="9826" extrusionOk="0">
                <a:moveTo>
                  <a:pt x="8095" y="1"/>
                </a:moveTo>
                <a:cubicBezTo>
                  <a:pt x="8035" y="1"/>
                  <a:pt x="7971" y="7"/>
                  <a:pt x="7904" y="20"/>
                </a:cubicBezTo>
                <a:cubicBezTo>
                  <a:pt x="6992" y="202"/>
                  <a:pt x="6080" y="780"/>
                  <a:pt x="5350" y="1296"/>
                </a:cubicBezTo>
                <a:cubicBezTo>
                  <a:pt x="4986" y="1540"/>
                  <a:pt x="4621" y="1844"/>
                  <a:pt x="4378" y="2239"/>
                </a:cubicBezTo>
                <a:cubicBezTo>
                  <a:pt x="3861" y="3090"/>
                  <a:pt x="4043" y="4245"/>
                  <a:pt x="3466" y="5035"/>
                </a:cubicBezTo>
                <a:cubicBezTo>
                  <a:pt x="3131" y="5491"/>
                  <a:pt x="2645" y="5765"/>
                  <a:pt x="2159" y="6038"/>
                </a:cubicBezTo>
                <a:cubicBezTo>
                  <a:pt x="1612" y="6342"/>
                  <a:pt x="1065" y="6677"/>
                  <a:pt x="669" y="7132"/>
                </a:cubicBezTo>
                <a:cubicBezTo>
                  <a:pt x="244" y="7588"/>
                  <a:pt x="1" y="8227"/>
                  <a:pt x="153" y="8835"/>
                </a:cubicBezTo>
                <a:cubicBezTo>
                  <a:pt x="262" y="9355"/>
                  <a:pt x="766" y="9825"/>
                  <a:pt x="1309" y="9825"/>
                </a:cubicBezTo>
                <a:cubicBezTo>
                  <a:pt x="1369" y="9825"/>
                  <a:pt x="1429" y="9819"/>
                  <a:pt x="1490" y="9807"/>
                </a:cubicBezTo>
                <a:cubicBezTo>
                  <a:pt x="2037" y="9686"/>
                  <a:pt x="2372" y="9169"/>
                  <a:pt x="2584" y="8683"/>
                </a:cubicBezTo>
                <a:cubicBezTo>
                  <a:pt x="2827" y="8166"/>
                  <a:pt x="2979" y="7619"/>
                  <a:pt x="3375" y="7254"/>
                </a:cubicBezTo>
                <a:cubicBezTo>
                  <a:pt x="3831" y="6859"/>
                  <a:pt x="4499" y="6707"/>
                  <a:pt x="4864" y="6251"/>
                </a:cubicBezTo>
                <a:cubicBezTo>
                  <a:pt x="5350" y="5643"/>
                  <a:pt x="5138" y="4731"/>
                  <a:pt x="5442" y="4032"/>
                </a:cubicBezTo>
                <a:cubicBezTo>
                  <a:pt x="5715" y="3424"/>
                  <a:pt x="6323" y="3029"/>
                  <a:pt x="6931" y="2725"/>
                </a:cubicBezTo>
                <a:cubicBezTo>
                  <a:pt x="7539" y="2421"/>
                  <a:pt x="8177" y="2117"/>
                  <a:pt x="8572" y="1600"/>
                </a:cubicBezTo>
                <a:cubicBezTo>
                  <a:pt x="9024" y="1036"/>
                  <a:pt x="8873" y="1"/>
                  <a:pt x="80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" name="Google Shape;95;p8"/>
          <p:cNvSpPr/>
          <p:nvPr/>
        </p:nvSpPr>
        <p:spPr>
          <a:xfrm flipH="1">
            <a:off x="7405581" y="142876"/>
            <a:ext cx="1352544" cy="1051019"/>
          </a:xfrm>
          <a:custGeom>
            <a:avLst/>
            <a:gdLst/>
            <a:ahLst/>
            <a:cxnLst/>
            <a:rect l="l" t="t" r="r" b="b"/>
            <a:pathLst>
              <a:path w="23618" h="18352" extrusionOk="0">
                <a:moveTo>
                  <a:pt x="11611" y="0"/>
                </a:moveTo>
                <a:cubicBezTo>
                  <a:pt x="11611" y="0"/>
                  <a:pt x="0" y="10152"/>
                  <a:pt x="5836" y="15988"/>
                </a:cubicBezTo>
                <a:cubicBezTo>
                  <a:pt x="7578" y="17739"/>
                  <a:pt x="9875" y="18352"/>
                  <a:pt x="12237" y="18352"/>
                </a:cubicBezTo>
                <a:cubicBezTo>
                  <a:pt x="17750" y="18352"/>
                  <a:pt x="23618" y="15016"/>
                  <a:pt x="23618" y="15016"/>
                </a:cubicBezTo>
                <a:lnTo>
                  <a:pt x="22493" y="12918"/>
                </a:lnTo>
                <a:cubicBezTo>
                  <a:pt x="22493" y="12918"/>
                  <a:pt x="16599" y="16143"/>
                  <a:pt x="12863" y="16143"/>
                </a:cubicBezTo>
                <a:cubicBezTo>
                  <a:pt x="12054" y="16143"/>
                  <a:pt x="11346" y="15992"/>
                  <a:pt x="10821" y="15624"/>
                </a:cubicBezTo>
                <a:lnTo>
                  <a:pt x="20882" y="9332"/>
                </a:lnTo>
                <a:lnTo>
                  <a:pt x="18967" y="6839"/>
                </a:lnTo>
                <a:lnTo>
                  <a:pt x="9697" y="13040"/>
                </a:lnTo>
                <a:cubicBezTo>
                  <a:pt x="9697" y="13040"/>
                  <a:pt x="15046" y="5958"/>
                  <a:pt x="17265" y="4590"/>
                </a:cubicBezTo>
                <a:lnTo>
                  <a:pt x="15229" y="2857"/>
                </a:lnTo>
                <a:lnTo>
                  <a:pt x="7782" y="10152"/>
                </a:lnTo>
                <a:cubicBezTo>
                  <a:pt x="7782" y="10152"/>
                  <a:pt x="9514" y="5198"/>
                  <a:pt x="13526" y="1733"/>
                </a:cubicBezTo>
                <a:lnTo>
                  <a:pt x="1161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6" name="Google Shape;96;p8"/>
          <p:cNvSpPr/>
          <p:nvPr/>
        </p:nvSpPr>
        <p:spPr>
          <a:xfrm flipH="1">
            <a:off x="413417" y="1444473"/>
            <a:ext cx="219627" cy="207721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" name="Google Shape;97;p8"/>
          <p:cNvSpPr/>
          <p:nvPr/>
        </p:nvSpPr>
        <p:spPr>
          <a:xfrm>
            <a:off x="1078264" y="3573822"/>
            <a:ext cx="1133712" cy="1067984"/>
          </a:xfrm>
          <a:custGeom>
            <a:avLst/>
            <a:gdLst/>
            <a:ahLst/>
            <a:cxnLst/>
            <a:rect l="l" t="t" r="r" b="b"/>
            <a:pathLst>
              <a:path w="23889" h="22504" extrusionOk="0">
                <a:moveTo>
                  <a:pt x="15859" y="0"/>
                </a:moveTo>
                <a:cubicBezTo>
                  <a:pt x="12558" y="0"/>
                  <a:pt x="7921" y="1707"/>
                  <a:pt x="5046" y="2922"/>
                </a:cubicBezTo>
                <a:cubicBezTo>
                  <a:pt x="2219" y="4107"/>
                  <a:pt x="244" y="6812"/>
                  <a:pt x="122" y="9913"/>
                </a:cubicBezTo>
                <a:cubicBezTo>
                  <a:pt x="122" y="9943"/>
                  <a:pt x="122" y="10004"/>
                  <a:pt x="122" y="10034"/>
                </a:cubicBezTo>
                <a:cubicBezTo>
                  <a:pt x="1" y="14472"/>
                  <a:pt x="365" y="22101"/>
                  <a:pt x="13132" y="22496"/>
                </a:cubicBezTo>
                <a:cubicBezTo>
                  <a:pt x="13282" y="22501"/>
                  <a:pt x="13430" y="22503"/>
                  <a:pt x="13576" y="22503"/>
                </a:cubicBezTo>
                <a:cubicBezTo>
                  <a:pt x="23449" y="22503"/>
                  <a:pt x="23889" y="12499"/>
                  <a:pt x="23679" y="8606"/>
                </a:cubicBezTo>
                <a:cubicBezTo>
                  <a:pt x="23648" y="7572"/>
                  <a:pt x="23375" y="6569"/>
                  <a:pt x="22919" y="5627"/>
                </a:cubicBezTo>
                <a:cubicBezTo>
                  <a:pt x="21916" y="3560"/>
                  <a:pt x="19667" y="95"/>
                  <a:pt x="16110" y="4"/>
                </a:cubicBezTo>
                <a:cubicBezTo>
                  <a:pt x="16028" y="1"/>
                  <a:pt x="15944" y="0"/>
                  <a:pt x="1585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8" name="Google Shape;98;p8"/>
          <p:cNvSpPr/>
          <p:nvPr/>
        </p:nvSpPr>
        <p:spPr>
          <a:xfrm>
            <a:off x="545979" y="3295649"/>
            <a:ext cx="972637" cy="812552"/>
          </a:xfrm>
          <a:custGeom>
            <a:avLst/>
            <a:gdLst/>
            <a:ahLst/>
            <a:cxnLst/>
            <a:rect l="l" t="t" r="r" b="b"/>
            <a:pathLst>
              <a:path w="31035" h="25927" extrusionOk="0">
                <a:moveTo>
                  <a:pt x="15989" y="1"/>
                </a:moveTo>
                <a:lnTo>
                  <a:pt x="14895" y="17995"/>
                </a:lnTo>
                <a:cubicBezTo>
                  <a:pt x="14895" y="17995"/>
                  <a:pt x="11004" y="4165"/>
                  <a:pt x="11399" y="1"/>
                </a:cubicBezTo>
                <a:lnTo>
                  <a:pt x="11399" y="1"/>
                </a:lnTo>
                <a:lnTo>
                  <a:pt x="7205" y="913"/>
                </a:lnTo>
                <a:lnTo>
                  <a:pt x="9302" y="17600"/>
                </a:lnTo>
                <a:cubicBezTo>
                  <a:pt x="9302" y="17600"/>
                  <a:pt x="4651" y="10548"/>
                  <a:pt x="4104" y="2007"/>
                </a:cubicBezTo>
                <a:lnTo>
                  <a:pt x="1" y="2767"/>
                </a:lnTo>
                <a:cubicBezTo>
                  <a:pt x="1" y="2767"/>
                  <a:pt x="1588" y="25927"/>
                  <a:pt x="13578" y="25927"/>
                </a:cubicBezTo>
                <a:cubicBezTo>
                  <a:pt x="14004" y="25927"/>
                  <a:pt x="14443" y="25897"/>
                  <a:pt x="14895" y="25837"/>
                </a:cubicBezTo>
                <a:cubicBezTo>
                  <a:pt x="28087" y="24044"/>
                  <a:pt x="31035" y="2007"/>
                  <a:pt x="31035" y="2007"/>
                </a:cubicBezTo>
                <a:lnTo>
                  <a:pt x="27235" y="1369"/>
                </a:lnTo>
                <a:cubicBezTo>
                  <a:pt x="27235" y="1369"/>
                  <a:pt x="24834" y="17296"/>
                  <a:pt x="19333" y="19089"/>
                </a:cubicBezTo>
                <a:lnTo>
                  <a:pt x="210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" name="Google Shape;99;p8"/>
          <p:cNvSpPr/>
          <p:nvPr/>
        </p:nvSpPr>
        <p:spPr>
          <a:xfrm rot="2885921" flipH="1">
            <a:off x="7270147" y="3340310"/>
            <a:ext cx="952155" cy="1864748"/>
          </a:xfrm>
          <a:custGeom>
            <a:avLst/>
            <a:gdLst/>
            <a:ahLst/>
            <a:cxnLst/>
            <a:rect l="l" t="t" r="r" b="b"/>
            <a:pathLst>
              <a:path w="9059" h="17999" extrusionOk="0">
                <a:moveTo>
                  <a:pt x="2206" y="1"/>
                </a:moveTo>
                <a:cubicBezTo>
                  <a:pt x="2150" y="1"/>
                  <a:pt x="2094" y="2"/>
                  <a:pt x="2037" y="4"/>
                </a:cubicBezTo>
                <a:cubicBezTo>
                  <a:pt x="1642" y="4"/>
                  <a:pt x="1" y="186"/>
                  <a:pt x="62" y="794"/>
                </a:cubicBezTo>
                <a:cubicBezTo>
                  <a:pt x="92" y="1220"/>
                  <a:pt x="1460" y="1432"/>
                  <a:pt x="1794" y="1645"/>
                </a:cubicBezTo>
                <a:cubicBezTo>
                  <a:pt x="2463" y="2010"/>
                  <a:pt x="3071" y="2557"/>
                  <a:pt x="3466" y="3226"/>
                </a:cubicBezTo>
                <a:cubicBezTo>
                  <a:pt x="4165" y="4442"/>
                  <a:pt x="4287" y="5961"/>
                  <a:pt x="3770" y="7268"/>
                </a:cubicBezTo>
                <a:cubicBezTo>
                  <a:pt x="3436" y="8059"/>
                  <a:pt x="2888" y="8727"/>
                  <a:pt x="2554" y="9518"/>
                </a:cubicBezTo>
                <a:cubicBezTo>
                  <a:pt x="2189" y="10308"/>
                  <a:pt x="2098" y="11311"/>
                  <a:pt x="2645" y="11949"/>
                </a:cubicBezTo>
                <a:cubicBezTo>
                  <a:pt x="3192" y="12648"/>
                  <a:pt x="4195" y="12740"/>
                  <a:pt x="4925" y="13165"/>
                </a:cubicBezTo>
                <a:cubicBezTo>
                  <a:pt x="5715" y="13651"/>
                  <a:pt x="6232" y="14533"/>
                  <a:pt x="6232" y="15445"/>
                </a:cubicBezTo>
                <a:cubicBezTo>
                  <a:pt x="6232" y="15870"/>
                  <a:pt x="6141" y="16296"/>
                  <a:pt x="6141" y="16752"/>
                </a:cubicBezTo>
                <a:cubicBezTo>
                  <a:pt x="6141" y="17177"/>
                  <a:pt x="6293" y="17664"/>
                  <a:pt x="6688" y="17876"/>
                </a:cubicBezTo>
                <a:cubicBezTo>
                  <a:pt x="6827" y="17960"/>
                  <a:pt x="6986" y="17999"/>
                  <a:pt x="7149" y="17999"/>
                </a:cubicBezTo>
                <a:cubicBezTo>
                  <a:pt x="7342" y="17999"/>
                  <a:pt x="7540" y="17945"/>
                  <a:pt x="7721" y="17846"/>
                </a:cubicBezTo>
                <a:cubicBezTo>
                  <a:pt x="8025" y="17664"/>
                  <a:pt x="8269" y="17390"/>
                  <a:pt x="8451" y="17056"/>
                </a:cubicBezTo>
                <a:cubicBezTo>
                  <a:pt x="8907" y="16296"/>
                  <a:pt x="9059" y="15354"/>
                  <a:pt x="8907" y="14472"/>
                </a:cubicBezTo>
                <a:cubicBezTo>
                  <a:pt x="8724" y="13591"/>
                  <a:pt x="8208" y="12800"/>
                  <a:pt x="7509" y="12253"/>
                </a:cubicBezTo>
                <a:cubicBezTo>
                  <a:pt x="7022" y="11888"/>
                  <a:pt x="6445" y="11645"/>
                  <a:pt x="5989" y="11189"/>
                </a:cubicBezTo>
                <a:cubicBezTo>
                  <a:pt x="5411" y="10581"/>
                  <a:pt x="5199" y="9670"/>
                  <a:pt x="5229" y="8819"/>
                </a:cubicBezTo>
                <a:cubicBezTo>
                  <a:pt x="5259" y="7967"/>
                  <a:pt x="5533" y="7147"/>
                  <a:pt x="5776" y="6326"/>
                </a:cubicBezTo>
                <a:cubicBezTo>
                  <a:pt x="6019" y="5505"/>
                  <a:pt x="6262" y="4654"/>
                  <a:pt x="6202" y="3803"/>
                </a:cubicBezTo>
                <a:cubicBezTo>
                  <a:pt x="6141" y="2496"/>
                  <a:pt x="5411" y="1250"/>
                  <a:pt x="4287" y="581"/>
                </a:cubicBezTo>
                <a:cubicBezTo>
                  <a:pt x="3665" y="186"/>
                  <a:pt x="2939" y="1"/>
                  <a:pt x="220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0" name="Google Shape;100;p8"/>
          <p:cNvSpPr/>
          <p:nvPr/>
        </p:nvSpPr>
        <p:spPr>
          <a:xfrm flipH="1">
            <a:off x="757909" y="4331275"/>
            <a:ext cx="121996" cy="107375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" name="Google Shape;101;p8"/>
          <p:cNvSpPr/>
          <p:nvPr/>
        </p:nvSpPr>
        <p:spPr>
          <a:xfrm rot="-8503121" flipH="1">
            <a:off x="564373" y="321480"/>
            <a:ext cx="1421030" cy="1104189"/>
          </a:xfrm>
          <a:custGeom>
            <a:avLst/>
            <a:gdLst/>
            <a:ahLst/>
            <a:cxnLst/>
            <a:rect l="l" t="t" r="r" b="b"/>
            <a:pathLst>
              <a:path w="23618" h="18352" extrusionOk="0">
                <a:moveTo>
                  <a:pt x="11611" y="0"/>
                </a:moveTo>
                <a:cubicBezTo>
                  <a:pt x="11611" y="0"/>
                  <a:pt x="0" y="10152"/>
                  <a:pt x="5836" y="15988"/>
                </a:cubicBezTo>
                <a:cubicBezTo>
                  <a:pt x="7578" y="17739"/>
                  <a:pt x="9875" y="18352"/>
                  <a:pt x="12237" y="18352"/>
                </a:cubicBezTo>
                <a:cubicBezTo>
                  <a:pt x="17750" y="18352"/>
                  <a:pt x="23618" y="15016"/>
                  <a:pt x="23618" y="15016"/>
                </a:cubicBezTo>
                <a:lnTo>
                  <a:pt x="22493" y="12918"/>
                </a:lnTo>
                <a:cubicBezTo>
                  <a:pt x="22493" y="12918"/>
                  <a:pt x="16599" y="16143"/>
                  <a:pt x="12863" y="16143"/>
                </a:cubicBezTo>
                <a:cubicBezTo>
                  <a:pt x="12054" y="16143"/>
                  <a:pt x="11346" y="15992"/>
                  <a:pt x="10821" y="15624"/>
                </a:cubicBezTo>
                <a:lnTo>
                  <a:pt x="20882" y="9332"/>
                </a:lnTo>
                <a:lnTo>
                  <a:pt x="18967" y="6839"/>
                </a:lnTo>
                <a:lnTo>
                  <a:pt x="9697" y="13040"/>
                </a:lnTo>
                <a:cubicBezTo>
                  <a:pt x="9697" y="13040"/>
                  <a:pt x="15046" y="5958"/>
                  <a:pt x="17265" y="4590"/>
                </a:cubicBezTo>
                <a:lnTo>
                  <a:pt x="15229" y="2857"/>
                </a:lnTo>
                <a:lnTo>
                  <a:pt x="7782" y="10152"/>
                </a:lnTo>
                <a:cubicBezTo>
                  <a:pt x="7782" y="10152"/>
                  <a:pt x="9514" y="5198"/>
                  <a:pt x="13526" y="1733"/>
                </a:cubicBezTo>
                <a:lnTo>
                  <a:pt x="116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2" name="Google Shape;102;p8"/>
          <p:cNvSpPr/>
          <p:nvPr/>
        </p:nvSpPr>
        <p:spPr>
          <a:xfrm flipH="1">
            <a:off x="6791343" y="3794808"/>
            <a:ext cx="924787" cy="625994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3" name="Google Shape;103;p8"/>
          <p:cNvSpPr/>
          <p:nvPr/>
        </p:nvSpPr>
        <p:spPr>
          <a:xfrm flipH="1">
            <a:off x="8197284" y="4338325"/>
            <a:ext cx="121996" cy="107375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"/>
          <p:cNvSpPr/>
          <p:nvPr/>
        </p:nvSpPr>
        <p:spPr>
          <a:xfrm rot="10800000" flipH="1">
            <a:off x="-231925" y="-97554"/>
            <a:ext cx="1823017" cy="1039245"/>
          </a:xfrm>
          <a:custGeom>
            <a:avLst/>
            <a:gdLst/>
            <a:ahLst/>
            <a:cxnLst/>
            <a:rect l="l" t="t" r="r" b="b"/>
            <a:pathLst>
              <a:path w="28786" h="16410" extrusionOk="0">
                <a:moveTo>
                  <a:pt x="20469" y="1"/>
                </a:moveTo>
                <a:cubicBezTo>
                  <a:pt x="13484" y="1"/>
                  <a:pt x="13284" y="8932"/>
                  <a:pt x="13284" y="8932"/>
                </a:cubicBezTo>
                <a:cubicBezTo>
                  <a:pt x="12479" y="6794"/>
                  <a:pt x="10185" y="6469"/>
                  <a:pt x="8867" y="6469"/>
                </a:cubicBezTo>
                <a:cubicBezTo>
                  <a:pt x="8293" y="6469"/>
                  <a:pt x="7903" y="6531"/>
                  <a:pt x="7903" y="6531"/>
                </a:cubicBezTo>
                <a:cubicBezTo>
                  <a:pt x="1" y="7990"/>
                  <a:pt x="1855" y="16409"/>
                  <a:pt x="1855" y="16409"/>
                </a:cubicBezTo>
                <a:lnTo>
                  <a:pt x="25898" y="15437"/>
                </a:lnTo>
                <a:cubicBezTo>
                  <a:pt x="25898" y="15437"/>
                  <a:pt x="28785" y="604"/>
                  <a:pt x="21126" y="26"/>
                </a:cubicBezTo>
                <a:cubicBezTo>
                  <a:pt x="20900" y="9"/>
                  <a:pt x="20681" y="1"/>
                  <a:pt x="2046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107" name="Google Shape;107;p9"/>
          <p:cNvSpPr/>
          <p:nvPr/>
        </p:nvSpPr>
        <p:spPr>
          <a:xfrm flipH="1">
            <a:off x="291425" y="-332150"/>
            <a:ext cx="776305" cy="602457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8" name="Google Shape;108;p9"/>
          <p:cNvSpPr/>
          <p:nvPr/>
        </p:nvSpPr>
        <p:spPr>
          <a:xfrm flipH="1">
            <a:off x="8285227" y="624476"/>
            <a:ext cx="271973" cy="251826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9" name="Google Shape;109;p9"/>
          <p:cNvSpPr/>
          <p:nvPr/>
        </p:nvSpPr>
        <p:spPr>
          <a:xfrm rot="10800000">
            <a:off x="616463" y="3754596"/>
            <a:ext cx="126254" cy="119399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" name="Google Shape;110;p9"/>
          <p:cNvSpPr txBox="1">
            <a:spLocks noGrp="1"/>
          </p:cNvSpPr>
          <p:nvPr>
            <p:ph type="body" idx="1"/>
          </p:nvPr>
        </p:nvSpPr>
        <p:spPr>
          <a:xfrm>
            <a:off x="720000" y="2006675"/>
            <a:ext cx="3075600" cy="13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Char char="●"/>
              <a:defRPr sz="1600"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17500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9"/>
          <p:cNvSpPr txBox="1">
            <a:spLocks noGrp="1"/>
          </p:cNvSpPr>
          <p:nvPr>
            <p:ph type="subTitle" idx="2"/>
          </p:nvPr>
        </p:nvSpPr>
        <p:spPr>
          <a:xfrm>
            <a:off x="719999" y="1551575"/>
            <a:ext cx="30756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12" name="Google Shape;112;p9"/>
          <p:cNvSpPr/>
          <p:nvPr/>
        </p:nvSpPr>
        <p:spPr>
          <a:xfrm>
            <a:off x="1163566" y="4097729"/>
            <a:ext cx="1115953" cy="1050528"/>
          </a:xfrm>
          <a:custGeom>
            <a:avLst/>
            <a:gdLst/>
            <a:ahLst/>
            <a:cxnLst/>
            <a:rect l="l" t="t" r="r" b="b"/>
            <a:pathLst>
              <a:path w="33827" h="31839" extrusionOk="0">
                <a:moveTo>
                  <a:pt x="22462" y="0"/>
                </a:moveTo>
                <a:cubicBezTo>
                  <a:pt x="17798" y="0"/>
                  <a:pt x="11240" y="2417"/>
                  <a:pt x="7174" y="4139"/>
                </a:cubicBezTo>
                <a:cubicBezTo>
                  <a:pt x="3131" y="5841"/>
                  <a:pt x="365" y="9640"/>
                  <a:pt x="183" y="14017"/>
                </a:cubicBezTo>
                <a:cubicBezTo>
                  <a:pt x="183" y="14078"/>
                  <a:pt x="183" y="14139"/>
                  <a:pt x="183" y="14200"/>
                </a:cubicBezTo>
                <a:cubicBezTo>
                  <a:pt x="1" y="20491"/>
                  <a:pt x="548" y="31282"/>
                  <a:pt x="18603" y="31829"/>
                </a:cubicBezTo>
                <a:cubicBezTo>
                  <a:pt x="18813" y="31835"/>
                  <a:pt x="19020" y="31838"/>
                  <a:pt x="19224" y="31838"/>
                </a:cubicBezTo>
                <a:cubicBezTo>
                  <a:pt x="33181" y="31838"/>
                  <a:pt x="33827" y="17676"/>
                  <a:pt x="33527" y="12193"/>
                </a:cubicBezTo>
                <a:cubicBezTo>
                  <a:pt x="33466" y="10734"/>
                  <a:pt x="33102" y="9275"/>
                  <a:pt x="32433" y="7938"/>
                </a:cubicBezTo>
                <a:cubicBezTo>
                  <a:pt x="31004" y="5050"/>
                  <a:pt x="27843" y="126"/>
                  <a:pt x="22797" y="5"/>
                </a:cubicBezTo>
                <a:cubicBezTo>
                  <a:pt x="22687" y="2"/>
                  <a:pt x="22575" y="0"/>
                  <a:pt x="22462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3" name="Google Shape;113;p9"/>
          <p:cNvSpPr/>
          <p:nvPr/>
        </p:nvSpPr>
        <p:spPr>
          <a:xfrm>
            <a:off x="1143000" y="4426426"/>
            <a:ext cx="1342295" cy="1050437"/>
          </a:xfrm>
          <a:custGeom>
            <a:avLst/>
            <a:gdLst/>
            <a:ahLst/>
            <a:cxnLst/>
            <a:rect l="l" t="t" r="r" b="b"/>
            <a:pathLst>
              <a:path w="21156" h="16556" extrusionOk="0">
                <a:moveTo>
                  <a:pt x="10700" y="1"/>
                </a:moveTo>
                <a:cubicBezTo>
                  <a:pt x="10700" y="1"/>
                  <a:pt x="0" y="8846"/>
                  <a:pt x="5107" y="14256"/>
                </a:cubicBezTo>
                <a:cubicBezTo>
                  <a:pt x="6715" y="15970"/>
                  <a:pt x="8914" y="16555"/>
                  <a:pt x="11169" y="16555"/>
                </a:cubicBezTo>
                <a:cubicBezTo>
                  <a:pt x="16033" y="16555"/>
                  <a:pt x="21156" y="13831"/>
                  <a:pt x="21156" y="13831"/>
                </a:cubicBezTo>
                <a:lnTo>
                  <a:pt x="20183" y="11916"/>
                </a:lnTo>
                <a:cubicBezTo>
                  <a:pt x="20183" y="11916"/>
                  <a:pt x="14943" y="14586"/>
                  <a:pt x="11576" y="14586"/>
                </a:cubicBezTo>
                <a:cubicBezTo>
                  <a:pt x="10785" y="14586"/>
                  <a:pt x="10097" y="14438"/>
                  <a:pt x="9605" y="14074"/>
                </a:cubicBezTo>
                <a:lnTo>
                  <a:pt x="18815" y="8633"/>
                </a:lnTo>
                <a:lnTo>
                  <a:pt x="17174" y="6353"/>
                </a:lnTo>
                <a:lnTo>
                  <a:pt x="8663" y="11703"/>
                </a:lnTo>
                <a:cubicBezTo>
                  <a:pt x="8663" y="11703"/>
                  <a:pt x="13648" y="5472"/>
                  <a:pt x="15685" y="4287"/>
                </a:cubicBezTo>
                <a:lnTo>
                  <a:pt x="13891" y="2676"/>
                </a:lnTo>
                <a:lnTo>
                  <a:pt x="7022" y="9059"/>
                </a:lnTo>
                <a:cubicBezTo>
                  <a:pt x="7022" y="9059"/>
                  <a:pt x="8694" y="4651"/>
                  <a:pt x="12402" y="1612"/>
                </a:cubicBezTo>
                <a:lnTo>
                  <a:pt x="10700" y="1"/>
                </a:ln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4" name="Google Shape;114;p9"/>
          <p:cNvSpPr/>
          <p:nvPr/>
        </p:nvSpPr>
        <p:spPr>
          <a:xfrm>
            <a:off x="1347130" y="3977150"/>
            <a:ext cx="369772" cy="329166"/>
          </a:xfrm>
          <a:custGeom>
            <a:avLst/>
            <a:gdLst/>
            <a:ahLst/>
            <a:cxnLst/>
            <a:rect l="l" t="t" r="r" b="b"/>
            <a:pathLst>
              <a:path w="5828" h="5188" extrusionOk="0">
                <a:moveTo>
                  <a:pt x="4014" y="1"/>
                </a:moveTo>
                <a:cubicBezTo>
                  <a:pt x="3904" y="1"/>
                  <a:pt x="3792" y="15"/>
                  <a:pt x="3679" y="45"/>
                </a:cubicBezTo>
                <a:cubicBezTo>
                  <a:pt x="3223" y="136"/>
                  <a:pt x="2736" y="622"/>
                  <a:pt x="2372" y="896"/>
                </a:cubicBezTo>
                <a:cubicBezTo>
                  <a:pt x="1824" y="1352"/>
                  <a:pt x="1338" y="1808"/>
                  <a:pt x="882" y="2325"/>
                </a:cubicBezTo>
                <a:cubicBezTo>
                  <a:pt x="548" y="2689"/>
                  <a:pt x="244" y="3084"/>
                  <a:pt x="122" y="3540"/>
                </a:cubicBezTo>
                <a:cubicBezTo>
                  <a:pt x="1" y="3996"/>
                  <a:pt x="61" y="4543"/>
                  <a:pt x="396" y="4878"/>
                </a:cubicBezTo>
                <a:cubicBezTo>
                  <a:pt x="636" y="5091"/>
                  <a:pt x="969" y="5187"/>
                  <a:pt x="1293" y="5187"/>
                </a:cubicBezTo>
                <a:cubicBezTo>
                  <a:pt x="1339" y="5187"/>
                  <a:pt x="1384" y="5185"/>
                  <a:pt x="1429" y="5182"/>
                </a:cubicBezTo>
                <a:cubicBezTo>
                  <a:pt x="1794" y="5182"/>
                  <a:pt x="2128" y="5060"/>
                  <a:pt x="2463" y="4939"/>
                </a:cubicBezTo>
                <a:cubicBezTo>
                  <a:pt x="3192" y="4695"/>
                  <a:pt x="3952" y="4452"/>
                  <a:pt x="4560" y="3996"/>
                </a:cubicBezTo>
                <a:cubicBezTo>
                  <a:pt x="5198" y="3540"/>
                  <a:pt x="5715" y="2872"/>
                  <a:pt x="5745" y="2112"/>
                </a:cubicBezTo>
                <a:cubicBezTo>
                  <a:pt x="5828" y="1180"/>
                  <a:pt x="5020" y="1"/>
                  <a:pt x="4014" y="1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"/>
          <p:cNvSpPr txBox="1">
            <a:spLocks noGrp="1"/>
          </p:cNvSpPr>
          <p:nvPr>
            <p:ph type="title"/>
          </p:nvPr>
        </p:nvSpPr>
        <p:spPr>
          <a:xfrm>
            <a:off x="762000" y="2253550"/>
            <a:ext cx="2809800" cy="21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4000"/>
              <a:buNone/>
              <a:defRPr sz="40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</p:spTree>
  </p:cSld>
  <p:clrMapOvr>
    <a:masterClrMapping/>
  </p:clrMapOvr>
  <p:transition/>
  <p:hf sldNum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>
            <a:spLocks noGrp="1"/>
          </p:cNvSpPr>
          <p:nvPr>
            <p:ph type="title" hasCustomPrompt="1"/>
          </p:nvPr>
        </p:nvSpPr>
        <p:spPr>
          <a:xfrm>
            <a:off x="720000" y="1719900"/>
            <a:ext cx="7704000" cy="14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02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1"/>
          </p:nvPr>
        </p:nvSpPr>
        <p:spPr>
          <a:xfrm>
            <a:off x="720000" y="3073800"/>
            <a:ext cx="7704000" cy="3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11"/>
          <p:cNvSpPr/>
          <p:nvPr/>
        </p:nvSpPr>
        <p:spPr>
          <a:xfrm rot="10800000">
            <a:off x="6610058" y="-433936"/>
            <a:ext cx="1473051" cy="1417474"/>
          </a:xfrm>
          <a:custGeom>
            <a:avLst/>
            <a:gdLst/>
            <a:ahLst/>
            <a:cxnLst/>
            <a:rect l="l" t="t" r="r" b="b"/>
            <a:pathLst>
              <a:path w="15442" h="14859" extrusionOk="0">
                <a:moveTo>
                  <a:pt x="5271" y="1"/>
                </a:moveTo>
                <a:cubicBezTo>
                  <a:pt x="4355" y="1"/>
                  <a:pt x="3509" y="328"/>
                  <a:pt x="2858" y="1179"/>
                </a:cubicBezTo>
                <a:cubicBezTo>
                  <a:pt x="2858" y="1179"/>
                  <a:pt x="0" y="6681"/>
                  <a:pt x="4712" y="10936"/>
                </a:cubicBezTo>
                <a:cubicBezTo>
                  <a:pt x="8371" y="14263"/>
                  <a:pt x="10582" y="14859"/>
                  <a:pt x="11546" y="14859"/>
                </a:cubicBezTo>
                <a:cubicBezTo>
                  <a:pt x="11816" y="14859"/>
                  <a:pt x="11988" y="14812"/>
                  <a:pt x="12067" y="14766"/>
                </a:cubicBezTo>
                <a:cubicBezTo>
                  <a:pt x="12432" y="14553"/>
                  <a:pt x="15441" y="11088"/>
                  <a:pt x="15350" y="9903"/>
                </a:cubicBezTo>
                <a:cubicBezTo>
                  <a:pt x="15289" y="8748"/>
                  <a:pt x="12584" y="4036"/>
                  <a:pt x="12037" y="3519"/>
                </a:cubicBezTo>
                <a:cubicBezTo>
                  <a:pt x="11623" y="3152"/>
                  <a:pt x="8113" y="1"/>
                  <a:pt x="52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1" name="Google Shape;121;p11"/>
          <p:cNvSpPr/>
          <p:nvPr/>
        </p:nvSpPr>
        <p:spPr>
          <a:xfrm>
            <a:off x="506778" y="4035575"/>
            <a:ext cx="1856317" cy="1014756"/>
          </a:xfrm>
          <a:custGeom>
            <a:avLst/>
            <a:gdLst/>
            <a:ahLst/>
            <a:cxnLst/>
            <a:rect l="l" t="t" r="r" b="b"/>
            <a:pathLst>
              <a:path w="35048" h="19159" extrusionOk="0">
                <a:moveTo>
                  <a:pt x="26572" y="1"/>
                </a:moveTo>
                <a:cubicBezTo>
                  <a:pt x="19845" y="1"/>
                  <a:pt x="17630" y="9827"/>
                  <a:pt x="17630" y="9827"/>
                </a:cubicBezTo>
                <a:cubicBezTo>
                  <a:pt x="15168" y="4008"/>
                  <a:pt x="12747" y="3479"/>
                  <a:pt x="11948" y="3479"/>
                </a:cubicBezTo>
                <a:cubicBezTo>
                  <a:pt x="11770" y="3479"/>
                  <a:pt x="11673" y="3505"/>
                  <a:pt x="11673" y="3505"/>
                </a:cubicBezTo>
                <a:cubicBezTo>
                  <a:pt x="1" y="5633"/>
                  <a:pt x="3071" y="19159"/>
                  <a:pt x="3071" y="19159"/>
                </a:cubicBezTo>
                <a:lnTo>
                  <a:pt x="33892" y="17548"/>
                </a:lnTo>
                <a:cubicBezTo>
                  <a:pt x="33892" y="17548"/>
                  <a:pt x="35047" y="1073"/>
                  <a:pt x="27570" y="70"/>
                </a:cubicBezTo>
                <a:cubicBezTo>
                  <a:pt x="27227" y="23"/>
                  <a:pt x="26894" y="1"/>
                  <a:pt x="265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2" name="Google Shape;122;p11"/>
          <p:cNvSpPr/>
          <p:nvPr/>
        </p:nvSpPr>
        <p:spPr>
          <a:xfrm>
            <a:off x="771531" y="4741205"/>
            <a:ext cx="1104746" cy="1040963"/>
          </a:xfrm>
          <a:custGeom>
            <a:avLst/>
            <a:gdLst/>
            <a:ahLst/>
            <a:cxnLst/>
            <a:rect l="l" t="t" r="r" b="b"/>
            <a:pathLst>
              <a:path w="13585" h="12802" extrusionOk="0">
                <a:moveTo>
                  <a:pt x="9065" y="0"/>
                </a:moveTo>
                <a:cubicBezTo>
                  <a:pt x="7185" y="0"/>
                  <a:pt x="4535" y="984"/>
                  <a:pt x="2888" y="1673"/>
                </a:cubicBezTo>
                <a:cubicBezTo>
                  <a:pt x="1277" y="2342"/>
                  <a:pt x="152" y="3892"/>
                  <a:pt x="91" y="5655"/>
                </a:cubicBezTo>
                <a:cubicBezTo>
                  <a:pt x="91" y="5655"/>
                  <a:pt x="91" y="5685"/>
                  <a:pt x="61" y="5716"/>
                </a:cubicBezTo>
                <a:cubicBezTo>
                  <a:pt x="0" y="8238"/>
                  <a:pt x="213" y="12585"/>
                  <a:pt x="7478" y="12798"/>
                </a:cubicBezTo>
                <a:cubicBezTo>
                  <a:pt x="7568" y="12800"/>
                  <a:pt x="7656" y="12802"/>
                  <a:pt x="7744" y="12802"/>
                </a:cubicBezTo>
                <a:cubicBezTo>
                  <a:pt x="13351" y="12802"/>
                  <a:pt x="13585" y="7110"/>
                  <a:pt x="13466" y="4925"/>
                </a:cubicBezTo>
                <a:cubicBezTo>
                  <a:pt x="13435" y="4317"/>
                  <a:pt x="13314" y="3740"/>
                  <a:pt x="13040" y="3193"/>
                </a:cubicBezTo>
                <a:cubicBezTo>
                  <a:pt x="12463" y="2038"/>
                  <a:pt x="11186" y="62"/>
                  <a:pt x="9149" y="1"/>
                </a:cubicBezTo>
                <a:cubicBezTo>
                  <a:pt x="9121" y="1"/>
                  <a:pt x="9093" y="0"/>
                  <a:pt x="9065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3" name="Google Shape;123;p11"/>
          <p:cNvSpPr/>
          <p:nvPr/>
        </p:nvSpPr>
        <p:spPr>
          <a:xfrm>
            <a:off x="281325" y="4035575"/>
            <a:ext cx="433050" cy="402429"/>
          </a:xfrm>
          <a:custGeom>
            <a:avLst/>
            <a:gdLst/>
            <a:ahLst/>
            <a:cxnLst/>
            <a:rect l="l" t="t" r="r" b="b"/>
            <a:pathLst>
              <a:path w="8055" h="7486" extrusionOk="0">
                <a:moveTo>
                  <a:pt x="3908" y="0"/>
                </a:moveTo>
                <a:cubicBezTo>
                  <a:pt x="3603" y="0"/>
                  <a:pt x="3283" y="25"/>
                  <a:pt x="2949" y="69"/>
                </a:cubicBezTo>
                <a:cubicBezTo>
                  <a:pt x="1" y="465"/>
                  <a:pt x="457" y="7486"/>
                  <a:pt x="457" y="7486"/>
                </a:cubicBezTo>
                <a:lnTo>
                  <a:pt x="2220" y="7486"/>
                </a:lnTo>
                <a:cubicBezTo>
                  <a:pt x="2220" y="7486"/>
                  <a:pt x="1065" y="2015"/>
                  <a:pt x="3800" y="1832"/>
                </a:cubicBezTo>
                <a:cubicBezTo>
                  <a:pt x="3841" y="1830"/>
                  <a:pt x="3882" y="1829"/>
                  <a:pt x="3921" y="1829"/>
                </a:cubicBezTo>
                <a:cubicBezTo>
                  <a:pt x="6500" y="1829"/>
                  <a:pt x="6323" y="6635"/>
                  <a:pt x="6323" y="6635"/>
                </a:cubicBezTo>
                <a:lnTo>
                  <a:pt x="8056" y="6544"/>
                </a:lnTo>
                <a:cubicBezTo>
                  <a:pt x="7786" y="1503"/>
                  <a:pt x="6298" y="0"/>
                  <a:pt x="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2042674" y="4228644"/>
            <a:ext cx="967618" cy="465774"/>
          </a:xfrm>
          <a:custGeom>
            <a:avLst/>
            <a:gdLst/>
            <a:ahLst/>
            <a:cxnLst/>
            <a:rect l="l" t="t" r="r" b="b"/>
            <a:pathLst>
              <a:path w="18269" h="8794" extrusionOk="0">
                <a:moveTo>
                  <a:pt x="13922" y="1"/>
                </a:moveTo>
                <a:cubicBezTo>
                  <a:pt x="13922" y="1"/>
                  <a:pt x="14742" y="3800"/>
                  <a:pt x="13678" y="4773"/>
                </a:cubicBezTo>
                <a:cubicBezTo>
                  <a:pt x="12337" y="5967"/>
                  <a:pt x="9079" y="6275"/>
                  <a:pt x="6079" y="6275"/>
                </a:cubicBezTo>
                <a:cubicBezTo>
                  <a:pt x="2894" y="6275"/>
                  <a:pt x="0" y="5928"/>
                  <a:pt x="0" y="5928"/>
                </a:cubicBezTo>
                <a:lnTo>
                  <a:pt x="0" y="8329"/>
                </a:lnTo>
                <a:cubicBezTo>
                  <a:pt x="0" y="8329"/>
                  <a:pt x="3674" y="8793"/>
                  <a:pt x="7486" y="8793"/>
                </a:cubicBezTo>
                <a:cubicBezTo>
                  <a:pt x="10573" y="8793"/>
                  <a:pt x="13750" y="8489"/>
                  <a:pt x="15137" y="7387"/>
                </a:cubicBezTo>
                <a:cubicBezTo>
                  <a:pt x="18268" y="4925"/>
                  <a:pt x="16505" y="1"/>
                  <a:pt x="16505" y="1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5" name="Google Shape;125;p11"/>
          <p:cNvSpPr/>
          <p:nvPr/>
        </p:nvSpPr>
        <p:spPr>
          <a:xfrm rot="10800000">
            <a:off x="6388118" y="345772"/>
            <a:ext cx="1227962" cy="831180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6" name="Google Shape;126;p11"/>
          <p:cNvSpPr/>
          <p:nvPr/>
        </p:nvSpPr>
        <p:spPr>
          <a:xfrm rot="10800000">
            <a:off x="6014032" y="137537"/>
            <a:ext cx="521502" cy="430465"/>
          </a:xfrm>
          <a:custGeom>
            <a:avLst/>
            <a:gdLst/>
            <a:ahLst/>
            <a:cxnLst/>
            <a:rect l="l" t="t" r="r" b="b"/>
            <a:pathLst>
              <a:path w="9028" h="7452" extrusionOk="0">
                <a:moveTo>
                  <a:pt x="8060" y="0"/>
                </a:moveTo>
                <a:cubicBezTo>
                  <a:pt x="7821" y="0"/>
                  <a:pt x="7577" y="70"/>
                  <a:pt x="7356" y="162"/>
                </a:cubicBezTo>
                <a:cubicBezTo>
                  <a:pt x="6566" y="436"/>
                  <a:pt x="5836" y="770"/>
                  <a:pt x="5107" y="1226"/>
                </a:cubicBezTo>
                <a:cubicBezTo>
                  <a:pt x="3921" y="1986"/>
                  <a:pt x="2857" y="3019"/>
                  <a:pt x="2006" y="4175"/>
                </a:cubicBezTo>
                <a:cubicBezTo>
                  <a:pt x="1611" y="4752"/>
                  <a:pt x="0" y="7062"/>
                  <a:pt x="1398" y="7427"/>
                </a:cubicBezTo>
                <a:cubicBezTo>
                  <a:pt x="1465" y="7444"/>
                  <a:pt x="1533" y="7451"/>
                  <a:pt x="1602" y="7451"/>
                </a:cubicBezTo>
                <a:cubicBezTo>
                  <a:pt x="1906" y="7451"/>
                  <a:pt x="2220" y="7302"/>
                  <a:pt x="2493" y="7153"/>
                </a:cubicBezTo>
                <a:cubicBezTo>
                  <a:pt x="4043" y="6272"/>
                  <a:pt x="5593" y="5421"/>
                  <a:pt x="6900" y="4266"/>
                </a:cubicBezTo>
                <a:cubicBezTo>
                  <a:pt x="7751" y="3567"/>
                  <a:pt x="8481" y="2716"/>
                  <a:pt x="8845" y="1682"/>
                </a:cubicBezTo>
                <a:cubicBezTo>
                  <a:pt x="9028" y="1135"/>
                  <a:pt x="8997" y="405"/>
                  <a:pt x="8511" y="102"/>
                </a:cubicBezTo>
                <a:cubicBezTo>
                  <a:pt x="8367" y="30"/>
                  <a:pt x="8215" y="0"/>
                  <a:pt x="806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7" name="Google Shape;127;p11"/>
          <p:cNvSpPr/>
          <p:nvPr/>
        </p:nvSpPr>
        <p:spPr>
          <a:xfrm rot="10800000">
            <a:off x="8157613" y="375280"/>
            <a:ext cx="149323" cy="153077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8" name="Google Shape;128;p11"/>
          <p:cNvSpPr/>
          <p:nvPr/>
        </p:nvSpPr>
        <p:spPr>
          <a:xfrm rot="10800000">
            <a:off x="914393" y="877256"/>
            <a:ext cx="166898" cy="154550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29" name="Google Shape;129;p11"/>
          <p:cNvSpPr/>
          <p:nvPr/>
        </p:nvSpPr>
        <p:spPr>
          <a:xfrm rot="10800000">
            <a:off x="8390326" y="1291952"/>
            <a:ext cx="124497" cy="117746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0" name="Google Shape;130;p11"/>
          <p:cNvSpPr/>
          <p:nvPr/>
        </p:nvSpPr>
        <p:spPr>
          <a:xfrm rot="10800000">
            <a:off x="633075" y="304782"/>
            <a:ext cx="310949" cy="294077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933462" y="-174625"/>
            <a:ext cx="644889" cy="582066"/>
          </a:xfrm>
          <a:custGeom>
            <a:avLst/>
            <a:gdLst/>
            <a:ahLst/>
            <a:cxnLst/>
            <a:rect l="l" t="t" r="r" b="b"/>
            <a:pathLst>
              <a:path w="10183" h="9191" extrusionOk="0">
                <a:moveTo>
                  <a:pt x="4929" y="1"/>
                </a:moveTo>
                <a:cubicBezTo>
                  <a:pt x="4095" y="1"/>
                  <a:pt x="3276" y="359"/>
                  <a:pt x="2432" y="953"/>
                </a:cubicBezTo>
                <a:cubicBezTo>
                  <a:pt x="0" y="2655"/>
                  <a:pt x="3800" y="9190"/>
                  <a:pt x="3800" y="9190"/>
                </a:cubicBezTo>
                <a:lnTo>
                  <a:pt x="5411" y="8369"/>
                </a:lnTo>
                <a:cubicBezTo>
                  <a:pt x="5411" y="8369"/>
                  <a:pt x="1672" y="3658"/>
                  <a:pt x="4043" y="2260"/>
                </a:cubicBezTo>
                <a:cubicBezTo>
                  <a:pt x="4347" y="2077"/>
                  <a:pt x="4649" y="1997"/>
                  <a:pt x="4945" y="1997"/>
                </a:cubicBezTo>
                <a:cubicBezTo>
                  <a:pt x="6960" y="1997"/>
                  <a:pt x="8694" y="5695"/>
                  <a:pt x="8694" y="5695"/>
                </a:cubicBezTo>
                <a:lnTo>
                  <a:pt x="10183" y="4813"/>
                </a:lnTo>
                <a:cubicBezTo>
                  <a:pt x="8185" y="1317"/>
                  <a:pt x="6529" y="1"/>
                  <a:pt x="49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2" name="Google Shape;132;p11"/>
          <p:cNvSpPr/>
          <p:nvPr/>
        </p:nvSpPr>
        <p:spPr>
          <a:xfrm>
            <a:off x="757574" y="-277155"/>
            <a:ext cx="1951620" cy="2124995"/>
          </a:xfrm>
          <a:custGeom>
            <a:avLst/>
            <a:gdLst/>
            <a:ahLst/>
            <a:cxnLst/>
            <a:rect l="l" t="t" r="r" b="b"/>
            <a:pathLst>
              <a:path w="9024" h="9826" extrusionOk="0">
                <a:moveTo>
                  <a:pt x="8095" y="1"/>
                </a:moveTo>
                <a:cubicBezTo>
                  <a:pt x="8035" y="1"/>
                  <a:pt x="7971" y="7"/>
                  <a:pt x="7904" y="20"/>
                </a:cubicBezTo>
                <a:cubicBezTo>
                  <a:pt x="6992" y="202"/>
                  <a:pt x="6080" y="780"/>
                  <a:pt x="5350" y="1296"/>
                </a:cubicBezTo>
                <a:cubicBezTo>
                  <a:pt x="4986" y="1540"/>
                  <a:pt x="4621" y="1844"/>
                  <a:pt x="4378" y="2239"/>
                </a:cubicBezTo>
                <a:cubicBezTo>
                  <a:pt x="3861" y="3090"/>
                  <a:pt x="4043" y="4245"/>
                  <a:pt x="3466" y="5035"/>
                </a:cubicBezTo>
                <a:cubicBezTo>
                  <a:pt x="3131" y="5491"/>
                  <a:pt x="2645" y="5765"/>
                  <a:pt x="2159" y="6038"/>
                </a:cubicBezTo>
                <a:cubicBezTo>
                  <a:pt x="1612" y="6342"/>
                  <a:pt x="1065" y="6677"/>
                  <a:pt x="669" y="7132"/>
                </a:cubicBezTo>
                <a:cubicBezTo>
                  <a:pt x="244" y="7588"/>
                  <a:pt x="1" y="8227"/>
                  <a:pt x="153" y="8835"/>
                </a:cubicBezTo>
                <a:cubicBezTo>
                  <a:pt x="262" y="9355"/>
                  <a:pt x="766" y="9825"/>
                  <a:pt x="1309" y="9825"/>
                </a:cubicBezTo>
                <a:cubicBezTo>
                  <a:pt x="1369" y="9825"/>
                  <a:pt x="1429" y="9819"/>
                  <a:pt x="1490" y="9807"/>
                </a:cubicBezTo>
                <a:cubicBezTo>
                  <a:pt x="2037" y="9686"/>
                  <a:pt x="2372" y="9169"/>
                  <a:pt x="2584" y="8683"/>
                </a:cubicBezTo>
                <a:cubicBezTo>
                  <a:pt x="2827" y="8166"/>
                  <a:pt x="2979" y="7619"/>
                  <a:pt x="3375" y="7254"/>
                </a:cubicBezTo>
                <a:cubicBezTo>
                  <a:pt x="3831" y="6859"/>
                  <a:pt x="4499" y="6707"/>
                  <a:pt x="4864" y="6251"/>
                </a:cubicBezTo>
                <a:cubicBezTo>
                  <a:pt x="5350" y="5643"/>
                  <a:pt x="5138" y="4731"/>
                  <a:pt x="5442" y="4032"/>
                </a:cubicBezTo>
                <a:cubicBezTo>
                  <a:pt x="5715" y="3424"/>
                  <a:pt x="6323" y="3029"/>
                  <a:pt x="6931" y="2725"/>
                </a:cubicBezTo>
                <a:cubicBezTo>
                  <a:pt x="7539" y="2421"/>
                  <a:pt x="8177" y="2117"/>
                  <a:pt x="8572" y="1600"/>
                </a:cubicBezTo>
                <a:cubicBezTo>
                  <a:pt x="9024" y="1036"/>
                  <a:pt x="8873" y="1"/>
                  <a:pt x="80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3" name="Google Shape;133;p11"/>
          <p:cNvSpPr/>
          <p:nvPr/>
        </p:nvSpPr>
        <p:spPr>
          <a:xfrm>
            <a:off x="2363097" y="232764"/>
            <a:ext cx="647208" cy="438107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4" name="Google Shape;134;p11"/>
          <p:cNvSpPr/>
          <p:nvPr/>
        </p:nvSpPr>
        <p:spPr>
          <a:xfrm flipH="1">
            <a:off x="6580126" y="4228650"/>
            <a:ext cx="1175100" cy="1106972"/>
          </a:xfrm>
          <a:custGeom>
            <a:avLst/>
            <a:gdLst/>
            <a:ahLst/>
            <a:cxnLst/>
            <a:rect l="l" t="t" r="r" b="b"/>
            <a:pathLst>
              <a:path w="23889" h="22504" extrusionOk="0">
                <a:moveTo>
                  <a:pt x="15859" y="0"/>
                </a:moveTo>
                <a:cubicBezTo>
                  <a:pt x="12558" y="0"/>
                  <a:pt x="7921" y="1707"/>
                  <a:pt x="5046" y="2922"/>
                </a:cubicBezTo>
                <a:cubicBezTo>
                  <a:pt x="2219" y="4107"/>
                  <a:pt x="244" y="6812"/>
                  <a:pt x="122" y="9913"/>
                </a:cubicBezTo>
                <a:cubicBezTo>
                  <a:pt x="122" y="9943"/>
                  <a:pt x="122" y="10004"/>
                  <a:pt x="122" y="10034"/>
                </a:cubicBezTo>
                <a:cubicBezTo>
                  <a:pt x="1" y="14472"/>
                  <a:pt x="365" y="22101"/>
                  <a:pt x="13132" y="22496"/>
                </a:cubicBezTo>
                <a:cubicBezTo>
                  <a:pt x="13282" y="22501"/>
                  <a:pt x="13430" y="22503"/>
                  <a:pt x="13576" y="22503"/>
                </a:cubicBezTo>
                <a:cubicBezTo>
                  <a:pt x="23449" y="22503"/>
                  <a:pt x="23889" y="12499"/>
                  <a:pt x="23679" y="8606"/>
                </a:cubicBezTo>
                <a:cubicBezTo>
                  <a:pt x="23648" y="7572"/>
                  <a:pt x="23375" y="6569"/>
                  <a:pt x="22919" y="5627"/>
                </a:cubicBezTo>
                <a:cubicBezTo>
                  <a:pt x="21916" y="3560"/>
                  <a:pt x="19667" y="95"/>
                  <a:pt x="16110" y="4"/>
                </a:cubicBezTo>
                <a:cubicBezTo>
                  <a:pt x="16028" y="1"/>
                  <a:pt x="15944" y="0"/>
                  <a:pt x="158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35" name="Google Shape;135;p11"/>
          <p:cNvSpPr/>
          <p:nvPr/>
        </p:nvSpPr>
        <p:spPr>
          <a:xfrm flipH="1">
            <a:off x="7298753" y="3940329"/>
            <a:ext cx="1008172" cy="842239"/>
          </a:xfrm>
          <a:custGeom>
            <a:avLst/>
            <a:gdLst/>
            <a:ahLst/>
            <a:cxnLst/>
            <a:rect l="l" t="t" r="r" b="b"/>
            <a:pathLst>
              <a:path w="31035" h="25927" extrusionOk="0">
                <a:moveTo>
                  <a:pt x="15989" y="1"/>
                </a:moveTo>
                <a:lnTo>
                  <a:pt x="14895" y="17995"/>
                </a:lnTo>
                <a:cubicBezTo>
                  <a:pt x="14895" y="17995"/>
                  <a:pt x="11004" y="4165"/>
                  <a:pt x="11399" y="1"/>
                </a:cubicBezTo>
                <a:lnTo>
                  <a:pt x="11399" y="1"/>
                </a:lnTo>
                <a:lnTo>
                  <a:pt x="7205" y="913"/>
                </a:lnTo>
                <a:lnTo>
                  <a:pt x="9302" y="17600"/>
                </a:lnTo>
                <a:cubicBezTo>
                  <a:pt x="9302" y="17600"/>
                  <a:pt x="4651" y="10548"/>
                  <a:pt x="4104" y="2007"/>
                </a:cubicBezTo>
                <a:lnTo>
                  <a:pt x="1" y="2767"/>
                </a:lnTo>
                <a:cubicBezTo>
                  <a:pt x="1" y="2767"/>
                  <a:pt x="1588" y="25927"/>
                  <a:pt x="13578" y="25927"/>
                </a:cubicBezTo>
                <a:cubicBezTo>
                  <a:pt x="14004" y="25927"/>
                  <a:pt x="14443" y="25897"/>
                  <a:pt x="14895" y="25837"/>
                </a:cubicBezTo>
                <a:cubicBezTo>
                  <a:pt x="28087" y="24044"/>
                  <a:pt x="31035" y="2007"/>
                  <a:pt x="31035" y="2007"/>
                </a:cubicBezTo>
                <a:lnTo>
                  <a:pt x="27235" y="1369"/>
                </a:lnTo>
                <a:cubicBezTo>
                  <a:pt x="27235" y="1369"/>
                  <a:pt x="24834" y="17296"/>
                  <a:pt x="19333" y="19089"/>
                </a:cubicBezTo>
                <a:lnTo>
                  <a:pt x="2103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>
            <a:spLocks noGrp="1"/>
          </p:cNvSpPr>
          <p:nvPr>
            <p:ph type="subTitle" idx="1"/>
          </p:nvPr>
        </p:nvSpPr>
        <p:spPr>
          <a:xfrm>
            <a:off x="1355950" y="2256594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39" name="Google Shape;139;p13"/>
          <p:cNvSpPr txBox="1">
            <a:spLocks noGrp="1"/>
          </p:cNvSpPr>
          <p:nvPr>
            <p:ph type="subTitle" idx="2"/>
          </p:nvPr>
        </p:nvSpPr>
        <p:spPr>
          <a:xfrm>
            <a:off x="3726738" y="2256594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40" name="Google Shape;140;p13"/>
          <p:cNvSpPr txBox="1">
            <a:spLocks noGrp="1"/>
          </p:cNvSpPr>
          <p:nvPr>
            <p:ph type="subTitle" idx="3"/>
          </p:nvPr>
        </p:nvSpPr>
        <p:spPr>
          <a:xfrm>
            <a:off x="6097544" y="2256594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41" name="Google Shape;141;p13"/>
          <p:cNvSpPr txBox="1">
            <a:spLocks noGrp="1"/>
          </p:cNvSpPr>
          <p:nvPr>
            <p:ph type="subTitle" idx="4"/>
          </p:nvPr>
        </p:nvSpPr>
        <p:spPr>
          <a:xfrm>
            <a:off x="1355938" y="261999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5"/>
          </p:nvPr>
        </p:nvSpPr>
        <p:spPr>
          <a:xfrm>
            <a:off x="3726738" y="261999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6"/>
          </p:nvPr>
        </p:nvSpPr>
        <p:spPr>
          <a:xfrm>
            <a:off x="6097544" y="261999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13"/>
          <p:cNvSpPr/>
          <p:nvPr/>
        </p:nvSpPr>
        <p:spPr>
          <a:xfrm>
            <a:off x="7691389" y="-428605"/>
            <a:ext cx="1917568" cy="1804873"/>
          </a:xfrm>
          <a:custGeom>
            <a:avLst/>
            <a:gdLst/>
            <a:ahLst/>
            <a:cxnLst/>
            <a:rect l="l" t="t" r="r" b="b"/>
            <a:pathLst>
              <a:path w="33827" h="31839" extrusionOk="0">
                <a:moveTo>
                  <a:pt x="22462" y="0"/>
                </a:moveTo>
                <a:cubicBezTo>
                  <a:pt x="17798" y="0"/>
                  <a:pt x="11240" y="2417"/>
                  <a:pt x="7174" y="4139"/>
                </a:cubicBezTo>
                <a:cubicBezTo>
                  <a:pt x="3131" y="5841"/>
                  <a:pt x="365" y="9640"/>
                  <a:pt x="183" y="14017"/>
                </a:cubicBezTo>
                <a:cubicBezTo>
                  <a:pt x="183" y="14078"/>
                  <a:pt x="183" y="14139"/>
                  <a:pt x="183" y="14200"/>
                </a:cubicBezTo>
                <a:cubicBezTo>
                  <a:pt x="1" y="20491"/>
                  <a:pt x="548" y="31282"/>
                  <a:pt x="18603" y="31829"/>
                </a:cubicBezTo>
                <a:cubicBezTo>
                  <a:pt x="18813" y="31835"/>
                  <a:pt x="19020" y="31838"/>
                  <a:pt x="19224" y="31838"/>
                </a:cubicBezTo>
                <a:cubicBezTo>
                  <a:pt x="33181" y="31838"/>
                  <a:pt x="33827" y="17676"/>
                  <a:pt x="33527" y="12193"/>
                </a:cubicBezTo>
                <a:cubicBezTo>
                  <a:pt x="33466" y="10734"/>
                  <a:pt x="33102" y="9275"/>
                  <a:pt x="32433" y="7938"/>
                </a:cubicBezTo>
                <a:cubicBezTo>
                  <a:pt x="31004" y="5050"/>
                  <a:pt x="27843" y="126"/>
                  <a:pt x="22797" y="5"/>
                </a:cubicBezTo>
                <a:cubicBezTo>
                  <a:pt x="22687" y="2"/>
                  <a:pt x="22575" y="0"/>
                  <a:pt x="22462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7304988" y="70851"/>
            <a:ext cx="701224" cy="660296"/>
          </a:xfrm>
          <a:custGeom>
            <a:avLst/>
            <a:gdLst/>
            <a:ahLst/>
            <a:cxnLst/>
            <a:rect l="l" t="t" r="r" b="b"/>
            <a:pathLst>
              <a:path w="12370" h="11648" extrusionOk="0">
                <a:moveTo>
                  <a:pt x="8194" y="0"/>
                </a:moveTo>
                <a:cubicBezTo>
                  <a:pt x="6499" y="0"/>
                  <a:pt x="4116" y="874"/>
                  <a:pt x="2644" y="1492"/>
                </a:cubicBezTo>
                <a:cubicBezTo>
                  <a:pt x="1155" y="2131"/>
                  <a:pt x="152" y="3529"/>
                  <a:pt x="91" y="5140"/>
                </a:cubicBezTo>
                <a:cubicBezTo>
                  <a:pt x="91" y="5140"/>
                  <a:pt x="91" y="5170"/>
                  <a:pt x="91" y="5201"/>
                </a:cubicBezTo>
                <a:cubicBezTo>
                  <a:pt x="0" y="7480"/>
                  <a:pt x="213" y="11432"/>
                  <a:pt x="6809" y="11645"/>
                </a:cubicBezTo>
                <a:cubicBezTo>
                  <a:pt x="6884" y="11647"/>
                  <a:pt x="6959" y="11648"/>
                  <a:pt x="7032" y="11648"/>
                </a:cubicBezTo>
                <a:cubicBezTo>
                  <a:pt x="12164" y="11648"/>
                  <a:pt x="12370" y="6479"/>
                  <a:pt x="12280" y="4471"/>
                </a:cubicBezTo>
                <a:cubicBezTo>
                  <a:pt x="12250" y="3924"/>
                  <a:pt x="12128" y="3407"/>
                  <a:pt x="11885" y="2921"/>
                </a:cubicBezTo>
                <a:cubicBezTo>
                  <a:pt x="11368" y="1827"/>
                  <a:pt x="10213" y="33"/>
                  <a:pt x="8359" y="3"/>
                </a:cubicBezTo>
                <a:cubicBezTo>
                  <a:pt x="8305" y="1"/>
                  <a:pt x="8249" y="0"/>
                  <a:pt x="8194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6" name="Google Shape;146;p13"/>
          <p:cNvSpPr/>
          <p:nvPr/>
        </p:nvSpPr>
        <p:spPr>
          <a:xfrm rot="-1210916" flipH="1">
            <a:off x="8343708" y="676784"/>
            <a:ext cx="1199292" cy="938527"/>
          </a:xfrm>
          <a:custGeom>
            <a:avLst/>
            <a:gdLst/>
            <a:ahLst/>
            <a:cxnLst/>
            <a:rect l="l" t="t" r="r" b="b"/>
            <a:pathLst>
              <a:path w="21156" h="16556" extrusionOk="0">
                <a:moveTo>
                  <a:pt x="10700" y="1"/>
                </a:moveTo>
                <a:cubicBezTo>
                  <a:pt x="10700" y="1"/>
                  <a:pt x="0" y="8846"/>
                  <a:pt x="5107" y="14256"/>
                </a:cubicBezTo>
                <a:cubicBezTo>
                  <a:pt x="6715" y="15970"/>
                  <a:pt x="8914" y="16555"/>
                  <a:pt x="11169" y="16555"/>
                </a:cubicBezTo>
                <a:cubicBezTo>
                  <a:pt x="16033" y="16555"/>
                  <a:pt x="21156" y="13831"/>
                  <a:pt x="21156" y="13831"/>
                </a:cubicBezTo>
                <a:lnTo>
                  <a:pt x="20183" y="11916"/>
                </a:lnTo>
                <a:cubicBezTo>
                  <a:pt x="20183" y="11916"/>
                  <a:pt x="14943" y="14586"/>
                  <a:pt x="11576" y="14586"/>
                </a:cubicBezTo>
                <a:cubicBezTo>
                  <a:pt x="10785" y="14586"/>
                  <a:pt x="10097" y="14438"/>
                  <a:pt x="9605" y="14074"/>
                </a:cubicBezTo>
                <a:lnTo>
                  <a:pt x="18815" y="8633"/>
                </a:lnTo>
                <a:lnTo>
                  <a:pt x="17174" y="6353"/>
                </a:lnTo>
                <a:lnTo>
                  <a:pt x="8663" y="11703"/>
                </a:lnTo>
                <a:cubicBezTo>
                  <a:pt x="8663" y="11703"/>
                  <a:pt x="13648" y="5472"/>
                  <a:pt x="15685" y="4287"/>
                </a:cubicBezTo>
                <a:lnTo>
                  <a:pt x="13891" y="2676"/>
                </a:lnTo>
                <a:lnTo>
                  <a:pt x="7022" y="9059"/>
                </a:lnTo>
                <a:cubicBezTo>
                  <a:pt x="7022" y="9059"/>
                  <a:pt x="8694" y="4651"/>
                  <a:pt x="12402" y="1612"/>
                </a:cubicBezTo>
                <a:lnTo>
                  <a:pt x="10700" y="1"/>
                </a:ln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7" name="Google Shape;147;p13"/>
          <p:cNvSpPr/>
          <p:nvPr/>
        </p:nvSpPr>
        <p:spPr>
          <a:xfrm rot="332329">
            <a:off x="650606" y="4124267"/>
            <a:ext cx="2201392" cy="1203391"/>
          </a:xfrm>
          <a:custGeom>
            <a:avLst/>
            <a:gdLst/>
            <a:ahLst/>
            <a:cxnLst/>
            <a:rect l="l" t="t" r="r" b="b"/>
            <a:pathLst>
              <a:path w="35048" h="19159" extrusionOk="0">
                <a:moveTo>
                  <a:pt x="26572" y="1"/>
                </a:moveTo>
                <a:cubicBezTo>
                  <a:pt x="19845" y="1"/>
                  <a:pt x="17630" y="9827"/>
                  <a:pt x="17630" y="9827"/>
                </a:cubicBezTo>
                <a:cubicBezTo>
                  <a:pt x="15168" y="4008"/>
                  <a:pt x="12747" y="3479"/>
                  <a:pt x="11948" y="3479"/>
                </a:cubicBezTo>
                <a:cubicBezTo>
                  <a:pt x="11770" y="3479"/>
                  <a:pt x="11673" y="3505"/>
                  <a:pt x="11673" y="3505"/>
                </a:cubicBezTo>
                <a:cubicBezTo>
                  <a:pt x="1" y="5633"/>
                  <a:pt x="3071" y="19159"/>
                  <a:pt x="3071" y="19159"/>
                </a:cubicBezTo>
                <a:lnTo>
                  <a:pt x="33892" y="17548"/>
                </a:lnTo>
                <a:cubicBezTo>
                  <a:pt x="33892" y="17548"/>
                  <a:pt x="35047" y="1073"/>
                  <a:pt x="27570" y="70"/>
                </a:cubicBezTo>
                <a:cubicBezTo>
                  <a:pt x="27227" y="23"/>
                  <a:pt x="26894" y="1"/>
                  <a:pt x="265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8" name="Google Shape;148;p13"/>
          <p:cNvSpPr/>
          <p:nvPr/>
        </p:nvSpPr>
        <p:spPr>
          <a:xfrm>
            <a:off x="110303" y="150903"/>
            <a:ext cx="854293" cy="790800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49" name="Google Shape;149;p13"/>
          <p:cNvSpPr/>
          <p:nvPr/>
        </p:nvSpPr>
        <p:spPr>
          <a:xfrm rot="10800000">
            <a:off x="461616" y="-34804"/>
            <a:ext cx="1210581" cy="871604"/>
          </a:xfrm>
          <a:custGeom>
            <a:avLst/>
            <a:gdLst/>
            <a:ahLst/>
            <a:cxnLst/>
            <a:rect l="l" t="t" r="r" b="b"/>
            <a:pathLst>
              <a:path w="27736" h="25389" extrusionOk="0">
                <a:moveTo>
                  <a:pt x="13409" y="1"/>
                </a:moveTo>
                <a:cubicBezTo>
                  <a:pt x="0" y="1"/>
                  <a:pt x="3755" y="25389"/>
                  <a:pt x="3755" y="25389"/>
                </a:cubicBezTo>
                <a:lnTo>
                  <a:pt x="25184" y="25389"/>
                </a:lnTo>
                <a:cubicBezTo>
                  <a:pt x="25184" y="25389"/>
                  <a:pt x="27737" y="525"/>
                  <a:pt x="13816" y="9"/>
                </a:cubicBezTo>
                <a:cubicBezTo>
                  <a:pt x="13678" y="3"/>
                  <a:pt x="13543" y="1"/>
                  <a:pt x="1340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0" name="Google Shape;150;p13"/>
          <p:cNvSpPr/>
          <p:nvPr/>
        </p:nvSpPr>
        <p:spPr>
          <a:xfrm rot="10800000">
            <a:off x="302567" y="540006"/>
            <a:ext cx="834868" cy="696470"/>
          </a:xfrm>
          <a:custGeom>
            <a:avLst/>
            <a:gdLst/>
            <a:ahLst/>
            <a:cxnLst/>
            <a:rect l="l" t="t" r="r" b="b"/>
            <a:pathLst>
              <a:path w="19454" h="16229" extrusionOk="0">
                <a:moveTo>
                  <a:pt x="10031" y="1"/>
                </a:moveTo>
                <a:lnTo>
                  <a:pt x="9332" y="11278"/>
                </a:lnTo>
                <a:cubicBezTo>
                  <a:pt x="9332" y="11278"/>
                  <a:pt x="6900" y="2645"/>
                  <a:pt x="7143" y="1"/>
                </a:cubicBezTo>
                <a:lnTo>
                  <a:pt x="7143" y="1"/>
                </a:lnTo>
                <a:lnTo>
                  <a:pt x="4529" y="609"/>
                </a:lnTo>
                <a:lnTo>
                  <a:pt x="5836" y="11035"/>
                </a:lnTo>
                <a:cubicBezTo>
                  <a:pt x="5836" y="11035"/>
                  <a:pt x="2918" y="6627"/>
                  <a:pt x="2584" y="1278"/>
                </a:cubicBezTo>
                <a:lnTo>
                  <a:pt x="0" y="1764"/>
                </a:lnTo>
                <a:cubicBezTo>
                  <a:pt x="0" y="1764"/>
                  <a:pt x="1019" y="16230"/>
                  <a:pt x="8494" y="16230"/>
                </a:cubicBezTo>
                <a:cubicBezTo>
                  <a:pt x="8765" y="16230"/>
                  <a:pt x="9044" y="16211"/>
                  <a:pt x="9332" y="16171"/>
                </a:cubicBezTo>
                <a:cubicBezTo>
                  <a:pt x="17599" y="15077"/>
                  <a:pt x="19454" y="1278"/>
                  <a:pt x="19454" y="1278"/>
                </a:cubicBezTo>
                <a:lnTo>
                  <a:pt x="17052" y="882"/>
                </a:lnTo>
                <a:cubicBezTo>
                  <a:pt x="17052" y="882"/>
                  <a:pt x="15563" y="10852"/>
                  <a:pt x="12098" y="11977"/>
                </a:cubicBezTo>
                <a:lnTo>
                  <a:pt x="1319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1" name="Google Shape;151;p13"/>
          <p:cNvSpPr/>
          <p:nvPr/>
        </p:nvSpPr>
        <p:spPr>
          <a:xfrm rot="10800000">
            <a:off x="1269926" y="150912"/>
            <a:ext cx="530124" cy="510109"/>
          </a:xfrm>
          <a:custGeom>
            <a:avLst/>
            <a:gdLst/>
            <a:ahLst/>
            <a:cxnLst/>
            <a:rect l="l" t="t" r="r" b="b"/>
            <a:pathLst>
              <a:path w="15442" h="14859" extrusionOk="0">
                <a:moveTo>
                  <a:pt x="5271" y="1"/>
                </a:moveTo>
                <a:cubicBezTo>
                  <a:pt x="4355" y="1"/>
                  <a:pt x="3509" y="328"/>
                  <a:pt x="2858" y="1179"/>
                </a:cubicBezTo>
                <a:cubicBezTo>
                  <a:pt x="2858" y="1179"/>
                  <a:pt x="0" y="6681"/>
                  <a:pt x="4712" y="10936"/>
                </a:cubicBezTo>
                <a:cubicBezTo>
                  <a:pt x="8371" y="14263"/>
                  <a:pt x="10582" y="14859"/>
                  <a:pt x="11546" y="14859"/>
                </a:cubicBezTo>
                <a:cubicBezTo>
                  <a:pt x="11816" y="14859"/>
                  <a:pt x="11988" y="14812"/>
                  <a:pt x="12067" y="14766"/>
                </a:cubicBezTo>
                <a:cubicBezTo>
                  <a:pt x="12432" y="14553"/>
                  <a:pt x="15441" y="11088"/>
                  <a:pt x="15350" y="9903"/>
                </a:cubicBezTo>
                <a:cubicBezTo>
                  <a:pt x="15289" y="8748"/>
                  <a:pt x="12584" y="4036"/>
                  <a:pt x="12037" y="3519"/>
                </a:cubicBezTo>
                <a:cubicBezTo>
                  <a:pt x="11623" y="3152"/>
                  <a:pt x="8113" y="1"/>
                  <a:pt x="5271" y="1"/>
                </a:cubicBez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6514300" y="4026600"/>
            <a:ext cx="597225" cy="562600"/>
          </a:xfrm>
          <a:custGeom>
            <a:avLst/>
            <a:gdLst/>
            <a:ahLst/>
            <a:cxnLst/>
            <a:rect l="l" t="t" r="r" b="b"/>
            <a:pathLst>
              <a:path w="23889" h="22504" extrusionOk="0">
                <a:moveTo>
                  <a:pt x="15859" y="0"/>
                </a:moveTo>
                <a:cubicBezTo>
                  <a:pt x="12558" y="0"/>
                  <a:pt x="7921" y="1707"/>
                  <a:pt x="5046" y="2922"/>
                </a:cubicBezTo>
                <a:cubicBezTo>
                  <a:pt x="2219" y="4107"/>
                  <a:pt x="244" y="6812"/>
                  <a:pt x="122" y="9913"/>
                </a:cubicBezTo>
                <a:cubicBezTo>
                  <a:pt x="122" y="9943"/>
                  <a:pt x="122" y="10004"/>
                  <a:pt x="122" y="10034"/>
                </a:cubicBezTo>
                <a:cubicBezTo>
                  <a:pt x="1" y="14472"/>
                  <a:pt x="365" y="22101"/>
                  <a:pt x="13132" y="22496"/>
                </a:cubicBezTo>
                <a:cubicBezTo>
                  <a:pt x="13282" y="22501"/>
                  <a:pt x="13430" y="22503"/>
                  <a:pt x="13576" y="22503"/>
                </a:cubicBezTo>
                <a:cubicBezTo>
                  <a:pt x="23449" y="22503"/>
                  <a:pt x="23889" y="12499"/>
                  <a:pt x="23679" y="8606"/>
                </a:cubicBezTo>
                <a:cubicBezTo>
                  <a:pt x="23648" y="7572"/>
                  <a:pt x="23375" y="6569"/>
                  <a:pt x="22919" y="5627"/>
                </a:cubicBezTo>
                <a:cubicBezTo>
                  <a:pt x="21916" y="3560"/>
                  <a:pt x="19667" y="95"/>
                  <a:pt x="16110" y="4"/>
                </a:cubicBezTo>
                <a:cubicBezTo>
                  <a:pt x="16028" y="1"/>
                  <a:pt x="15944" y="0"/>
                  <a:pt x="15859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6843325" y="4291875"/>
            <a:ext cx="775875" cy="648175"/>
          </a:xfrm>
          <a:custGeom>
            <a:avLst/>
            <a:gdLst/>
            <a:ahLst/>
            <a:cxnLst/>
            <a:rect l="l" t="t" r="r" b="b"/>
            <a:pathLst>
              <a:path w="31035" h="25927" extrusionOk="0">
                <a:moveTo>
                  <a:pt x="15989" y="1"/>
                </a:moveTo>
                <a:lnTo>
                  <a:pt x="14895" y="17995"/>
                </a:lnTo>
                <a:cubicBezTo>
                  <a:pt x="14895" y="17995"/>
                  <a:pt x="11004" y="4165"/>
                  <a:pt x="11399" y="1"/>
                </a:cubicBezTo>
                <a:lnTo>
                  <a:pt x="11399" y="1"/>
                </a:lnTo>
                <a:lnTo>
                  <a:pt x="7205" y="913"/>
                </a:lnTo>
                <a:lnTo>
                  <a:pt x="9302" y="17600"/>
                </a:lnTo>
                <a:cubicBezTo>
                  <a:pt x="9302" y="17600"/>
                  <a:pt x="4651" y="10548"/>
                  <a:pt x="4104" y="2007"/>
                </a:cubicBezTo>
                <a:lnTo>
                  <a:pt x="1" y="2767"/>
                </a:lnTo>
                <a:cubicBezTo>
                  <a:pt x="1" y="2767"/>
                  <a:pt x="1588" y="25927"/>
                  <a:pt x="13578" y="25927"/>
                </a:cubicBezTo>
                <a:cubicBezTo>
                  <a:pt x="14004" y="25927"/>
                  <a:pt x="14443" y="25897"/>
                  <a:pt x="14895" y="25837"/>
                </a:cubicBezTo>
                <a:cubicBezTo>
                  <a:pt x="28087" y="24044"/>
                  <a:pt x="31035" y="2007"/>
                  <a:pt x="31035" y="2007"/>
                </a:cubicBezTo>
                <a:lnTo>
                  <a:pt x="27235" y="1369"/>
                </a:lnTo>
                <a:cubicBezTo>
                  <a:pt x="27235" y="1369"/>
                  <a:pt x="24834" y="17296"/>
                  <a:pt x="19333" y="19089"/>
                </a:cubicBezTo>
                <a:lnTo>
                  <a:pt x="2103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4" name="Google Shape;154;p13"/>
          <p:cNvSpPr/>
          <p:nvPr/>
        </p:nvSpPr>
        <p:spPr>
          <a:xfrm>
            <a:off x="597675" y="2256600"/>
            <a:ext cx="170290" cy="153544"/>
          </a:xfrm>
          <a:custGeom>
            <a:avLst/>
            <a:gdLst/>
            <a:ahLst/>
            <a:cxnLst/>
            <a:rect l="l" t="t" r="r" b="b"/>
            <a:pathLst>
              <a:path w="2949" h="2659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6"/>
                  <a:pt x="0" y="1562"/>
                  <a:pt x="274" y="1987"/>
                </a:cubicBezTo>
                <a:cubicBezTo>
                  <a:pt x="532" y="2418"/>
                  <a:pt x="1034" y="2659"/>
                  <a:pt x="1550" y="2659"/>
                </a:cubicBezTo>
                <a:cubicBezTo>
                  <a:pt x="1581" y="2659"/>
                  <a:pt x="1611" y="2658"/>
                  <a:pt x="1642" y="2656"/>
                </a:cubicBezTo>
                <a:cubicBezTo>
                  <a:pt x="2128" y="2656"/>
                  <a:pt x="2706" y="2413"/>
                  <a:pt x="2858" y="1896"/>
                </a:cubicBezTo>
                <a:cubicBezTo>
                  <a:pt x="2949" y="1562"/>
                  <a:pt x="2827" y="1167"/>
                  <a:pt x="2584" y="863"/>
                </a:cubicBezTo>
                <a:cubicBezTo>
                  <a:pt x="2273" y="432"/>
                  <a:pt x="1584" y="1"/>
                  <a:pt x="979" y="1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5" name="Google Shape;155;p13"/>
          <p:cNvSpPr/>
          <p:nvPr/>
        </p:nvSpPr>
        <p:spPr>
          <a:xfrm>
            <a:off x="3726745" y="4340203"/>
            <a:ext cx="170302" cy="170709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6" name="Google Shape;156;p13"/>
          <p:cNvSpPr/>
          <p:nvPr/>
        </p:nvSpPr>
        <p:spPr>
          <a:xfrm>
            <a:off x="8338845" y="3044803"/>
            <a:ext cx="170302" cy="170709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57" name="Google Shape;157;p13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</p:spTree>
  </p:cSld>
  <p:clrMapOvr>
    <a:masterClrMapping/>
  </p:clrMapOvr>
  <p:transition/>
  <p:hf sldNum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7164091" y="-173116"/>
            <a:ext cx="1301199" cy="1223430"/>
          </a:xfrm>
          <a:custGeom>
            <a:avLst/>
            <a:gdLst/>
            <a:ahLst/>
            <a:cxnLst/>
            <a:rect l="l" t="t" r="r" b="b"/>
            <a:pathLst>
              <a:path w="13585" h="12774" extrusionOk="0">
                <a:moveTo>
                  <a:pt x="8983" y="0"/>
                </a:moveTo>
                <a:cubicBezTo>
                  <a:pt x="7106" y="0"/>
                  <a:pt x="4480" y="966"/>
                  <a:pt x="2857" y="1644"/>
                </a:cubicBezTo>
                <a:cubicBezTo>
                  <a:pt x="1246" y="2343"/>
                  <a:pt x="122" y="3863"/>
                  <a:pt x="61" y="5626"/>
                </a:cubicBezTo>
                <a:cubicBezTo>
                  <a:pt x="61" y="5656"/>
                  <a:pt x="61" y="5656"/>
                  <a:pt x="61" y="5687"/>
                </a:cubicBezTo>
                <a:cubicBezTo>
                  <a:pt x="0" y="8210"/>
                  <a:pt x="213" y="12556"/>
                  <a:pt x="7447" y="12769"/>
                </a:cubicBezTo>
                <a:cubicBezTo>
                  <a:pt x="7537" y="12772"/>
                  <a:pt x="7626" y="12773"/>
                  <a:pt x="7713" y="12773"/>
                </a:cubicBezTo>
                <a:cubicBezTo>
                  <a:pt x="13322" y="12773"/>
                  <a:pt x="13585" y="7081"/>
                  <a:pt x="13465" y="4897"/>
                </a:cubicBezTo>
                <a:cubicBezTo>
                  <a:pt x="13435" y="4289"/>
                  <a:pt x="13283" y="3711"/>
                  <a:pt x="13009" y="3194"/>
                </a:cubicBezTo>
                <a:cubicBezTo>
                  <a:pt x="12462" y="2009"/>
                  <a:pt x="11186" y="33"/>
                  <a:pt x="9149" y="3"/>
                </a:cubicBezTo>
                <a:cubicBezTo>
                  <a:pt x="9094" y="1"/>
                  <a:pt x="9039" y="0"/>
                  <a:pt x="898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0" name="Google Shape;160;p14"/>
          <p:cNvSpPr/>
          <p:nvPr/>
        </p:nvSpPr>
        <p:spPr>
          <a:xfrm>
            <a:off x="7289181" y="626886"/>
            <a:ext cx="1051035" cy="975085"/>
          </a:xfrm>
          <a:custGeom>
            <a:avLst/>
            <a:gdLst/>
            <a:ahLst/>
            <a:cxnLst/>
            <a:rect l="l" t="t" r="r" b="b"/>
            <a:pathLst>
              <a:path w="10974" h="10181" extrusionOk="0">
                <a:moveTo>
                  <a:pt x="5295" y="0"/>
                </a:moveTo>
                <a:cubicBezTo>
                  <a:pt x="4887" y="0"/>
                  <a:pt x="4459" y="32"/>
                  <a:pt x="4013" y="89"/>
                </a:cubicBezTo>
                <a:cubicBezTo>
                  <a:pt x="1" y="636"/>
                  <a:pt x="609" y="10181"/>
                  <a:pt x="609" y="10181"/>
                </a:cubicBezTo>
                <a:lnTo>
                  <a:pt x="3010" y="10181"/>
                </a:lnTo>
                <a:cubicBezTo>
                  <a:pt x="3010" y="10181"/>
                  <a:pt x="1429" y="2734"/>
                  <a:pt x="5138" y="2491"/>
                </a:cubicBezTo>
                <a:cubicBezTo>
                  <a:pt x="5195" y="2487"/>
                  <a:pt x="5252" y="2486"/>
                  <a:pt x="5308" y="2486"/>
                </a:cubicBezTo>
                <a:cubicBezTo>
                  <a:pt x="8869" y="2486"/>
                  <a:pt x="8633" y="9056"/>
                  <a:pt x="8633" y="9056"/>
                </a:cubicBezTo>
                <a:lnTo>
                  <a:pt x="10974" y="8904"/>
                </a:lnTo>
                <a:cubicBezTo>
                  <a:pt x="10595" y="2015"/>
                  <a:pt x="8560" y="0"/>
                  <a:pt x="52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1" name="Google Shape;161;p14"/>
          <p:cNvSpPr/>
          <p:nvPr/>
        </p:nvSpPr>
        <p:spPr>
          <a:xfrm>
            <a:off x="7225588" y="4579363"/>
            <a:ext cx="1749713" cy="842245"/>
          </a:xfrm>
          <a:custGeom>
            <a:avLst/>
            <a:gdLst/>
            <a:ahLst/>
            <a:cxnLst/>
            <a:rect l="l" t="t" r="r" b="b"/>
            <a:pathLst>
              <a:path w="18269" h="8794" extrusionOk="0">
                <a:moveTo>
                  <a:pt x="13922" y="1"/>
                </a:moveTo>
                <a:cubicBezTo>
                  <a:pt x="13922" y="1"/>
                  <a:pt x="14742" y="3800"/>
                  <a:pt x="13678" y="4773"/>
                </a:cubicBezTo>
                <a:cubicBezTo>
                  <a:pt x="12337" y="5967"/>
                  <a:pt x="9079" y="6275"/>
                  <a:pt x="6079" y="6275"/>
                </a:cubicBezTo>
                <a:cubicBezTo>
                  <a:pt x="2894" y="6275"/>
                  <a:pt x="0" y="5928"/>
                  <a:pt x="0" y="5928"/>
                </a:cubicBezTo>
                <a:lnTo>
                  <a:pt x="0" y="8329"/>
                </a:lnTo>
                <a:cubicBezTo>
                  <a:pt x="0" y="8329"/>
                  <a:pt x="3674" y="8793"/>
                  <a:pt x="7486" y="8793"/>
                </a:cubicBezTo>
                <a:cubicBezTo>
                  <a:pt x="10573" y="8793"/>
                  <a:pt x="13750" y="8489"/>
                  <a:pt x="15137" y="7387"/>
                </a:cubicBezTo>
                <a:cubicBezTo>
                  <a:pt x="18268" y="4925"/>
                  <a:pt x="16505" y="1"/>
                  <a:pt x="1650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804775" y="4343550"/>
            <a:ext cx="1175100" cy="1106972"/>
          </a:xfrm>
          <a:custGeom>
            <a:avLst/>
            <a:gdLst/>
            <a:ahLst/>
            <a:cxnLst/>
            <a:rect l="l" t="t" r="r" b="b"/>
            <a:pathLst>
              <a:path w="23889" h="22504" extrusionOk="0">
                <a:moveTo>
                  <a:pt x="15859" y="0"/>
                </a:moveTo>
                <a:cubicBezTo>
                  <a:pt x="12558" y="0"/>
                  <a:pt x="7921" y="1707"/>
                  <a:pt x="5046" y="2922"/>
                </a:cubicBezTo>
                <a:cubicBezTo>
                  <a:pt x="2219" y="4107"/>
                  <a:pt x="244" y="6812"/>
                  <a:pt x="122" y="9913"/>
                </a:cubicBezTo>
                <a:cubicBezTo>
                  <a:pt x="122" y="9943"/>
                  <a:pt x="122" y="10004"/>
                  <a:pt x="122" y="10034"/>
                </a:cubicBezTo>
                <a:cubicBezTo>
                  <a:pt x="1" y="14472"/>
                  <a:pt x="365" y="22101"/>
                  <a:pt x="13132" y="22496"/>
                </a:cubicBezTo>
                <a:cubicBezTo>
                  <a:pt x="13282" y="22501"/>
                  <a:pt x="13430" y="22503"/>
                  <a:pt x="13576" y="22503"/>
                </a:cubicBezTo>
                <a:cubicBezTo>
                  <a:pt x="23449" y="22503"/>
                  <a:pt x="23889" y="12499"/>
                  <a:pt x="23679" y="8606"/>
                </a:cubicBezTo>
                <a:cubicBezTo>
                  <a:pt x="23648" y="7572"/>
                  <a:pt x="23375" y="6569"/>
                  <a:pt x="22919" y="5627"/>
                </a:cubicBezTo>
                <a:cubicBezTo>
                  <a:pt x="21916" y="3560"/>
                  <a:pt x="19667" y="95"/>
                  <a:pt x="16110" y="4"/>
                </a:cubicBezTo>
                <a:cubicBezTo>
                  <a:pt x="16028" y="1"/>
                  <a:pt x="15944" y="0"/>
                  <a:pt x="15859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476901" y="4150479"/>
            <a:ext cx="1008172" cy="842239"/>
          </a:xfrm>
          <a:custGeom>
            <a:avLst/>
            <a:gdLst/>
            <a:ahLst/>
            <a:cxnLst/>
            <a:rect l="l" t="t" r="r" b="b"/>
            <a:pathLst>
              <a:path w="31035" h="25927" extrusionOk="0">
                <a:moveTo>
                  <a:pt x="15989" y="1"/>
                </a:moveTo>
                <a:lnTo>
                  <a:pt x="14895" y="17995"/>
                </a:lnTo>
                <a:cubicBezTo>
                  <a:pt x="14895" y="17995"/>
                  <a:pt x="11004" y="4165"/>
                  <a:pt x="11399" y="1"/>
                </a:cubicBezTo>
                <a:lnTo>
                  <a:pt x="11399" y="1"/>
                </a:lnTo>
                <a:lnTo>
                  <a:pt x="7205" y="913"/>
                </a:lnTo>
                <a:lnTo>
                  <a:pt x="9302" y="17600"/>
                </a:lnTo>
                <a:cubicBezTo>
                  <a:pt x="9302" y="17600"/>
                  <a:pt x="4651" y="10548"/>
                  <a:pt x="4104" y="2007"/>
                </a:cubicBezTo>
                <a:lnTo>
                  <a:pt x="1" y="2767"/>
                </a:lnTo>
                <a:cubicBezTo>
                  <a:pt x="1" y="2767"/>
                  <a:pt x="1588" y="25927"/>
                  <a:pt x="13578" y="25927"/>
                </a:cubicBezTo>
                <a:cubicBezTo>
                  <a:pt x="14004" y="25927"/>
                  <a:pt x="14443" y="25897"/>
                  <a:pt x="14895" y="25837"/>
                </a:cubicBezTo>
                <a:cubicBezTo>
                  <a:pt x="28087" y="24044"/>
                  <a:pt x="31035" y="2007"/>
                  <a:pt x="31035" y="2007"/>
                </a:cubicBezTo>
                <a:lnTo>
                  <a:pt x="27235" y="1369"/>
                </a:lnTo>
                <a:cubicBezTo>
                  <a:pt x="27235" y="1369"/>
                  <a:pt x="24834" y="17296"/>
                  <a:pt x="19333" y="19089"/>
                </a:cubicBezTo>
                <a:lnTo>
                  <a:pt x="2103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4" name="Google Shape;164;p14"/>
          <p:cNvSpPr/>
          <p:nvPr/>
        </p:nvSpPr>
        <p:spPr>
          <a:xfrm>
            <a:off x="8102102" y="4209557"/>
            <a:ext cx="1301230" cy="1160005"/>
          </a:xfrm>
          <a:custGeom>
            <a:avLst/>
            <a:gdLst/>
            <a:ahLst/>
            <a:cxnLst/>
            <a:rect l="l" t="t" r="r" b="b"/>
            <a:pathLst>
              <a:path w="25716" h="22925" extrusionOk="0">
                <a:moveTo>
                  <a:pt x="10777" y="3025"/>
                </a:moveTo>
                <a:cubicBezTo>
                  <a:pt x="14224" y="3025"/>
                  <a:pt x="17913" y="5838"/>
                  <a:pt x="19697" y="9064"/>
                </a:cubicBezTo>
                <a:cubicBezTo>
                  <a:pt x="21885" y="13046"/>
                  <a:pt x="19697" y="19246"/>
                  <a:pt x="17265" y="20037"/>
                </a:cubicBezTo>
                <a:cubicBezTo>
                  <a:pt x="16639" y="20238"/>
                  <a:pt x="15802" y="20391"/>
                  <a:pt x="14833" y="20391"/>
                </a:cubicBezTo>
                <a:cubicBezTo>
                  <a:pt x="11992" y="20391"/>
                  <a:pt x="8014" y="19070"/>
                  <a:pt x="4864" y="13745"/>
                </a:cubicBezTo>
                <a:cubicBezTo>
                  <a:pt x="639" y="6632"/>
                  <a:pt x="8329" y="3562"/>
                  <a:pt x="8329" y="3562"/>
                </a:cubicBezTo>
                <a:cubicBezTo>
                  <a:pt x="9110" y="3193"/>
                  <a:pt x="9936" y="3025"/>
                  <a:pt x="10777" y="3025"/>
                </a:cubicBezTo>
                <a:close/>
                <a:moveTo>
                  <a:pt x="10828" y="0"/>
                </a:moveTo>
                <a:cubicBezTo>
                  <a:pt x="10175" y="0"/>
                  <a:pt x="9494" y="78"/>
                  <a:pt x="8785" y="249"/>
                </a:cubicBezTo>
                <a:cubicBezTo>
                  <a:pt x="6049" y="918"/>
                  <a:pt x="3678" y="2681"/>
                  <a:pt x="2219" y="5082"/>
                </a:cubicBezTo>
                <a:cubicBezTo>
                  <a:pt x="912" y="7210"/>
                  <a:pt x="0" y="10340"/>
                  <a:pt x="1976" y="13897"/>
                </a:cubicBezTo>
                <a:cubicBezTo>
                  <a:pt x="4811" y="19052"/>
                  <a:pt x="8532" y="22924"/>
                  <a:pt x="13499" y="22924"/>
                </a:cubicBezTo>
                <a:cubicBezTo>
                  <a:pt x="14976" y="22924"/>
                  <a:pt x="16562" y="22582"/>
                  <a:pt x="18268" y="21830"/>
                </a:cubicBezTo>
                <a:cubicBezTo>
                  <a:pt x="25715" y="18547"/>
                  <a:pt x="20578" y="6936"/>
                  <a:pt x="20578" y="6936"/>
                </a:cubicBezTo>
                <a:cubicBezTo>
                  <a:pt x="20578" y="6936"/>
                  <a:pt x="16998" y="0"/>
                  <a:pt x="1082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5" name="Google Shape;165;p14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166" name="Google Shape;166;p14"/>
          <p:cNvSpPr/>
          <p:nvPr/>
        </p:nvSpPr>
        <p:spPr>
          <a:xfrm flipH="1">
            <a:off x="-464952" y="-428605"/>
            <a:ext cx="1917568" cy="1804873"/>
          </a:xfrm>
          <a:custGeom>
            <a:avLst/>
            <a:gdLst/>
            <a:ahLst/>
            <a:cxnLst/>
            <a:rect l="l" t="t" r="r" b="b"/>
            <a:pathLst>
              <a:path w="33827" h="31839" extrusionOk="0">
                <a:moveTo>
                  <a:pt x="22462" y="0"/>
                </a:moveTo>
                <a:cubicBezTo>
                  <a:pt x="17798" y="0"/>
                  <a:pt x="11240" y="2417"/>
                  <a:pt x="7174" y="4139"/>
                </a:cubicBezTo>
                <a:cubicBezTo>
                  <a:pt x="3131" y="5841"/>
                  <a:pt x="365" y="9640"/>
                  <a:pt x="183" y="14017"/>
                </a:cubicBezTo>
                <a:cubicBezTo>
                  <a:pt x="183" y="14078"/>
                  <a:pt x="183" y="14139"/>
                  <a:pt x="183" y="14200"/>
                </a:cubicBezTo>
                <a:cubicBezTo>
                  <a:pt x="1" y="20491"/>
                  <a:pt x="548" y="31282"/>
                  <a:pt x="18603" y="31829"/>
                </a:cubicBezTo>
                <a:cubicBezTo>
                  <a:pt x="18813" y="31835"/>
                  <a:pt x="19020" y="31838"/>
                  <a:pt x="19224" y="31838"/>
                </a:cubicBezTo>
                <a:cubicBezTo>
                  <a:pt x="33181" y="31838"/>
                  <a:pt x="33827" y="17676"/>
                  <a:pt x="33527" y="12193"/>
                </a:cubicBezTo>
                <a:cubicBezTo>
                  <a:pt x="33466" y="10734"/>
                  <a:pt x="33102" y="9275"/>
                  <a:pt x="32433" y="7938"/>
                </a:cubicBezTo>
                <a:cubicBezTo>
                  <a:pt x="31004" y="5050"/>
                  <a:pt x="27843" y="126"/>
                  <a:pt x="22797" y="5"/>
                </a:cubicBezTo>
                <a:cubicBezTo>
                  <a:pt x="22687" y="2"/>
                  <a:pt x="22575" y="0"/>
                  <a:pt x="22462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7" name="Google Shape;167;p14"/>
          <p:cNvSpPr/>
          <p:nvPr/>
        </p:nvSpPr>
        <p:spPr>
          <a:xfrm flipH="1">
            <a:off x="1137793" y="70851"/>
            <a:ext cx="701224" cy="660296"/>
          </a:xfrm>
          <a:custGeom>
            <a:avLst/>
            <a:gdLst/>
            <a:ahLst/>
            <a:cxnLst/>
            <a:rect l="l" t="t" r="r" b="b"/>
            <a:pathLst>
              <a:path w="12370" h="11648" extrusionOk="0">
                <a:moveTo>
                  <a:pt x="8194" y="0"/>
                </a:moveTo>
                <a:cubicBezTo>
                  <a:pt x="6499" y="0"/>
                  <a:pt x="4116" y="874"/>
                  <a:pt x="2644" y="1492"/>
                </a:cubicBezTo>
                <a:cubicBezTo>
                  <a:pt x="1155" y="2131"/>
                  <a:pt x="152" y="3529"/>
                  <a:pt x="91" y="5140"/>
                </a:cubicBezTo>
                <a:cubicBezTo>
                  <a:pt x="91" y="5140"/>
                  <a:pt x="91" y="5170"/>
                  <a:pt x="91" y="5201"/>
                </a:cubicBezTo>
                <a:cubicBezTo>
                  <a:pt x="0" y="7480"/>
                  <a:pt x="213" y="11432"/>
                  <a:pt x="6809" y="11645"/>
                </a:cubicBezTo>
                <a:cubicBezTo>
                  <a:pt x="6884" y="11647"/>
                  <a:pt x="6959" y="11648"/>
                  <a:pt x="7032" y="11648"/>
                </a:cubicBezTo>
                <a:cubicBezTo>
                  <a:pt x="12164" y="11648"/>
                  <a:pt x="12370" y="6479"/>
                  <a:pt x="12280" y="4471"/>
                </a:cubicBezTo>
                <a:cubicBezTo>
                  <a:pt x="12250" y="3924"/>
                  <a:pt x="12128" y="3407"/>
                  <a:pt x="11885" y="2921"/>
                </a:cubicBezTo>
                <a:cubicBezTo>
                  <a:pt x="11368" y="1827"/>
                  <a:pt x="10213" y="33"/>
                  <a:pt x="8359" y="3"/>
                </a:cubicBezTo>
                <a:cubicBezTo>
                  <a:pt x="8305" y="1"/>
                  <a:pt x="8249" y="0"/>
                  <a:pt x="8194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8" name="Google Shape;168;p14"/>
          <p:cNvSpPr/>
          <p:nvPr/>
        </p:nvSpPr>
        <p:spPr>
          <a:xfrm rot="1210916">
            <a:off x="-398995" y="676784"/>
            <a:ext cx="1199292" cy="938527"/>
          </a:xfrm>
          <a:custGeom>
            <a:avLst/>
            <a:gdLst/>
            <a:ahLst/>
            <a:cxnLst/>
            <a:rect l="l" t="t" r="r" b="b"/>
            <a:pathLst>
              <a:path w="21156" h="16556" extrusionOk="0">
                <a:moveTo>
                  <a:pt x="10700" y="1"/>
                </a:moveTo>
                <a:cubicBezTo>
                  <a:pt x="10700" y="1"/>
                  <a:pt x="0" y="8846"/>
                  <a:pt x="5107" y="14256"/>
                </a:cubicBezTo>
                <a:cubicBezTo>
                  <a:pt x="6715" y="15970"/>
                  <a:pt x="8914" y="16555"/>
                  <a:pt x="11169" y="16555"/>
                </a:cubicBezTo>
                <a:cubicBezTo>
                  <a:pt x="16033" y="16555"/>
                  <a:pt x="21156" y="13831"/>
                  <a:pt x="21156" y="13831"/>
                </a:cubicBezTo>
                <a:lnTo>
                  <a:pt x="20183" y="11916"/>
                </a:lnTo>
                <a:cubicBezTo>
                  <a:pt x="20183" y="11916"/>
                  <a:pt x="14943" y="14586"/>
                  <a:pt x="11576" y="14586"/>
                </a:cubicBezTo>
                <a:cubicBezTo>
                  <a:pt x="10785" y="14586"/>
                  <a:pt x="10097" y="14438"/>
                  <a:pt x="9605" y="14074"/>
                </a:cubicBezTo>
                <a:lnTo>
                  <a:pt x="18815" y="8633"/>
                </a:lnTo>
                <a:lnTo>
                  <a:pt x="17174" y="6353"/>
                </a:lnTo>
                <a:lnTo>
                  <a:pt x="8663" y="11703"/>
                </a:lnTo>
                <a:cubicBezTo>
                  <a:pt x="8663" y="11703"/>
                  <a:pt x="13648" y="5472"/>
                  <a:pt x="15685" y="4287"/>
                </a:cubicBezTo>
                <a:lnTo>
                  <a:pt x="13891" y="2676"/>
                </a:lnTo>
                <a:lnTo>
                  <a:pt x="7022" y="9059"/>
                </a:lnTo>
                <a:cubicBezTo>
                  <a:pt x="7022" y="9059"/>
                  <a:pt x="8694" y="4651"/>
                  <a:pt x="12402" y="1612"/>
                </a:cubicBezTo>
                <a:lnTo>
                  <a:pt x="10700" y="1"/>
                </a:ln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69" name="Google Shape;169;p14"/>
          <p:cNvSpPr txBox="1">
            <a:spLocks noGrp="1"/>
          </p:cNvSpPr>
          <p:nvPr>
            <p:ph type="title" idx="2" hasCustomPrompt="1"/>
          </p:nvPr>
        </p:nvSpPr>
        <p:spPr>
          <a:xfrm>
            <a:off x="1922731" y="14008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>
                <a:solidFill>
                  <a:schemeClr val="accent3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9pPr>
          </a:lstStyle>
          <a:p>
            <a:r>
              <a:rPr dirty="0"/>
              <a:t>xx%</a:t>
            </a:r>
          </a:p>
        </p:txBody>
      </p:sp>
      <p:sp>
        <p:nvSpPr>
          <p:cNvPr id="170" name="Google Shape;170;p14"/>
          <p:cNvSpPr txBox="1">
            <a:spLocks noGrp="1"/>
          </p:cNvSpPr>
          <p:nvPr>
            <p:ph type="subTitle" idx="1"/>
          </p:nvPr>
        </p:nvSpPr>
        <p:spPr>
          <a:xfrm>
            <a:off x="1678981" y="1965675"/>
            <a:ext cx="25380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71" name="Google Shape;171;p14"/>
          <p:cNvSpPr txBox="1">
            <a:spLocks noGrp="1"/>
          </p:cNvSpPr>
          <p:nvPr>
            <p:ph type="subTitle" idx="3"/>
          </p:nvPr>
        </p:nvSpPr>
        <p:spPr>
          <a:xfrm>
            <a:off x="1730431" y="22905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4"/>
          <p:cNvSpPr txBox="1">
            <a:spLocks noGrp="1"/>
          </p:cNvSpPr>
          <p:nvPr>
            <p:ph type="title" idx="4" hasCustomPrompt="1"/>
          </p:nvPr>
        </p:nvSpPr>
        <p:spPr>
          <a:xfrm>
            <a:off x="5174033" y="14008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>
                <a:solidFill>
                  <a:schemeClr val="accent3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9pPr>
          </a:lstStyle>
          <a:p>
            <a:r>
              <a:rPr dirty="0"/>
              <a:t>xx%</a:t>
            </a:r>
          </a:p>
        </p:txBody>
      </p:sp>
      <p:sp>
        <p:nvSpPr>
          <p:cNvPr id="173" name="Google Shape;173;p14"/>
          <p:cNvSpPr txBox="1">
            <a:spLocks noGrp="1"/>
          </p:cNvSpPr>
          <p:nvPr>
            <p:ph type="subTitle" idx="5"/>
          </p:nvPr>
        </p:nvSpPr>
        <p:spPr>
          <a:xfrm>
            <a:off x="4930283" y="1965675"/>
            <a:ext cx="25380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74" name="Google Shape;174;p14"/>
          <p:cNvSpPr txBox="1">
            <a:spLocks noGrp="1"/>
          </p:cNvSpPr>
          <p:nvPr>
            <p:ph type="subTitle" idx="6"/>
          </p:nvPr>
        </p:nvSpPr>
        <p:spPr>
          <a:xfrm>
            <a:off x="4981733" y="22905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4"/>
          <p:cNvSpPr txBox="1">
            <a:spLocks noGrp="1"/>
          </p:cNvSpPr>
          <p:nvPr>
            <p:ph type="title" idx="7" hasCustomPrompt="1"/>
          </p:nvPr>
        </p:nvSpPr>
        <p:spPr>
          <a:xfrm>
            <a:off x="1922731" y="29184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>
                <a:solidFill>
                  <a:schemeClr val="accent3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9pPr>
          </a:lstStyle>
          <a:p>
            <a:r>
              <a:rPr dirty="0"/>
              <a:t>xx%</a:t>
            </a:r>
          </a:p>
        </p:txBody>
      </p:sp>
      <p:sp>
        <p:nvSpPr>
          <p:cNvPr id="176" name="Google Shape;176;p14"/>
          <p:cNvSpPr txBox="1">
            <a:spLocks noGrp="1"/>
          </p:cNvSpPr>
          <p:nvPr>
            <p:ph type="subTitle" idx="8"/>
          </p:nvPr>
        </p:nvSpPr>
        <p:spPr>
          <a:xfrm>
            <a:off x="1678981" y="3483275"/>
            <a:ext cx="25380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77" name="Google Shape;177;p14"/>
          <p:cNvSpPr txBox="1">
            <a:spLocks noGrp="1"/>
          </p:cNvSpPr>
          <p:nvPr>
            <p:ph type="subTitle" idx="9"/>
          </p:nvPr>
        </p:nvSpPr>
        <p:spPr>
          <a:xfrm>
            <a:off x="1730431" y="38081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4"/>
          <p:cNvSpPr txBox="1">
            <a:spLocks noGrp="1"/>
          </p:cNvSpPr>
          <p:nvPr>
            <p:ph type="title" idx="13" hasCustomPrompt="1"/>
          </p:nvPr>
        </p:nvSpPr>
        <p:spPr>
          <a:xfrm>
            <a:off x="5174033" y="29184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>
                <a:solidFill>
                  <a:schemeClr val="accent3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5000"/>
              <a:buNone/>
              <a:defRPr sz="5000"/>
            </a:lvl9pPr>
          </a:lstStyle>
          <a:p>
            <a:r>
              <a:rPr dirty="0"/>
              <a:t>xx%</a:t>
            </a:r>
          </a:p>
        </p:txBody>
      </p:sp>
      <p:sp>
        <p:nvSpPr>
          <p:cNvPr id="179" name="Google Shape;179;p14"/>
          <p:cNvSpPr txBox="1">
            <a:spLocks noGrp="1"/>
          </p:cNvSpPr>
          <p:nvPr>
            <p:ph type="subTitle" idx="14"/>
          </p:nvPr>
        </p:nvSpPr>
        <p:spPr>
          <a:xfrm>
            <a:off x="4930283" y="3483275"/>
            <a:ext cx="25380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180" name="Google Shape;180;p14"/>
          <p:cNvSpPr txBox="1">
            <a:spLocks noGrp="1"/>
          </p:cNvSpPr>
          <p:nvPr>
            <p:ph type="subTitle" idx="15"/>
          </p:nvPr>
        </p:nvSpPr>
        <p:spPr>
          <a:xfrm>
            <a:off x="4981733" y="38081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8027175" y="3163577"/>
            <a:ext cx="100450" cy="90572"/>
          </a:xfrm>
          <a:custGeom>
            <a:avLst/>
            <a:gdLst/>
            <a:ahLst/>
            <a:cxnLst/>
            <a:rect l="l" t="t" r="r" b="b"/>
            <a:pathLst>
              <a:path w="2949" h="2659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6"/>
                  <a:pt x="0" y="1562"/>
                  <a:pt x="274" y="1987"/>
                </a:cubicBezTo>
                <a:cubicBezTo>
                  <a:pt x="532" y="2418"/>
                  <a:pt x="1034" y="2659"/>
                  <a:pt x="1550" y="2659"/>
                </a:cubicBezTo>
                <a:cubicBezTo>
                  <a:pt x="1581" y="2659"/>
                  <a:pt x="1611" y="2658"/>
                  <a:pt x="1642" y="2656"/>
                </a:cubicBezTo>
                <a:cubicBezTo>
                  <a:pt x="2128" y="2656"/>
                  <a:pt x="2706" y="2413"/>
                  <a:pt x="2858" y="1896"/>
                </a:cubicBezTo>
                <a:cubicBezTo>
                  <a:pt x="2949" y="1562"/>
                  <a:pt x="2827" y="1167"/>
                  <a:pt x="2584" y="863"/>
                </a:cubicBezTo>
                <a:cubicBezTo>
                  <a:pt x="2273" y="432"/>
                  <a:pt x="1584" y="1"/>
                  <a:pt x="979" y="1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2" name="Google Shape;182;p14"/>
          <p:cNvSpPr/>
          <p:nvPr/>
        </p:nvSpPr>
        <p:spPr>
          <a:xfrm>
            <a:off x="4486853" y="4531323"/>
            <a:ext cx="259580" cy="260188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3" name="Google Shape;183;p14"/>
          <p:cNvSpPr/>
          <p:nvPr/>
        </p:nvSpPr>
        <p:spPr>
          <a:xfrm>
            <a:off x="925375" y="2244700"/>
            <a:ext cx="100453" cy="100681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 txBox="1">
            <a:spLocks noGrp="1"/>
          </p:cNvSpPr>
          <p:nvPr>
            <p:ph type="title"/>
          </p:nvPr>
        </p:nvSpPr>
        <p:spPr>
          <a:xfrm>
            <a:off x="1376388" y="3076575"/>
            <a:ext cx="6391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1800"/>
              <a:buNone/>
              <a:defRPr sz="2200">
                <a:solidFill>
                  <a:schemeClr val="accent6"/>
                </a:solidFill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ct val="0"/>
              </a:spcBef>
              <a:spcAft>
                <a:spcPct val="0"/>
              </a:spcAft>
              <a:buSzPts val="1800"/>
              <a:buFont typeface="IBM Plex Sans"/>
              <a:buNone/>
              <a:defRPr sz="18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186" name="Google Shape;186;p15"/>
          <p:cNvSpPr txBox="1">
            <a:spLocks noGrp="1"/>
          </p:cNvSpPr>
          <p:nvPr>
            <p:ph type="subTitle" idx="1"/>
          </p:nvPr>
        </p:nvSpPr>
        <p:spPr>
          <a:xfrm>
            <a:off x="1376400" y="1660113"/>
            <a:ext cx="6391200" cy="1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3500"/>
              <a:buNone/>
              <a:defRPr sz="2700" b="0" i="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5"/>
          <p:cNvSpPr/>
          <p:nvPr/>
        </p:nvSpPr>
        <p:spPr>
          <a:xfrm flipH="1">
            <a:off x="7584237" y="-116575"/>
            <a:ext cx="644889" cy="582066"/>
          </a:xfrm>
          <a:custGeom>
            <a:avLst/>
            <a:gdLst/>
            <a:ahLst/>
            <a:cxnLst/>
            <a:rect l="l" t="t" r="r" b="b"/>
            <a:pathLst>
              <a:path w="10183" h="9191" extrusionOk="0">
                <a:moveTo>
                  <a:pt x="4929" y="1"/>
                </a:moveTo>
                <a:cubicBezTo>
                  <a:pt x="4095" y="1"/>
                  <a:pt x="3276" y="359"/>
                  <a:pt x="2432" y="953"/>
                </a:cubicBezTo>
                <a:cubicBezTo>
                  <a:pt x="0" y="2655"/>
                  <a:pt x="3800" y="9190"/>
                  <a:pt x="3800" y="9190"/>
                </a:cubicBezTo>
                <a:lnTo>
                  <a:pt x="5411" y="8369"/>
                </a:lnTo>
                <a:cubicBezTo>
                  <a:pt x="5411" y="8369"/>
                  <a:pt x="1672" y="3658"/>
                  <a:pt x="4043" y="2260"/>
                </a:cubicBezTo>
                <a:cubicBezTo>
                  <a:pt x="4347" y="2077"/>
                  <a:pt x="4649" y="1997"/>
                  <a:pt x="4945" y="1997"/>
                </a:cubicBezTo>
                <a:cubicBezTo>
                  <a:pt x="6960" y="1997"/>
                  <a:pt x="8694" y="5695"/>
                  <a:pt x="8694" y="5695"/>
                </a:cubicBezTo>
                <a:lnTo>
                  <a:pt x="10183" y="4813"/>
                </a:lnTo>
                <a:cubicBezTo>
                  <a:pt x="8185" y="1317"/>
                  <a:pt x="6529" y="1"/>
                  <a:pt x="49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8" name="Google Shape;188;p15"/>
          <p:cNvSpPr/>
          <p:nvPr/>
        </p:nvSpPr>
        <p:spPr>
          <a:xfrm flipH="1">
            <a:off x="5921321" y="324513"/>
            <a:ext cx="571743" cy="471935"/>
          </a:xfrm>
          <a:custGeom>
            <a:avLst/>
            <a:gdLst/>
            <a:ahLst/>
            <a:cxnLst/>
            <a:rect l="l" t="t" r="r" b="b"/>
            <a:pathLst>
              <a:path w="9028" h="7452" extrusionOk="0">
                <a:moveTo>
                  <a:pt x="8060" y="0"/>
                </a:moveTo>
                <a:cubicBezTo>
                  <a:pt x="7821" y="0"/>
                  <a:pt x="7577" y="70"/>
                  <a:pt x="7356" y="162"/>
                </a:cubicBezTo>
                <a:cubicBezTo>
                  <a:pt x="6566" y="436"/>
                  <a:pt x="5836" y="770"/>
                  <a:pt x="5107" y="1226"/>
                </a:cubicBezTo>
                <a:cubicBezTo>
                  <a:pt x="3921" y="1986"/>
                  <a:pt x="2857" y="3019"/>
                  <a:pt x="2006" y="4175"/>
                </a:cubicBezTo>
                <a:cubicBezTo>
                  <a:pt x="1611" y="4752"/>
                  <a:pt x="0" y="7062"/>
                  <a:pt x="1398" y="7427"/>
                </a:cubicBezTo>
                <a:cubicBezTo>
                  <a:pt x="1465" y="7444"/>
                  <a:pt x="1533" y="7451"/>
                  <a:pt x="1602" y="7451"/>
                </a:cubicBezTo>
                <a:cubicBezTo>
                  <a:pt x="1906" y="7451"/>
                  <a:pt x="2220" y="7302"/>
                  <a:pt x="2493" y="7153"/>
                </a:cubicBezTo>
                <a:cubicBezTo>
                  <a:pt x="4043" y="6272"/>
                  <a:pt x="5593" y="5421"/>
                  <a:pt x="6900" y="4266"/>
                </a:cubicBezTo>
                <a:cubicBezTo>
                  <a:pt x="7751" y="3567"/>
                  <a:pt x="8481" y="2716"/>
                  <a:pt x="8845" y="1682"/>
                </a:cubicBezTo>
                <a:cubicBezTo>
                  <a:pt x="9028" y="1135"/>
                  <a:pt x="8997" y="405"/>
                  <a:pt x="8511" y="102"/>
                </a:cubicBezTo>
                <a:cubicBezTo>
                  <a:pt x="8367" y="30"/>
                  <a:pt x="8215" y="0"/>
                  <a:pt x="806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89" name="Google Shape;189;p15"/>
          <p:cNvSpPr/>
          <p:nvPr/>
        </p:nvSpPr>
        <p:spPr>
          <a:xfrm flipH="1">
            <a:off x="6742562" y="-265465"/>
            <a:ext cx="1333386" cy="1451841"/>
          </a:xfrm>
          <a:custGeom>
            <a:avLst/>
            <a:gdLst/>
            <a:ahLst/>
            <a:cxnLst/>
            <a:rect l="l" t="t" r="r" b="b"/>
            <a:pathLst>
              <a:path w="9024" h="9826" extrusionOk="0">
                <a:moveTo>
                  <a:pt x="8095" y="1"/>
                </a:moveTo>
                <a:cubicBezTo>
                  <a:pt x="8035" y="1"/>
                  <a:pt x="7971" y="7"/>
                  <a:pt x="7904" y="20"/>
                </a:cubicBezTo>
                <a:cubicBezTo>
                  <a:pt x="6992" y="202"/>
                  <a:pt x="6080" y="780"/>
                  <a:pt x="5350" y="1296"/>
                </a:cubicBezTo>
                <a:cubicBezTo>
                  <a:pt x="4986" y="1540"/>
                  <a:pt x="4621" y="1844"/>
                  <a:pt x="4378" y="2239"/>
                </a:cubicBezTo>
                <a:cubicBezTo>
                  <a:pt x="3861" y="3090"/>
                  <a:pt x="4043" y="4245"/>
                  <a:pt x="3466" y="5035"/>
                </a:cubicBezTo>
                <a:cubicBezTo>
                  <a:pt x="3131" y="5491"/>
                  <a:pt x="2645" y="5765"/>
                  <a:pt x="2159" y="6038"/>
                </a:cubicBezTo>
                <a:cubicBezTo>
                  <a:pt x="1612" y="6342"/>
                  <a:pt x="1065" y="6677"/>
                  <a:pt x="669" y="7132"/>
                </a:cubicBezTo>
                <a:cubicBezTo>
                  <a:pt x="244" y="7588"/>
                  <a:pt x="1" y="8227"/>
                  <a:pt x="153" y="8835"/>
                </a:cubicBezTo>
                <a:cubicBezTo>
                  <a:pt x="262" y="9355"/>
                  <a:pt x="766" y="9825"/>
                  <a:pt x="1309" y="9825"/>
                </a:cubicBezTo>
                <a:cubicBezTo>
                  <a:pt x="1369" y="9825"/>
                  <a:pt x="1429" y="9819"/>
                  <a:pt x="1490" y="9807"/>
                </a:cubicBezTo>
                <a:cubicBezTo>
                  <a:pt x="2037" y="9686"/>
                  <a:pt x="2372" y="9169"/>
                  <a:pt x="2584" y="8683"/>
                </a:cubicBezTo>
                <a:cubicBezTo>
                  <a:pt x="2827" y="8166"/>
                  <a:pt x="2979" y="7619"/>
                  <a:pt x="3375" y="7254"/>
                </a:cubicBezTo>
                <a:cubicBezTo>
                  <a:pt x="3831" y="6859"/>
                  <a:pt x="4499" y="6707"/>
                  <a:pt x="4864" y="6251"/>
                </a:cubicBezTo>
                <a:cubicBezTo>
                  <a:pt x="5350" y="5643"/>
                  <a:pt x="5138" y="4731"/>
                  <a:pt x="5442" y="4032"/>
                </a:cubicBezTo>
                <a:cubicBezTo>
                  <a:pt x="5715" y="3424"/>
                  <a:pt x="6323" y="3029"/>
                  <a:pt x="6931" y="2725"/>
                </a:cubicBezTo>
                <a:cubicBezTo>
                  <a:pt x="7539" y="2421"/>
                  <a:pt x="8177" y="2117"/>
                  <a:pt x="8572" y="1600"/>
                </a:cubicBezTo>
                <a:cubicBezTo>
                  <a:pt x="9024" y="1036"/>
                  <a:pt x="8873" y="1"/>
                  <a:pt x="80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0" name="Google Shape;190;p15"/>
          <p:cNvSpPr/>
          <p:nvPr/>
        </p:nvSpPr>
        <p:spPr>
          <a:xfrm flipH="1">
            <a:off x="6742571" y="324530"/>
            <a:ext cx="1006820" cy="681494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1" name="Google Shape;191;p15"/>
          <p:cNvSpPr/>
          <p:nvPr/>
        </p:nvSpPr>
        <p:spPr>
          <a:xfrm rot="-10467666">
            <a:off x="612794" y="-185918"/>
            <a:ext cx="1859127" cy="1016292"/>
          </a:xfrm>
          <a:custGeom>
            <a:avLst/>
            <a:gdLst/>
            <a:ahLst/>
            <a:cxnLst/>
            <a:rect l="l" t="t" r="r" b="b"/>
            <a:pathLst>
              <a:path w="35048" h="19159" extrusionOk="0">
                <a:moveTo>
                  <a:pt x="26572" y="1"/>
                </a:moveTo>
                <a:cubicBezTo>
                  <a:pt x="19845" y="1"/>
                  <a:pt x="17630" y="9827"/>
                  <a:pt x="17630" y="9827"/>
                </a:cubicBezTo>
                <a:cubicBezTo>
                  <a:pt x="15168" y="4008"/>
                  <a:pt x="12747" y="3479"/>
                  <a:pt x="11948" y="3479"/>
                </a:cubicBezTo>
                <a:cubicBezTo>
                  <a:pt x="11770" y="3479"/>
                  <a:pt x="11673" y="3505"/>
                  <a:pt x="11673" y="3505"/>
                </a:cubicBezTo>
                <a:cubicBezTo>
                  <a:pt x="1" y="5633"/>
                  <a:pt x="3071" y="19159"/>
                  <a:pt x="3071" y="19159"/>
                </a:cubicBezTo>
                <a:lnTo>
                  <a:pt x="33892" y="17548"/>
                </a:lnTo>
                <a:cubicBezTo>
                  <a:pt x="33892" y="17548"/>
                  <a:pt x="35047" y="1073"/>
                  <a:pt x="27570" y="70"/>
                </a:cubicBezTo>
                <a:cubicBezTo>
                  <a:pt x="27227" y="23"/>
                  <a:pt x="26894" y="1"/>
                  <a:pt x="26572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473925" y="531623"/>
            <a:ext cx="669630" cy="654740"/>
          </a:xfrm>
          <a:custGeom>
            <a:avLst/>
            <a:gdLst/>
            <a:ahLst/>
            <a:cxnLst/>
            <a:rect l="l" t="t" r="r" b="b"/>
            <a:pathLst>
              <a:path w="24014" h="23480" extrusionOk="0">
                <a:moveTo>
                  <a:pt x="21126" y="1"/>
                </a:moveTo>
                <a:cubicBezTo>
                  <a:pt x="3618" y="913"/>
                  <a:pt x="1" y="6657"/>
                  <a:pt x="1217" y="15715"/>
                </a:cubicBezTo>
                <a:cubicBezTo>
                  <a:pt x="2127" y="22672"/>
                  <a:pt x="15087" y="23479"/>
                  <a:pt x="21050" y="23479"/>
                </a:cubicBezTo>
                <a:cubicBezTo>
                  <a:pt x="22851" y="23479"/>
                  <a:pt x="24013" y="23405"/>
                  <a:pt x="24013" y="23405"/>
                </a:cubicBezTo>
                <a:lnTo>
                  <a:pt x="24013" y="17995"/>
                </a:lnTo>
                <a:cubicBezTo>
                  <a:pt x="24013" y="17995"/>
                  <a:pt x="20462" y="18744"/>
                  <a:pt x="16568" y="18744"/>
                </a:cubicBezTo>
                <a:cubicBezTo>
                  <a:pt x="11976" y="18744"/>
                  <a:pt x="6907" y="17702"/>
                  <a:pt x="6627" y="13162"/>
                </a:cubicBezTo>
                <a:cubicBezTo>
                  <a:pt x="6197" y="5711"/>
                  <a:pt x="18121" y="5282"/>
                  <a:pt x="20870" y="5282"/>
                </a:cubicBezTo>
                <a:cubicBezTo>
                  <a:pt x="21227" y="5282"/>
                  <a:pt x="21430" y="5290"/>
                  <a:pt x="21430" y="5290"/>
                </a:cubicBezTo>
                <a:lnTo>
                  <a:pt x="21126" y="1"/>
                </a:ln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2206859" y="70545"/>
            <a:ext cx="251774" cy="207827"/>
          </a:xfrm>
          <a:custGeom>
            <a:avLst/>
            <a:gdLst/>
            <a:ahLst/>
            <a:cxnLst/>
            <a:rect l="l" t="t" r="r" b="b"/>
            <a:pathLst>
              <a:path w="9029" h="7453" extrusionOk="0">
                <a:moveTo>
                  <a:pt x="8075" y="0"/>
                </a:moveTo>
                <a:cubicBezTo>
                  <a:pt x="7841" y="0"/>
                  <a:pt x="7603" y="62"/>
                  <a:pt x="7387" y="134"/>
                </a:cubicBezTo>
                <a:cubicBezTo>
                  <a:pt x="6597" y="407"/>
                  <a:pt x="5837" y="772"/>
                  <a:pt x="5138" y="1228"/>
                </a:cubicBezTo>
                <a:cubicBezTo>
                  <a:pt x="3922" y="1988"/>
                  <a:pt x="2858" y="2991"/>
                  <a:pt x="2037" y="4176"/>
                </a:cubicBezTo>
                <a:cubicBezTo>
                  <a:pt x="1642" y="4754"/>
                  <a:pt x="1" y="7064"/>
                  <a:pt x="1430" y="7429"/>
                </a:cubicBezTo>
                <a:cubicBezTo>
                  <a:pt x="1496" y="7445"/>
                  <a:pt x="1563" y="7453"/>
                  <a:pt x="1630" y="7453"/>
                </a:cubicBezTo>
                <a:cubicBezTo>
                  <a:pt x="1936" y="7453"/>
                  <a:pt x="2250" y="7299"/>
                  <a:pt x="2524" y="7125"/>
                </a:cubicBezTo>
                <a:cubicBezTo>
                  <a:pt x="4044" y="6274"/>
                  <a:pt x="5594" y="5423"/>
                  <a:pt x="6931" y="4268"/>
                </a:cubicBezTo>
                <a:cubicBezTo>
                  <a:pt x="7752" y="3568"/>
                  <a:pt x="8512" y="2717"/>
                  <a:pt x="8846" y="1684"/>
                </a:cubicBezTo>
                <a:cubicBezTo>
                  <a:pt x="9029" y="1137"/>
                  <a:pt x="9029" y="407"/>
                  <a:pt x="8542" y="103"/>
                </a:cubicBezTo>
                <a:cubicBezTo>
                  <a:pt x="8394" y="29"/>
                  <a:pt x="8235" y="0"/>
                  <a:pt x="80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236143" y="-358975"/>
            <a:ext cx="1006830" cy="781328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195" name="Google Shape;195;p15"/>
          <p:cNvGrpSpPr/>
          <p:nvPr/>
        </p:nvGrpSpPr>
        <p:grpSpPr>
          <a:xfrm flipH="1">
            <a:off x="-204909" y="4142878"/>
            <a:ext cx="1657432" cy="1364539"/>
            <a:chOff x="7591341" y="4133353"/>
            <a:chExt cx="1657432" cy="1364539"/>
          </a:xfrm>
        </p:grpSpPr>
        <p:sp>
          <p:nvSpPr>
            <p:cNvPr id="196" name="Google Shape;196;p15"/>
            <p:cNvSpPr/>
            <p:nvPr/>
          </p:nvSpPr>
          <p:spPr>
            <a:xfrm>
              <a:off x="7591341" y="4133353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7875552" y="4350688"/>
              <a:ext cx="1373221" cy="1147205"/>
            </a:xfrm>
            <a:custGeom>
              <a:avLst/>
              <a:gdLst/>
              <a:ahLst/>
              <a:cxnLst/>
              <a:rect l="l" t="t" r="r" b="b"/>
              <a:pathLst>
                <a:path w="31035" h="25927" extrusionOk="0">
                  <a:moveTo>
                    <a:pt x="15989" y="1"/>
                  </a:moveTo>
                  <a:lnTo>
                    <a:pt x="14895" y="17995"/>
                  </a:lnTo>
                  <a:cubicBezTo>
                    <a:pt x="14895" y="17995"/>
                    <a:pt x="11004" y="4165"/>
                    <a:pt x="11399" y="1"/>
                  </a:cubicBezTo>
                  <a:lnTo>
                    <a:pt x="11399" y="1"/>
                  </a:lnTo>
                  <a:lnTo>
                    <a:pt x="7205" y="913"/>
                  </a:lnTo>
                  <a:lnTo>
                    <a:pt x="9302" y="17600"/>
                  </a:lnTo>
                  <a:cubicBezTo>
                    <a:pt x="9302" y="17600"/>
                    <a:pt x="4651" y="10548"/>
                    <a:pt x="4104" y="2007"/>
                  </a:cubicBezTo>
                  <a:lnTo>
                    <a:pt x="1" y="2767"/>
                  </a:lnTo>
                  <a:cubicBezTo>
                    <a:pt x="1" y="2767"/>
                    <a:pt x="1588" y="25927"/>
                    <a:pt x="13578" y="25927"/>
                  </a:cubicBezTo>
                  <a:cubicBezTo>
                    <a:pt x="14004" y="25927"/>
                    <a:pt x="14443" y="25897"/>
                    <a:pt x="14895" y="25837"/>
                  </a:cubicBezTo>
                  <a:cubicBezTo>
                    <a:pt x="28087" y="24044"/>
                    <a:pt x="31035" y="2007"/>
                    <a:pt x="31035" y="2007"/>
                  </a:cubicBezTo>
                  <a:lnTo>
                    <a:pt x="27235" y="1369"/>
                  </a:lnTo>
                  <a:cubicBezTo>
                    <a:pt x="27235" y="1369"/>
                    <a:pt x="24834" y="17296"/>
                    <a:pt x="19333" y="19089"/>
                  </a:cubicBezTo>
                  <a:lnTo>
                    <a:pt x="21035" y="1"/>
                  </a:lnTo>
                  <a:close/>
                </a:path>
              </a:pathLst>
            </a:custGeom>
            <a:solidFill>
              <a:srgbClr val="DC83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98" name="Google Shape;198;p15"/>
          <p:cNvSpPr/>
          <p:nvPr/>
        </p:nvSpPr>
        <p:spPr>
          <a:xfrm>
            <a:off x="8474850" y="1452547"/>
            <a:ext cx="279949" cy="252426"/>
          </a:xfrm>
          <a:custGeom>
            <a:avLst/>
            <a:gdLst/>
            <a:ahLst/>
            <a:cxnLst/>
            <a:rect l="l" t="t" r="r" b="b"/>
            <a:pathLst>
              <a:path w="2949" h="2659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6"/>
                  <a:pt x="0" y="1562"/>
                  <a:pt x="274" y="1987"/>
                </a:cubicBezTo>
                <a:cubicBezTo>
                  <a:pt x="532" y="2418"/>
                  <a:pt x="1034" y="2659"/>
                  <a:pt x="1550" y="2659"/>
                </a:cubicBezTo>
                <a:cubicBezTo>
                  <a:pt x="1581" y="2659"/>
                  <a:pt x="1611" y="2658"/>
                  <a:pt x="1642" y="2656"/>
                </a:cubicBezTo>
                <a:cubicBezTo>
                  <a:pt x="2128" y="2656"/>
                  <a:pt x="2706" y="2413"/>
                  <a:pt x="2858" y="1896"/>
                </a:cubicBezTo>
                <a:cubicBezTo>
                  <a:pt x="2949" y="1562"/>
                  <a:pt x="2827" y="1167"/>
                  <a:pt x="2584" y="863"/>
                </a:cubicBezTo>
                <a:cubicBezTo>
                  <a:pt x="2273" y="432"/>
                  <a:pt x="1584" y="1"/>
                  <a:pt x="979" y="1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7364275" y="4042200"/>
            <a:ext cx="662896" cy="664381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4462825" y="4210500"/>
            <a:ext cx="170603" cy="170999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3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"/>
          <p:cNvSpPr/>
          <p:nvPr/>
        </p:nvSpPr>
        <p:spPr>
          <a:xfrm rot="10548858" flipH="1">
            <a:off x="-333671" y="-106659"/>
            <a:ext cx="1742370" cy="1594875"/>
          </a:xfrm>
          <a:custGeom>
            <a:avLst/>
            <a:gdLst/>
            <a:ahLst/>
            <a:cxnLst/>
            <a:rect l="l" t="t" r="r" b="b"/>
            <a:pathLst>
              <a:path w="27736" h="25389" extrusionOk="0">
                <a:moveTo>
                  <a:pt x="13409" y="1"/>
                </a:moveTo>
                <a:cubicBezTo>
                  <a:pt x="0" y="1"/>
                  <a:pt x="3755" y="25389"/>
                  <a:pt x="3755" y="25389"/>
                </a:cubicBezTo>
                <a:lnTo>
                  <a:pt x="25184" y="25389"/>
                </a:lnTo>
                <a:cubicBezTo>
                  <a:pt x="25184" y="25389"/>
                  <a:pt x="27737" y="525"/>
                  <a:pt x="13816" y="9"/>
                </a:cubicBezTo>
                <a:cubicBezTo>
                  <a:pt x="13678" y="3"/>
                  <a:pt x="13543" y="1"/>
                  <a:pt x="1340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3" name="Google Shape;203;p16"/>
          <p:cNvSpPr/>
          <p:nvPr/>
        </p:nvSpPr>
        <p:spPr>
          <a:xfrm rot="8606823" flipH="1">
            <a:off x="500969" y="-246219"/>
            <a:ext cx="970043" cy="933420"/>
          </a:xfrm>
          <a:custGeom>
            <a:avLst/>
            <a:gdLst/>
            <a:ahLst/>
            <a:cxnLst/>
            <a:rect l="l" t="t" r="r" b="b"/>
            <a:pathLst>
              <a:path w="15442" h="14859" extrusionOk="0">
                <a:moveTo>
                  <a:pt x="5271" y="1"/>
                </a:moveTo>
                <a:cubicBezTo>
                  <a:pt x="4355" y="1"/>
                  <a:pt x="3509" y="328"/>
                  <a:pt x="2858" y="1179"/>
                </a:cubicBezTo>
                <a:cubicBezTo>
                  <a:pt x="2858" y="1179"/>
                  <a:pt x="0" y="6681"/>
                  <a:pt x="4712" y="10936"/>
                </a:cubicBezTo>
                <a:cubicBezTo>
                  <a:pt x="8371" y="14263"/>
                  <a:pt x="10582" y="14859"/>
                  <a:pt x="11546" y="14859"/>
                </a:cubicBezTo>
                <a:cubicBezTo>
                  <a:pt x="11816" y="14859"/>
                  <a:pt x="11988" y="14812"/>
                  <a:pt x="12067" y="14766"/>
                </a:cubicBezTo>
                <a:cubicBezTo>
                  <a:pt x="12432" y="14553"/>
                  <a:pt x="15441" y="11088"/>
                  <a:pt x="15350" y="9903"/>
                </a:cubicBezTo>
                <a:cubicBezTo>
                  <a:pt x="15289" y="8748"/>
                  <a:pt x="12584" y="4036"/>
                  <a:pt x="12037" y="3519"/>
                </a:cubicBezTo>
                <a:cubicBezTo>
                  <a:pt x="11623" y="3152"/>
                  <a:pt x="8113" y="1"/>
                  <a:pt x="527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" name="Google Shape;204;p16"/>
          <p:cNvSpPr/>
          <p:nvPr/>
        </p:nvSpPr>
        <p:spPr>
          <a:xfrm flipH="1">
            <a:off x="406773" y="1856145"/>
            <a:ext cx="76503" cy="78427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5" name="Google Shape;205;p16"/>
          <p:cNvSpPr/>
          <p:nvPr/>
        </p:nvSpPr>
        <p:spPr>
          <a:xfrm flipH="1">
            <a:off x="7338354" y="4714720"/>
            <a:ext cx="199649" cy="184852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6" name="Google Shape;206;p16"/>
          <p:cNvSpPr/>
          <p:nvPr/>
        </p:nvSpPr>
        <p:spPr>
          <a:xfrm flipH="1">
            <a:off x="7923161" y="776108"/>
            <a:ext cx="232991" cy="220388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7" name="Google Shape;207;p16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grpSp>
        <p:nvGrpSpPr>
          <p:cNvPr id="208" name="Google Shape;208;p16"/>
          <p:cNvGrpSpPr/>
          <p:nvPr/>
        </p:nvGrpSpPr>
        <p:grpSpPr>
          <a:xfrm>
            <a:off x="7614191" y="4009028"/>
            <a:ext cx="1657432" cy="1364539"/>
            <a:chOff x="7591341" y="4133353"/>
            <a:chExt cx="1657432" cy="1364539"/>
          </a:xfrm>
        </p:grpSpPr>
        <p:sp>
          <p:nvSpPr>
            <p:cNvPr id="209" name="Google Shape;209;p16"/>
            <p:cNvSpPr/>
            <p:nvPr/>
          </p:nvSpPr>
          <p:spPr>
            <a:xfrm>
              <a:off x="7591341" y="4133353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0" name="Google Shape;210;p16"/>
            <p:cNvSpPr/>
            <p:nvPr/>
          </p:nvSpPr>
          <p:spPr>
            <a:xfrm>
              <a:off x="7875552" y="4350688"/>
              <a:ext cx="1373221" cy="1147205"/>
            </a:xfrm>
            <a:custGeom>
              <a:avLst/>
              <a:gdLst/>
              <a:ahLst/>
              <a:cxnLst/>
              <a:rect l="l" t="t" r="r" b="b"/>
              <a:pathLst>
                <a:path w="31035" h="25927" extrusionOk="0">
                  <a:moveTo>
                    <a:pt x="15989" y="1"/>
                  </a:moveTo>
                  <a:lnTo>
                    <a:pt x="14895" y="17995"/>
                  </a:lnTo>
                  <a:cubicBezTo>
                    <a:pt x="14895" y="17995"/>
                    <a:pt x="11004" y="4165"/>
                    <a:pt x="11399" y="1"/>
                  </a:cubicBezTo>
                  <a:lnTo>
                    <a:pt x="11399" y="1"/>
                  </a:lnTo>
                  <a:lnTo>
                    <a:pt x="7205" y="913"/>
                  </a:lnTo>
                  <a:lnTo>
                    <a:pt x="9302" y="17600"/>
                  </a:lnTo>
                  <a:cubicBezTo>
                    <a:pt x="9302" y="17600"/>
                    <a:pt x="4651" y="10548"/>
                    <a:pt x="4104" y="2007"/>
                  </a:cubicBezTo>
                  <a:lnTo>
                    <a:pt x="1" y="2767"/>
                  </a:lnTo>
                  <a:cubicBezTo>
                    <a:pt x="1" y="2767"/>
                    <a:pt x="1588" y="25927"/>
                    <a:pt x="13578" y="25927"/>
                  </a:cubicBezTo>
                  <a:cubicBezTo>
                    <a:pt x="14004" y="25927"/>
                    <a:pt x="14443" y="25897"/>
                    <a:pt x="14895" y="25837"/>
                  </a:cubicBezTo>
                  <a:cubicBezTo>
                    <a:pt x="28087" y="24044"/>
                    <a:pt x="31035" y="2007"/>
                    <a:pt x="31035" y="2007"/>
                  </a:cubicBezTo>
                  <a:lnTo>
                    <a:pt x="27235" y="1369"/>
                  </a:lnTo>
                  <a:cubicBezTo>
                    <a:pt x="27235" y="1369"/>
                    <a:pt x="24834" y="17296"/>
                    <a:pt x="19333" y="19089"/>
                  </a:cubicBezTo>
                  <a:lnTo>
                    <a:pt x="2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11" name="Google Shape;211;p16"/>
          <p:cNvSpPr/>
          <p:nvPr/>
        </p:nvSpPr>
        <p:spPr>
          <a:xfrm rot="10800000">
            <a:off x="536126" y="4526121"/>
            <a:ext cx="126254" cy="119399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4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/>
          <p:nvPr/>
        </p:nvSpPr>
        <p:spPr>
          <a:xfrm rot="10800000">
            <a:off x="7552913" y="-97554"/>
            <a:ext cx="1823017" cy="1039245"/>
          </a:xfrm>
          <a:custGeom>
            <a:avLst/>
            <a:gdLst/>
            <a:ahLst/>
            <a:cxnLst/>
            <a:rect l="l" t="t" r="r" b="b"/>
            <a:pathLst>
              <a:path w="28786" h="16410" extrusionOk="0">
                <a:moveTo>
                  <a:pt x="20469" y="1"/>
                </a:moveTo>
                <a:cubicBezTo>
                  <a:pt x="13484" y="1"/>
                  <a:pt x="13284" y="8932"/>
                  <a:pt x="13284" y="8932"/>
                </a:cubicBezTo>
                <a:cubicBezTo>
                  <a:pt x="12479" y="6794"/>
                  <a:pt x="10185" y="6469"/>
                  <a:pt x="8867" y="6469"/>
                </a:cubicBezTo>
                <a:cubicBezTo>
                  <a:pt x="8293" y="6469"/>
                  <a:pt x="7903" y="6531"/>
                  <a:pt x="7903" y="6531"/>
                </a:cubicBezTo>
                <a:cubicBezTo>
                  <a:pt x="1" y="7990"/>
                  <a:pt x="1855" y="16409"/>
                  <a:pt x="1855" y="16409"/>
                </a:cubicBezTo>
                <a:lnTo>
                  <a:pt x="25898" y="15437"/>
                </a:lnTo>
                <a:cubicBezTo>
                  <a:pt x="25898" y="15437"/>
                  <a:pt x="28785" y="604"/>
                  <a:pt x="21126" y="26"/>
                </a:cubicBezTo>
                <a:cubicBezTo>
                  <a:pt x="20900" y="9"/>
                  <a:pt x="20681" y="1"/>
                  <a:pt x="2046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4" name="Google Shape;214;p17"/>
          <p:cNvSpPr/>
          <p:nvPr/>
        </p:nvSpPr>
        <p:spPr>
          <a:xfrm>
            <a:off x="1606006" y="4725820"/>
            <a:ext cx="199649" cy="184852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216" name="Google Shape;216;p17"/>
          <p:cNvSpPr/>
          <p:nvPr/>
        </p:nvSpPr>
        <p:spPr>
          <a:xfrm>
            <a:off x="8619582" y="721308"/>
            <a:ext cx="232991" cy="220388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 flipH="1">
            <a:off x="-127614" y="4020128"/>
            <a:ext cx="1657432" cy="1364539"/>
            <a:chOff x="7591341" y="4133353"/>
            <a:chExt cx="1657432" cy="1364539"/>
          </a:xfrm>
        </p:grpSpPr>
        <p:sp>
          <p:nvSpPr>
            <p:cNvPr id="218" name="Google Shape;218;p17"/>
            <p:cNvSpPr/>
            <p:nvPr/>
          </p:nvSpPr>
          <p:spPr>
            <a:xfrm>
              <a:off x="7591341" y="4133353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19" name="Google Shape;219;p17"/>
            <p:cNvSpPr/>
            <p:nvPr/>
          </p:nvSpPr>
          <p:spPr>
            <a:xfrm>
              <a:off x="7875552" y="4350688"/>
              <a:ext cx="1373221" cy="1147205"/>
            </a:xfrm>
            <a:custGeom>
              <a:avLst/>
              <a:gdLst/>
              <a:ahLst/>
              <a:cxnLst/>
              <a:rect l="l" t="t" r="r" b="b"/>
              <a:pathLst>
                <a:path w="31035" h="25927" extrusionOk="0">
                  <a:moveTo>
                    <a:pt x="15989" y="1"/>
                  </a:moveTo>
                  <a:lnTo>
                    <a:pt x="14895" y="17995"/>
                  </a:lnTo>
                  <a:cubicBezTo>
                    <a:pt x="14895" y="17995"/>
                    <a:pt x="11004" y="4165"/>
                    <a:pt x="11399" y="1"/>
                  </a:cubicBezTo>
                  <a:lnTo>
                    <a:pt x="11399" y="1"/>
                  </a:lnTo>
                  <a:lnTo>
                    <a:pt x="7205" y="913"/>
                  </a:lnTo>
                  <a:lnTo>
                    <a:pt x="9302" y="17600"/>
                  </a:lnTo>
                  <a:cubicBezTo>
                    <a:pt x="9302" y="17600"/>
                    <a:pt x="4651" y="10548"/>
                    <a:pt x="4104" y="2007"/>
                  </a:cubicBezTo>
                  <a:lnTo>
                    <a:pt x="1" y="2767"/>
                  </a:lnTo>
                  <a:cubicBezTo>
                    <a:pt x="1" y="2767"/>
                    <a:pt x="1588" y="25927"/>
                    <a:pt x="13578" y="25927"/>
                  </a:cubicBezTo>
                  <a:cubicBezTo>
                    <a:pt x="14004" y="25927"/>
                    <a:pt x="14443" y="25897"/>
                    <a:pt x="14895" y="25837"/>
                  </a:cubicBezTo>
                  <a:cubicBezTo>
                    <a:pt x="28087" y="24044"/>
                    <a:pt x="31035" y="2007"/>
                    <a:pt x="31035" y="2007"/>
                  </a:cubicBezTo>
                  <a:lnTo>
                    <a:pt x="27235" y="1369"/>
                  </a:lnTo>
                  <a:cubicBezTo>
                    <a:pt x="27235" y="1369"/>
                    <a:pt x="24834" y="17296"/>
                    <a:pt x="19333" y="19089"/>
                  </a:cubicBezTo>
                  <a:lnTo>
                    <a:pt x="2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220" name="Google Shape;220;p17"/>
          <p:cNvSpPr/>
          <p:nvPr/>
        </p:nvSpPr>
        <p:spPr>
          <a:xfrm>
            <a:off x="8076275" y="-332150"/>
            <a:ext cx="776305" cy="602457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4_1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/>
          <p:nvPr/>
        </p:nvSpPr>
        <p:spPr>
          <a:xfrm rot="10800000" flipH="1">
            <a:off x="-231925" y="-97554"/>
            <a:ext cx="1823017" cy="1039245"/>
          </a:xfrm>
          <a:custGeom>
            <a:avLst/>
            <a:gdLst/>
            <a:ahLst/>
            <a:cxnLst/>
            <a:rect l="l" t="t" r="r" b="b"/>
            <a:pathLst>
              <a:path w="28786" h="16410" extrusionOk="0">
                <a:moveTo>
                  <a:pt x="20469" y="1"/>
                </a:moveTo>
                <a:cubicBezTo>
                  <a:pt x="13484" y="1"/>
                  <a:pt x="13284" y="8932"/>
                  <a:pt x="13284" y="8932"/>
                </a:cubicBezTo>
                <a:cubicBezTo>
                  <a:pt x="12479" y="6794"/>
                  <a:pt x="10185" y="6469"/>
                  <a:pt x="8867" y="6469"/>
                </a:cubicBezTo>
                <a:cubicBezTo>
                  <a:pt x="8293" y="6469"/>
                  <a:pt x="7903" y="6531"/>
                  <a:pt x="7903" y="6531"/>
                </a:cubicBezTo>
                <a:cubicBezTo>
                  <a:pt x="1" y="7990"/>
                  <a:pt x="1855" y="16409"/>
                  <a:pt x="1855" y="16409"/>
                </a:cubicBezTo>
                <a:lnTo>
                  <a:pt x="25898" y="15437"/>
                </a:lnTo>
                <a:cubicBezTo>
                  <a:pt x="25898" y="15437"/>
                  <a:pt x="28785" y="604"/>
                  <a:pt x="21126" y="26"/>
                </a:cubicBezTo>
                <a:cubicBezTo>
                  <a:pt x="20900" y="9"/>
                  <a:pt x="20681" y="1"/>
                  <a:pt x="2046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224" name="Google Shape;224;p18"/>
          <p:cNvSpPr/>
          <p:nvPr/>
        </p:nvSpPr>
        <p:spPr>
          <a:xfrm flipH="1">
            <a:off x="291425" y="-332150"/>
            <a:ext cx="776305" cy="602457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18"/>
          <p:cNvSpPr/>
          <p:nvPr/>
        </p:nvSpPr>
        <p:spPr>
          <a:xfrm flipH="1">
            <a:off x="8305801" y="624463"/>
            <a:ext cx="251398" cy="232775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6" name="Google Shape;226;p18"/>
          <p:cNvSpPr/>
          <p:nvPr/>
        </p:nvSpPr>
        <p:spPr>
          <a:xfrm rot="10800000">
            <a:off x="3765101" y="4897596"/>
            <a:ext cx="126254" cy="119399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s">
  <p:cSld name="CUSTOM_5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>
            <a:spLocks noGrp="1"/>
          </p:cNvSpPr>
          <p:nvPr>
            <p:ph type="title" hasCustomPrompt="1"/>
          </p:nvPr>
        </p:nvSpPr>
        <p:spPr>
          <a:xfrm>
            <a:off x="2447850" y="3428311"/>
            <a:ext cx="4248000" cy="6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000"/>
              <a:buNone/>
              <a:defRPr sz="40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229" name="Google Shape;229;p19"/>
          <p:cNvSpPr txBox="1">
            <a:spLocks noGrp="1"/>
          </p:cNvSpPr>
          <p:nvPr>
            <p:ph type="body" idx="1"/>
          </p:nvPr>
        </p:nvSpPr>
        <p:spPr>
          <a:xfrm>
            <a:off x="1984950" y="4057281"/>
            <a:ext cx="51741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19"/>
          <p:cNvSpPr txBox="1">
            <a:spLocks noGrp="1"/>
          </p:cNvSpPr>
          <p:nvPr>
            <p:ph type="title" idx="2" hasCustomPrompt="1"/>
          </p:nvPr>
        </p:nvSpPr>
        <p:spPr>
          <a:xfrm>
            <a:off x="2447850" y="686888"/>
            <a:ext cx="4248000" cy="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0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231" name="Google Shape;231;p19"/>
          <p:cNvSpPr txBox="1">
            <a:spLocks noGrp="1"/>
          </p:cNvSpPr>
          <p:nvPr>
            <p:ph type="body" idx="3"/>
          </p:nvPr>
        </p:nvSpPr>
        <p:spPr>
          <a:xfrm>
            <a:off x="2218488" y="1328939"/>
            <a:ext cx="47070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19"/>
          <p:cNvSpPr txBox="1">
            <a:spLocks noGrp="1"/>
          </p:cNvSpPr>
          <p:nvPr>
            <p:ph type="title" idx="4" hasCustomPrompt="1"/>
          </p:nvPr>
        </p:nvSpPr>
        <p:spPr>
          <a:xfrm>
            <a:off x="2447925" y="2043158"/>
            <a:ext cx="4248000" cy="6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000"/>
              <a:buNone/>
              <a:defRPr sz="46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233" name="Google Shape;233;p19"/>
          <p:cNvSpPr txBox="1">
            <a:spLocks noGrp="1"/>
          </p:cNvSpPr>
          <p:nvPr>
            <p:ph type="body" idx="5"/>
          </p:nvPr>
        </p:nvSpPr>
        <p:spPr>
          <a:xfrm>
            <a:off x="2218488" y="2700021"/>
            <a:ext cx="47070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marL="914400" lvl="1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ct val="0"/>
              </a:spcBef>
              <a:spcAft>
                <a:spcPct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19"/>
          <p:cNvSpPr/>
          <p:nvPr/>
        </p:nvSpPr>
        <p:spPr>
          <a:xfrm rot="10800000" flipH="1">
            <a:off x="713040" y="-433936"/>
            <a:ext cx="1473051" cy="1417474"/>
          </a:xfrm>
          <a:custGeom>
            <a:avLst/>
            <a:gdLst/>
            <a:ahLst/>
            <a:cxnLst/>
            <a:rect l="l" t="t" r="r" b="b"/>
            <a:pathLst>
              <a:path w="15442" h="14859" extrusionOk="0">
                <a:moveTo>
                  <a:pt x="5271" y="1"/>
                </a:moveTo>
                <a:cubicBezTo>
                  <a:pt x="4355" y="1"/>
                  <a:pt x="3509" y="328"/>
                  <a:pt x="2858" y="1179"/>
                </a:cubicBezTo>
                <a:cubicBezTo>
                  <a:pt x="2858" y="1179"/>
                  <a:pt x="0" y="6681"/>
                  <a:pt x="4712" y="10936"/>
                </a:cubicBezTo>
                <a:cubicBezTo>
                  <a:pt x="8371" y="14263"/>
                  <a:pt x="10582" y="14859"/>
                  <a:pt x="11546" y="14859"/>
                </a:cubicBezTo>
                <a:cubicBezTo>
                  <a:pt x="11816" y="14859"/>
                  <a:pt x="11988" y="14812"/>
                  <a:pt x="12067" y="14766"/>
                </a:cubicBezTo>
                <a:cubicBezTo>
                  <a:pt x="12432" y="14553"/>
                  <a:pt x="15441" y="11088"/>
                  <a:pt x="15350" y="9903"/>
                </a:cubicBezTo>
                <a:cubicBezTo>
                  <a:pt x="15289" y="8748"/>
                  <a:pt x="12584" y="4036"/>
                  <a:pt x="12037" y="3519"/>
                </a:cubicBezTo>
                <a:cubicBezTo>
                  <a:pt x="11623" y="3152"/>
                  <a:pt x="8113" y="1"/>
                  <a:pt x="5271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5" name="Google Shape;235;p19"/>
          <p:cNvSpPr/>
          <p:nvPr/>
        </p:nvSpPr>
        <p:spPr>
          <a:xfrm flipH="1">
            <a:off x="6433053" y="4035575"/>
            <a:ext cx="1856317" cy="1014756"/>
          </a:xfrm>
          <a:custGeom>
            <a:avLst/>
            <a:gdLst/>
            <a:ahLst/>
            <a:cxnLst/>
            <a:rect l="l" t="t" r="r" b="b"/>
            <a:pathLst>
              <a:path w="35048" h="19159" extrusionOk="0">
                <a:moveTo>
                  <a:pt x="26572" y="1"/>
                </a:moveTo>
                <a:cubicBezTo>
                  <a:pt x="19845" y="1"/>
                  <a:pt x="17630" y="9827"/>
                  <a:pt x="17630" y="9827"/>
                </a:cubicBezTo>
                <a:cubicBezTo>
                  <a:pt x="15168" y="4008"/>
                  <a:pt x="12747" y="3479"/>
                  <a:pt x="11948" y="3479"/>
                </a:cubicBezTo>
                <a:cubicBezTo>
                  <a:pt x="11770" y="3479"/>
                  <a:pt x="11673" y="3505"/>
                  <a:pt x="11673" y="3505"/>
                </a:cubicBezTo>
                <a:cubicBezTo>
                  <a:pt x="1" y="5633"/>
                  <a:pt x="3071" y="19159"/>
                  <a:pt x="3071" y="19159"/>
                </a:cubicBezTo>
                <a:lnTo>
                  <a:pt x="33892" y="17548"/>
                </a:lnTo>
                <a:cubicBezTo>
                  <a:pt x="33892" y="17548"/>
                  <a:pt x="35047" y="1073"/>
                  <a:pt x="27570" y="70"/>
                </a:cubicBezTo>
                <a:cubicBezTo>
                  <a:pt x="27227" y="23"/>
                  <a:pt x="26894" y="1"/>
                  <a:pt x="265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6" name="Google Shape;236;p19"/>
          <p:cNvSpPr/>
          <p:nvPr/>
        </p:nvSpPr>
        <p:spPr>
          <a:xfrm flipH="1">
            <a:off x="6919872" y="4741205"/>
            <a:ext cx="1104746" cy="1040963"/>
          </a:xfrm>
          <a:custGeom>
            <a:avLst/>
            <a:gdLst/>
            <a:ahLst/>
            <a:cxnLst/>
            <a:rect l="l" t="t" r="r" b="b"/>
            <a:pathLst>
              <a:path w="13585" h="12802" extrusionOk="0">
                <a:moveTo>
                  <a:pt x="9065" y="0"/>
                </a:moveTo>
                <a:cubicBezTo>
                  <a:pt x="7185" y="0"/>
                  <a:pt x="4535" y="984"/>
                  <a:pt x="2888" y="1673"/>
                </a:cubicBezTo>
                <a:cubicBezTo>
                  <a:pt x="1277" y="2342"/>
                  <a:pt x="152" y="3892"/>
                  <a:pt x="91" y="5655"/>
                </a:cubicBezTo>
                <a:cubicBezTo>
                  <a:pt x="91" y="5655"/>
                  <a:pt x="91" y="5685"/>
                  <a:pt x="61" y="5716"/>
                </a:cubicBezTo>
                <a:cubicBezTo>
                  <a:pt x="0" y="8238"/>
                  <a:pt x="213" y="12585"/>
                  <a:pt x="7478" y="12798"/>
                </a:cubicBezTo>
                <a:cubicBezTo>
                  <a:pt x="7568" y="12800"/>
                  <a:pt x="7656" y="12802"/>
                  <a:pt x="7744" y="12802"/>
                </a:cubicBezTo>
                <a:cubicBezTo>
                  <a:pt x="13351" y="12802"/>
                  <a:pt x="13585" y="7110"/>
                  <a:pt x="13466" y="4925"/>
                </a:cubicBezTo>
                <a:cubicBezTo>
                  <a:pt x="13435" y="4317"/>
                  <a:pt x="13314" y="3740"/>
                  <a:pt x="13040" y="3193"/>
                </a:cubicBezTo>
                <a:cubicBezTo>
                  <a:pt x="12463" y="2038"/>
                  <a:pt x="11186" y="62"/>
                  <a:pt x="9149" y="1"/>
                </a:cubicBezTo>
                <a:cubicBezTo>
                  <a:pt x="9121" y="1"/>
                  <a:pt x="9093" y="0"/>
                  <a:pt x="9065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7" name="Google Shape;237;p19"/>
          <p:cNvSpPr/>
          <p:nvPr/>
        </p:nvSpPr>
        <p:spPr>
          <a:xfrm flipH="1">
            <a:off x="8081773" y="4035575"/>
            <a:ext cx="433050" cy="402429"/>
          </a:xfrm>
          <a:custGeom>
            <a:avLst/>
            <a:gdLst/>
            <a:ahLst/>
            <a:cxnLst/>
            <a:rect l="l" t="t" r="r" b="b"/>
            <a:pathLst>
              <a:path w="8055" h="7486" extrusionOk="0">
                <a:moveTo>
                  <a:pt x="3908" y="0"/>
                </a:moveTo>
                <a:cubicBezTo>
                  <a:pt x="3603" y="0"/>
                  <a:pt x="3283" y="25"/>
                  <a:pt x="2949" y="69"/>
                </a:cubicBezTo>
                <a:cubicBezTo>
                  <a:pt x="1" y="465"/>
                  <a:pt x="457" y="7486"/>
                  <a:pt x="457" y="7486"/>
                </a:cubicBezTo>
                <a:lnTo>
                  <a:pt x="2220" y="7486"/>
                </a:lnTo>
                <a:cubicBezTo>
                  <a:pt x="2220" y="7486"/>
                  <a:pt x="1065" y="2015"/>
                  <a:pt x="3800" y="1832"/>
                </a:cubicBezTo>
                <a:cubicBezTo>
                  <a:pt x="3841" y="1830"/>
                  <a:pt x="3882" y="1829"/>
                  <a:pt x="3921" y="1829"/>
                </a:cubicBezTo>
                <a:cubicBezTo>
                  <a:pt x="6500" y="1829"/>
                  <a:pt x="6323" y="6635"/>
                  <a:pt x="6323" y="6635"/>
                </a:cubicBezTo>
                <a:lnTo>
                  <a:pt x="8056" y="6544"/>
                </a:lnTo>
                <a:cubicBezTo>
                  <a:pt x="7786" y="1503"/>
                  <a:pt x="6298" y="0"/>
                  <a:pt x="390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8" name="Google Shape;238;p19"/>
          <p:cNvSpPr/>
          <p:nvPr/>
        </p:nvSpPr>
        <p:spPr>
          <a:xfrm rot="10800000" flipH="1">
            <a:off x="1180069" y="345772"/>
            <a:ext cx="1227962" cy="831180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9" name="Google Shape;239;p19"/>
          <p:cNvSpPr/>
          <p:nvPr/>
        </p:nvSpPr>
        <p:spPr>
          <a:xfrm rot="10800000" flipH="1">
            <a:off x="2260613" y="137537"/>
            <a:ext cx="521502" cy="430465"/>
          </a:xfrm>
          <a:custGeom>
            <a:avLst/>
            <a:gdLst/>
            <a:ahLst/>
            <a:cxnLst/>
            <a:rect l="l" t="t" r="r" b="b"/>
            <a:pathLst>
              <a:path w="9028" h="7452" extrusionOk="0">
                <a:moveTo>
                  <a:pt x="8060" y="0"/>
                </a:moveTo>
                <a:cubicBezTo>
                  <a:pt x="7821" y="0"/>
                  <a:pt x="7577" y="70"/>
                  <a:pt x="7356" y="162"/>
                </a:cubicBezTo>
                <a:cubicBezTo>
                  <a:pt x="6566" y="436"/>
                  <a:pt x="5836" y="770"/>
                  <a:pt x="5107" y="1226"/>
                </a:cubicBezTo>
                <a:cubicBezTo>
                  <a:pt x="3921" y="1986"/>
                  <a:pt x="2857" y="3019"/>
                  <a:pt x="2006" y="4175"/>
                </a:cubicBezTo>
                <a:cubicBezTo>
                  <a:pt x="1611" y="4752"/>
                  <a:pt x="0" y="7062"/>
                  <a:pt x="1398" y="7427"/>
                </a:cubicBezTo>
                <a:cubicBezTo>
                  <a:pt x="1465" y="7444"/>
                  <a:pt x="1533" y="7451"/>
                  <a:pt x="1602" y="7451"/>
                </a:cubicBezTo>
                <a:cubicBezTo>
                  <a:pt x="1906" y="7451"/>
                  <a:pt x="2220" y="7302"/>
                  <a:pt x="2493" y="7153"/>
                </a:cubicBezTo>
                <a:cubicBezTo>
                  <a:pt x="4043" y="6272"/>
                  <a:pt x="5593" y="5421"/>
                  <a:pt x="6900" y="4266"/>
                </a:cubicBezTo>
                <a:cubicBezTo>
                  <a:pt x="7751" y="3567"/>
                  <a:pt x="8481" y="2716"/>
                  <a:pt x="8845" y="1682"/>
                </a:cubicBezTo>
                <a:cubicBezTo>
                  <a:pt x="9028" y="1135"/>
                  <a:pt x="8997" y="405"/>
                  <a:pt x="8511" y="102"/>
                </a:cubicBezTo>
                <a:cubicBezTo>
                  <a:pt x="8367" y="30"/>
                  <a:pt x="8215" y="0"/>
                  <a:pt x="806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19"/>
          <p:cNvSpPr/>
          <p:nvPr/>
        </p:nvSpPr>
        <p:spPr>
          <a:xfrm rot="10800000" flipH="1">
            <a:off x="489213" y="375280"/>
            <a:ext cx="149323" cy="153077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1" name="Google Shape;241;p19"/>
          <p:cNvSpPr/>
          <p:nvPr/>
        </p:nvSpPr>
        <p:spPr>
          <a:xfrm rot="10800000" flipH="1">
            <a:off x="7714856" y="877256"/>
            <a:ext cx="166898" cy="154550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2" name="Google Shape;242;p19"/>
          <p:cNvSpPr/>
          <p:nvPr/>
        </p:nvSpPr>
        <p:spPr>
          <a:xfrm rot="10800000" flipH="1">
            <a:off x="281325" y="1291952"/>
            <a:ext cx="124497" cy="117746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 rot="10800000" flipH="1">
            <a:off x="7852124" y="304782"/>
            <a:ext cx="310949" cy="294077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4" name="Google Shape;244;p19"/>
          <p:cNvSpPr/>
          <p:nvPr/>
        </p:nvSpPr>
        <p:spPr>
          <a:xfrm flipH="1">
            <a:off x="7217797" y="-174625"/>
            <a:ext cx="644889" cy="582066"/>
          </a:xfrm>
          <a:custGeom>
            <a:avLst/>
            <a:gdLst/>
            <a:ahLst/>
            <a:cxnLst/>
            <a:rect l="l" t="t" r="r" b="b"/>
            <a:pathLst>
              <a:path w="10183" h="9191" extrusionOk="0">
                <a:moveTo>
                  <a:pt x="4929" y="1"/>
                </a:moveTo>
                <a:cubicBezTo>
                  <a:pt x="4095" y="1"/>
                  <a:pt x="3276" y="359"/>
                  <a:pt x="2432" y="953"/>
                </a:cubicBezTo>
                <a:cubicBezTo>
                  <a:pt x="0" y="2655"/>
                  <a:pt x="3800" y="9190"/>
                  <a:pt x="3800" y="9190"/>
                </a:cubicBezTo>
                <a:lnTo>
                  <a:pt x="5411" y="8369"/>
                </a:lnTo>
                <a:cubicBezTo>
                  <a:pt x="5411" y="8369"/>
                  <a:pt x="1672" y="3658"/>
                  <a:pt x="4043" y="2260"/>
                </a:cubicBezTo>
                <a:cubicBezTo>
                  <a:pt x="4347" y="2077"/>
                  <a:pt x="4649" y="1997"/>
                  <a:pt x="4945" y="1997"/>
                </a:cubicBezTo>
                <a:cubicBezTo>
                  <a:pt x="6960" y="1997"/>
                  <a:pt x="8694" y="5695"/>
                  <a:pt x="8694" y="5695"/>
                </a:cubicBezTo>
                <a:lnTo>
                  <a:pt x="10183" y="4813"/>
                </a:lnTo>
                <a:cubicBezTo>
                  <a:pt x="8185" y="1317"/>
                  <a:pt x="6529" y="1"/>
                  <a:pt x="492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5" name="Google Shape;245;p19"/>
          <p:cNvSpPr/>
          <p:nvPr/>
        </p:nvSpPr>
        <p:spPr>
          <a:xfrm flipH="1">
            <a:off x="6086953" y="-277155"/>
            <a:ext cx="1951620" cy="2124995"/>
          </a:xfrm>
          <a:custGeom>
            <a:avLst/>
            <a:gdLst/>
            <a:ahLst/>
            <a:cxnLst/>
            <a:rect l="l" t="t" r="r" b="b"/>
            <a:pathLst>
              <a:path w="9024" h="9826" extrusionOk="0">
                <a:moveTo>
                  <a:pt x="8095" y="1"/>
                </a:moveTo>
                <a:cubicBezTo>
                  <a:pt x="8035" y="1"/>
                  <a:pt x="7971" y="7"/>
                  <a:pt x="7904" y="20"/>
                </a:cubicBezTo>
                <a:cubicBezTo>
                  <a:pt x="6992" y="202"/>
                  <a:pt x="6080" y="780"/>
                  <a:pt x="5350" y="1296"/>
                </a:cubicBezTo>
                <a:cubicBezTo>
                  <a:pt x="4986" y="1540"/>
                  <a:pt x="4621" y="1844"/>
                  <a:pt x="4378" y="2239"/>
                </a:cubicBezTo>
                <a:cubicBezTo>
                  <a:pt x="3861" y="3090"/>
                  <a:pt x="4043" y="4245"/>
                  <a:pt x="3466" y="5035"/>
                </a:cubicBezTo>
                <a:cubicBezTo>
                  <a:pt x="3131" y="5491"/>
                  <a:pt x="2645" y="5765"/>
                  <a:pt x="2159" y="6038"/>
                </a:cubicBezTo>
                <a:cubicBezTo>
                  <a:pt x="1612" y="6342"/>
                  <a:pt x="1065" y="6677"/>
                  <a:pt x="669" y="7132"/>
                </a:cubicBezTo>
                <a:cubicBezTo>
                  <a:pt x="244" y="7588"/>
                  <a:pt x="1" y="8227"/>
                  <a:pt x="153" y="8835"/>
                </a:cubicBezTo>
                <a:cubicBezTo>
                  <a:pt x="262" y="9355"/>
                  <a:pt x="766" y="9825"/>
                  <a:pt x="1309" y="9825"/>
                </a:cubicBezTo>
                <a:cubicBezTo>
                  <a:pt x="1369" y="9825"/>
                  <a:pt x="1429" y="9819"/>
                  <a:pt x="1490" y="9807"/>
                </a:cubicBezTo>
                <a:cubicBezTo>
                  <a:pt x="2037" y="9686"/>
                  <a:pt x="2372" y="9169"/>
                  <a:pt x="2584" y="8683"/>
                </a:cubicBezTo>
                <a:cubicBezTo>
                  <a:pt x="2827" y="8166"/>
                  <a:pt x="2979" y="7619"/>
                  <a:pt x="3375" y="7254"/>
                </a:cubicBezTo>
                <a:cubicBezTo>
                  <a:pt x="3831" y="6859"/>
                  <a:pt x="4499" y="6707"/>
                  <a:pt x="4864" y="6251"/>
                </a:cubicBezTo>
                <a:cubicBezTo>
                  <a:pt x="5350" y="5643"/>
                  <a:pt x="5138" y="4731"/>
                  <a:pt x="5442" y="4032"/>
                </a:cubicBezTo>
                <a:cubicBezTo>
                  <a:pt x="5715" y="3424"/>
                  <a:pt x="6323" y="3029"/>
                  <a:pt x="6931" y="2725"/>
                </a:cubicBezTo>
                <a:cubicBezTo>
                  <a:pt x="7539" y="2421"/>
                  <a:pt x="8177" y="2117"/>
                  <a:pt x="8572" y="1600"/>
                </a:cubicBezTo>
                <a:cubicBezTo>
                  <a:pt x="9024" y="1036"/>
                  <a:pt x="8873" y="1"/>
                  <a:pt x="80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6" name="Google Shape;246;p19"/>
          <p:cNvSpPr/>
          <p:nvPr/>
        </p:nvSpPr>
        <p:spPr>
          <a:xfrm flipH="1">
            <a:off x="5785843" y="232764"/>
            <a:ext cx="647208" cy="438107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7" name="Google Shape;247;p19"/>
          <p:cNvSpPr/>
          <p:nvPr/>
        </p:nvSpPr>
        <p:spPr>
          <a:xfrm>
            <a:off x="1040922" y="4228650"/>
            <a:ext cx="1175100" cy="1106972"/>
          </a:xfrm>
          <a:custGeom>
            <a:avLst/>
            <a:gdLst/>
            <a:ahLst/>
            <a:cxnLst/>
            <a:rect l="l" t="t" r="r" b="b"/>
            <a:pathLst>
              <a:path w="23889" h="22504" extrusionOk="0">
                <a:moveTo>
                  <a:pt x="15859" y="0"/>
                </a:moveTo>
                <a:cubicBezTo>
                  <a:pt x="12558" y="0"/>
                  <a:pt x="7921" y="1707"/>
                  <a:pt x="5046" y="2922"/>
                </a:cubicBezTo>
                <a:cubicBezTo>
                  <a:pt x="2219" y="4107"/>
                  <a:pt x="244" y="6812"/>
                  <a:pt x="122" y="9913"/>
                </a:cubicBezTo>
                <a:cubicBezTo>
                  <a:pt x="122" y="9943"/>
                  <a:pt x="122" y="10004"/>
                  <a:pt x="122" y="10034"/>
                </a:cubicBezTo>
                <a:cubicBezTo>
                  <a:pt x="1" y="14472"/>
                  <a:pt x="365" y="22101"/>
                  <a:pt x="13132" y="22496"/>
                </a:cubicBezTo>
                <a:cubicBezTo>
                  <a:pt x="13282" y="22501"/>
                  <a:pt x="13430" y="22503"/>
                  <a:pt x="13576" y="22503"/>
                </a:cubicBezTo>
                <a:cubicBezTo>
                  <a:pt x="23449" y="22503"/>
                  <a:pt x="23889" y="12499"/>
                  <a:pt x="23679" y="8606"/>
                </a:cubicBezTo>
                <a:cubicBezTo>
                  <a:pt x="23648" y="7572"/>
                  <a:pt x="23375" y="6569"/>
                  <a:pt x="22919" y="5627"/>
                </a:cubicBezTo>
                <a:cubicBezTo>
                  <a:pt x="21916" y="3560"/>
                  <a:pt x="19667" y="95"/>
                  <a:pt x="16110" y="4"/>
                </a:cubicBezTo>
                <a:cubicBezTo>
                  <a:pt x="16028" y="1"/>
                  <a:pt x="15944" y="0"/>
                  <a:pt x="1585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8" name="Google Shape;248;p19"/>
          <p:cNvSpPr/>
          <p:nvPr/>
        </p:nvSpPr>
        <p:spPr>
          <a:xfrm>
            <a:off x="489223" y="3940329"/>
            <a:ext cx="1008172" cy="842239"/>
          </a:xfrm>
          <a:custGeom>
            <a:avLst/>
            <a:gdLst/>
            <a:ahLst/>
            <a:cxnLst/>
            <a:rect l="l" t="t" r="r" b="b"/>
            <a:pathLst>
              <a:path w="31035" h="25927" extrusionOk="0">
                <a:moveTo>
                  <a:pt x="15989" y="1"/>
                </a:moveTo>
                <a:lnTo>
                  <a:pt x="14895" y="17995"/>
                </a:lnTo>
                <a:cubicBezTo>
                  <a:pt x="14895" y="17995"/>
                  <a:pt x="11004" y="4165"/>
                  <a:pt x="11399" y="1"/>
                </a:cubicBezTo>
                <a:lnTo>
                  <a:pt x="11399" y="1"/>
                </a:lnTo>
                <a:lnTo>
                  <a:pt x="7205" y="913"/>
                </a:lnTo>
                <a:lnTo>
                  <a:pt x="9302" y="17600"/>
                </a:lnTo>
                <a:cubicBezTo>
                  <a:pt x="9302" y="17600"/>
                  <a:pt x="4651" y="10548"/>
                  <a:pt x="4104" y="2007"/>
                </a:cubicBezTo>
                <a:lnTo>
                  <a:pt x="1" y="2767"/>
                </a:lnTo>
                <a:cubicBezTo>
                  <a:pt x="1" y="2767"/>
                  <a:pt x="1588" y="25927"/>
                  <a:pt x="13578" y="25927"/>
                </a:cubicBezTo>
                <a:cubicBezTo>
                  <a:pt x="14004" y="25927"/>
                  <a:pt x="14443" y="25897"/>
                  <a:pt x="14895" y="25837"/>
                </a:cubicBezTo>
                <a:cubicBezTo>
                  <a:pt x="28087" y="24044"/>
                  <a:pt x="31035" y="2007"/>
                  <a:pt x="31035" y="2007"/>
                </a:cubicBezTo>
                <a:lnTo>
                  <a:pt x="27235" y="1369"/>
                </a:lnTo>
                <a:cubicBezTo>
                  <a:pt x="27235" y="1369"/>
                  <a:pt x="24834" y="17296"/>
                  <a:pt x="19333" y="19089"/>
                </a:cubicBezTo>
                <a:lnTo>
                  <a:pt x="21035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251" name="Google Shape;251;p20"/>
          <p:cNvSpPr txBox="1">
            <a:spLocks noGrp="1"/>
          </p:cNvSpPr>
          <p:nvPr>
            <p:ph type="subTitle" idx="1"/>
          </p:nvPr>
        </p:nvSpPr>
        <p:spPr>
          <a:xfrm>
            <a:off x="729525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2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52" name="Google Shape;252;p20"/>
          <p:cNvSpPr txBox="1">
            <a:spLocks noGrp="1"/>
          </p:cNvSpPr>
          <p:nvPr>
            <p:ph type="subTitle" idx="2"/>
          </p:nvPr>
        </p:nvSpPr>
        <p:spPr>
          <a:xfrm>
            <a:off x="729513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20"/>
          <p:cNvSpPr txBox="1">
            <a:spLocks noGrp="1"/>
          </p:cNvSpPr>
          <p:nvPr>
            <p:ph type="subTitle" idx="3"/>
          </p:nvPr>
        </p:nvSpPr>
        <p:spPr>
          <a:xfrm>
            <a:off x="2723887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2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54" name="Google Shape;254;p20"/>
          <p:cNvSpPr txBox="1">
            <a:spLocks noGrp="1"/>
          </p:cNvSpPr>
          <p:nvPr>
            <p:ph type="subTitle" idx="4"/>
          </p:nvPr>
        </p:nvSpPr>
        <p:spPr>
          <a:xfrm>
            <a:off x="2723863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20"/>
          <p:cNvSpPr txBox="1">
            <a:spLocks noGrp="1"/>
          </p:cNvSpPr>
          <p:nvPr>
            <p:ph type="subTitle" idx="5"/>
          </p:nvPr>
        </p:nvSpPr>
        <p:spPr>
          <a:xfrm>
            <a:off x="4718263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2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56" name="Google Shape;256;p20"/>
          <p:cNvSpPr txBox="1">
            <a:spLocks noGrp="1"/>
          </p:cNvSpPr>
          <p:nvPr>
            <p:ph type="subTitle" idx="6"/>
          </p:nvPr>
        </p:nvSpPr>
        <p:spPr>
          <a:xfrm>
            <a:off x="4718238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20"/>
          <p:cNvSpPr txBox="1">
            <a:spLocks noGrp="1"/>
          </p:cNvSpPr>
          <p:nvPr>
            <p:ph type="subTitle" idx="7"/>
          </p:nvPr>
        </p:nvSpPr>
        <p:spPr>
          <a:xfrm>
            <a:off x="6723913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2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8"/>
          </p:nvPr>
        </p:nvSpPr>
        <p:spPr>
          <a:xfrm>
            <a:off x="6723963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20"/>
          <p:cNvSpPr/>
          <p:nvPr/>
        </p:nvSpPr>
        <p:spPr>
          <a:xfrm rot="10800000">
            <a:off x="458068" y="214679"/>
            <a:ext cx="163708" cy="167825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0" name="Google Shape;260;p20"/>
          <p:cNvSpPr/>
          <p:nvPr/>
        </p:nvSpPr>
        <p:spPr>
          <a:xfrm rot="10800000">
            <a:off x="480521" y="4708686"/>
            <a:ext cx="118807" cy="110004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1" name="Google Shape;261;p20"/>
          <p:cNvSpPr/>
          <p:nvPr/>
        </p:nvSpPr>
        <p:spPr>
          <a:xfrm rot="137754">
            <a:off x="3423365" y="4516060"/>
            <a:ext cx="1859124" cy="1016291"/>
          </a:xfrm>
          <a:custGeom>
            <a:avLst/>
            <a:gdLst/>
            <a:ahLst/>
            <a:cxnLst/>
            <a:rect l="l" t="t" r="r" b="b"/>
            <a:pathLst>
              <a:path w="35048" h="19159" extrusionOk="0">
                <a:moveTo>
                  <a:pt x="26572" y="1"/>
                </a:moveTo>
                <a:cubicBezTo>
                  <a:pt x="19845" y="1"/>
                  <a:pt x="17630" y="9827"/>
                  <a:pt x="17630" y="9827"/>
                </a:cubicBezTo>
                <a:cubicBezTo>
                  <a:pt x="15168" y="4008"/>
                  <a:pt x="12747" y="3479"/>
                  <a:pt x="11948" y="3479"/>
                </a:cubicBezTo>
                <a:cubicBezTo>
                  <a:pt x="11770" y="3479"/>
                  <a:pt x="11673" y="3505"/>
                  <a:pt x="11673" y="3505"/>
                </a:cubicBezTo>
                <a:cubicBezTo>
                  <a:pt x="1" y="5633"/>
                  <a:pt x="3071" y="19159"/>
                  <a:pt x="3071" y="19159"/>
                </a:cubicBezTo>
                <a:lnTo>
                  <a:pt x="33892" y="17548"/>
                </a:lnTo>
                <a:cubicBezTo>
                  <a:pt x="33892" y="17548"/>
                  <a:pt x="35047" y="1073"/>
                  <a:pt x="27570" y="70"/>
                </a:cubicBezTo>
                <a:cubicBezTo>
                  <a:pt x="27227" y="23"/>
                  <a:pt x="26894" y="1"/>
                  <a:pt x="26572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2" name="Google Shape;262;p20"/>
          <p:cNvSpPr/>
          <p:nvPr/>
        </p:nvSpPr>
        <p:spPr>
          <a:xfrm rot="10605419">
            <a:off x="4739536" y="4507069"/>
            <a:ext cx="1006834" cy="781331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3" name="Google Shape;263;p20"/>
          <p:cNvSpPr/>
          <p:nvPr/>
        </p:nvSpPr>
        <p:spPr>
          <a:xfrm rot="3370731">
            <a:off x="3578466" y="4732892"/>
            <a:ext cx="251760" cy="207815"/>
          </a:xfrm>
          <a:custGeom>
            <a:avLst/>
            <a:gdLst/>
            <a:ahLst/>
            <a:cxnLst/>
            <a:rect l="l" t="t" r="r" b="b"/>
            <a:pathLst>
              <a:path w="9029" h="7453" extrusionOk="0">
                <a:moveTo>
                  <a:pt x="8075" y="0"/>
                </a:moveTo>
                <a:cubicBezTo>
                  <a:pt x="7841" y="0"/>
                  <a:pt x="7603" y="62"/>
                  <a:pt x="7387" y="134"/>
                </a:cubicBezTo>
                <a:cubicBezTo>
                  <a:pt x="6597" y="407"/>
                  <a:pt x="5837" y="772"/>
                  <a:pt x="5138" y="1228"/>
                </a:cubicBezTo>
                <a:cubicBezTo>
                  <a:pt x="3922" y="1988"/>
                  <a:pt x="2858" y="2991"/>
                  <a:pt x="2037" y="4176"/>
                </a:cubicBezTo>
                <a:cubicBezTo>
                  <a:pt x="1642" y="4754"/>
                  <a:pt x="1" y="7064"/>
                  <a:pt x="1430" y="7429"/>
                </a:cubicBezTo>
                <a:cubicBezTo>
                  <a:pt x="1496" y="7445"/>
                  <a:pt x="1563" y="7453"/>
                  <a:pt x="1630" y="7453"/>
                </a:cubicBezTo>
                <a:cubicBezTo>
                  <a:pt x="1936" y="7453"/>
                  <a:pt x="2250" y="7299"/>
                  <a:pt x="2524" y="7125"/>
                </a:cubicBezTo>
                <a:cubicBezTo>
                  <a:pt x="4044" y="6274"/>
                  <a:pt x="5594" y="5423"/>
                  <a:pt x="6931" y="4268"/>
                </a:cubicBezTo>
                <a:cubicBezTo>
                  <a:pt x="7752" y="3568"/>
                  <a:pt x="8512" y="2717"/>
                  <a:pt x="8846" y="1684"/>
                </a:cubicBezTo>
                <a:cubicBezTo>
                  <a:pt x="9029" y="1137"/>
                  <a:pt x="9029" y="407"/>
                  <a:pt x="8542" y="103"/>
                </a:cubicBezTo>
                <a:cubicBezTo>
                  <a:pt x="8394" y="29"/>
                  <a:pt x="8235" y="0"/>
                  <a:pt x="80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4" name="Google Shape;264;p20"/>
          <p:cNvSpPr/>
          <p:nvPr/>
        </p:nvSpPr>
        <p:spPr>
          <a:xfrm rot="10800000">
            <a:off x="8373060" y="-148361"/>
            <a:ext cx="1234882" cy="1100859"/>
          </a:xfrm>
          <a:custGeom>
            <a:avLst/>
            <a:gdLst/>
            <a:ahLst/>
            <a:cxnLst/>
            <a:rect l="l" t="t" r="r" b="b"/>
            <a:pathLst>
              <a:path w="25716" h="22925" extrusionOk="0">
                <a:moveTo>
                  <a:pt x="10777" y="3025"/>
                </a:moveTo>
                <a:cubicBezTo>
                  <a:pt x="14224" y="3025"/>
                  <a:pt x="17913" y="5838"/>
                  <a:pt x="19697" y="9064"/>
                </a:cubicBezTo>
                <a:cubicBezTo>
                  <a:pt x="21885" y="13046"/>
                  <a:pt x="19697" y="19246"/>
                  <a:pt x="17265" y="20037"/>
                </a:cubicBezTo>
                <a:cubicBezTo>
                  <a:pt x="16639" y="20238"/>
                  <a:pt x="15802" y="20391"/>
                  <a:pt x="14833" y="20391"/>
                </a:cubicBezTo>
                <a:cubicBezTo>
                  <a:pt x="11992" y="20391"/>
                  <a:pt x="8014" y="19070"/>
                  <a:pt x="4864" y="13745"/>
                </a:cubicBezTo>
                <a:cubicBezTo>
                  <a:pt x="639" y="6632"/>
                  <a:pt x="8329" y="3562"/>
                  <a:pt x="8329" y="3562"/>
                </a:cubicBezTo>
                <a:cubicBezTo>
                  <a:pt x="9110" y="3193"/>
                  <a:pt x="9936" y="3025"/>
                  <a:pt x="10777" y="3025"/>
                </a:cubicBezTo>
                <a:close/>
                <a:moveTo>
                  <a:pt x="10828" y="0"/>
                </a:moveTo>
                <a:cubicBezTo>
                  <a:pt x="10175" y="0"/>
                  <a:pt x="9494" y="78"/>
                  <a:pt x="8785" y="249"/>
                </a:cubicBezTo>
                <a:cubicBezTo>
                  <a:pt x="6049" y="918"/>
                  <a:pt x="3678" y="2681"/>
                  <a:pt x="2219" y="5082"/>
                </a:cubicBezTo>
                <a:cubicBezTo>
                  <a:pt x="912" y="7210"/>
                  <a:pt x="0" y="10340"/>
                  <a:pt x="1976" y="13897"/>
                </a:cubicBezTo>
                <a:cubicBezTo>
                  <a:pt x="4811" y="19052"/>
                  <a:pt x="8532" y="22924"/>
                  <a:pt x="13499" y="22924"/>
                </a:cubicBezTo>
                <a:cubicBezTo>
                  <a:pt x="14976" y="22924"/>
                  <a:pt x="16562" y="22582"/>
                  <a:pt x="18268" y="21830"/>
                </a:cubicBezTo>
                <a:cubicBezTo>
                  <a:pt x="25715" y="18547"/>
                  <a:pt x="20578" y="6936"/>
                  <a:pt x="20578" y="6936"/>
                </a:cubicBezTo>
                <a:cubicBezTo>
                  <a:pt x="20578" y="6936"/>
                  <a:pt x="16998" y="0"/>
                  <a:pt x="10828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5" name="Google Shape;265;p20"/>
          <p:cNvSpPr/>
          <p:nvPr/>
        </p:nvSpPr>
        <p:spPr>
          <a:xfrm rot="9755624">
            <a:off x="8099091" y="-220323"/>
            <a:ext cx="855820" cy="714041"/>
          </a:xfrm>
          <a:custGeom>
            <a:avLst/>
            <a:gdLst/>
            <a:ahLst/>
            <a:cxnLst/>
            <a:rect l="l" t="t" r="r" b="b"/>
            <a:pathLst>
              <a:path w="19454" h="16229" extrusionOk="0">
                <a:moveTo>
                  <a:pt x="10031" y="1"/>
                </a:moveTo>
                <a:lnTo>
                  <a:pt x="9332" y="11278"/>
                </a:lnTo>
                <a:cubicBezTo>
                  <a:pt x="9332" y="11278"/>
                  <a:pt x="6900" y="2645"/>
                  <a:pt x="7143" y="1"/>
                </a:cubicBezTo>
                <a:lnTo>
                  <a:pt x="7143" y="1"/>
                </a:lnTo>
                <a:lnTo>
                  <a:pt x="4529" y="609"/>
                </a:lnTo>
                <a:lnTo>
                  <a:pt x="5836" y="11035"/>
                </a:lnTo>
                <a:cubicBezTo>
                  <a:pt x="5836" y="11035"/>
                  <a:pt x="2918" y="6627"/>
                  <a:pt x="2584" y="1278"/>
                </a:cubicBezTo>
                <a:lnTo>
                  <a:pt x="0" y="1764"/>
                </a:lnTo>
                <a:cubicBezTo>
                  <a:pt x="0" y="1764"/>
                  <a:pt x="1019" y="16230"/>
                  <a:pt x="8494" y="16230"/>
                </a:cubicBezTo>
                <a:cubicBezTo>
                  <a:pt x="8765" y="16230"/>
                  <a:pt x="9044" y="16211"/>
                  <a:pt x="9332" y="16171"/>
                </a:cubicBezTo>
                <a:cubicBezTo>
                  <a:pt x="17599" y="15077"/>
                  <a:pt x="19454" y="1278"/>
                  <a:pt x="19454" y="1278"/>
                </a:cubicBezTo>
                <a:lnTo>
                  <a:pt x="17052" y="882"/>
                </a:lnTo>
                <a:cubicBezTo>
                  <a:pt x="17052" y="882"/>
                  <a:pt x="15563" y="10852"/>
                  <a:pt x="12098" y="11977"/>
                </a:cubicBezTo>
                <a:lnTo>
                  <a:pt x="13192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>
            <a:spLocks noGrp="1"/>
          </p:cNvSpPr>
          <p:nvPr>
            <p:ph type="subTitle" idx="1"/>
          </p:nvPr>
        </p:nvSpPr>
        <p:spPr>
          <a:xfrm>
            <a:off x="764372" y="1813519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68" name="Google Shape;268;p21"/>
          <p:cNvSpPr txBox="1">
            <a:spLocks noGrp="1"/>
          </p:cNvSpPr>
          <p:nvPr>
            <p:ph type="subTitle" idx="2"/>
          </p:nvPr>
        </p:nvSpPr>
        <p:spPr>
          <a:xfrm>
            <a:off x="764372" y="218527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1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4500"/>
              <a:buNone/>
              <a:defRPr sz="4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2800"/>
              <a:buNone/>
              <a:defRPr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 dirty="0"/>
          </a:p>
        </p:txBody>
      </p:sp>
      <p:sp>
        <p:nvSpPr>
          <p:cNvPr id="270" name="Google Shape;270;p21"/>
          <p:cNvSpPr txBox="1">
            <a:spLocks noGrp="1"/>
          </p:cNvSpPr>
          <p:nvPr>
            <p:ph type="subTitle" idx="3"/>
          </p:nvPr>
        </p:nvSpPr>
        <p:spPr>
          <a:xfrm>
            <a:off x="764363" y="1529869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1600"/>
              <a:buFont typeface="Fresca" panose="02000506000000020003"/>
              <a:buNone/>
              <a:defRPr sz="2200" b="1"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sp>
        <p:nvSpPr>
          <p:cNvPr id="271" name="Google Shape;271;p21"/>
          <p:cNvSpPr txBox="1">
            <a:spLocks noGrp="1"/>
          </p:cNvSpPr>
          <p:nvPr>
            <p:ph type="subTitle" idx="4"/>
          </p:nvPr>
        </p:nvSpPr>
        <p:spPr>
          <a:xfrm>
            <a:off x="3490948" y="1811138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72" name="Google Shape;272;p21"/>
          <p:cNvSpPr txBox="1">
            <a:spLocks noGrp="1"/>
          </p:cNvSpPr>
          <p:nvPr>
            <p:ph type="subTitle" idx="5"/>
          </p:nvPr>
        </p:nvSpPr>
        <p:spPr>
          <a:xfrm>
            <a:off x="3490948" y="2182894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1"/>
          <p:cNvSpPr txBox="1">
            <a:spLocks noGrp="1"/>
          </p:cNvSpPr>
          <p:nvPr>
            <p:ph type="subTitle" idx="6"/>
          </p:nvPr>
        </p:nvSpPr>
        <p:spPr>
          <a:xfrm>
            <a:off x="3490939" y="1529869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1600"/>
              <a:buFont typeface="Fresca" panose="02000506000000020003"/>
              <a:buNone/>
              <a:defRPr sz="2200" b="1"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sp>
        <p:nvSpPr>
          <p:cNvPr id="274" name="Google Shape;274;p21"/>
          <p:cNvSpPr txBox="1">
            <a:spLocks noGrp="1"/>
          </p:cNvSpPr>
          <p:nvPr>
            <p:ph type="subTitle" idx="7"/>
          </p:nvPr>
        </p:nvSpPr>
        <p:spPr>
          <a:xfrm>
            <a:off x="6217545" y="1811138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75" name="Google Shape;275;p21"/>
          <p:cNvSpPr txBox="1">
            <a:spLocks noGrp="1"/>
          </p:cNvSpPr>
          <p:nvPr>
            <p:ph type="subTitle" idx="8"/>
          </p:nvPr>
        </p:nvSpPr>
        <p:spPr>
          <a:xfrm>
            <a:off x="6217545" y="2182894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1"/>
          <p:cNvSpPr txBox="1">
            <a:spLocks noGrp="1"/>
          </p:cNvSpPr>
          <p:nvPr>
            <p:ph type="subTitle" idx="9"/>
          </p:nvPr>
        </p:nvSpPr>
        <p:spPr>
          <a:xfrm>
            <a:off x="6217537" y="1529869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1600"/>
              <a:buFont typeface="Fresca" panose="02000506000000020003"/>
              <a:buNone/>
              <a:defRPr sz="2200" b="1"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sp>
        <p:nvSpPr>
          <p:cNvPr id="277" name="Google Shape;277;p21"/>
          <p:cNvSpPr txBox="1">
            <a:spLocks noGrp="1"/>
          </p:cNvSpPr>
          <p:nvPr>
            <p:ph type="subTitle" idx="13"/>
          </p:nvPr>
        </p:nvSpPr>
        <p:spPr>
          <a:xfrm>
            <a:off x="764372" y="3423244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78" name="Google Shape;278;p21"/>
          <p:cNvSpPr txBox="1">
            <a:spLocks noGrp="1"/>
          </p:cNvSpPr>
          <p:nvPr>
            <p:ph type="subTitle" idx="14"/>
          </p:nvPr>
        </p:nvSpPr>
        <p:spPr>
          <a:xfrm>
            <a:off x="764372" y="379440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21"/>
          <p:cNvSpPr txBox="1">
            <a:spLocks noGrp="1"/>
          </p:cNvSpPr>
          <p:nvPr>
            <p:ph type="subTitle" idx="15"/>
          </p:nvPr>
        </p:nvSpPr>
        <p:spPr>
          <a:xfrm>
            <a:off x="764363" y="3139594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1600"/>
              <a:buFont typeface="Fresca" panose="02000506000000020003"/>
              <a:buNone/>
              <a:defRPr sz="2200" b="1"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sp>
        <p:nvSpPr>
          <p:cNvPr id="280" name="Google Shape;280;p21"/>
          <p:cNvSpPr txBox="1">
            <a:spLocks noGrp="1"/>
          </p:cNvSpPr>
          <p:nvPr>
            <p:ph type="subTitle" idx="16"/>
          </p:nvPr>
        </p:nvSpPr>
        <p:spPr>
          <a:xfrm>
            <a:off x="3490948" y="3423244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81" name="Google Shape;281;p21"/>
          <p:cNvSpPr txBox="1">
            <a:spLocks noGrp="1"/>
          </p:cNvSpPr>
          <p:nvPr>
            <p:ph type="subTitle" idx="17"/>
          </p:nvPr>
        </p:nvSpPr>
        <p:spPr>
          <a:xfrm>
            <a:off x="3490948" y="379440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1"/>
          <p:cNvSpPr txBox="1">
            <a:spLocks noGrp="1"/>
          </p:cNvSpPr>
          <p:nvPr>
            <p:ph type="subTitle" idx="18"/>
          </p:nvPr>
        </p:nvSpPr>
        <p:spPr>
          <a:xfrm>
            <a:off x="3490939" y="3139594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1600"/>
              <a:buFont typeface="Fresca" panose="02000506000000020003"/>
              <a:buNone/>
              <a:defRPr sz="2200" b="1"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sp>
        <p:nvSpPr>
          <p:cNvPr id="283" name="Google Shape;283;p21"/>
          <p:cNvSpPr txBox="1">
            <a:spLocks noGrp="1"/>
          </p:cNvSpPr>
          <p:nvPr>
            <p:ph type="subTitle" idx="19"/>
          </p:nvPr>
        </p:nvSpPr>
        <p:spPr>
          <a:xfrm>
            <a:off x="6217545" y="3423244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accent6"/>
              </a:buClr>
              <a:buSzPts val="2000"/>
              <a:buFont typeface="Fresca" panose="02000506000000020003"/>
              <a:buNone/>
              <a:defRPr sz="2400" b="1">
                <a:solidFill>
                  <a:schemeClr val="accent6"/>
                </a:solidFill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400"/>
              <a:buNone/>
              <a:defRPr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/>
            </a:lvl9pPr>
          </a:lstStyle>
          <a:p>
            <a:endParaRPr dirty="0"/>
          </a:p>
        </p:txBody>
      </p:sp>
      <p:sp>
        <p:nvSpPr>
          <p:cNvPr id="284" name="Google Shape;284;p21"/>
          <p:cNvSpPr txBox="1">
            <a:spLocks noGrp="1"/>
          </p:cNvSpPr>
          <p:nvPr>
            <p:ph type="subTitle" idx="20"/>
          </p:nvPr>
        </p:nvSpPr>
        <p:spPr>
          <a:xfrm>
            <a:off x="6217545" y="379440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21"/>
          <p:cNvSpPr txBox="1">
            <a:spLocks noGrp="1"/>
          </p:cNvSpPr>
          <p:nvPr>
            <p:ph type="subTitle" idx="21"/>
          </p:nvPr>
        </p:nvSpPr>
        <p:spPr>
          <a:xfrm>
            <a:off x="6217537" y="3139594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1600"/>
              <a:buFont typeface="Fresca" panose="02000506000000020003"/>
              <a:buNone/>
              <a:defRPr sz="2200" b="1">
                <a:latin typeface="Aharoni" panose="02010803020104030203" pitchFamily="2" charset="-79"/>
                <a:ea typeface="Aharoni" panose="02010803020104030203" pitchFamily="2" charset="-79"/>
                <a:cs typeface="Aharoni" panose="02010803020104030203" pitchFamily="2" charset="-79"/>
                <a:sym typeface="Fresca" panose="02000506000000020003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1600"/>
              <a:buNone/>
              <a:defRPr sz="1600" b="1"/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9pPr>
          </a:lstStyle>
          <a:p>
            <a:endParaRPr dirty="0"/>
          </a:p>
        </p:txBody>
      </p:sp>
      <p:sp>
        <p:nvSpPr>
          <p:cNvPr id="286" name="Google Shape;286;p21"/>
          <p:cNvSpPr/>
          <p:nvPr/>
        </p:nvSpPr>
        <p:spPr>
          <a:xfrm>
            <a:off x="326216" y="-461075"/>
            <a:ext cx="1264437" cy="1372756"/>
          </a:xfrm>
          <a:custGeom>
            <a:avLst/>
            <a:gdLst/>
            <a:ahLst/>
            <a:cxnLst/>
            <a:rect l="l" t="t" r="r" b="b"/>
            <a:pathLst>
              <a:path w="14895" h="16170" extrusionOk="0">
                <a:moveTo>
                  <a:pt x="5341" y="1"/>
                </a:moveTo>
                <a:cubicBezTo>
                  <a:pt x="5233" y="1"/>
                  <a:pt x="5124" y="5"/>
                  <a:pt x="5016" y="14"/>
                </a:cubicBezTo>
                <a:cubicBezTo>
                  <a:pt x="3861" y="135"/>
                  <a:pt x="2767" y="743"/>
                  <a:pt x="2189" y="1716"/>
                </a:cubicBezTo>
                <a:cubicBezTo>
                  <a:pt x="1855" y="2293"/>
                  <a:pt x="1703" y="2932"/>
                  <a:pt x="1551" y="3540"/>
                </a:cubicBezTo>
                <a:cubicBezTo>
                  <a:pt x="1186" y="5120"/>
                  <a:pt x="791" y="6670"/>
                  <a:pt x="427" y="8251"/>
                </a:cubicBezTo>
                <a:cubicBezTo>
                  <a:pt x="214" y="9132"/>
                  <a:pt x="1" y="10014"/>
                  <a:pt x="183" y="10895"/>
                </a:cubicBezTo>
                <a:cubicBezTo>
                  <a:pt x="457" y="12476"/>
                  <a:pt x="1886" y="13570"/>
                  <a:pt x="3284" y="14330"/>
                </a:cubicBezTo>
                <a:cubicBezTo>
                  <a:pt x="5259" y="15364"/>
                  <a:pt x="7448" y="15971"/>
                  <a:pt x="9697" y="16093"/>
                </a:cubicBezTo>
                <a:cubicBezTo>
                  <a:pt x="10096" y="16129"/>
                  <a:pt x="10461" y="16170"/>
                  <a:pt x="10812" y="16170"/>
                </a:cubicBezTo>
                <a:cubicBezTo>
                  <a:pt x="11343" y="16170"/>
                  <a:pt x="11841" y="16076"/>
                  <a:pt x="12372" y="15728"/>
                </a:cubicBezTo>
                <a:cubicBezTo>
                  <a:pt x="13223" y="15181"/>
                  <a:pt x="13922" y="14360"/>
                  <a:pt x="14317" y="13418"/>
                </a:cubicBezTo>
                <a:cubicBezTo>
                  <a:pt x="14895" y="12050"/>
                  <a:pt x="14834" y="10470"/>
                  <a:pt x="14196" y="9163"/>
                </a:cubicBezTo>
                <a:cubicBezTo>
                  <a:pt x="13770" y="8342"/>
                  <a:pt x="13132" y="7643"/>
                  <a:pt x="12585" y="6883"/>
                </a:cubicBezTo>
                <a:cubicBezTo>
                  <a:pt x="11156" y="4907"/>
                  <a:pt x="10244" y="2385"/>
                  <a:pt x="8238" y="956"/>
                </a:cubicBezTo>
                <a:cubicBezTo>
                  <a:pt x="7386" y="379"/>
                  <a:pt x="6361" y="1"/>
                  <a:pt x="534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812445" y="28884"/>
            <a:ext cx="546998" cy="993664"/>
          </a:xfrm>
          <a:custGeom>
            <a:avLst/>
            <a:gdLst/>
            <a:ahLst/>
            <a:cxnLst/>
            <a:rect l="l" t="t" r="r" b="b"/>
            <a:pathLst>
              <a:path w="10822" h="19659" extrusionOk="0">
                <a:moveTo>
                  <a:pt x="2768" y="0"/>
                </a:moveTo>
                <a:cubicBezTo>
                  <a:pt x="1367" y="0"/>
                  <a:pt x="304" y="266"/>
                  <a:pt x="304" y="266"/>
                </a:cubicBezTo>
                <a:lnTo>
                  <a:pt x="0" y="3153"/>
                </a:lnTo>
                <a:cubicBezTo>
                  <a:pt x="0" y="3153"/>
                  <a:pt x="797" y="3065"/>
                  <a:pt x="1784" y="3065"/>
                </a:cubicBezTo>
                <a:cubicBezTo>
                  <a:pt x="3110" y="3065"/>
                  <a:pt x="4779" y="3225"/>
                  <a:pt x="5320" y="3974"/>
                </a:cubicBezTo>
                <a:cubicBezTo>
                  <a:pt x="7782" y="7318"/>
                  <a:pt x="5137" y="19385"/>
                  <a:pt x="5137" y="19385"/>
                </a:cubicBezTo>
                <a:lnTo>
                  <a:pt x="7812" y="19658"/>
                </a:lnTo>
                <a:cubicBezTo>
                  <a:pt x="7812" y="19658"/>
                  <a:pt x="10821" y="6375"/>
                  <a:pt x="8420" y="2606"/>
                </a:cubicBezTo>
                <a:cubicBezTo>
                  <a:pt x="7054" y="462"/>
                  <a:pt x="4616" y="0"/>
                  <a:pt x="2768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271302" y="455806"/>
            <a:ext cx="627234" cy="486755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8619573" y="721298"/>
            <a:ext cx="219627" cy="207721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0" name="Google Shape;290;p21"/>
          <p:cNvSpPr/>
          <p:nvPr/>
        </p:nvSpPr>
        <p:spPr>
          <a:xfrm>
            <a:off x="8257625" y="4502725"/>
            <a:ext cx="121996" cy="107375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1" name="Google Shape;291;p21"/>
          <p:cNvSpPr/>
          <p:nvPr/>
        </p:nvSpPr>
        <p:spPr>
          <a:xfrm rot="-2885892">
            <a:off x="639882" y="4204653"/>
            <a:ext cx="615412" cy="1205278"/>
          </a:xfrm>
          <a:custGeom>
            <a:avLst/>
            <a:gdLst/>
            <a:ahLst/>
            <a:cxnLst/>
            <a:rect l="l" t="t" r="r" b="b"/>
            <a:pathLst>
              <a:path w="9059" h="17999" extrusionOk="0">
                <a:moveTo>
                  <a:pt x="2206" y="1"/>
                </a:moveTo>
                <a:cubicBezTo>
                  <a:pt x="2150" y="1"/>
                  <a:pt x="2094" y="2"/>
                  <a:pt x="2037" y="4"/>
                </a:cubicBezTo>
                <a:cubicBezTo>
                  <a:pt x="1642" y="4"/>
                  <a:pt x="1" y="186"/>
                  <a:pt x="62" y="794"/>
                </a:cubicBezTo>
                <a:cubicBezTo>
                  <a:pt x="92" y="1220"/>
                  <a:pt x="1460" y="1432"/>
                  <a:pt x="1794" y="1645"/>
                </a:cubicBezTo>
                <a:cubicBezTo>
                  <a:pt x="2463" y="2010"/>
                  <a:pt x="3071" y="2557"/>
                  <a:pt x="3466" y="3226"/>
                </a:cubicBezTo>
                <a:cubicBezTo>
                  <a:pt x="4165" y="4442"/>
                  <a:pt x="4287" y="5961"/>
                  <a:pt x="3770" y="7268"/>
                </a:cubicBezTo>
                <a:cubicBezTo>
                  <a:pt x="3436" y="8059"/>
                  <a:pt x="2888" y="8727"/>
                  <a:pt x="2554" y="9518"/>
                </a:cubicBezTo>
                <a:cubicBezTo>
                  <a:pt x="2189" y="10308"/>
                  <a:pt x="2098" y="11311"/>
                  <a:pt x="2645" y="11949"/>
                </a:cubicBezTo>
                <a:cubicBezTo>
                  <a:pt x="3192" y="12648"/>
                  <a:pt x="4195" y="12740"/>
                  <a:pt x="4925" y="13165"/>
                </a:cubicBezTo>
                <a:cubicBezTo>
                  <a:pt x="5715" y="13651"/>
                  <a:pt x="6232" y="14533"/>
                  <a:pt x="6232" y="15445"/>
                </a:cubicBezTo>
                <a:cubicBezTo>
                  <a:pt x="6232" y="15870"/>
                  <a:pt x="6141" y="16296"/>
                  <a:pt x="6141" y="16752"/>
                </a:cubicBezTo>
                <a:cubicBezTo>
                  <a:pt x="6141" y="17177"/>
                  <a:pt x="6293" y="17664"/>
                  <a:pt x="6688" y="17876"/>
                </a:cubicBezTo>
                <a:cubicBezTo>
                  <a:pt x="6827" y="17960"/>
                  <a:pt x="6986" y="17999"/>
                  <a:pt x="7149" y="17999"/>
                </a:cubicBezTo>
                <a:cubicBezTo>
                  <a:pt x="7342" y="17999"/>
                  <a:pt x="7540" y="17945"/>
                  <a:pt x="7721" y="17846"/>
                </a:cubicBezTo>
                <a:cubicBezTo>
                  <a:pt x="8025" y="17664"/>
                  <a:pt x="8269" y="17390"/>
                  <a:pt x="8451" y="17056"/>
                </a:cubicBezTo>
                <a:cubicBezTo>
                  <a:pt x="8907" y="16296"/>
                  <a:pt x="9059" y="15354"/>
                  <a:pt x="8907" y="14472"/>
                </a:cubicBezTo>
                <a:cubicBezTo>
                  <a:pt x="8724" y="13591"/>
                  <a:pt x="8208" y="12800"/>
                  <a:pt x="7509" y="12253"/>
                </a:cubicBezTo>
                <a:cubicBezTo>
                  <a:pt x="7022" y="11888"/>
                  <a:pt x="6445" y="11645"/>
                  <a:pt x="5989" y="11189"/>
                </a:cubicBezTo>
                <a:cubicBezTo>
                  <a:pt x="5411" y="10581"/>
                  <a:pt x="5199" y="9670"/>
                  <a:pt x="5229" y="8819"/>
                </a:cubicBezTo>
                <a:cubicBezTo>
                  <a:pt x="5259" y="7967"/>
                  <a:pt x="5533" y="7147"/>
                  <a:pt x="5776" y="6326"/>
                </a:cubicBezTo>
                <a:cubicBezTo>
                  <a:pt x="6019" y="5505"/>
                  <a:pt x="6262" y="4654"/>
                  <a:pt x="6202" y="3803"/>
                </a:cubicBezTo>
                <a:cubicBezTo>
                  <a:pt x="6141" y="2496"/>
                  <a:pt x="5411" y="1250"/>
                  <a:pt x="4287" y="581"/>
                </a:cubicBezTo>
                <a:cubicBezTo>
                  <a:pt x="3665" y="186"/>
                  <a:pt x="2939" y="1"/>
                  <a:pt x="220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Aharoni" panose="02010803020104030203" pitchFamily="2" charset="-79"/>
                <a:cs typeface="Aharoni" panose="02010803020104030203" pitchFamily="2" charset="-79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"/>
          <p:cNvSpPr/>
          <p:nvPr/>
        </p:nvSpPr>
        <p:spPr>
          <a:xfrm flipH="1">
            <a:off x="8198625" y="601425"/>
            <a:ext cx="1485513" cy="1154295"/>
          </a:xfrm>
          <a:custGeom>
            <a:avLst/>
            <a:gdLst/>
            <a:ahLst/>
            <a:cxnLst/>
            <a:rect l="l" t="t" r="r" b="b"/>
            <a:pathLst>
              <a:path w="23618" h="18352" extrusionOk="0">
                <a:moveTo>
                  <a:pt x="11611" y="0"/>
                </a:moveTo>
                <a:cubicBezTo>
                  <a:pt x="11611" y="0"/>
                  <a:pt x="0" y="10152"/>
                  <a:pt x="5836" y="15988"/>
                </a:cubicBezTo>
                <a:cubicBezTo>
                  <a:pt x="7578" y="17739"/>
                  <a:pt x="9875" y="18352"/>
                  <a:pt x="12237" y="18352"/>
                </a:cubicBezTo>
                <a:cubicBezTo>
                  <a:pt x="17750" y="18352"/>
                  <a:pt x="23618" y="15016"/>
                  <a:pt x="23618" y="15016"/>
                </a:cubicBezTo>
                <a:lnTo>
                  <a:pt x="22493" y="12918"/>
                </a:lnTo>
                <a:cubicBezTo>
                  <a:pt x="22493" y="12918"/>
                  <a:pt x="16599" y="16143"/>
                  <a:pt x="12863" y="16143"/>
                </a:cubicBezTo>
                <a:cubicBezTo>
                  <a:pt x="12054" y="16143"/>
                  <a:pt x="11346" y="15992"/>
                  <a:pt x="10821" y="15624"/>
                </a:cubicBezTo>
                <a:lnTo>
                  <a:pt x="20882" y="9332"/>
                </a:lnTo>
                <a:lnTo>
                  <a:pt x="18967" y="6839"/>
                </a:lnTo>
                <a:lnTo>
                  <a:pt x="9697" y="13040"/>
                </a:lnTo>
                <a:cubicBezTo>
                  <a:pt x="9697" y="13040"/>
                  <a:pt x="15046" y="5958"/>
                  <a:pt x="17265" y="4590"/>
                </a:cubicBezTo>
                <a:lnTo>
                  <a:pt x="15229" y="2857"/>
                </a:lnTo>
                <a:lnTo>
                  <a:pt x="7782" y="10152"/>
                </a:lnTo>
                <a:cubicBezTo>
                  <a:pt x="7782" y="10152"/>
                  <a:pt x="9514" y="5198"/>
                  <a:pt x="13526" y="1733"/>
                </a:cubicBezTo>
                <a:lnTo>
                  <a:pt x="11611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4" name="Google Shape;294;p22"/>
          <p:cNvSpPr/>
          <p:nvPr/>
        </p:nvSpPr>
        <p:spPr>
          <a:xfrm rot="3311632" flipH="1">
            <a:off x="6510252" y="4042391"/>
            <a:ext cx="727537" cy="971730"/>
          </a:xfrm>
          <a:custGeom>
            <a:avLst/>
            <a:gdLst/>
            <a:ahLst/>
            <a:cxnLst/>
            <a:rect l="l" t="t" r="r" b="b"/>
            <a:pathLst>
              <a:path w="8512" h="11369" extrusionOk="0">
                <a:moveTo>
                  <a:pt x="31" y="0"/>
                </a:moveTo>
                <a:lnTo>
                  <a:pt x="0" y="2553"/>
                </a:lnTo>
                <a:lnTo>
                  <a:pt x="2189" y="2523"/>
                </a:lnTo>
                <a:lnTo>
                  <a:pt x="1551" y="7508"/>
                </a:lnTo>
                <a:lnTo>
                  <a:pt x="5168" y="8146"/>
                </a:lnTo>
                <a:lnTo>
                  <a:pt x="4651" y="10639"/>
                </a:lnTo>
                <a:lnTo>
                  <a:pt x="6688" y="11368"/>
                </a:lnTo>
                <a:lnTo>
                  <a:pt x="8511" y="6566"/>
                </a:lnTo>
                <a:lnTo>
                  <a:pt x="4195" y="4864"/>
                </a:lnTo>
                <a:lnTo>
                  <a:pt x="5046" y="213"/>
                </a:lnTo>
                <a:lnTo>
                  <a:pt x="3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5" name="Google Shape;295;p22"/>
          <p:cNvSpPr/>
          <p:nvPr/>
        </p:nvSpPr>
        <p:spPr>
          <a:xfrm rot="10800000" flipH="1">
            <a:off x="1861446" y="-372554"/>
            <a:ext cx="1823017" cy="1039245"/>
          </a:xfrm>
          <a:custGeom>
            <a:avLst/>
            <a:gdLst/>
            <a:ahLst/>
            <a:cxnLst/>
            <a:rect l="l" t="t" r="r" b="b"/>
            <a:pathLst>
              <a:path w="28786" h="16410" extrusionOk="0">
                <a:moveTo>
                  <a:pt x="20469" y="1"/>
                </a:moveTo>
                <a:cubicBezTo>
                  <a:pt x="13484" y="1"/>
                  <a:pt x="13284" y="8932"/>
                  <a:pt x="13284" y="8932"/>
                </a:cubicBezTo>
                <a:cubicBezTo>
                  <a:pt x="12479" y="6794"/>
                  <a:pt x="10185" y="6469"/>
                  <a:pt x="8867" y="6469"/>
                </a:cubicBezTo>
                <a:cubicBezTo>
                  <a:pt x="8293" y="6469"/>
                  <a:pt x="7903" y="6531"/>
                  <a:pt x="7903" y="6531"/>
                </a:cubicBezTo>
                <a:cubicBezTo>
                  <a:pt x="1" y="7990"/>
                  <a:pt x="1855" y="16409"/>
                  <a:pt x="1855" y="16409"/>
                </a:cubicBezTo>
                <a:lnTo>
                  <a:pt x="25898" y="15437"/>
                </a:lnTo>
                <a:cubicBezTo>
                  <a:pt x="25898" y="15437"/>
                  <a:pt x="28785" y="604"/>
                  <a:pt x="21126" y="26"/>
                </a:cubicBezTo>
                <a:cubicBezTo>
                  <a:pt x="20900" y="9"/>
                  <a:pt x="20681" y="1"/>
                  <a:pt x="20469" y="1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6" name="Google Shape;296;p22"/>
          <p:cNvSpPr/>
          <p:nvPr/>
        </p:nvSpPr>
        <p:spPr>
          <a:xfrm flipH="1">
            <a:off x="1781971" y="95250"/>
            <a:ext cx="679956" cy="664836"/>
          </a:xfrm>
          <a:custGeom>
            <a:avLst/>
            <a:gdLst/>
            <a:ahLst/>
            <a:cxnLst/>
            <a:rect l="l" t="t" r="r" b="b"/>
            <a:pathLst>
              <a:path w="24014" h="23480" extrusionOk="0">
                <a:moveTo>
                  <a:pt x="21126" y="1"/>
                </a:moveTo>
                <a:cubicBezTo>
                  <a:pt x="3618" y="913"/>
                  <a:pt x="1" y="6657"/>
                  <a:pt x="1217" y="15715"/>
                </a:cubicBezTo>
                <a:cubicBezTo>
                  <a:pt x="2127" y="22672"/>
                  <a:pt x="15087" y="23479"/>
                  <a:pt x="21050" y="23479"/>
                </a:cubicBezTo>
                <a:cubicBezTo>
                  <a:pt x="22851" y="23479"/>
                  <a:pt x="24013" y="23405"/>
                  <a:pt x="24013" y="23405"/>
                </a:cubicBezTo>
                <a:lnTo>
                  <a:pt x="24013" y="17995"/>
                </a:lnTo>
                <a:cubicBezTo>
                  <a:pt x="24013" y="17995"/>
                  <a:pt x="20462" y="18744"/>
                  <a:pt x="16568" y="18744"/>
                </a:cubicBezTo>
                <a:cubicBezTo>
                  <a:pt x="11976" y="18744"/>
                  <a:pt x="6907" y="17702"/>
                  <a:pt x="6627" y="13162"/>
                </a:cubicBezTo>
                <a:cubicBezTo>
                  <a:pt x="6197" y="5711"/>
                  <a:pt x="18121" y="5282"/>
                  <a:pt x="20870" y="5282"/>
                </a:cubicBezTo>
                <a:cubicBezTo>
                  <a:pt x="21227" y="5282"/>
                  <a:pt x="21430" y="5290"/>
                  <a:pt x="21430" y="5290"/>
                </a:cubicBezTo>
                <a:lnTo>
                  <a:pt x="21126" y="1"/>
                </a:ln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7" name="Google Shape;297;p22"/>
          <p:cNvSpPr/>
          <p:nvPr/>
        </p:nvSpPr>
        <p:spPr>
          <a:xfrm flipH="1">
            <a:off x="8044177" y="-49900"/>
            <a:ext cx="644889" cy="582066"/>
          </a:xfrm>
          <a:custGeom>
            <a:avLst/>
            <a:gdLst/>
            <a:ahLst/>
            <a:cxnLst/>
            <a:rect l="l" t="t" r="r" b="b"/>
            <a:pathLst>
              <a:path w="10183" h="9191" extrusionOk="0">
                <a:moveTo>
                  <a:pt x="4929" y="1"/>
                </a:moveTo>
                <a:cubicBezTo>
                  <a:pt x="4095" y="1"/>
                  <a:pt x="3276" y="359"/>
                  <a:pt x="2432" y="953"/>
                </a:cubicBezTo>
                <a:cubicBezTo>
                  <a:pt x="0" y="2655"/>
                  <a:pt x="3800" y="9190"/>
                  <a:pt x="3800" y="9190"/>
                </a:cubicBezTo>
                <a:lnTo>
                  <a:pt x="5411" y="8369"/>
                </a:lnTo>
                <a:cubicBezTo>
                  <a:pt x="5411" y="8369"/>
                  <a:pt x="1672" y="3658"/>
                  <a:pt x="4043" y="2260"/>
                </a:cubicBezTo>
                <a:cubicBezTo>
                  <a:pt x="4347" y="2077"/>
                  <a:pt x="4649" y="1997"/>
                  <a:pt x="4945" y="1997"/>
                </a:cubicBezTo>
                <a:cubicBezTo>
                  <a:pt x="6960" y="1997"/>
                  <a:pt x="8694" y="5695"/>
                  <a:pt x="8694" y="5695"/>
                </a:cubicBezTo>
                <a:lnTo>
                  <a:pt x="10183" y="4813"/>
                </a:lnTo>
                <a:cubicBezTo>
                  <a:pt x="8185" y="1317"/>
                  <a:pt x="6529" y="1"/>
                  <a:pt x="4929" y="1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8" name="Google Shape;298;p22"/>
          <p:cNvSpPr/>
          <p:nvPr/>
        </p:nvSpPr>
        <p:spPr>
          <a:xfrm flipH="1">
            <a:off x="3435035" y="-192215"/>
            <a:ext cx="311478" cy="257110"/>
          </a:xfrm>
          <a:custGeom>
            <a:avLst/>
            <a:gdLst/>
            <a:ahLst/>
            <a:cxnLst/>
            <a:rect l="l" t="t" r="r" b="b"/>
            <a:pathLst>
              <a:path w="9029" h="7453" extrusionOk="0">
                <a:moveTo>
                  <a:pt x="8075" y="0"/>
                </a:moveTo>
                <a:cubicBezTo>
                  <a:pt x="7841" y="0"/>
                  <a:pt x="7603" y="62"/>
                  <a:pt x="7387" y="134"/>
                </a:cubicBezTo>
                <a:cubicBezTo>
                  <a:pt x="6597" y="407"/>
                  <a:pt x="5837" y="772"/>
                  <a:pt x="5138" y="1228"/>
                </a:cubicBezTo>
                <a:cubicBezTo>
                  <a:pt x="3922" y="1988"/>
                  <a:pt x="2858" y="2991"/>
                  <a:pt x="2037" y="4176"/>
                </a:cubicBezTo>
                <a:cubicBezTo>
                  <a:pt x="1642" y="4754"/>
                  <a:pt x="1" y="7064"/>
                  <a:pt x="1430" y="7429"/>
                </a:cubicBezTo>
                <a:cubicBezTo>
                  <a:pt x="1496" y="7445"/>
                  <a:pt x="1563" y="7453"/>
                  <a:pt x="1630" y="7453"/>
                </a:cubicBezTo>
                <a:cubicBezTo>
                  <a:pt x="1936" y="7453"/>
                  <a:pt x="2250" y="7299"/>
                  <a:pt x="2524" y="7125"/>
                </a:cubicBezTo>
                <a:cubicBezTo>
                  <a:pt x="4044" y="6274"/>
                  <a:pt x="5594" y="5423"/>
                  <a:pt x="6931" y="4268"/>
                </a:cubicBezTo>
                <a:cubicBezTo>
                  <a:pt x="7752" y="3568"/>
                  <a:pt x="8512" y="2717"/>
                  <a:pt x="8846" y="1684"/>
                </a:cubicBezTo>
                <a:cubicBezTo>
                  <a:pt x="9029" y="1137"/>
                  <a:pt x="9029" y="407"/>
                  <a:pt x="8542" y="103"/>
                </a:cubicBezTo>
                <a:cubicBezTo>
                  <a:pt x="8394" y="29"/>
                  <a:pt x="8235" y="0"/>
                  <a:pt x="807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9" name="Google Shape;299;p22"/>
          <p:cNvSpPr/>
          <p:nvPr/>
        </p:nvSpPr>
        <p:spPr>
          <a:xfrm flipH="1">
            <a:off x="8432540" y="3327743"/>
            <a:ext cx="1141004" cy="2267064"/>
          </a:xfrm>
          <a:custGeom>
            <a:avLst/>
            <a:gdLst/>
            <a:ahLst/>
            <a:cxnLst/>
            <a:rect l="l" t="t" r="r" b="b"/>
            <a:pathLst>
              <a:path w="9059" h="17999" extrusionOk="0">
                <a:moveTo>
                  <a:pt x="2206" y="1"/>
                </a:moveTo>
                <a:cubicBezTo>
                  <a:pt x="2150" y="1"/>
                  <a:pt x="2094" y="2"/>
                  <a:pt x="2037" y="4"/>
                </a:cubicBezTo>
                <a:cubicBezTo>
                  <a:pt x="1642" y="4"/>
                  <a:pt x="1" y="186"/>
                  <a:pt x="62" y="794"/>
                </a:cubicBezTo>
                <a:cubicBezTo>
                  <a:pt x="92" y="1220"/>
                  <a:pt x="1460" y="1432"/>
                  <a:pt x="1794" y="1645"/>
                </a:cubicBezTo>
                <a:cubicBezTo>
                  <a:pt x="2463" y="2010"/>
                  <a:pt x="3071" y="2557"/>
                  <a:pt x="3466" y="3226"/>
                </a:cubicBezTo>
                <a:cubicBezTo>
                  <a:pt x="4165" y="4442"/>
                  <a:pt x="4287" y="5961"/>
                  <a:pt x="3770" y="7268"/>
                </a:cubicBezTo>
                <a:cubicBezTo>
                  <a:pt x="3436" y="8059"/>
                  <a:pt x="2888" y="8727"/>
                  <a:pt x="2554" y="9518"/>
                </a:cubicBezTo>
                <a:cubicBezTo>
                  <a:pt x="2189" y="10308"/>
                  <a:pt x="2098" y="11311"/>
                  <a:pt x="2645" y="11949"/>
                </a:cubicBezTo>
                <a:cubicBezTo>
                  <a:pt x="3192" y="12648"/>
                  <a:pt x="4195" y="12740"/>
                  <a:pt x="4925" y="13165"/>
                </a:cubicBezTo>
                <a:cubicBezTo>
                  <a:pt x="5715" y="13651"/>
                  <a:pt x="6232" y="14533"/>
                  <a:pt x="6232" y="15445"/>
                </a:cubicBezTo>
                <a:cubicBezTo>
                  <a:pt x="6232" y="15870"/>
                  <a:pt x="6141" y="16296"/>
                  <a:pt x="6141" y="16752"/>
                </a:cubicBezTo>
                <a:cubicBezTo>
                  <a:pt x="6141" y="17177"/>
                  <a:pt x="6293" y="17664"/>
                  <a:pt x="6688" y="17876"/>
                </a:cubicBezTo>
                <a:cubicBezTo>
                  <a:pt x="6827" y="17960"/>
                  <a:pt x="6986" y="17999"/>
                  <a:pt x="7149" y="17999"/>
                </a:cubicBezTo>
                <a:cubicBezTo>
                  <a:pt x="7342" y="17999"/>
                  <a:pt x="7540" y="17945"/>
                  <a:pt x="7721" y="17846"/>
                </a:cubicBezTo>
                <a:cubicBezTo>
                  <a:pt x="8025" y="17664"/>
                  <a:pt x="8269" y="17390"/>
                  <a:pt x="8451" y="17056"/>
                </a:cubicBezTo>
                <a:cubicBezTo>
                  <a:pt x="8907" y="16296"/>
                  <a:pt x="9059" y="15354"/>
                  <a:pt x="8907" y="14472"/>
                </a:cubicBezTo>
                <a:cubicBezTo>
                  <a:pt x="8724" y="13591"/>
                  <a:pt x="8208" y="12800"/>
                  <a:pt x="7509" y="12253"/>
                </a:cubicBezTo>
                <a:cubicBezTo>
                  <a:pt x="7022" y="11888"/>
                  <a:pt x="6445" y="11645"/>
                  <a:pt x="5989" y="11189"/>
                </a:cubicBezTo>
                <a:cubicBezTo>
                  <a:pt x="5411" y="10581"/>
                  <a:pt x="5199" y="9670"/>
                  <a:pt x="5229" y="8819"/>
                </a:cubicBezTo>
                <a:cubicBezTo>
                  <a:pt x="5259" y="7967"/>
                  <a:pt x="5533" y="7147"/>
                  <a:pt x="5776" y="6326"/>
                </a:cubicBezTo>
                <a:cubicBezTo>
                  <a:pt x="6019" y="5505"/>
                  <a:pt x="6262" y="4654"/>
                  <a:pt x="6202" y="3803"/>
                </a:cubicBezTo>
                <a:cubicBezTo>
                  <a:pt x="6141" y="2496"/>
                  <a:pt x="5411" y="1250"/>
                  <a:pt x="4287" y="581"/>
                </a:cubicBezTo>
                <a:cubicBezTo>
                  <a:pt x="3665" y="186"/>
                  <a:pt x="2939" y="1"/>
                  <a:pt x="220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0" name="Google Shape;300;p22"/>
          <p:cNvSpPr/>
          <p:nvPr/>
        </p:nvSpPr>
        <p:spPr>
          <a:xfrm flipH="1">
            <a:off x="7935798" y="4354653"/>
            <a:ext cx="367127" cy="347234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1" name="Google Shape;301;p22"/>
          <p:cNvSpPr/>
          <p:nvPr/>
        </p:nvSpPr>
        <p:spPr>
          <a:xfrm flipH="1">
            <a:off x="6190762" y="257838"/>
            <a:ext cx="571743" cy="471935"/>
          </a:xfrm>
          <a:custGeom>
            <a:avLst/>
            <a:gdLst/>
            <a:ahLst/>
            <a:cxnLst/>
            <a:rect l="l" t="t" r="r" b="b"/>
            <a:pathLst>
              <a:path w="9028" h="7452" extrusionOk="0">
                <a:moveTo>
                  <a:pt x="8060" y="0"/>
                </a:moveTo>
                <a:cubicBezTo>
                  <a:pt x="7821" y="0"/>
                  <a:pt x="7577" y="70"/>
                  <a:pt x="7356" y="162"/>
                </a:cubicBezTo>
                <a:cubicBezTo>
                  <a:pt x="6566" y="436"/>
                  <a:pt x="5836" y="770"/>
                  <a:pt x="5107" y="1226"/>
                </a:cubicBezTo>
                <a:cubicBezTo>
                  <a:pt x="3921" y="1986"/>
                  <a:pt x="2857" y="3019"/>
                  <a:pt x="2006" y="4175"/>
                </a:cubicBezTo>
                <a:cubicBezTo>
                  <a:pt x="1611" y="4752"/>
                  <a:pt x="0" y="7062"/>
                  <a:pt x="1398" y="7427"/>
                </a:cubicBezTo>
                <a:cubicBezTo>
                  <a:pt x="1465" y="7444"/>
                  <a:pt x="1533" y="7451"/>
                  <a:pt x="1602" y="7451"/>
                </a:cubicBezTo>
                <a:cubicBezTo>
                  <a:pt x="1906" y="7451"/>
                  <a:pt x="2220" y="7302"/>
                  <a:pt x="2493" y="7153"/>
                </a:cubicBezTo>
                <a:cubicBezTo>
                  <a:pt x="4043" y="6272"/>
                  <a:pt x="5593" y="5421"/>
                  <a:pt x="6900" y="4266"/>
                </a:cubicBezTo>
                <a:cubicBezTo>
                  <a:pt x="7751" y="3567"/>
                  <a:pt x="8481" y="2716"/>
                  <a:pt x="8845" y="1682"/>
                </a:cubicBezTo>
                <a:cubicBezTo>
                  <a:pt x="9028" y="1135"/>
                  <a:pt x="8997" y="405"/>
                  <a:pt x="8511" y="102"/>
                </a:cubicBezTo>
                <a:cubicBezTo>
                  <a:pt x="8367" y="30"/>
                  <a:pt x="8215" y="0"/>
                  <a:pt x="806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2" name="Google Shape;302;p22"/>
          <p:cNvSpPr/>
          <p:nvPr/>
        </p:nvSpPr>
        <p:spPr>
          <a:xfrm flipH="1">
            <a:off x="8044182" y="3861602"/>
            <a:ext cx="467819" cy="770093"/>
          </a:xfrm>
          <a:custGeom>
            <a:avLst/>
            <a:gdLst/>
            <a:ahLst/>
            <a:cxnLst/>
            <a:rect l="l" t="t" r="r" b="b"/>
            <a:pathLst>
              <a:path w="7387" h="12160" extrusionOk="0">
                <a:moveTo>
                  <a:pt x="1" y="1"/>
                </a:moveTo>
                <a:cubicBezTo>
                  <a:pt x="1" y="1"/>
                  <a:pt x="2372" y="8542"/>
                  <a:pt x="6840" y="12159"/>
                </a:cubicBezTo>
                <a:cubicBezTo>
                  <a:pt x="6840" y="12159"/>
                  <a:pt x="7387" y="8056"/>
                  <a:pt x="4560" y="4621"/>
                </a:cubicBezTo>
                <a:cubicBezTo>
                  <a:pt x="1733" y="1186"/>
                  <a:pt x="1" y="1"/>
                  <a:pt x="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3" name="Google Shape;303;p22"/>
          <p:cNvSpPr/>
          <p:nvPr/>
        </p:nvSpPr>
        <p:spPr>
          <a:xfrm flipH="1">
            <a:off x="8248235" y="3957739"/>
            <a:ext cx="456229" cy="752867"/>
          </a:xfrm>
          <a:custGeom>
            <a:avLst/>
            <a:gdLst/>
            <a:ahLst/>
            <a:cxnLst/>
            <a:rect l="l" t="t" r="r" b="b"/>
            <a:pathLst>
              <a:path w="7204" h="11888" extrusionOk="0">
                <a:moveTo>
                  <a:pt x="5" y="1"/>
                </a:moveTo>
                <a:cubicBezTo>
                  <a:pt x="1" y="1"/>
                  <a:pt x="0" y="3"/>
                  <a:pt x="0" y="3"/>
                </a:cubicBezTo>
                <a:cubicBezTo>
                  <a:pt x="0" y="3"/>
                  <a:pt x="1793" y="9121"/>
                  <a:pt x="6505" y="11887"/>
                </a:cubicBezTo>
                <a:cubicBezTo>
                  <a:pt x="6505" y="11887"/>
                  <a:pt x="7204" y="9699"/>
                  <a:pt x="3648" y="4744"/>
                </a:cubicBezTo>
                <a:cubicBezTo>
                  <a:pt x="407" y="203"/>
                  <a:pt x="44" y="1"/>
                  <a:pt x="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4" name="Google Shape;304;p22"/>
          <p:cNvSpPr/>
          <p:nvPr/>
        </p:nvSpPr>
        <p:spPr>
          <a:xfrm flipH="1">
            <a:off x="8498457" y="4046402"/>
            <a:ext cx="494797" cy="829750"/>
          </a:xfrm>
          <a:custGeom>
            <a:avLst/>
            <a:gdLst/>
            <a:ahLst/>
            <a:cxnLst/>
            <a:rect l="l" t="t" r="r" b="b"/>
            <a:pathLst>
              <a:path w="7813" h="13102" extrusionOk="0">
                <a:moveTo>
                  <a:pt x="1217" y="1"/>
                </a:moveTo>
                <a:cubicBezTo>
                  <a:pt x="1217" y="1"/>
                  <a:pt x="1" y="609"/>
                  <a:pt x="3648" y="6870"/>
                </a:cubicBezTo>
                <a:cubicBezTo>
                  <a:pt x="7261" y="13072"/>
                  <a:pt x="7802" y="13101"/>
                  <a:pt x="7812" y="13101"/>
                </a:cubicBezTo>
                <a:cubicBezTo>
                  <a:pt x="7812" y="13101"/>
                  <a:pt x="7812" y="13101"/>
                  <a:pt x="7812" y="13101"/>
                </a:cubicBezTo>
                <a:cubicBezTo>
                  <a:pt x="7812" y="13101"/>
                  <a:pt x="6597" y="6202"/>
                  <a:pt x="121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5" name="Google Shape;305;p22"/>
          <p:cNvSpPr/>
          <p:nvPr/>
        </p:nvSpPr>
        <p:spPr>
          <a:xfrm flipH="1">
            <a:off x="7701783" y="2084812"/>
            <a:ext cx="288739" cy="469448"/>
          </a:xfrm>
          <a:custGeom>
            <a:avLst/>
            <a:gdLst/>
            <a:ahLst/>
            <a:cxnLst/>
            <a:rect l="l" t="t" r="r" b="b"/>
            <a:pathLst>
              <a:path w="7179" h="11672" extrusionOk="0">
                <a:moveTo>
                  <a:pt x="6931" y="0"/>
                </a:moveTo>
                <a:cubicBezTo>
                  <a:pt x="6931" y="0"/>
                  <a:pt x="6931" y="0"/>
                  <a:pt x="6931" y="0"/>
                </a:cubicBezTo>
                <a:cubicBezTo>
                  <a:pt x="6931" y="0"/>
                  <a:pt x="1" y="6201"/>
                  <a:pt x="31" y="11672"/>
                </a:cubicBezTo>
                <a:cubicBezTo>
                  <a:pt x="31" y="11672"/>
                  <a:pt x="2250" y="11155"/>
                  <a:pt x="4743" y="5562"/>
                </a:cubicBezTo>
                <a:cubicBezTo>
                  <a:pt x="7178" y="30"/>
                  <a:pt x="6937" y="0"/>
                  <a:pt x="6931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6" name="Google Shape;306;p22"/>
          <p:cNvSpPr/>
          <p:nvPr/>
        </p:nvSpPr>
        <p:spPr>
          <a:xfrm flipH="1">
            <a:off x="7827878" y="1996849"/>
            <a:ext cx="330126" cy="497521"/>
          </a:xfrm>
          <a:custGeom>
            <a:avLst/>
            <a:gdLst/>
            <a:ahLst/>
            <a:cxnLst/>
            <a:rect l="l" t="t" r="r" b="b"/>
            <a:pathLst>
              <a:path w="8208" h="12370" extrusionOk="0">
                <a:moveTo>
                  <a:pt x="8070" y="1"/>
                </a:moveTo>
                <a:cubicBezTo>
                  <a:pt x="7673" y="1"/>
                  <a:pt x="6372" y="495"/>
                  <a:pt x="3526" y="5622"/>
                </a:cubicBezTo>
                <a:cubicBezTo>
                  <a:pt x="1" y="11944"/>
                  <a:pt x="305" y="12370"/>
                  <a:pt x="305" y="12370"/>
                </a:cubicBezTo>
                <a:cubicBezTo>
                  <a:pt x="305" y="12370"/>
                  <a:pt x="5593" y="7810"/>
                  <a:pt x="8207" y="29"/>
                </a:cubicBezTo>
                <a:cubicBezTo>
                  <a:pt x="8207" y="29"/>
                  <a:pt x="8164" y="1"/>
                  <a:pt x="8070" y="1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7" name="Google Shape;307;p22"/>
          <p:cNvSpPr/>
          <p:nvPr/>
        </p:nvSpPr>
        <p:spPr>
          <a:xfrm flipH="1">
            <a:off x="4208234" y="4876140"/>
            <a:ext cx="163708" cy="167825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8" name="Google Shape;308;p22"/>
          <p:cNvSpPr/>
          <p:nvPr/>
        </p:nvSpPr>
        <p:spPr>
          <a:xfrm flipH="1">
            <a:off x="8498450" y="2384379"/>
            <a:ext cx="118807" cy="110004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09" name="Google Shape;309;p22"/>
          <p:cNvSpPr/>
          <p:nvPr/>
        </p:nvSpPr>
        <p:spPr>
          <a:xfrm flipH="1">
            <a:off x="7012002" y="-332140"/>
            <a:ext cx="1333386" cy="1451841"/>
          </a:xfrm>
          <a:custGeom>
            <a:avLst/>
            <a:gdLst/>
            <a:ahLst/>
            <a:cxnLst/>
            <a:rect l="l" t="t" r="r" b="b"/>
            <a:pathLst>
              <a:path w="9024" h="9826" extrusionOk="0">
                <a:moveTo>
                  <a:pt x="8095" y="1"/>
                </a:moveTo>
                <a:cubicBezTo>
                  <a:pt x="8035" y="1"/>
                  <a:pt x="7971" y="7"/>
                  <a:pt x="7904" y="20"/>
                </a:cubicBezTo>
                <a:cubicBezTo>
                  <a:pt x="6992" y="202"/>
                  <a:pt x="6080" y="780"/>
                  <a:pt x="5350" y="1296"/>
                </a:cubicBezTo>
                <a:cubicBezTo>
                  <a:pt x="4986" y="1540"/>
                  <a:pt x="4621" y="1844"/>
                  <a:pt x="4378" y="2239"/>
                </a:cubicBezTo>
                <a:cubicBezTo>
                  <a:pt x="3861" y="3090"/>
                  <a:pt x="4043" y="4245"/>
                  <a:pt x="3466" y="5035"/>
                </a:cubicBezTo>
                <a:cubicBezTo>
                  <a:pt x="3131" y="5491"/>
                  <a:pt x="2645" y="5765"/>
                  <a:pt x="2159" y="6038"/>
                </a:cubicBezTo>
                <a:cubicBezTo>
                  <a:pt x="1612" y="6342"/>
                  <a:pt x="1065" y="6677"/>
                  <a:pt x="669" y="7132"/>
                </a:cubicBezTo>
                <a:cubicBezTo>
                  <a:pt x="244" y="7588"/>
                  <a:pt x="1" y="8227"/>
                  <a:pt x="153" y="8835"/>
                </a:cubicBezTo>
                <a:cubicBezTo>
                  <a:pt x="262" y="9355"/>
                  <a:pt x="766" y="9825"/>
                  <a:pt x="1309" y="9825"/>
                </a:cubicBezTo>
                <a:cubicBezTo>
                  <a:pt x="1369" y="9825"/>
                  <a:pt x="1429" y="9819"/>
                  <a:pt x="1490" y="9807"/>
                </a:cubicBezTo>
                <a:cubicBezTo>
                  <a:pt x="2037" y="9686"/>
                  <a:pt x="2372" y="9169"/>
                  <a:pt x="2584" y="8683"/>
                </a:cubicBezTo>
                <a:cubicBezTo>
                  <a:pt x="2827" y="8166"/>
                  <a:pt x="2979" y="7619"/>
                  <a:pt x="3375" y="7254"/>
                </a:cubicBezTo>
                <a:cubicBezTo>
                  <a:pt x="3831" y="6859"/>
                  <a:pt x="4499" y="6707"/>
                  <a:pt x="4864" y="6251"/>
                </a:cubicBezTo>
                <a:cubicBezTo>
                  <a:pt x="5350" y="5643"/>
                  <a:pt x="5138" y="4731"/>
                  <a:pt x="5442" y="4032"/>
                </a:cubicBezTo>
                <a:cubicBezTo>
                  <a:pt x="5715" y="3424"/>
                  <a:pt x="6323" y="3029"/>
                  <a:pt x="6931" y="2725"/>
                </a:cubicBezTo>
                <a:cubicBezTo>
                  <a:pt x="7539" y="2421"/>
                  <a:pt x="8177" y="2117"/>
                  <a:pt x="8572" y="1600"/>
                </a:cubicBezTo>
                <a:cubicBezTo>
                  <a:pt x="9024" y="1036"/>
                  <a:pt x="8873" y="1"/>
                  <a:pt x="809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0" name="Google Shape;310;p22"/>
          <p:cNvSpPr/>
          <p:nvPr/>
        </p:nvSpPr>
        <p:spPr>
          <a:xfrm rot="3311632" flipH="1">
            <a:off x="7159852" y="3474604"/>
            <a:ext cx="641809" cy="925832"/>
          </a:xfrm>
          <a:custGeom>
            <a:avLst/>
            <a:gdLst/>
            <a:ahLst/>
            <a:cxnLst/>
            <a:rect l="l" t="t" r="r" b="b"/>
            <a:pathLst>
              <a:path w="7507" h="10832" extrusionOk="0">
                <a:moveTo>
                  <a:pt x="1347" y="0"/>
                </a:moveTo>
                <a:cubicBezTo>
                  <a:pt x="1066" y="0"/>
                  <a:pt x="777" y="101"/>
                  <a:pt x="578" y="283"/>
                </a:cubicBezTo>
                <a:cubicBezTo>
                  <a:pt x="305" y="526"/>
                  <a:pt x="213" y="982"/>
                  <a:pt x="183" y="1347"/>
                </a:cubicBezTo>
                <a:cubicBezTo>
                  <a:pt x="1" y="2381"/>
                  <a:pt x="426" y="3475"/>
                  <a:pt x="1277" y="4083"/>
                </a:cubicBezTo>
                <a:cubicBezTo>
                  <a:pt x="2037" y="4599"/>
                  <a:pt x="3010" y="4691"/>
                  <a:pt x="3891" y="4934"/>
                </a:cubicBezTo>
                <a:cubicBezTo>
                  <a:pt x="4803" y="5177"/>
                  <a:pt x="5745" y="5724"/>
                  <a:pt x="5928" y="6636"/>
                </a:cubicBezTo>
                <a:cubicBezTo>
                  <a:pt x="6019" y="7153"/>
                  <a:pt x="5867" y="7700"/>
                  <a:pt x="5685" y="8186"/>
                </a:cubicBezTo>
                <a:cubicBezTo>
                  <a:pt x="5502" y="8703"/>
                  <a:pt x="5289" y="9220"/>
                  <a:pt x="5350" y="9736"/>
                </a:cubicBezTo>
                <a:cubicBezTo>
                  <a:pt x="5411" y="10283"/>
                  <a:pt x="5776" y="10831"/>
                  <a:pt x="6323" y="10831"/>
                </a:cubicBezTo>
                <a:cubicBezTo>
                  <a:pt x="6339" y="10831"/>
                  <a:pt x="6356" y="10832"/>
                  <a:pt x="6372" y="10832"/>
                </a:cubicBezTo>
                <a:cubicBezTo>
                  <a:pt x="6866" y="10832"/>
                  <a:pt x="7269" y="10390"/>
                  <a:pt x="7387" y="9919"/>
                </a:cubicBezTo>
                <a:cubicBezTo>
                  <a:pt x="7508" y="9432"/>
                  <a:pt x="7417" y="8916"/>
                  <a:pt x="7326" y="8429"/>
                </a:cubicBezTo>
                <a:lnTo>
                  <a:pt x="6900" y="6362"/>
                </a:lnTo>
                <a:cubicBezTo>
                  <a:pt x="6748" y="5633"/>
                  <a:pt x="6596" y="4873"/>
                  <a:pt x="6049" y="4387"/>
                </a:cubicBezTo>
                <a:cubicBezTo>
                  <a:pt x="5502" y="3870"/>
                  <a:pt x="4712" y="3748"/>
                  <a:pt x="3982" y="3566"/>
                </a:cubicBezTo>
                <a:cubicBezTo>
                  <a:pt x="3253" y="3384"/>
                  <a:pt x="2493" y="3019"/>
                  <a:pt x="2280" y="2289"/>
                </a:cubicBezTo>
                <a:cubicBezTo>
                  <a:pt x="2189" y="1955"/>
                  <a:pt x="2250" y="1590"/>
                  <a:pt x="2250" y="1226"/>
                </a:cubicBezTo>
                <a:cubicBezTo>
                  <a:pt x="2280" y="861"/>
                  <a:pt x="2219" y="466"/>
                  <a:pt x="1976" y="222"/>
                </a:cubicBezTo>
                <a:cubicBezTo>
                  <a:pt x="1810" y="70"/>
                  <a:pt x="1582" y="0"/>
                  <a:pt x="134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1" name="Google Shape;311;p22"/>
          <p:cNvSpPr/>
          <p:nvPr/>
        </p:nvSpPr>
        <p:spPr>
          <a:xfrm flipH="1">
            <a:off x="7012011" y="257855"/>
            <a:ext cx="1006820" cy="681494"/>
          </a:xfrm>
          <a:custGeom>
            <a:avLst/>
            <a:gdLst/>
            <a:ahLst/>
            <a:cxnLst/>
            <a:rect l="l" t="t" r="r" b="b"/>
            <a:pathLst>
              <a:path w="15898" h="10761" extrusionOk="0">
                <a:moveTo>
                  <a:pt x="9788" y="0"/>
                </a:moveTo>
                <a:lnTo>
                  <a:pt x="6961" y="5502"/>
                </a:lnTo>
                <a:lnTo>
                  <a:pt x="913" y="3769"/>
                </a:lnTo>
                <a:lnTo>
                  <a:pt x="1" y="10365"/>
                </a:lnTo>
                <a:lnTo>
                  <a:pt x="3344" y="10760"/>
                </a:lnTo>
                <a:lnTo>
                  <a:pt x="3587" y="7842"/>
                </a:lnTo>
                <a:lnTo>
                  <a:pt x="10092" y="9332"/>
                </a:lnTo>
                <a:lnTo>
                  <a:pt x="11429" y="4651"/>
                </a:lnTo>
                <a:lnTo>
                  <a:pt x="14651" y="5654"/>
                </a:lnTo>
                <a:lnTo>
                  <a:pt x="15898" y="3070"/>
                </a:lnTo>
                <a:lnTo>
                  <a:pt x="97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2" name="Google Shape;312;p22"/>
          <p:cNvSpPr/>
          <p:nvPr/>
        </p:nvSpPr>
        <p:spPr>
          <a:xfrm flipH="1">
            <a:off x="-142553" y="-277407"/>
            <a:ext cx="1006816" cy="738698"/>
          </a:xfrm>
          <a:custGeom>
            <a:avLst/>
            <a:gdLst/>
            <a:ahLst/>
            <a:cxnLst/>
            <a:rect l="l" t="t" r="r" b="b"/>
            <a:pathLst>
              <a:path w="9819" h="7204" extrusionOk="0">
                <a:moveTo>
                  <a:pt x="305" y="0"/>
                </a:moveTo>
                <a:lnTo>
                  <a:pt x="1" y="2006"/>
                </a:lnTo>
                <a:lnTo>
                  <a:pt x="5837" y="3040"/>
                </a:lnTo>
                <a:lnTo>
                  <a:pt x="548" y="5502"/>
                </a:lnTo>
                <a:lnTo>
                  <a:pt x="305" y="7204"/>
                </a:lnTo>
                <a:lnTo>
                  <a:pt x="9819" y="3769"/>
                </a:lnTo>
                <a:lnTo>
                  <a:pt x="9819" y="1824"/>
                </a:lnTo>
                <a:lnTo>
                  <a:pt x="305" y="0"/>
                </a:lnTo>
                <a:close/>
              </a:path>
            </a:pathLst>
          </a:custGeom>
          <a:solidFill>
            <a:srgbClr val="EDD1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3" name="Google Shape;313;p22"/>
          <p:cNvSpPr/>
          <p:nvPr/>
        </p:nvSpPr>
        <p:spPr>
          <a:xfrm flipH="1">
            <a:off x="765126" y="4710600"/>
            <a:ext cx="1193595" cy="926299"/>
          </a:xfrm>
          <a:custGeom>
            <a:avLst/>
            <a:gdLst/>
            <a:ahLst/>
            <a:cxnLst/>
            <a:rect l="l" t="t" r="r" b="b"/>
            <a:pathLst>
              <a:path w="7752" h="6016" extrusionOk="0">
                <a:moveTo>
                  <a:pt x="3898" y="1578"/>
                </a:moveTo>
                <a:cubicBezTo>
                  <a:pt x="4206" y="1578"/>
                  <a:pt x="4513" y="1632"/>
                  <a:pt x="4803" y="1738"/>
                </a:cubicBezTo>
                <a:cubicBezTo>
                  <a:pt x="5593" y="2011"/>
                  <a:pt x="5867" y="2954"/>
                  <a:pt x="5654" y="3714"/>
                </a:cubicBezTo>
                <a:cubicBezTo>
                  <a:pt x="5593" y="3896"/>
                  <a:pt x="5502" y="4078"/>
                  <a:pt x="5350" y="4200"/>
                </a:cubicBezTo>
                <a:cubicBezTo>
                  <a:pt x="5198" y="4352"/>
                  <a:pt x="4955" y="4413"/>
                  <a:pt x="4742" y="4413"/>
                </a:cubicBezTo>
                <a:lnTo>
                  <a:pt x="4560" y="4413"/>
                </a:lnTo>
                <a:cubicBezTo>
                  <a:pt x="4195" y="4413"/>
                  <a:pt x="3800" y="4413"/>
                  <a:pt x="3435" y="4291"/>
                </a:cubicBezTo>
                <a:cubicBezTo>
                  <a:pt x="2919" y="4169"/>
                  <a:pt x="2584" y="3866"/>
                  <a:pt x="2280" y="3440"/>
                </a:cubicBezTo>
                <a:cubicBezTo>
                  <a:pt x="2189" y="3288"/>
                  <a:pt x="2068" y="3136"/>
                  <a:pt x="2037" y="2954"/>
                </a:cubicBezTo>
                <a:cubicBezTo>
                  <a:pt x="1976" y="2498"/>
                  <a:pt x="2341" y="2103"/>
                  <a:pt x="2736" y="1859"/>
                </a:cubicBezTo>
                <a:cubicBezTo>
                  <a:pt x="3098" y="1670"/>
                  <a:pt x="3498" y="1578"/>
                  <a:pt x="3898" y="1578"/>
                </a:cubicBezTo>
                <a:close/>
                <a:moveTo>
                  <a:pt x="4170" y="0"/>
                </a:moveTo>
                <a:cubicBezTo>
                  <a:pt x="3142" y="0"/>
                  <a:pt x="2075" y="278"/>
                  <a:pt x="1247" y="796"/>
                </a:cubicBezTo>
                <a:cubicBezTo>
                  <a:pt x="609" y="1191"/>
                  <a:pt x="31" y="1859"/>
                  <a:pt x="31" y="2619"/>
                </a:cubicBezTo>
                <a:cubicBezTo>
                  <a:pt x="1" y="3744"/>
                  <a:pt x="1216" y="4990"/>
                  <a:pt x="2189" y="5507"/>
                </a:cubicBezTo>
                <a:cubicBezTo>
                  <a:pt x="2967" y="5908"/>
                  <a:pt x="3928" y="6016"/>
                  <a:pt x="4845" y="6016"/>
                </a:cubicBezTo>
                <a:cubicBezTo>
                  <a:pt x="5110" y="6016"/>
                  <a:pt x="5372" y="6007"/>
                  <a:pt x="5624" y="5993"/>
                </a:cubicBezTo>
                <a:cubicBezTo>
                  <a:pt x="6019" y="5993"/>
                  <a:pt x="6414" y="5932"/>
                  <a:pt x="6748" y="5750"/>
                </a:cubicBezTo>
                <a:cubicBezTo>
                  <a:pt x="7508" y="5325"/>
                  <a:pt x="7752" y="4321"/>
                  <a:pt x="7752" y="3440"/>
                </a:cubicBezTo>
                <a:cubicBezTo>
                  <a:pt x="7752" y="2376"/>
                  <a:pt x="7417" y="1434"/>
                  <a:pt x="6748" y="826"/>
                </a:cubicBezTo>
                <a:cubicBezTo>
                  <a:pt x="6414" y="522"/>
                  <a:pt x="6019" y="309"/>
                  <a:pt x="5563" y="188"/>
                </a:cubicBezTo>
                <a:cubicBezTo>
                  <a:pt x="5126" y="62"/>
                  <a:pt x="4653" y="0"/>
                  <a:pt x="4170" y="0"/>
                </a:cubicBezTo>
                <a:close/>
              </a:path>
            </a:pathLst>
          </a:custGeom>
          <a:solidFill>
            <a:srgbClr val="73AA8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22"/>
          <p:cNvSpPr/>
          <p:nvPr/>
        </p:nvSpPr>
        <p:spPr>
          <a:xfrm flipH="1">
            <a:off x="5033984" y="1094652"/>
            <a:ext cx="163708" cy="167825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5" name="Google Shape;315;p22"/>
          <p:cNvSpPr txBox="1">
            <a:spLocks noGrp="1"/>
          </p:cNvSpPr>
          <p:nvPr>
            <p:ph type="ctrTitle"/>
          </p:nvPr>
        </p:nvSpPr>
        <p:spPr>
          <a:xfrm>
            <a:off x="720000" y="763425"/>
            <a:ext cx="5479500" cy="10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5200"/>
              <a:buNone/>
              <a:defRPr sz="6500">
                <a:latin typeface="Aharoni" panose="02010803020104030203" pitchFamily="2" charset="-79"/>
                <a:cs typeface="Aharoni" panose="02010803020104030203" pitchFamily="2" charset="-79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2pPr>
            <a:lvl3pPr lvl="2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3pPr>
            <a:lvl4pPr lvl="3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4pPr>
            <a:lvl5pPr lvl="4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5pPr>
            <a:lvl6pPr lvl="5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6pPr>
            <a:lvl7pPr lvl="6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7pPr>
            <a:lvl8pPr lvl="7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8pPr>
            <a:lvl9pPr lvl="8" rtl="0">
              <a:spcBef>
                <a:spcPct val="0"/>
              </a:spcBef>
              <a:spcAft>
                <a:spcPct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316" name="Google Shape;316;p22"/>
          <p:cNvSpPr txBox="1">
            <a:spLocks noGrp="1"/>
          </p:cNvSpPr>
          <p:nvPr>
            <p:ph type="subTitle" idx="1"/>
          </p:nvPr>
        </p:nvSpPr>
        <p:spPr>
          <a:xfrm>
            <a:off x="720000" y="1748700"/>
            <a:ext cx="5479500" cy="14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1600" b="0" i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  <p:transition/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chemeClr val="accent4"/>
              </a:buClr>
              <a:buSzPts val="4500"/>
              <a:buFont typeface="Fresca" panose="02000506000000020003"/>
              <a:buNone/>
              <a:defRPr sz="4500" b="1">
                <a:solidFill>
                  <a:schemeClr val="accent4"/>
                </a:solidFill>
                <a:latin typeface="Fresca" panose="02000506000000020003"/>
                <a:ea typeface="Fresca" panose="02000506000000020003"/>
                <a:cs typeface="Fresca" panose="02000506000000020003"/>
                <a:sym typeface="Fresca" panose="02000506000000020003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981200"/>
            <a:ext cx="8520600" cy="25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Font typeface="IBM Plex Sans"/>
              <a:buChar char="●"/>
              <a:defRPr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Font typeface="IBM Plex Sans"/>
              <a:buChar char="○"/>
              <a:defRPr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Font typeface="IBM Plex Sans"/>
              <a:buChar char="■"/>
              <a:defRPr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Font typeface="IBM Plex Sans"/>
              <a:buChar char="●"/>
              <a:defRPr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Font typeface="IBM Plex Sans"/>
              <a:buChar char="○"/>
              <a:defRPr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Font typeface="IBM Plex Sans"/>
              <a:buChar char="■"/>
              <a:defRPr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Font typeface="IBM Plex Sans"/>
              <a:buChar char="●"/>
              <a:defRPr>
                <a:solidFill>
                  <a:schemeClr val="accent3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400"/>
              <a:buChar char="○"/>
              <a:defRPr>
                <a:solidFill>
                  <a:schemeClr val="accent3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transition/>
  <p:hf sldNum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haroni" panose="02010803020104030203" pitchFamily="2" charset="-79"/>
          <a:ea typeface="Aharoni" panose="02010803020104030203" pitchFamily="2" charset="-79"/>
          <a:cs typeface="Aharoni" panose="02010803020104030203" pitchFamily="2" charset="-79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ransition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6895" indent="-213995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hyperlink" Target="http://bit.ly/2Tynxth" TargetMode="External"/><Relationship Id="rId7" Type="http://schemas.openxmlformats.org/officeDocument/2006/relationships/slide" Target="slide26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24.xml"/><Relationship Id="rId5" Type="http://schemas.openxmlformats.org/officeDocument/2006/relationships/hyperlink" Target="http://bit.ly/33VAFh3" TargetMode="External"/><Relationship Id="rId4" Type="http://schemas.openxmlformats.org/officeDocument/2006/relationships/hyperlink" Target="http://bit.ly/30B07Gq" TargetMode="External"/><Relationship Id="rId9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OPBaPaPruWG4frtvUE4uDgJMWyn4i0TV6uzjht57wKo/copy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hand-drawn-abstract-pattern-collection_5684216.htm#page=11&amp;query=abstract+background&amp;position=19/?utm_source=slidesgo_template&amp;utm_medium=referral-link&amp;utm_campaign=sg_resources&amp;utm_content=freepik" TargetMode="Externa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freepik.com/free-photo/crop-colleagues-holding-hands-together_1565019.htm#page=1&amp;query=team%20freepik&amp;position=6/?utm_source=slidesgo_template&amp;utm_medium=referral-link&amp;utm_campaign=sg_resources&amp;utm_content=freepik" TargetMode="External"/><Relationship Id="rId5" Type="http://schemas.openxmlformats.org/officeDocument/2006/relationships/hyperlink" Target="https://www.freepik.com/free-photo/woman-with-draft-near-working-colleagues_2309901.htm/?utm_source=slidesgo_template&amp;utm_medium=referral-link&amp;utm_campaign=sg_resources&amp;utm_content=freepik" TargetMode="External"/><Relationship Id="rId4" Type="http://schemas.openxmlformats.org/officeDocument/2006/relationships/hyperlink" Target="https://www.freepik.com/free-photo/high-angle-womens-team-meeting-office_7068896.htm#page=2&amp;query=meeting&amp;position=34/?utm_source=slidesgo_template&amp;utm_medium=referral-link&amp;utm_campaign=sg_resources&amp;utm_content=freepik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8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22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>
            <a:spLocks noGrp="1"/>
          </p:cNvSpPr>
          <p:nvPr>
            <p:ph type="ctrTitle"/>
          </p:nvPr>
        </p:nvSpPr>
        <p:spPr>
          <a:xfrm>
            <a:off x="1357200" y="1446850"/>
            <a:ext cx="6429600" cy="149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000" dirty="0"/>
              <a:t>FIREZY </a:t>
            </a:r>
            <a:r>
              <a:rPr lang="en-GB" sz="6000" dirty="0">
                <a:solidFill>
                  <a:schemeClr val="accent6"/>
                </a:solidFill>
              </a:rPr>
              <a:t>MEETING</a:t>
            </a:r>
            <a:endParaRPr sz="6000" dirty="0">
              <a:solidFill>
                <a:schemeClr val="accent6"/>
              </a:solidFill>
            </a:endParaRPr>
          </a:p>
        </p:txBody>
      </p:sp>
      <p:sp>
        <p:nvSpPr>
          <p:cNvPr id="350" name="Google Shape;350;p27"/>
          <p:cNvSpPr txBox="1">
            <a:spLocks noGrp="1"/>
          </p:cNvSpPr>
          <p:nvPr>
            <p:ph type="subTitle" idx="1"/>
          </p:nvPr>
        </p:nvSpPr>
        <p:spPr>
          <a:xfrm>
            <a:off x="1483500" y="2714625"/>
            <a:ext cx="61770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Here is where your presentation begins</a:t>
            </a:r>
          </a:p>
        </p:txBody>
      </p:sp>
      <p:sp>
        <p:nvSpPr>
          <p:cNvPr id="351" name="Google Shape;351;p27"/>
          <p:cNvSpPr/>
          <p:nvPr/>
        </p:nvSpPr>
        <p:spPr>
          <a:xfrm>
            <a:off x="4657716" y="3923137"/>
            <a:ext cx="288739" cy="469448"/>
          </a:xfrm>
          <a:custGeom>
            <a:avLst/>
            <a:gdLst/>
            <a:ahLst/>
            <a:cxnLst/>
            <a:rect l="l" t="t" r="r" b="b"/>
            <a:pathLst>
              <a:path w="7179" h="11672" extrusionOk="0">
                <a:moveTo>
                  <a:pt x="6931" y="0"/>
                </a:moveTo>
                <a:cubicBezTo>
                  <a:pt x="6931" y="0"/>
                  <a:pt x="6931" y="0"/>
                  <a:pt x="6931" y="0"/>
                </a:cubicBezTo>
                <a:cubicBezTo>
                  <a:pt x="6931" y="0"/>
                  <a:pt x="1" y="6201"/>
                  <a:pt x="31" y="11672"/>
                </a:cubicBezTo>
                <a:cubicBezTo>
                  <a:pt x="31" y="11672"/>
                  <a:pt x="2250" y="11155"/>
                  <a:pt x="4743" y="5562"/>
                </a:cubicBezTo>
                <a:cubicBezTo>
                  <a:pt x="7178" y="30"/>
                  <a:pt x="6937" y="0"/>
                  <a:pt x="6931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2" name="Google Shape;352;p27"/>
          <p:cNvSpPr/>
          <p:nvPr/>
        </p:nvSpPr>
        <p:spPr>
          <a:xfrm>
            <a:off x="4490235" y="3835174"/>
            <a:ext cx="330126" cy="497521"/>
          </a:xfrm>
          <a:custGeom>
            <a:avLst/>
            <a:gdLst/>
            <a:ahLst/>
            <a:cxnLst/>
            <a:rect l="l" t="t" r="r" b="b"/>
            <a:pathLst>
              <a:path w="8208" h="12370" extrusionOk="0">
                <a:moveTo>
                  <a:pt x="8070" y="1"/>
                </a:moveTo>
                <a:cubicBezTo>
                  <a:pt x="7673" y="1"/>
                  <a:pt x="6372" y="495"/>
                  <a:pt x="3526" y="5622"/>
                </a:cubicBezTo>
                <a:cubicBezTo>
                  <a:pt x="1" y="11944"/>
                  <a:pt x="305" y="12370"/>
                  <a:pt x="305" y="12370"/>
                </a:cubicBezTo>
                <a:cubicBezTo>
                  <a:pt x="305" y="12370"/>
                  <a:pt x="5593" y="7810"/>
                  <a:pt x="8207" y="29"/>
                </a:cubicBezTo>
                <a:cubicBezTo>
                  <a:pt x="8207" y="29"/>
                  <a:pt x="8164" y="1"/>
                  <a:pt x="8070" y="1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3" name="Google Shape;353;p27"/>
          <p:cNvSpPr/>
          <p:nvPr/>
        </p:nvSpPr>
        <p:spPr>
          <a:xfrm>
            <a:off x="8076271" y="1271290"/>
            <a:ext cx="163708" cy="167825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rgbClr val="657AD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8539831" y="2369129"/>
            <a:ext cx="118807" cy="110004"/>
          </a:xfrm>
          <a:custGeom>
            <a:avLst/>
            <a:gdLst/>
            <a:ahLst/>
            <a:cxnLst/>
            <a:rect l="l" t="t" r="r" b="b"/>
            <a:pathLst>
              <a:path w="1876" h="1737" extrusionOk="0">
                <a:moveTo>
                  <a:pt x="951" y="0"/>
                </a:moveTo>
                <a:cubicBezTo>
                  <a:pt x="447" y="0"/>
                  <a:pt x="1" y="567"/>
                  <a:pt x="325" y="1216"/>
                </a:cubicBezTo>
                <a:cubicBezTo>
                  <a:pt x="447" y="1489"/>
                  <a:pt x="720" y="1702"/>
                  <a:pt x="1024" y="1733"/>
                </a:cubicBezTo>
                <a:cubicBezTo>
                  <a:pt x="1050" y="1735"/>
                  <a:pt x="1075" y="1736"/>
                  <a:pt x="1101" y="1736"/>
                </a:cubicBezTo>
                <a:cubicBezTo>
                  <a:pt x="1383" y="1736"/>
                  <a:pt x="1673" y="1585"/>
                  <a:pt x="1784" y="1307"/>
                </a:cubicBezTo>
                <a:cubicBezTo>
                  <a:pt x="1875" y="1064"/>
                  <a:pt x="1784" y="730"/>
                  <a:pt x="1663" y="486"/>
                </a:cubicBezTo>
                <a:cubicBezTo>
                  <a:pt x="1470" y="142"/>
                  <a:pt x="1203" y="0"/>
                  <a:pt x="951" y="0"/>
                </a:cubicBez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821847" y="3095996"/>
            <a:ext cx="232991" cy="220388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rgbClr val="DC83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6" name="Google Shape;356;p27"/>
          <p:cNvSpPr/>
          <p:nvPr/>
        </p:nvSpPr>
        <p:spPr>
          <a:xfrm>
            <a:off x="1815340" y="3582609"/>
            <a:ext cx="561485" cy="809963"/>
          </a:xfrm>
          <a:custGeom>
            <a:avLst/>
            <a:gdLst/>
            <a:ahLst/>
            <a:cxnLst/>
            <a:rect l="l" t="t" r="r" b="b"/>
            <a:pathLst>
              <a:path w="7507" h="10832" extrusionOk="0">
                <a:moveTo>
                  <a:pt x="1347" y="0"/>
                </a:moveTo>
                <a:cubicBezTo>
                  <a:pt x="1066" y="0"/>
                  <a:pt x="777" y="101"/>
                  <a:pt x="578" y="283"/>
                </a:cubicBezTo>
                <a:cubicBezTo>
                  <a:pt x="305" y="526"/>
                  <a:pt x="213" y="982"/>
                  <a:pt x="183" y="1347"/>
                </a:cubicBezTo>
                <a:cubicBezTo>
                  <a:pt x="1" y="2381"/>
                  <a:pt x="426" y="3475"/>
                  <a:pt x="1277" y="4083"/>
                </a:cubicBezTo>
                <a:cubicBezTo>
                  <a:pt x="2037" y="4599"/>
                  <a:pt x="3010" y="4691"/>
                  <a:pt x="3891" y="4934"/>
                </a:cubicBezTo>
                <a:cubicBezTo>
                  <a:pt x="4803" y="5177"/>
                  <a:pt x="5745" y="5724"/>
                  <a:pt x="5928" y="6636"/>
                </a:cubicBezTo>
                <a:cubicBezTo>
                  <a:pt x="6019" y="7153"/>
                  <a:pt x="5867" y="7700"/>
                  <a:pt x="5685" y="8186"/>
                </a:cubicBezTo>
                <a:cubicBezTo>
                  <a:pt x="5502" y="8703"/>
                  <a:pt x="5289" y="9220"/>
                  <a:pt x="5350" y="9736"/>
                </a:cubicBezTo>
                <a:cubicBezTo>
                  <a:pt x="5411" y="10283"/>
                  <a:pt x="5776" y="10831"/>
                  <a:pt x="6323" y="10831"/>
                </a:cubicBezTo>
                <a:cubicBezTo>
                  <a:pt x="6339" y="10831"/>
                  <a:pt x="6356" y="10832"/>
                  <a:pt x="6372" y="10832"/>
                </a:cubicBezTo>
                <a:cubicBezTo>
                  <a:pt x="6866" y="10832"/>
                  <a:pt x="7269" y="10390"/>
                  <a:pt x="7387" y="9919"/>
                </a:cubicBezTo>
                <a:cubicBezTo>
                  <a:pt x="7508" y="9432"/>
                  <a:pt x="7417" y="8916"/>
                  <a:pt x="7326" y="8429"/>
                </a:cubicBezTo>
                <a:lnTo>
                  <a:pt x="6900" y="6362"/>
                </a:lnTo>
                <a:cubicBezTo>
                  <a:pt x="6748" y="5633"/>
                  <a:pt x="6596" y="4873"/>
                  <a:pt x="6049" y="4387"/>
                </a:cubicBezTo>
                <a:cubicBezTo>
                  <a:pt x="5502" y="3870"/>
                  <a:pt x="4712" y="3748"/>
                  <a:pt x="3982" y="3566"/>
                </a:cubicBezTo>
                <a:cubicBezTo>
                  <a:pt x="3253" y="3384"/>
                  <a:pt x="2493" y="3019"/>
                  <a:pt x="2280" y="2289"/>
                </a:cubicBezTo>
                <a:cubicBezTo>
                  <a:pt x="2189" y="1955"/>
                  <a:pt x="2250" y="1590"/>
                  <a:pt x="2250" y="1226"/>
                </a:cubicBezTo>
                <a:cubicBezTo>
                  <a:pt x="2280" y="861"/>
                  <a:pt x="2219" y="466"/>
                  <a:pt x="1976" y="222"/>
                </a:cubicBezTo>
                <a:cubicBezTo>
                  <a:pt x="1810" y="70"/>
                  <a:pt x="1582" y="0"/>
                  <a:pt x="1347" y="0"/>
                </a:cubicBezTo>
                <a:close/>
              </a:path>
            </a:pathLst>
          </a:custGeom>
          <a:solidFill>
            <a:srgbClr val="EED8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57" name="Google Shape;357;p27"/>
          <p:cNvSpPr/>
          <p:nvPr/>
        </p:nvSpPr>
        <p:spPr>
          <a:xfrm>
            <a:off x="4107271" y="1094652"/>
            <a:ext cx="163708" cy="167825"/>
          </a:xfrm>
          <a:custGeom>
            <a:avLst/>
            <a:gdLst/>
            <a:ahLst/>
            <a:cxnLst/>
            <a:rect l="l" t="t" r="r" b="b"/>
            <a:pathLst>
              <a:path w="2585" h="2650" extrusionOk="0">
                <a:moveTo>
                  <a:pt x="1140" y="0"/>
                </a:moveTo>
                <a:cubicBezTo>
                  <a:pt x="1063" y="0"/>
                  <a:pt x="987" y="11"/>
                  <a:pt x="912" y="35"/>
                </a:cubicBezTo>
                <a:cubicBezTo>
                  <a:pt x="365" y="187"/>
                  <a:pt x="1" y="946"/>
                  <a:pt x="61" y="1463"/>
                </a:cubicBezTo>
                <a:cubicBezTo>
                  <a:pt x="122" y="1919"/>
                  <a:pt x="426" y="2345"/>
                  <a:pt x="852" y="2557"/>
                </a:cubicBezTo>
                <a:cubicBezTo>
                  <a:pt x="996" y="2619"/>
                  <a:pt x="1151" y="2650"/>
                  <a:pt x="1306" y="2650"/>
                </a:cubicBezTo>
                <a:cubicBezTo>
                  <a:pt x="1607" y="2650"/>
                  <a:pt x="1907" y="2535"/>
                  <a:pt x="2128" y="2314"/>
                </a:cubicBezTo>
                <a:cubicBezTo>
                  <a:pt x="2493" y="1980"/>
                  <a:pt x="2584" y="1372"/>
                  <a:pt x="2371" y="916"/>
                </a:cubicBezTo>
                <a:cubicBezTo>
                  <a:pt x="2186" y="493"/>
                  <a:pt x="1655" y="0"/>
                  <a:pt x="114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600" dirty="0"/>
              <a:t>CONTENTS OF THIS TEMPLATE</a:t>
            </a:r>
          </a:p>
        </p:txBody>
      </p:sp>
      <p:sp>
        <p:nvSpPr>
          <p:cNvPr id="363" name="Google Shape;363;p28"/>
          <p:cNvSpPr txBox="1"/>
          <p:nvPr/>
        </p:nvSpPr>
        <p:spPr>
          <a:xfrm>
            <a:off x="720000" y="1147950"/>
            <a:ext cx="7704000" cy="35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Here’s what you’ll find in this </a:t>
            </a:r>
            <a:r>
              <a:rPr lang="en-GB" sz="1200" dirty="0" err="1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3"/>
              </a:rPr>
              <a:t>Slidesgo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template: 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60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AutoNum type="arabicPeriod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 slide structure based on a meeting template, which you can easily adapt to your needs. For more info on how to edit the template, please visit </a:t>
            </a:r>
            <a:r>
              <a:rPr lang="en-GB" sz="1200" dirty="0" err="1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4"/>
              </a:rPr>
              <a:t>Slidesgo</a:t>
            </a:r>
            <a:r>
              <a:rPr lang="en-GB" sz="1200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4"/>
              </a:rPr>
              <a:t> School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or read our </a:t>
            </a:r>
            <a:r>
              <a:rPr lang="en-GB" sz="1200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5"/>
              </a:rPr>
              <a:t>FAQs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AutoNum type="arabicPeriod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An assortment of pictures/illustrations that are suitable for use in the presentation can be found in the </a:t>
            </a:r>
            <a:r>
              <a:rPr lang="en-GB" sz="1200" dirty="0">
                <a:solidFill>
                  <a:schemeClr val="hlink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6" action="ppaction://hlinksldjump"/>
              </a:rPr>
              <a:t>alternative resources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slide.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AutoNum type="arabicPeriod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 </a:t>
            </a:r>
            <a:r>
              <a:rPr lang="en-GB" sz="1200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7" action="ppaction://hlinksldjump"/>
              </a:rPr>
              <a:t>thanks 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slide, which you must keep so that proper credits for our design are given.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AutoNum type="arabicPeriod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 </a:t>
            </a:r>
            <a:r>
              <a:rPr lang="en-GB" sz="1200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8" action="ppaction://hlinksldjump"/>
              </a:rPr>
              <a:t>resources 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slide, where you’ll find links to all the elements used in the template.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思源黑体 CN Regular" panose="020B0500000000000000" charset="-122"/>
              <a:buAutoNum type="arabicPeriod"/>
            </a:pPr>
            <a:r>
              <a:rPr lang="en-GB" sz="1200" dirty="0">
                <a:solidFill>
                  <a:schemeClr val="hlink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" action="ppaction://noaction"/>
              </a:rPr>
              <a:t>Instructions for use</a:t>
            </a:r>
            <a:r>
              <a:rPr lang="en-GB" sz="1200" u="sng" dirty="0">
                <a:solidFill>
                  <a:schemeClr val="hlink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" action="ppaction://noaction"/>
              </a:rPr>
              <a:t>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AutoNum type="arabicPeriod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Final slides with: 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9144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Char char="●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The</a:t>
            </a:r>
            <a:r>
              <a:rPr lang="en-GB" sz="1200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" action="ppaction://noaction"/>
              </a:rPr>
              <a:t> fonts and </a:t>
            </a:r>
            <a:r>
              <a:rPr lang="en-GB" sz="1200" dirty="0" err="1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" action="ppaction://noaction"/>
              </a:rPr>
              <a:t>colors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used in the template.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9144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Char char="●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 selection of </a:t>
            </a:r>
            <a:r>
              <a:rPr lang="en-GB" sz="1200" dirty="0">
                <a:solidFill>
                  <a:schemeClr val="hlink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" action="ppaction://noaction"/>
              </a:rPr>
              <a:t>illustrations.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You can also customize and animate them as you wish with the online editor. Visit </a:t>
            </a:r>
            <a:r>
              <a:rPr lang="en-GB" sz="1200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9"/>
              </a:rPr>
              <a:t>Stories by </a:t>
            </a:r>
            <a:r>
              <a:rPr lang="en-GB" sz="1200" dirty="0" err="1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9"/>
              </a:rPr>
              <a:t>Freepik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to find more. 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9144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Char char="●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More</a:t>
            </a:r>
            <a:r>
              <a:rPr lang="en-GB" sz="1200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" action="ppaction://noaction"/>
              </a:rPr>
              <a:t> infographic resources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, whose size and </a:t>
            </a:r>
            <a:r>
              <a:rPr lang="en-GB" sz="1200" dirty="0" err="1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color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can be edited. 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914400" lvl="0" indent="-3048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200"/>
              <a:buFont typeface="等线" panose="02010600030101010101" charset="-122"/>
              <a:buChar char="●"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Sets of</a:t>
            </a:r>
            <a:r>
              <a:rPr lang="en-GB" sz="1200" dirty="0">
                <a:solidFill>
                  <a:schemeClr val="hlink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" action="ppaction://noaction"/>
              </a:rPr>
              <a:t> customizable icons</a:t>
            </a: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of the following themes: general, business, avatar, creative process, education, help &amp; support, medical, nature, performing arts, SEO &amp; marketing, and teamwork.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l" rtl="0">
              <a:lnSpc>
                <a:spcPct val="100000"/>
              </a:lnSpc>
              <a:spcBef>
                <a:spcPts val="1600"/>
              </a:spcBef>
              <a:spcAft>
                <a:spcPct val="0"/>
              </a:spcAft>
              <a:buNone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You can delete this slide when you’re done editing the presentation.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600"/>
              </a:spcAft>
              <a:buNone/>
            </a:pPr>
            <a:endParaRPr dirty="0">
              <a:solidFill>
                <a:srgbClr val="30394B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9"/>
          <p:cNvSpPr/>
          <p:nvPr/>
        </p:nvSpPr>
        <p:spPr>
          <a:xfrm rot="-563835">
            <a:off x="-127009" y="1860674"/>
            <a:ext cx="3769253" cy="3413451"/>
          </a:xfrm>
          <a:custGeom>
            <a:avLst/>
            <a:gdLst/>
            <a:ahLst/>
            <a:cxnLst/>
            <a:rect l="l" t="t" r="r" b="b"/>
            <a:pathLst>
              <a:path w="12370" h="11648" extrusionOk="0">
                <a:moveTo>
                  <a:pt x="8194" y="0"/>
                </a:moveTo>
                <a:cubicBezTo>
                  <a:pt x="6499" y="0"/>
                  <a:pt x="4116" y="874"/>
                  <a:pt x="2644" y="1492"/>
                </a:cubicBezTo>
                <a:cubicBezTo>
                  <a:pt x="1155" y="2131"/>
                  <a:pt x="152" y="3529"/>
                  <a:pt x="91" y="5140"/>
                </a:cubicBezTo>
                <a:cubicBezTo>
                  <a:pt x="91" y="5140"/>
                  <a:pt x="91" y="5170"/>
                  <a:pt x="91" y="5201"/>
                </a:cubicBezTo>
                <a:cubicBezTo>
                  <a:pt x="0" y="7480"/>
                  <a:pt x="213" y="11432"/>
                  <a:pt x="6809" y="11645"/>
                </a:cubicBezTo>
                <a:cubicBezTo>
                  <a:pt x="6884" y="11647"/>
                  <a:pt x="6959" y="11648"/>
                  <a:pt x="7032" y="11648"/>
                </a:cubicBezTo>
                <a:cubicBezTo>
                  <a:pt x="12164" y="11648"/>
                  <a:pt x="12370" y="6479"/>
                  <a:pt x="12280" y="4471"/>
                </a:cubicBezTo>
                <a:cubicBezTo>
                  <a:pt x="12250" y="3924"/>
                  <a:pt x="12128" y="3407"/>
                  <a:pt x="11885" y="2921"/>
                </a:cubicBezTo>
                <a:cubicBezTo>
                  <a:pt x="11368" y="1827"/>
                  <a:pt x="10213" y="33"/>
                  <a:pt x="8359" y="3"/>
                </a:cubicBezTo>
                <a:cubicBezTo>
                  <a:pt x="8305" y="1"/>
                  <a:pt x="8249" y="0"/>
                  <a:pt x="819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369" name="Google Shape;369;p29"/>
          <p:cNvGrpSpPr/>
          <p:nvPr/>
        </p:nvGrpSpPr>
        <p:grpSpPr>
          <a:xfrm>
            <a:off x="6832116" y="-169849"/>
            <a:ext cx="2065290" cy="2537591"/>
            <a:chOff x="6832116" y="-169849"/>
            <a:chExt cx="2065290" cy="2537591"/>
          </a:xfrm>
        </p:grpSpPr>
        <p:sp>
          <p:nvSpPr>
            <p:cNvPr id="370" name="Google Shape;370;p29"/>
            <p:cNvSpPr/>
            <p:nvPr/>
          </p:nvSpPr>
          <p:spPr>
            <a:xfrm rot="-1664918">
              <a:off x="7294261" y="-34580"/>
              <a:ext cx="1141001" cy="2267053"/>
            </a:xfrm>
            <a:custGeom>
              <a:avLst/>
              <a:gdLst/>
              <a:ahLst/>
              <a:cxnLst/>
              <a:rect l="l" t="t" r="r" b="b"/>
              <a:pathLst>
                <a:path w="9059" h="17999" extrusionOk="0">
                  <a:moveTo>
                    <a:pt x="2206" y="1"/>
                  </a:moveTo>
                  <a:cubicBezTo>
                    <a:pt x="2150" y="1"/>
                    <a:pt x="2094" y="2"/>
                    <a:pt x="2037" y="4"/>
                  </a:cubicBezTo>
                  <a:cubicBezTo>
                    <a:pt x="1642" y="4"/>
                    <a:pt x="1" y="186"/>
                    <a:pt x="62" y="794"/>
                  </a:cubicBezTo>
                  <a:cubicBezTo>
                    <a:pt x="92" y="1220"/>
                    <a:pt x="1460" y="1432"/>
                    <a:pt x="1794" y="1645"/>
                  </a:cubicBezTo>
                  <a:cubicBezTo>
                    <a:pt x="2463" y="2010"/>
                    <a:pt x="3071" y="2557"/>
                    <a:pt x="3466" y="3226"/>
                  </a:cubicBezTo>
                  <a:cubicBezTo>
                    <a:pt x="4165" y="4442"/>
                    <a:pt x="4287" y="5961"/>
                    <a:pt x="3770" y="7268"/>
                  </a:cubicBezTo>
                  <a:cubicBezTo>
                    <a:pt x="3436" y="8059"/>
                    <a:pt x="2888" y="8727"/>
                    <a:pt x="2554" y="9518"/>
                  </a:cubicBezTo>
                  <a:cubicBezTo>
                    <a:pt x="2189" y="10308"/>
                    <a:pt x="2098" y="11311"/>
                    <a:pt x="2645" y="11949"/>
                  </a:cubicBezTo>
                  <a:cubicBezTo>
                    <a:pt x="3192" y="12648"/>
                    <a:pt x="4195" y="12740"/>
                    <a:pt x="4925" y="13165"/>
                  </a:cubicBezTo>
                  <a:cubicBezTo>
                    <a:pt x="5715" y="13651"/>
                    <a:pt x="6232" y="14533"/>
                    <a:pt x="6232" y="15445"/>
                  </a:cubicBezTo>
                  <a:cubicBezTo>
                    <a:pt x="6232" y="15870"/>
                    <a:pt x="6141" y="16296"/>
                    <a:pt x="6141" y="16752"/>
                  </a:cubicBezTo>
                  <a:cubicBezTo>
                    <a:pt x="6141" y="17177"/>
                    <a:pt x="6293" y="17664"/>
                    <a:pt x="6688" y="17876"/>
                  </a:cubicBezTo>
                  <a:cubicBezTo>
                    <a:pt x="6827" y="17960"/>
                    <a:pt x="6986" y="17999"/>
                    <a:pt x="7149" y="17999"/>
                  </a:cubicBezTo>
                  <a:cubicBezTo>
                    <a:pt x="7342" y="17999"/>
                    <a:pt x="7540" y="17945"/>
                    <a:pt x="7721" y="17846"/>
                  </a:cubicBezTo>
                  <a:cubicBezTo>
                    <a:pt x="8025" y="17664"/>
                    <a:pt x="8269" y="17390"/>
                    <a:pt x="8451" y="17056"/>
                  </a:cubicBezTo>
                  <a:cubicBezTo>
                    <a:pt x="8907" y="16296"/>
                    <a:pt x="9059" y="15354"/>
                    <a:pt x="8907" y="14472"/>
                  </a:cubicBezTo>
                  <a:cubicBezTo>
                    <a:pt x="8724" y="13591"/>
                    <a:pt x="8208" y="12800"/>
                    <a:pt x="7509" y="12253"/>
                  </a:cubicBezTo>
                  <a:cubicBezTo>
                    <a:pt x="7022" y="11888"/>
                    <a:pt x="6445" y="11645"/>
                    <a:pt x="5989" y="11189"/>
                  </a:cubicBezTo>
                  <a:cubicBezTo>
                    <a:pt x="5411" y="10581"/>
                    <a:pt x="5199" y="9670"/>
                    <a:pt x="5229" y="8819"/>
                  </a:cubicBezTo>
                  <a:cubicBezTo>
                    <a:pt x="5259" y="7967"/>
                    <a:pt x="5533" y="7147"/>
                    <a:pt x="5776" y="6326"/>
                  </a:cubicBezTo>
                  <a:cubicBezTo>
                    <a:pt x="6019" y="5505"/>
                    <a:pt x="6262" y="4654"/>
                    <a:pt x="6202" y="3803"/>
                  </a:cubicBezTo>
                  <a:cubicBezTo>
                    <a:pt x="6141" y="2496"/>
                    <a:pt x="5411" y="1250"/>
                    <a:pt x="4287" y="581"/>
                  </a:cubicBezTo>
                  <a:cubicBezTo>
                    <a:pt x="3665" y="186"/>
                    <a:pt x="2939" y="1"/>
                    <a:pt x="22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8190997" y="667121"/>
              <a:ext cx="232991" cy="220388"/>
            </a:xfrm>
            <a:custGeom>
              <a:avLst/>
              <a:gdLst/>
              <a:ahLst/>
              <a:cxnLst/>
              <a:rect l="l" t="t" r="r" b="b"/>
              <a:pathLst>
                <a:path w="3679" h="3480" extrusionOk="0">
                  <a:moveTo>
                    <a:pt x="2062" y="0"/>
                  </a:moveTo>
                  <a:cubicBezTo>
                    <a:pt x="2023" y="0"/>
                    <a:pt x="1985" y="2"/>
                    <a:pt x="1946" y="6"/>
                  </a:cubicBezTo>
                  <a:cubicBezTo>
                    <a:pt x="882" y="128"/>
                    <a:pt x="1" y="979"/>
                    <a:pt x="213" y="2073"/>
                  </a:cubicBezTo>
                  <a:cubicBezTo>
                    <a:pt x="356" y="2870"/>
                    <a:pt x="1137" y="3480"/>
                    <a:pt x="1934" y="3480"/>
                  </a:cubicBezTo>
                  <a:cubicBezTo>
                    <a:pt x="1989" y="3480"/>
                    <a:pt x="2043" y="3477"/>
                    <a:pt x="2098" y="3471"/>
                  </a:cubicBezTo>
                  <a:cubicBezTo>
                    <a:pt x="2949" y="3380"/>
                    <a:pt x="3678" y="2559"/>
                    <a:pt x="3648" y="1708"/>
                  </a:cubicBezTo>
                  <a:cubicBezTo>
                    <a:pt x="3619" y="924"/>
                    <a:pt x="2895" y="0"/>
                    <a:pt x="2062" y="0"/>
                  </a:cubicBezTo>
                  <a:close/>
                </a:path>
              </a:pathLst>
            </a:custGeom>
            <a:solidFill>
              <a:srgbClr val="DC83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72" name="Google Shape;372;p29"/>
          <p:cNvSpPr txBox="1">
            <a:spLocks noGrp="1"/>
          </p:cNvSpPr>
          <p:nvPr>
            <p:ph type="title"/>
          </p:nvPr>
        </p:nvSpPr>
        <p:spPr>
          <a:xfrm>
            <a:off x="678873" y="2498649"/>
            <a:ext cx="2809800" cy="213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200" dirty="0"/>
              <a:t>A PICTURE IS WORTH A THOUSAND WORDS</a:t>
            </a: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lang="en-GB" sz="3200" dirty="0"/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MEETING OBJECTIVES</a:t>
            </a:r>
          </a:p>
        </p:txBody>
      </p:sp>
      <p:sp>
        <p:nvSpPr>
          <p:cNvPr id="378" name="Google Shape;378;p30"/>
          <p:cNvSpPr txBox="1">
            <a:spLocks noGrp="1"/>
          </p:cNvSpPr>
          <p:nvPr>
            <p:ph type="subTitle" idx="1"/>
          </p:nvPr>
        </p:nvSpPr>
        <p:spPr>
          <a:xfrm>
            <a:off x="1355950" y="2256594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MARS</a:t>
            </a:r>
          </a:p>
        </p:txBody>
      </p:sp>
      <p:sp>
        <p:nvSpPr>
          <p:cNvPr id="379" name="Google Shape;379;p30"/>
          <p:cNvSpPr txBox="1">
            <a:spLocks noGrp="1"/>
          </p:cNvSpPr>
          <p:nvPr>
            <p:ph type="subTitle" idx="2"/>
          </p:nvPr>
        </p:nvSpPr>
        <p:spPr>
          <a:xfrm>
            <a:off x="3726738" y="2256594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JUPITER</a:t>
            </a:r>
          </a:p>
        </p:txBody>
      </p:sp>
      <p:sp>
        <p:nvSpPr>
          <p:cNvPr id="380" name="Google Shape;380;p30"/>
          <p:cNvSpPr txBox="1">
            <a:spLocks noGrp="1"/>
          </p:cNvSpPr>
          <p:nvPr>
            <p:ph type="subTitle" idx="3"/>
          </p:nvPr>
        </p:nvSpPr>
        <p:spPr>
          <a:xfrm>
            <a:off x="6097544" y="2256594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VENUS</a:t>
            </a:r>
          </a:p>
        </p:txBody>
      </p:sp>
      <p:sp>
        <p:nvSpPr>
          <p:cNvPr id="381" name="Google Shape;381;p30"/>
          <p:cNvSpPr txBox="1">
            <a:spLocks noGrp="1"/>
          </p:cNvSpPr>
          <p:nvPr>
            <p:ph type="subTitle" idx="4"/>
          </p:nvPr>
        </p:nvSpPr>
        <p:spPr>
          <a:xfrm>
            <a:off x="1355938" y="261999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Despite being red, Mars is a cold place, not hot</a:t>
            </a:r>
          </a:p>
        </p:txBody>
      </p:sp>
      <p:sp>
        <p:nvSpPr>
          <p:cNvPr id="382" name="Google Shape;382;p30"/>
          <p:cNvSpPr txBox="1">
            <a:spLocks noGrp="1"/>
          </p:cNvSpPr>
          <p:nvPr>
            <p:ph type="subTitle" idx="5"/>
          </p:nvPr>
        </p:nvSpPr>
        <p:spPr>
          <a:xfrm>
            <a:off x="3726738" y="261999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Jupiter is the biggest planet in our Solar System</a:t>
            </a:r>
          </a:p>
        </p:txBody>
      </p:sp>
      <p:sp>
        <p:nvSpPr>
          <p:cNvPr id="383" name="Google Shape;383;p30"/>
          <p:cNvSpPr txBox="1">
            <a:spLocks noGrp="1"/>
          </p:cNvSpPr>
          <p:nvPr>
            <p:ph type="subTitle" idx="6"/>
          </p:nvPr>
        </p:nvSpPr>
        <p:spPr>
          <a:xfrm>
            <a:off x="6097544" y="261999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It has a beautiful</a:t>
            </a: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name, but it’s terribly hot</a:t>
            </a:r>
          </a:p>
        </p:txBody>
      </p:sp>
      <p:grpSp>
        <p:nvGrpSpPr>
          <p:cNvPr id="384" name="Google Shape;384;p30"/>
          <p:cNvGrpSpPr/>
          <p:nvPr/>
        </p:nvGrpSpPr>
        <p:grpSpPr>
          <a:xfrm>
            <a:off x="2052116" y="1811028"/>
            <a:ext cx="298169" cy="339253"/>
            <a:chOff x="1529350" y="258825"/>
            <a:chExt cx="423475" cy="481825"/>
          </a:xfrm>
        </p:grpSpPr>
        <p:sp>
          <p:nvSpPr>
            <p:cNvPr id="385" name="Google Shape;385;p30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6" name="Google Shape;386;p30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87" name="Google Shape;387;p30"/>
          <p:cNvGrpSpPr/>
          <p:nvPr/>
        </p:nvGrpSpPr>
        <p:grpSpPr>
          <a:xfrm>
            <a:off x="4402375" y="1811028"/>
            <a:ext cx="339253" cy="339253"/>
            <a:chOff x="1492675" y="2620775"/>
            <a:chExt cx="481825" cy="481825"/>
          </a:xfrm>
        </p:grpSpPr>
        <p:sp>
          <p:nvSpPr>
            <p:cNvPr id="388" name="Google Shape;388;p30"/>
            <p:cNvSpPr/>
            <p:nvPr/>
          </p:nvSpPr>
          <p:spPr>
            <a:xfrm>
              <a:off x="1677125" y="2620775"/>
              <a:ext cx="112950" cy="113850"/>
            </a:xfrm>
            <a:custGeom>
              <a:avLst/>
              <a:gdLst/>
              <a:ahLst/>
              <a:cxnLst/>
              <a:rect l="l" t="t" r="r" b="b"/>
              <a:pathLst>
                <a:path w="4518" h="4554" extrusionOk="0">
                  <a:moveTo>
                    <a:pt x="2259" y="0"/>
                  </a:moveTo>
                  <a:cubicBezTo>
                    <a:pt x="1009" y="0"/>
                    <a:pt x="0" y="1048"/>
                    <a:pt x="0" y="2298"/>
                  </a:cubicBezTo>
                  <a:cubicBezTo>
                    <a:pt x="0" y="3544"/>
                    <a:pt x="1009" y="4553"/>
                    <a:pt x="2259" y="4553"/>
                  </a:cubicBezTo>
                  <a:cubicBezTo>
                    <a:pt x="3505" y="4553"/>
                    <a:pt x="4517" y="3544"/>
                    <a:pt x="4517" y="2298"/>
                  </a:cubicBezTo>
                  <a:cubicBezTo>
                    <a:pt x="4517" y="1048"/>
                    <a:pt x="3505" y="0"/>
                    <a:pt x="225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89" name="Google Shape;389;p30"/>
            <p:cNvSpPr/>
            <p:nvPr/>
          </p:nvSpPr>
          <p:spPr>
            <a:xfrm>
              <a:off x="1492675" y="2734675"/>
              <a:ext cx="481825" cy="367925"/>
            </a:xfrm>
            <a:custGeom>
              <a:avLst/>
              <a:gdLst/>
              <a:ahLst/>
              <a:cxnLst/>
              <a:rect l="l" t="t" r="r" b="b"/>
              <a:pathLst>
                <a:path w="19273" h="14717" extrusionOk="0">
                  <a:moveTo>
                    <a:pt x="5120" y="4517"/>
                  </a:moveTo>
                  <a:cubicBezTo>
                    <a:pt x="5623" y="4517"/>
                    <a:pt x="5873" y="5122"/>
                    <a:pt x="5517" y="5481"/>
                  </a:cubicBezTo>
                  <a:cubicBezTo>
                    <a:pt x="5403" y="5595"/>
                    <a:pt x="5262" y="5647"/>
                    <a:pt x="5123" y="5647"/>
                  </a:cubicBezTo>
                  <a:cubicBezTo>
                    <a:pt x="4833" y="5647"/>
                    <a:pt x="4554" y="5421"/>
                    <a:pt x="4554" y="5080"/>
                  </a:cubicBezTo>
                  <a:cubicBezTo>
                    <a:pt x="4554" y="4767"/>
                    <a:pt x="4807" y="4517"/>
                    <a:pt x="5120" y="4517"/>
                  </a:cubicBezTo>
                  <a:close/>
                  <a:moveTo>
                    <a:pt x="3991" y="0"/>
                  </a:moveTo>
                  <a:cubicBezTo>
                    <a:pt x="3677" y="0"/>
                    <a:pt x="3425" y="250"/>
                    <a:pt x="3425" y="563"/>
                  </a:cubicBezTo>
                  <a:lnTo>
                    <a:pt x="3425" y="2572"/>
                  </a:lnTo>
                  <a:cubicBezTo>
                    <a:pt x="2455" y="3367"/>
                    <a:pt x="1750" y="4439"/>
                    <a:pt x="1401" y="5646"/>
                  </a:cubicBezTo>
                  <a:lnTo>
                    <a:pt x="564" y="5646"/>
                  </a:lnTo>
                  <a:cubicBezTo>
                    <a:pt x="251" y="5646"/>
                    <a:pt x="1" y="5896"/>
                    <a:pt x="1" y="6209"/>
                  </a:cubicBezTo>
                  <a:lnTo>
                    <a:pt x="1" y="9597"/>
                  </a:lnTo>
                  <a:cubicBezTo>
                    <a:pt x="1" y="9910"/>
                    <a:pt x="251" y="10163"/>
                    <a:pt x="564" y="10163"/>
                  </a:cubicBezTo>
                  <a:lnTo>
                    <a:pt x="1850" y="10163"/>
                  </a:lnTo>
                  <a:cubicBezTo>
                    <a:pt x="2446" y="11322"/>
                    <a:pt x="3391" y="12265"/>
                    <a:pt x="4554" y="12858"/>
                  </a:cubicBezTo>
                  <a:lnTo>
                    <a:pt x="4554" y="14153"/>
                  </a:lnTo>
                  <a:cubicBezTo>
                    <a:pt x="4554" y="14463"/>
                    <a:pt x="4807" y="14716"/>
                    <a:pt x="5120" y="14716"/>
                  </a:cubicBezTo>
                  <a:lnTo>
                    <a:pt x="7378" y="14716"/>
                  </a:lnTo>
                  <a:cubicBezTo>
                    <a:pt x="7688" y="14716"/>
                    <a:pt x="7941" y="14463"/>
                    <a:pt x="7941" y="14153"/>
                  </a:cubicBezTo>
                  <a:lnTo>
                    <a:pt x="7941" y="13551"/>
                  </a:lnTo>
                  <a:lnTo>
                    <a:pt x="11329" y="13551"/>
                  </a:lnTo>
                  <a:lnTo>
                    <a:pt x="11329" y="14153"/>
                  </a:lnTo>
                  <a:cubicBezTo>
                    <a:pt x="11329" y="14463"/>
                    <a:pt x="11582" y="14716"/>
                    <a:pt x="11895" y="14716"/>
                  </a:cubicBezTo>
                  <a:lnTo>
                    <a:pt x="14154" y="14716"/>
                  </a:lnTo>
                  <a:cubicBezTo>
                    <a:pt x="14464" y="14716"/>
                    <a:pt x="14717" y="14463"/>
                    <a:pt x="14717" y="14153"/>
                  </a:cubicBezTo>
                  <a:lnTo>
                    <a:pt x="14717" y="12864"/>
                  </a:lnTo>
                  <a:cubicBezTo>
                    <a:pt x="16647" y="11880"/>
                    <a:pt x="17945" y="9958"/>
                    <a:pt x="18107" y="7808"/>
                  </a:cubicBezTo>
                  <a:cubicBezTo>
                    <a:pt x="18800" y="7582"/>
                    <a:pt x="19270" y="6938"/>
                    <a:pt x="19273" y="6209"/>
                  </a:cubicBezTo>
                  <a:lnTo>
                    <a:pt x="19273" y="5080"/>
                  </a:lnTo>
                  <a:cubicBezTo>
                    <a:pt x="19273" y="4767"/>
                    <a:pt x="19020" y="4517"/>
                    <a:pt x="18707" y="4517"/>
                  </a:cubicBezTo>
                  <a:cubicBezTo>
                    <a:pt x="18393" y="4517"/>
                    <a:pt x="18144" y="4767"/>
                    <a:pt x="18144" y="5080"/>
                  </a:cubicBezTo>
                  <a:lnTo>
                    <a:pt x="18144" y="6209"/>
                  </a:lnTo>
                  <a:cubicBezTo>
                    <a:pt x="18141" y="6300"/>
                    <a:pt x="18116" y="6387"/>
                    <a:pt x="18074" y="6465"/>
                  </a:cubicBezTo>
                  <a:cubicBezTo>
                    <a:pt x="17647" y="3454"/>
                    <a:pt x="15021" y="1129"/>
                    <a:pt x="11895" y="1129"/>
                  </a:cubicBezTo>
                  <a:lnTo>
                    <a:pt x="7378" y="1129"/>
                  </a:lnTo>
                  <a:cubicBezTo>
                    <a:pt x="7020" y="1129"/>
                    <a:pt x="6665" y="1166"/>
                    <a:pt x="6315" y="1232"/>
                  </a:cubicBezTo>
                  <a:cubicBezTo>
                    <a:pt x="5788" y="464"/>
                    <a:pt x="4921" y="3"/>
                    <a:pt x="399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390" name="Google Shape;390;p30"/>
          <p:cNvGrpSpPr/>
          <p:nvPr/>
        </p:nvGrpSpPr>
        <p:grpSpPr>
          <a:xfrm>
            <a:off x="6772507" y="1811023"/>
            <a:ext cx="340573" cy="339271"/>
            <a:chOff x="898875" y="4399275"/>
            <a:chExt cx="483700" cy="481850"/>
          </a:xfrm>
        </p:grpSpPr>
        <p:sp>
          <p:nvSpPr>
            <p:cNvPr id="391" name="Google Shape;391;p30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2" name="Google Shape;392;p30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3" name="Google Shape;393;p30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4" name="Google Shape;394;p30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5" name="Google Shape;395;p30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6" name="Google Shape;396;p30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7" name="Google Shape;397;p30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98" name="Google Shape;398;p30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1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AGENDA</a:t>
            </a:r>
          </a:p>
        </p:txBody>
      </p:sp>
      <p:sp>
        <p:nvSpPr>
          <p:cNvPr id="404" name="Google Shape;404;p31"/>
          <p:cNvSpPr txBox="1">
            <a:spLocks noGrp="1"/>
          </p:cNvSpPr>
          <p:nvPr>
            <p:ph type="title" idx="2"/>
          </p:nvPr>
        </p:nvSpPr>
        <p:spPr>
          <a:xfrm>
            <a:off x="1922731" y="14008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01</a:t>
            </a:r>
          </a:p>
        </p:txBody>
      </p:sp>
      <p:sp>
        <p:nvSpPr>
          <p:cNvPr id="405" name="Google Shape;405;p31"/>
          <p:cNvSpPr txBox="1">
            <a:spLocks noGrp="1"/>
          </p:cNvSpPr>
          <p:nvPr>
            <p:ph type="subTitle" idx="1"/>
          </p:nvPr>
        </p:nvSpPr>
        <p:spPr>
          <a:xfrm>
            <a:off x="1678981" y="1965675"/>
            <a:ext cx="25380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PROJECT SCHEDULE</a:t>
            </a:r>
          </a:p>
        </p:txBody>
      </p:sp>
      <p:sp>
        <p:nvSpPr>
          <p:cNvPr id="406" name="Google Shape;406;p31"/>
          <p:cNvSpPr txBox="1">
            <a:spLocks noGrp="1"/>
          </p:cNvSpPr>
          <p:nvPr>
            <p:ph type="subTitle" idx="3"/>
          </p:nvPr>
        </p:nvSpPr>
        <p:spPr>
          <a:xfrm>
            <a:off x="1730431" y="22905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Here you could describe the</a:t>
            </a: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topic of the section</a:t>
            </a:r>
          </a:p>
        </p:txBody>
      </p:sp>
      <p:sp>
        <p:nvSpPr>
          <p:cNvPr id="407" name="Google Shape;407;p31"/>
          <p:cNvSpPr txBox="1">
            <a:spLocks noGrp="1"/>
          </p:cNvSpPr>
          <p:nvPr>
            <p:ph type="title" idx="4"/>
          </p:nvPr>
        </p:nvSpPr>
        <p:spPr>
          <a:xfrm>
            <a:off x="5174033" y="14008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02</a:t>
            </a:r>
          </a:p>
        </p:txBody>
      </p:sp>
      <p:sp>
        <p:nvSpPr>
          <p:cNvPr id="408" name="Google Shape;408;p31"/>
          <p:cNvSpPr txBox="1">
            <a:spLocks noGrp="1"/>
          </p:cNvSpPr>
          <p:nvPr>
            <p:ph type="subTitle" idx="5"/>
          </p:nvPr>
        </p:nvSpPr>
        <p:spPr>
          <a:xfrm>
            <a:off x="4930283" y="1965675"/>
            <a:ext cx="25380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/>
              <a:t>PROJECT TIMELINE</a:t>
            </a:r>
          </a:p>
        </p:txBody>
      </p:sp>
      <p:sp>
        <p:nvSpPr>
          <p:cNvPr id="409" name="Google Shape;409;p31"/>
          <p:cNvSpPr txBox="1">
            <a:spLocks noGrp="1"/>
          </p:cNvSpPr>
          <p:nvPr>
            <p:ph type="subTitle" idx="6"/>
          </p:nvPr>
        </p:nvSpPr>
        <p:spPr>
          <a:xfrm>
            <a:off x="4981733" y="22905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Here you could describe the</a:t>
            </a: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topic of the section</a:t>
            </a:r>
          </a:p>
        </p:txBody>
      </p:sp>
      <p:sp>
        <p:nvSpPr>
          <p:cNvPr id="410" name="Google Shape;410;p31"/>
          <p:cNvSpPr txBox="1">
            <a:spLocks noGrp="1"/>
          </p:cNvSpPr>
          <p:nvPr>
            <p:ph type="title" idx="7"/>
          </p:nvPr>
        </p:nvSpPr>
        <p:spPr>
          <a:xfrm>
            <a:off x="1922731" y="29184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03</a:t>
            </a:r>
          </a:p>
        </p:txBody>
      </p:sp>
      <p:sp>
        <p:nvSpPr>
          <p:cNvPr id="411" name="Google Shape;411;p31"/>
          <p:cNvSpPr txBox="1">
            <a:spLocks noGrp="1"/>
          </p:cNvSpPr>
          <p:nvPr>
            <p:ph type="subTitle" idx="8"/>
          </p:nvPr>
        </p:nvSpPr>
        <p:spPr>
          <a:xfrm>
            <a:off x="1678981" y="3483275"/>
            <a:ext cx="25380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STATUS REPORT</a:t>
            </a:r>
          </a:p>
        </p:txBody>
      </p:sp>
      <p:sp>
        <p:nvSpPr>
          <p:cNvPr id="412" name="Google Shape;412;p31"/>
          <p:cNvSpPr txBox="1">
            <a:spLocks noGrp="1"/>
          </p:cNvSpPr>
          <p:nvPr>
            <p:ph type="subTitle" idx="9"/>
          </p:nvPr>
        </p:nvSpPr>
        <p:spPr>
          <a:xfrm>
            <a:off x="1730431" y="38081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-GB"/>
              <a:t>Here you could describe the</a:t>
            </a: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topic of the section</a:t>
            </a:r>
          </a:p>
        </p:txBody>
      </p:sp>
      <p:sp>
        <p:nvSpPr>
          <p:cNvPr id="413" name="Google Shape;413;p31"/>
          <p:cNvSpPr txBox="1">
            <a:spLocks noGrp="1"/>
          </p:cNvSpPr>
          <p:nvPr>
            <p:ph type="title" idx="13"/>
          </p:nvPr>
        </p:nvSpPr>
        <p:spPr>
          <a:xfrm>
            <a:off x="5174033" y="2918475"/>
            <a:ext cx="2050500" cy="62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04</a:t>
            </a:r>
          </a:p>
        </p:txBody>
      </p:sp>
      <p:sp>
        <p:nvSpPr>
          <p:cNvPr id="414" name="Google Shape;414;p31"/>
          <p:cNvSpPr txBox="1">
            <a:spLocks noGrp="1"/>
          </p:cNvSpPr>
          <p:nvPr>
            <p:ph type="subTitle" idx="14"/>
          </p:nvPr>
        </p:nvSpPr>
        <p:spPr>
          <a:xfrm>
            <a:off x="4772698" y="3483275"/>
            <a:ext cx="2705551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dirty="0"/>
              <a:t>UPCOMING REPORT</a:t>
            </a:r>
          </a:p>
        </p:txBody>
      </p:sp>
      <p:sp>
        <p:nvSpPr>
          <p:cNvPr id="415" name="Google Shape;415;p31"/>
          <p:cNvSpPr txBox="1">
            <a:spLocks noGrp="1"/>
          </p:cNvSpPr>
          <p:nvPr>
            <p:ph type="subTitle" idx="15"/>
          </p:nvPr>
        </p:nvSpPr>
        <p:spPr>
          <a:xfrm>
            <a:off x="4981733" y="3808169"/>
            <a:ext cx="24351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Here you could describe the</a:t>
            </a: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topic of the section</a:t>
            </a: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32"/>
          <p:cNvPicPr preferRelativeResize="0"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225" y="828675"/>
            <a:ext cx="4718725" cy="3145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1" name="Google Shape;421;p32"/>
          <p:cNvGrpSpPr/>
          <p:nvPr/>
        </p:nvGrpSpPr>
        <p:grpSpPr>
          <a:xfrm>
            <a:off x="-259325" y="-381696"/>
            <a:ext cx="9584298" cy="5879589"/>
            <a:chOff x="-259325" y="-381696"/>
            <a:chExt cx="9584298" cy="5879589"/>
          </a:xfrm>
        </p:grpSpPr>
        <p:sp>
          <p:nvSpPr>
            <p:cNvPr id="422" name="Google Shape;422;p32"/>
            <p:cNvSpPr/>
            <p:nvPr/>
          </p:nvSpPr>
          <p:spPr>
            <a:xfrm>
              <a:off x="0" y="0"/>
              <a:ext cx="9144000" cy="5143520"/>
            </a:xfrm>
            <a:custGeom>
              <a:avLst/>
              <a:gdLst/>
              <a:ahLst/>
              <a:cxnLst/>
              <a:rect l="l" t="t" r="r" b="b"/>
              <a:pathLst>
                <a:path w="285750" h="160735" extrusionOk="0">
                  <a:moveTo>
                    <a:pt x="95535" y="34123"/>
                  </a:moveTo>
                  <a:cubicBezTo>
                    <a:pt x="95856" y="34123"/>
                    <a:pt x="96174" y="34127"/>
                    <a:pt x="96488" y="34135"/>
                  </a:cubicBezTo>
                  <a:cubicBezTo>
                    <a:pt x="111169" y="34504"/>
                    <a:pt x="120348" y="48792"/>
                    <a:pt x="124504" y="57245"/>
                  </a:cubicBezTo>
                  <a:cubicBezTo>
                    <a:pt x="126385" y="61103"/>
                    <a:pt x="127468" y="65294"/>
                    <a:pt x="127671" y="69580"/>
                  </a:cubicBezTo>
                  <a:cubicBezTo>
                    <a:pt x="128503" y="85530"/>
                    <a:pt x="126702" y="126616"/>
                    <a:pt x="86141" y="126616"/>
                  </a:cubicBezTo>
                  <a:cubicBezTo>
                    <a:pt x="85523" y="126616"/>
                    <a:pt x="84896" y="126606"/>
                    <a:pt x="84261" y="126587"/>
                  </a:cubicBezTo>
                  <a:cubicBezTo>
                    <a:pt x="31837" y="124992"/>
                    <a:pt x="30230" y="93642"/>
                    <a:pt x="30766" y="75390"/>
                  </a:cubicBezTo>
                  <a:cubicBezTo>
                    <a:pt x="30766" y="75212"/>
                    <a:pt x="30778" y="75033"/>
                    <a:pt x="30790" y="74854"/>
                  </a:cubicBezTo>
                  <a:cubicBezTo>
                    <a:pt x="31278" y="62162"/>
                    <a:pt x="39374" y="51054"/>
                    <a:pt x="51066" y="46125"/>
                  </a:cubicBezTo>
                  <a:cubicBezTo>
                    <a:pt x="62872" y="41147"/>
                    <a:pt x="81960" y="34123"/>
                    <a:pt x="95535" y="34123"/>
                  </a:cubicBez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3" name="Google Shape;423;p32"/>
            <p:cNvSpPr/>
            <p:nvPr/>
          </p:nvSpPr>
          <p:spPr>
            <a:xfrm flipH="1">
              <a:off x="178231" y="4503163"/>
              <a:ext cx="1749713" cy="842245"/>
            </a:xfrm>
            <a:custGeom>
              <a:avLst/>
              <a:gdLst/>
              <a:ahLst/>
              <a:cxnLst/>
              <a:rect l="l" t="t" r="r" b="b"/>
              <a:pathLst>
                <a:path w="18269" h="8794" extrusionOk="0">
                  <a:moveTo>
                    <a:pt x="13922" y="1"/>
                  </a:moveTo>
                  <a:cubicBezTo>
                    <a:pt x="13922" y="1"/>
                    <a:pt x="14742" y="3800"/>
                    <a:pt x="13678" y="4773"/>
                  </a:cubicBezTo>
                  <a:cubicBezTo>
                    <a:pt x="12337" y="5967"/>
                    <a:pt x="9079" y="6275"/>
                    <a:pt x="6079" y="6275"/>
                  </a:cubicBezTo>
                  <a:cubicBezTo>
                    <a:pt x="2894" y="6275"/>
                    <a:pt x="0" y="5928"/>
                    <a:pt x="0" y="5928"/>
                  </a:cubicBezTo>
                  <a:lnTo>
                    <a:pt x="0" y="8329"/>
                  </a:lnTo>
                  <a:cubicBezTo>
                    <a:pt x="0" y="8329"/>
                    <a:pt x="3674" y="8793"/>
                    <a:pt x="7486" y="8793"/>
                  </a:cubicBezTo>
                  <a:cubicBezTo>
                    <a:pt x="10573" y="8793"/>
                    <a:pt x="13750" y="8489"/>
                    <a:pt x="15137" y="7387"/>
                  </a:cubicBezTo>
                  <a:cubicBezTo>
                    <a:pt x="18268" y="4925"/>
                    <a:pt x="16505" y="1"/>
                    <a:pt x="165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4" name="Google Shape;424;p32"/>
            <p:cNvSpPr/>
            <p:nvPr/>
          </p:nvSpPr>
          <p:spPr>
            <a:xfrm flipH="1">
              <a:off x="-259325" y="4133357"/>
              <a:ext cx="1301230" cy="1160005"/>
            </a:xfrm>
            <a:custGeom>
              <a:avLst/>
              <a:gdLst/>
              <a:ahLst/>
              <a:cxnLst/>
              <a:rect l="l" t="t" r="r" b="b"/>
              <a:pathLst>
                <a:path w="25716" h="22925" extrusionOk="0">
                  <a:moveTo>
                    <a:pt x="10777" y="3025"/>
                  </a:moveTo>
                  <a:cubicBezTo>
                    <a:pt x="14224" y="3025"/>
                    <a:pt x="17913" y="5838"/>
                    <a:pt x="19697" y="9064"/>
                  </a:cubicBezTo>
                  <a:cubicBezTo>
                    <a:pt x="21885" y="13046"/>
                    <a:pt x="19697" y="19246"/>
                    <a:pt x="17265" y="20037"/>
                  </a:cubicBezTo>
                  <a:cubicBezTo>
                    <a:pt x="16639" y="20238"/>
                    <a:pt x="15802" y="20391"/>
                    <a:pt x="14833" y="20391"/>
                  </a:cubicBezTo>
                  <a:cubicBezTo>
                    <a:pt x="11992" y="20391"/>
                    <a:pt x="8014" y="19070"/>
                    <a:pt x="4864" y="13745"/>
                  </a:cubicBezTo>
                  <a:cubicBezTo>
                    <a:pt x="639" y="6632"/>
                    <a:pt x="8329" y="3562"/>
                    <a:pt x="8329" y="3562"/>
                  </a:cubicBezTo>
                  <a:cubicBezTo>
                    <a:pt x="9110" y="3193"/>
                    <a:pt x="9936" y="3025"/>
                    <a:pt x="10777" y="3025"/>
                  </a:cubicBezTo>
                  <a:close/>
                  <a:moveTo>
                    <a:pt x="10828" y="0"/>
                  </a:moveTo>
                  <a:cubicBezTo>
                    <a:pt x="10175" y="0"/>
                    <a:pt x="9494" y="78"/>
                    <a:pt x="8785" y="249"/>
                  </a:cubicBezTo>
                  <a:cubicBezTo>
                    <a:pt x="6049" y="918"/>
                    <a:pt x="3678" y="2681"/>
                    <a:pt x="2219" y="5082"/>
                  </a:cubicBezTo>
                  <a:cubicBezTo>
                    <a:pt x="912" y="7210"/>
                    <a:pt x="0" y="10340"/>
                    <a:pt x="1976" y="13897"/>
                  </a:cubicBezTo>
                  <a:cubicBezTo>
                    <a:pt x="4811" y="19052"/>
                    <a:pt x="8532" y="22924"/>
                    <a:pt x="13499" y="22924"/>
                  </a:cubicBezTo>
                  <a:cubicBezTo>
                    <a:pt x="14976" y="22924"/>
                    <a:pt x="16562" y="22582"/>
                    <a:pt x="18268" y="21830"/>
                  </a:cubicBezTo>
                  <a:cubicBezTo>
                    <a:pt x="25715" y="18547"/>
                    <a:pt x="20578" y="6936"/>
                    <a:pt x="20578" y="6936"/>
                  </a:cubicBezTo>
                  <a:cubicBezTo>
                    <a:pt x="20578" y="6936"/>
                    <a:pt x="16998" y="0"/>
                    <a:pt x="1082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5" name="Google Shape;425;p32"/>
            <p:cNvSpPr/>
            <p:nvPr/>
          </p:nvSpPr>
          <p:spPr>
            <a:xfrm>
              <a:off x="7667541" y="4133353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6" name="Google Shape;426;p32"/>
            <p:cNvSpPr/>
            <p:nvPr/>
          </p:nvSpPr>
          <p:spPr>
            <a:xfrm>
              <a:off x="5672199" y="-381696"/>
              <a:ext cx="1301231" cy="1225282"/>
            </a:xfrm>
            <a:custGeom>
              <a:avLst/>
              <a:gdLst/>
              <a:ahLst/>
              <a:cxnLst/>
              <a:rect l="l" t="t" r="r" b="b"/>
              <a:pathLst>
                <a:path w="12370" h="11648" extrusionOk="0">
                  <a:moveTo>
                    <a:pt x="8194" y="0"/>
                  </a:moveTo>
                  <a:cubicBezTo>
                    <a:pt x="6499" y="0"/>
                    <a:pt x="4116" y="874"/>
                    <a:pt x="2644" y="1492"/>
                  </a:cubicBezTo>
                  <a:cubicBezTo>
                    <a:pt x="1155" y="2131"/>
                    <a:pt x="152" y="3529"/>
                    <a:pt x="91" y="5140"/>
                  </a:cubicBezTo>
                  <a:cubicBezTo>
                    <a:pt x="91" y="5140"/>
                    <a:pt x="91" y="5170"/>
                    <a:pt x="91" y="5201"/>
                  </a:cubicBezTo>
                  <a:cubicBezTo>
                    <a:pt x="0" y="7480"/>
                    <a:pt x="213" y="11432"/>
                    <a:pt x="6809" y="11645"/>
                  </a:cubicBezTo>
                  <a:cubicBezTo>
                    <a:pt x="6884" y="11647"/>
                    <a:pt x="6959" y="11648"/>
                    <a:pt x="7032" y="11648"/>
                  </a:cubicBezTo>
                  <a:cubicBezTo>
                    <a:pt x="12164" y="11648"/>
                    <a:pt x="12370" y="6479"/>
                    <a:pt x="12280" y="4471"/>
                  </a:cubicBezTo>
                  <a:cubicBezTo>
                    <a:pt x="12250" y="3924"/>
                    <a:pt x="12128" y="3407"/>
                    <a:pt x="11885" y="2921"/>
                  </a:cubicBezTo>
                  <a:cubicBezTo>
                    <a:pt x="11368" y="1827"/>
                    <a:pt x="10213" y="33"/>
                    <a:pt x="8359" y="3"/>
                  </a:cubicBezTo>
                  <a:cubicBezTo>
                    <a:pt x="8305" y="1"/>
                    <a:pt x="8249" y="0"/>
                    <a:pt x="819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7" name="Google Shape;427;p32"/>
            <p:cNvSpPr/>
            <p:nvPr/>
          </p:nvSpPr>
          <p:spPr>
            <a:xfrm>
              <a:off x="5217202" y="150575"/>
              <a:ext cx="933108" cy="630467"/>
            </a:xfrm>
            <a:custGeom>
              <a:avLst/>
              <a:gdLst/>
              <a:ahLst/>
              <a:cxnLst/>
              <a:rect l="l" t="t" r="r" b="b"/>
              <a:pathLst>
                <a:path w="15746" h="10639" extrusionOk="0">
                  <a:moveTo>
                    <a:pt x="9697" y="0"/>
                  </a:moveTo>
                  <a:lnTo>
                    <a:pt x="6900" y="5441"/>
                  </a:lnTo>
                  <a:lnTo>
                    <a:pt x="943" y="3739"/>
                  </a:lnTo>
                  <a:lnTo>
                    <a:pt x="0" y="10274"/>
                  </a:lnTo>
                  <a:lnTo>
                    <a:pt x="3344" y="10639"/>
                  </a:lnTo>
                  <a:lnTo>
                    <a:pt x="3587" y="7781"/>
                  </a:lnTo>
                  <a:lnTo>
                    <a:pt x="10001" y="9240"/>
                  </a:lnTo>
                  <a:lnTo>
                    <a:pt x="11338" y="4590"/>
                  </a:lnTo>
                  <a:lnTo>
                    <a:pt x="14530" y="5593"/>
                  </a:lnTo>
                  <a:lnTo>
                    <a:pt x="15745" y="3040"/>
                  </a:lnTo>
                  <a:lnTo>
                    <a:pt x="969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8" name="Google Shape;428;p32"/>
            <p:cNvSpPr/>
            <p:nvPr/>
          </p:nvSpPr>
          <p:spPr>
            <a:xfrm>
              <a:off x="7951752" y="4350688"/>
              <a:ext cx="1373221" cy="1147205"/>
            </a:xfrm>
            <a:custGeom>
              <a:avLst/>
              <a:gdLst/>
              <a:ahLst/>
              <a:cxnLst/>
              <a:rect l="l" t="t" r="r" b="b"/>
              <a:pathLst>
                <a:path w="31035" h="25927" extrusionOk="0">
                  <a:moveTo>
                    <a:pt x="15989" y="1"/>
                  </a:moveTo>
                  <a:lnTo>
                    <a:pt x="14895" y="17995"/>
                  </a:lnTo>
                  <a:cubicBezTo>
                    <a:pt x="14895" y="17995"/>
                    <a:pt x="11004" y="4165"/>
                    <a:pt x="11399" y="1"/>
                  </a:cubicBezTo>
                  <a:lnTo>
                    <a:pt x="11399" y="1"/>
                  </a:lnTo>
                  <a:lnTo>
                    <a:pt x="7205" y="913"/>
                  </a:lnTo>
                  <a:lnTo>
                    <a:pt x="9302" y="17600"/>
                  </a:lnTo>
                  <a:cubicBezTo>
                    <a:pt x="9302" y="17600"/>
                    <a:pt x="4651" y="10548"/>
                    <a:pt x="4104" y="2007"/>
                  </a:cubicBezTo>
                  <a:lnTo>
                    <a:pt x="1" y="2767"/>
                  </a:lnTo>
                  <a:cubicBezTo>
                    <a:pt x="1" y="2767"/>
                    <a:pt x="1588" y="25927"/>
                    <a:pt x="13578" y="25927"/>
                  </a:cubicBezTo>
                  <a:cubicBezTo>
                    <a:pt x="14004" y="25927"/>
                    <a:pt x="14443" y="25897"/>
                    <a:pt x="14895" y="25837"/>
                  </a:cubicBezTo>
                  <a:cubicBezTo>
                    <a:pt x="28087" y="24044"/>
                    <a:pt x="31035" y="2007"/>
                    <a:pt x="31035" y="2007"/>
                  </a:cubicBezTo>
                  <a:lnTo>
                    <a:pt x="27235" y="1369"/>
                  </a:lnTo>
                  <a:cubicBezTo>
                    <a:pt x="27235" y="1369"/>
                    <a:pt x="24834" y="17296"/>
                    <a:pt x="19333" y="19089"/>
                  </a:cubicBezTo>
                  <a:lnTo>
                    <a:pt x="21035" y="1"/>
                  </a:lnTo>
                  <a:close/>
                </a:path>
              </a:pathLst>
            </a:custGeom>
            <a:solidFill>
              <a:srgbClr val="DC83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29" name="Google Shape;429;p32"/>
            <p:cNvSpPr/>
            <p:nvPr/>
          </p:nvSpPr>
          <p:spPr>
            <a:xfrm>
              <a:off x="805925" y="1122126"/>
              <a:ext cx="933099" cy="927574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30" name="Google Shape;430;p32"/>
            <p:cNvSpPr/>
            <p:nvPr/>
          </p:nvSpPr>
          <p:spPr>
            <a:xfrm rot="-4852846">
              <a:off x="2501830" y="3133617"/>
              <a:ext cx="803360" cy="1596167"/>
            </a:xfrm>
            <a:custGeom>
              <a:avLst/>
              <a:gdLst/>
              <a:ahLst/>
              <a:cxnLst/>
              <a:rect l="l" t="t" r="r" b="b"/>
              <a:pathLst>
                <a:path w="9059" h="17999" extrusionOk="0">
                  <a:moveTo>
                    <a:pt x="2206" y="1"/>
                  </a:moveTo>
                  <a:cubicBezTo>
                    <a:pt x="2150" y="1"/>
                    <a:pt x="2094" y="2"/>
                    <a:pt x="2037" y="4"/>
                  </a:cubicBezTo>
                  <a:cubicBezTo>
                    <a:pt x="1642" y="4"/>
                    <a:pt x="1" y="186"/>
                    <a:pt x="62" y="794"/>
                  </a:cubicBezTo>
                  <a:cubicBezTo>
                    <a:pt x="92" y="1220"/>
                    <a:pt x="1460" y="1432"/>
                    <a:pt x="1794" y="1645"/>
                  </a:cubicBezTo>
                  <a:cubicBezTo>
                    <a:pt x="2463" y="2010"/>
                    <a:pt x="3071" y="2557"/>
                    <a:pt x="3466" y="3226"/>
                  </a:cubicBezTo>
                  <a:cubicBezTo>
                    <a:pt x="4165" y="4442"/>
                    <a:pt x="4287" y="5961"/>
                    <a:pt x="3770" y="7268"/>
                  </a:cubicBezTo>
                  <a:cubicBezTo>
                    <a:pt x="3436" y="8059"/>
                    <a:pt x="2888" y="8727"/>
                    <a:pt x="2554" y="9518"/>
                  </a:cubicBezTo>
                  <a:cubicBezTo>
                    <a:pt x="2189" y="10308"/>
                    <a:pt x="2098" y="11311"/>
                    <a:pt x="2645" y="11949"/>
                  </a:cubicBezTo>
                  <a:cubicBezTo>
                    <a:pt x="3192" y="12648"/>
                    <a:pt x="4195" y="12740"/>
                    <a:pt x="4925" y="13165"/>
                  </a:cubicBezTo>
                  <a:cubicBezTo>
                    <a:pt x="5715" y="13651"/>
                    <a:pt x="6232" y="14533"/>
                    <a:pt x="6232" y="15445"/>
                  </a:cubicBezTo>
                  <a:cubicBezTo>
                    <a:pt x="6232" y="15870"/>
                    <a:pt x="6141" y="16296"/>
                    <a:pt x="6141" y="16752"/>
                  </a:cubicBezTo>
                  <a:cubicBezTo>
                    <a:pt x="6141" y="17177"/>
                    <a:pt x="6293" y="17664"/>
                    <a:pt x="6688" y="17876"/>
                  </a:cubicBezTo>
                  <a:cubicBezTo>
                    <a:pt x="6827" y="17960"/>
                    <a:pt x="6986" y="17999"/>
                    <a:pt x="7149" y="17999"/>
                  </a:cubicBezTo>
                  <a:cubicBezTo>
                    <a:pt x="7342" y="17999"/>
                    <a:pt x="7540" y="17945"/>
                    <a:pt x="7721" y="17846"/>
                  </a:cubicBezTo>
                  <a:cubicBezTo>
                    <a:pt x="8025" y="17664"/>
                    <a:pt x="8269" y="17390"/>
                    <a:pt x="8451" y="17056"/>
                  </a:cubicBezTo>
                  <a:cubicBezTo>
                    <a:pt x="8907" y="16296"/>
                    <a:pt x="9059" y="15354"/>
                    <a:pt x="8907" y="14472"/>
                  </a:cubicBezTo>
                  <a:cubicBezTo>
                    <a:pt x="8724" y="13591"/>
                    <a:pt x="8208" y="12800"/>
                    <a:pt x="7509" y="12253"/>
                  </a:cubicBezTo>
                  <a:cubicBezTo>
                    <a:pt x="7022" y="11888"/>
                    <a:pt x="6445" y="11645"/>
                    <a:pt x="5989" y="11189"/>
                  </a:cubicBezTo>
                  <a:cubicBezTo>
                    <a:pt x="5411" y="10581"/>
                    <a:pt x="5199" y="9670"/>
                    <a:pt x="5229" y="8819"/>
                  </a:cubicBezTo>
                  <a:cubicBezTo>
                    <a:pt x="5259" y="7967"/>
                    <a:pt x="5533" y="7147"/>
                    <a:pt x="5776" y="6326"/>
                  </a:cubicBezTo>
                  <a:cubicBezTo>
                    <a:pt x="6019" y="5505"/>
                    <a:pt x="6262" y="4654"/>
                    <a:pt x="6202" y="3803"/>
                  </a:cubicBezTo>
                  <a:cubicBezTo>
                    <a:pt x="6141" y="2496"/>
                    <a:pt x="5411" y="1250"/>
                    <a:pt x="4287" y="581"/>
                  </a:cubicBezTo>
                  <a:cubicBezTo>
                    <a:pt x="3665" y="186"/>
                    <a:pt x="2939" y="1"/>
                    <a:pt x="22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31" name="Google Shape;431;p32"/>
            <p:cNvSpPr/>
            <p:nvPr/>
          </p:nvSpPr>
          <p:spPr>
            <a:xfrm rot="4531003">
              <a:off x="1427722" y="3610812"/>
              <a:ext cx="264647" cy="435644"/>
            </a:xfrm>
            <a:custGeom>
              <a:avLst/>
              <a:gdLst/>
              <a:ahLst/>
              <a:cxnLst/>
              <a:rect l="l" t="t" r="r" b="b"/>
              <a:pathLst>
                <a:path w="7387" h="12160" extrusionOk="0">
                  <a:moveTo>
                    <a:pt x="1" y="1"/>
                  </a:moveTo>
                  <a:cubicBezTo>
                    <a:pt x="1" y="1"/>
                    <a:pt x="2372" y="8542"/>
                    <a:pt x="6840" y="12159"/>
                  </a:cubicBezTo>
                  <a:cubicBezTo>
                    <a:pt x="6840" y="12159"/>
                    <a:pt x="7387" y="8056"/>
                    <a:pt x="4560" y="4621"/>
                  </a:cubicBezTo>
                  <a:cubicBezTo>
                    <a:pt x="1733" y="118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32" name="Google Shape;432;p32"/>
            <p:cNvSpPr/>
            <p:nvPr/>
          </p:nvSpPr>
          <p:spPr>
            <a:xfrm rot="4531003">
              <a:off x="1355014" y="3519480"/>
              <a:ext cx="258091" cy="425900"/>
            </a:xfrm>
            <a:custGeom>
              <a:avLst/>
              <a:gdLst/>
              <a:ahLst/>
              <a:cxnLst/>
              <a:rect l="l" t="t" r="r" b="b"/>
              <a:pathLst>
                <a:path w="7204" h="11888" extrusionOk="0">
                  <a:moveTo>
                    <a:pt x="5" y="1"/>
                  </a:moveTo>
                  <a:cubicBezTo>
                    <a:pt x="1" y="1"/>
                    <a:pt x="0" y="3"/>
                    <a:pt x="0" y="3"/>
                  </a:cubicBezTo>
                  <a:cubicBezTo>
                    <a:pt x="0" y="3"/>
                    <a:pt x="1793" y="9121"/>
                    <a:pt x="6505" y="11887"/>
                  </a:cubicBezTo>
                  <a:cubicBezTo>
                    <a:pt x="6505" y="11887"/>
                    <a:pt x="7204" y="9699"/>
                    <a:pt x="3648" y="4744"/>
                  </a:cubicBezTo>
                  <a:cubicBezTo>
                    <a:pt x="407" y="203"/>
                    <a:pt x="44" y="1"/>
                    <a:pt x="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33" name="Google Shape;433;p32"/>
            <p:cNvSpPr/>
            <p:nvPr/>
          </p:nvSpPr>
          <p:spPr>
            <a:xfrm rot="4531003">
              <a:off x="1236358" y="3368106"/>
              <a:ext cx="279909" cy="469393"/>
            </a:xfrm>
            <a:custGeom>
              <a:avLst/>
              <a:gdLst/>
              <a:ahLst/>
              <a:cxnLst/>
              <a:rect l="l" t="t" r="r" b="b"/>
              <a:pathLst>
                <a:path w="7813" h="13102" extrusionOk="0">
                  <a:moveTo>
                    <a:pt x="1217" y="1"/>
                  </a:moveTo>
                  <a:cubicBezTo>
                    <a:pt x="1217" y="1"/>
                    <a:pt x="1" y="609"/>
                    <a:pt x="3648" y="6870"/>
                  </a:cubicBezTo>
                  <a:cubicBezTo>
                    <a:pt x="7261" y="13072"/>
                    <a:pt x="7802" y="13101"/>
                    <a:pt x="7812" y="13101"/>
                  </a:cubicBezTo>
                  <a:cubicBezTo>
                    <a:pt x="7812" y="13101"/>
                    <a:pt x="7812" y="13101"/>
                    <a:pt x="7812" y="13101"/>
                  </a:cubicBezTo>
                  <a:cubicBezTo>
                    <a:pt x="7812" y="13101"/>
                    <a:pt x="6597" y="6202"/>
                    <a:pt x="12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34" name="Google Shape;434;p32"/>
          <p:cNvSpPr txBox="1">
            <a:spLocks noGrp="1"/>
          </p:cNvSpPr>
          <p:nvPr>
            <p:ph type="title"/>
          </p:nvPr>
        </p:nvSpPr>
        <p:spPr>
          <a:xfrm>
            <a:off x="4978950" y="1232175"/>
            <a:ext cx="3041100" cy="14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000" dirty="0"/>
              <a:t>ABOUT THE PROJECT</a:t>
            </a:r>
          </a:p>
        </p:txBody>
      </p:sp>
      <p:sp>
        <p:nvSpPr>
          <p:cNvPr id="435" name="Google Shape;435;p32"/>
          <p:cNvSpPr txBox="1">
            <a:spLocks noGrp="1"/>
          </p:cNvSpPr>
          <p:nvPr>
            <p:ph type="body" idx="1"/>
          </p:nvPr>
        </p:nvSpPr>
        <p:spPr>
          <a:xfrm>
            <a:off x="4978950" y="2644575"/>
            <a:ext cx="3041100" cy="12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It’s the closest planet to the Sun and the smallest one in the Solar System. It’s a bit larger than our Moon</a:t>
            </a:r>
          </a:p>
        </p:txBody>
      </p:sp>
      <p:sp>
        <p:nvSpPr>
          <p:cNvPr id="436" name="Google Shape;436;p32"/>
          <p:cNvSpPr/>
          <p:nvPr/>
        </p:nvSpPr>
        <p:spPr>
          <a:xfrm>
            <a:off x="6237950" y="4641454"/>
            <a:ext cx="170600" cy="153823"/>
          </a:xfrm>
          <a:custGeom>
            <a:avLst/>
            <a:gdLst/>
            <a:ahLst/>
            <a:cxnLst/>
            <a:rect l="l" t="t" r="r" b="b"/>
            <a:pathLst>
              <a:path w="2949" h="2659" extrusionOk="0">
                <a:moveTo>
                  <a:pt x="979" y="1"/>
                </a:moveTo>
                <a:cubicBezTo>
                  <a:pt x="816" y="1"/>
                  <a:pt x="659" y="32"/>
                  <a:pt x="517" y="103"/>
                </a:cubicBezTo>
                <a:cubicBezTo>
                  <a:pt x="0" y="376"/>
                  <a:pt x="0" y="1562"/>
                  <a:pt x="274" y="1987"/>
                </a:cubicBezTo>
                <a:cubicBezTo>
                  <a:pt x="532" y="2418"/>
                  <a:pt x="1034" y="2659"/>
                  <a:pt x="1550" y="2659"/>
                </a:cubicBezTo>
                <a:cubicBezTo>
                  <a:pt x="1581" y="2659"/>
                  <a:pt x="1611" y="2658"/>
                  <a:pt x="1642" y="2656"/>
                </a:cubicBezTo>
                <a:cubicBezTo>
                  <a:pt x="2128" y="2656"/>
                  <a:pt x="2706" y="2413"/>
                  <a:pt x="2858" y="1896"/>
                </a:cubicBezTo>
                <a:cubicBezTo>
                  <a:pt x="2949" y="1562"/>
                  <a:pt x="2827" y="1167"/>
                  <a:pt x="2584" y="863"/>
                </a:cubicBezTo>
                <a:cubicBezTo>
                  <a:pt x="2273" y="432"/>
                  <a:pt x="1584" y="1"/>
                  <a:pt x="979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37" name="Google Shape;437;p32"/>
          <p:cNvSpPr/>
          <p:nvPr/>
        </p:nvSpPr>
        <p:spPr>
          <a:xfrm>
            <a:off x="1824400" y="276675"/>
            <a:ext cx="170603" cy="170999"/>
          </a:xfrm>
          <a:custGeom>
            <a:avLst/>
            <a:gdLst/>
            <a:ahLst/>
            <a:cxnLst/>
            <a:rect l="l" t="t" r="r" b="b"/>
            <a:pathLst>
              <a:path w="5017" h="5029" extrusionOk="0">
                <a:moveTo>
                  <a:pt x="2089" y="1"/>
                </a:moveTo>
                <a:cubicBezTo>
                  <a:pt x="1260" y="1"/>
                  <a:pt x="726" y="924"/>
                  <a:pt x="426" y="1612"/>
                </a:cubicBezTo>
                <a:cubicBezTo>
                  <a:pt x="123" y="2312"/>
                  <a:pt x="1" y="3132"/>
                  <a:pt x="335" y="3801"/>
                </a:cubicBezTo>
                <a:cubicBezTo>
                  <a:pt x="639" y="4409"/>
                  <a:pt x="1217" y="4834"/>
                  <a:pt x="1885" y="4986"/>
                </a:cubicBezTo>
                <a:cubicBezTo>
                  <a:pt x="2035" y="5015"/>
                  <a:pt x="2188" y="5028"/>
                  <a:pt x="2340" y="5028"/>
                </a:cubicBezTo>
                <a:cubicBezTo>
                  <a:pt x="3174" y="5028"/>
                  <a:pt x="4006" y="4617"/>
                  <a:pt x="4469" y="3923"/>
                </a:cubicBezTo>
                <a:cubicBezTo>
                  <a:pt x="5016" y="3071"/>
                  <a:pt x="5016" y="1916"/>
                  <a:pt x="4439" y="1096"/>
                </a:cubicBezTo>
                <a:cubicBezTo>
                  <a:pt x="3922" y="397"/>
                  <a:pt x="2980" y="2"/>
                  <a:pt x="2129" y="2"/>
                </a:cubicBezTo>
                <a:cubicBezTo>
                  <a:pt x="2115" y="1"/>
                  <a:pt x="2102" y="1"/>
                  <a:pt x="2089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"/>
          <p:cNvSpPr txBox="1">
            <a:spLocks noGrp="1"/>
          </p:cNvSpPr>
          <p:nvPr>
            <p:ph type="title"/>
          </p:nvPr>
        </p:nvSpPr>
        <p:spPr>
          <a:xfrm>
            <a:off x="1376388" y="3076575"/>
            <a:ext cx="6391200" cy="40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—SOMEONE FAMOUS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1"/>
          </p:nvPr>
        </p:nvSpPr>
        <p:spPr>
          <a:xfrm>
            <a:off x="1376400" y="1660113"/>
            <a:ext cx="6391200" cy="141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“This is a quote. Words full of wisdom that someone important said and can make the reader get inspired.”</a:t>
            </a: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8" name="Google Shape;448;p34"/>
          <p:cNvGrpSpPr/>
          <p:nvPr/>
        </p:nvGrpSpPr>
        <p:grpSpPr>
          <a:xfrm>
            <a:off x="4147286" y="140236"/>
            <a:ext cx="2207893" cy="2445793"/>
            <a:chOff x="4147286" y="-47150"/>
            <a:chExt cx="2207893" cy="2445793"/>
          </a:xfrm>
        </p:grpSpPr>
        <p:sp>
          <p:nvSpPr>
            <p:cNvPr id="449" name="Google Shape;449;p34"/>
            <p:cNvSpPr/>
            <p:nvPr/>
          </p:nvSpPr>
          <p:spPr>
            <a:xfrm>
              <a:off x="6009224" y="555101"/>
              <a:ext cx="215951" cy="199898"/>
            </a:xfrm>
            <a:custGeom>
              <a:avLst/>
              <a:gdLst/>
              <a:ahLst/>
              <a:cxnLst/>
              <a:rect l="l" t="t" r="r" b="b"/>
              <a:pathLst>
                <a:path w="1876" h="1737" extrusionOk="0">
                  <a:moveTo>
                    <a:pt x="951" y="0"/>
                  </a:moveTo>
                  <a:cubicBezTo>
                    <a:pt x="447" y="0"/>
                    <a:pt x="1" y="567"/>
                    <a:pt x="325" y="1216"/>
                  </a:cubicBezTo>
                  <a:cubicBezTo>
                    <a:pt x="447" y="1489"/>
                    <a:pt x="720" y="1702"/>
                    <a:pt x="1024" y="1733"/>
                  </a:cubicBezTo>
                  <a:cubicBezTo>
                    <a:pt x="1050" y="1735"/>
                    <a:pt x="1075" y="1736"/>
                    <a:pt x="1101" y="1736"/>
                  </a:cubicBezTo>
                  <a:cubicBezTo>
                    <a:pt x="1383" y="1736"/>
                    <a:pt x="1673" y="1585"/>
                    <a:pt x="1784" y="1307"/>
                  </a:cubicBezTo>
                  <a:cubicBezTo>
                    <a:pt x="1875" y="1064"/>
                    <a:pt x="1784" y="730"/>
                    <a:pt x="1663" y="486"/>
                  </a:cubicBezTo>
                  <a:cubicBezTo>
                    <a:pt x="1470" y="142"/>
                    <a:pt x="1203" y="0"/>
                    <a:pt x="951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50" name="Google Shape;450;p34"/>
            <p:cNvGrpSpPr/>
            <p:nvPr/>
          </p:nvGrpSpPr>
          <p:grpSpPr>
            <a:xfrm>
              <a:off x="4147286" y="-47150"/>
              <a:ext cx="2207893" cy="2445793"/>
              <a:chOff x="4147300" y="33283"/>
              <a:chExt cx="2135293" cy="2365371"/>
            </a:xfrm>
          </p:grpSpPr>
          <p:sp>
            <p:nvSpPr>
              <p:cNvPr id="451" name="Google Shape;451;p34"/>
              <p:cNvSpPr/>
              <p:nvPr/>
            </p:nvSpPr>
            <p:spPr>
              <a:xfrm rot="9042641" flipH="1">
                <a:off x="5754704" y="118576"/>
                <a:ext cx="456312" cy="411859"/>
              </a:xfrm>
              <a:custGeom>
                <a:avLst/>
                <a:gdLst/>
                <a:ahLst/>
                <a:cxnLst/>
                <a:rect l="l" t="t" r="r" b="b"/>
                <a:pathLst>
                  <a:path w="10183" h="9191" extrusionOk="0">
                    <a:moveTo>
                      <a:pt x="4929" y="1"/>
                    </a:moveTo>
                    <a:cubicBezTo>
                      <a:pt x="4095" y="1"/>
                      <a:pt x="3276" y="359"/>
                      <a:pt x="2432" y="953"/>
                    </a:cubicBezTo>
                    <a:cubicBezTo>
                      <a:pt x="0" y="2655"/>
                      <a:pt x="3800" y="9190"/>
                      <a:pt x="3800" y="9190"/>
                    </a:cubicBezTo>
                    <a:lnTo>
                      <a:pt x="5411" y="8369"/>
                    </a:lnTo>
                    <a:cubicBezTo>
                      <a:pt x="5411" y="8369"/>
                      <a:pt x="1672" y="3658"/>
                      <a:pt x="4043" y="2260"/>
                    </a:cubicBezTo>
                    <a:cubicBezTo>
                      <a:pt x="4347" y="2077"/>
                      <a:pt x="4649" y="1997"/>
                      <a:pt x="4945" y="1997"/>
                    </a:cubicBezTo>
                    <a:cubicBezTo>
                      <a:pt x="6960" y="1997"/>
                      <a:pt x="8694" y="5695"/>
                      <a:pt x="8694" y="5695"/>
                    </a:cubicBezTo>
                    <a:lnTo>
                      <a:pt x="10183" y="4813"/>
                    </a:lnTo>
                    <a:cubicBezTo>
                      <a:pt x="8185" y="1317"/>
                      <a:pt x="6529" y="1"/>
                      <a:pt x="492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34"/>
              <p:cNvSpPr/>
              <p:nvPr/>
            </p:nvSpPr>
            <p:spPr>
              <a:xfrm rot="9042715" flipH="1">
                <a:off x="4787191" y="461674"/>
                <a:ext cx="1063113" cy="1157531"/>
              </a:xfrm>
              <a:custGeom>
                <a:avLst/>
                <a:gdLst/>
                <a:ahLst/>
                <a:cxnLst/>
                <a:rect l="l" t="t" r="r" b="b"/>
                <a:pathLst>
                  <a:path w="9024" h="9826" extrusionOk="0">
                    <a:moveTo>
                      <a:pt x="8095" y="1"/>
                    </a:moveTo>
                    <a:cubicBezTo>
                      <a:pt x="8035" y="1"/>
                      <a:pt x="7971" y="7"/>
                      <a:pt x="7904" y="20"/>
                    </a:cubicBezTo>
                    <a:cubicBezTo>
                      <a:pt x="6992" y="202"/>
                      <a:pt x="6080" y="780"/>
                      <a:pt x="5350" y="1296"/>
                    </a:cubicBezTo>
                    <a:cubicBezTo>
                      <a:pt x="4986" y="1540"/>
                      <a:pt x="4621" y="1844"/>
                      <a:pt x="4378" y="2239"/>
                    </a:cubicBezTo>
                    <a:cubicBezTo>
                      <a:pt x="3861" y="3090"/>
                      <a:pt x="4043" y="4245"/>
                      <a:pt x="3466" y="5035"/>
                    </a:cubicBezTo>
                    <a:cubicBezTo>
                      <a:pt x="3131" y="5491"/>
                      <a:pt x="2645" y="5765"/>
                      <a:pt x="2159" y="6038"/>
                    </a:cubicBezTo>
                    <a:cubicBezTo>
                      <a:pt x="1612" y="6342"/>
                      <a:pt x="1065" y="6677"/>
                      <a:pt x="669" y="7132"/>
                    </a:cubicBezTo>
                    <a:cubicBezTo>
                      <a:pt x="244" y="7588"/>
                      <a:pt x="1" y="8227"/>
                      <a:pt x="153" y="8835"/>
                    </a:cubicBezTo>
                    <a:cubicBezTo>
                      <a:pt x="262" y="9355"/>
                      <a:pt x="766" y="9825"/>
                      <a:pt x="1309" y="9825"/>
                    </a:cubicBezTo>
                    <a:cubicBezTo>
                      <a:pt x="1369" y="9825"/>
                      <a:pt x="1429" y="9819"/>
                      <a:pt x="1490" y="9807"/>
                    </a:cubicBezTo>
                    <a:cubicBezTo>
                      <a:pt x="2037" y="9686"/>
                      <a:pt x="2372" y="9169"/>
                      <a:pt x="2584" y="8683"/>
                    </a:cubicBezTo>
                    <a:cubicBezTo>
                      <a:pt x="2827" y="8166"/>
                      <a:pt x="2979" y="7619"/>
                      <a:pt x="3375" y="7254"/>
                    </a:cubicBezTo>
                    <a:cubicBezTo>
                      <a:pt x="3831" y="6859"/>
                      <a:pt x="4499" y="6707"/>
                      <a:pt x="4864" y="6251"/>
                    </a:cubicBezTo>
                    <a:cubicBezTo>
                      <a:pt x="5350" y="5643"/>
                      <a:pt x="5138" y="4731"/>
                      <a:pt x="5442" y="4032"/>
                    </a:cubicBezTo>
                    <a:cubicBezTo>
                      <a:pt x="5715" y="3424"/>
                      <a:pt x="6323" y="3029"/>
                      <a:pt x="6931" y="2725"/>
                    </a:cubicBezTo>
                    <a:cubicBezTo>
                      <a:pt x="7539" y="2421"/>
                      <a:pt x="8177" y="2117"/>
                      <a:pt x="8572" y="1600"/>
                    </a:cubicBezTo>
                    <a:cubicBezTo>
                      <a:pt x="9024" y="1036"/>
                      <a:pt x="8873" y="1"/>
                      <a:pt x="809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34"/>
              <p:cNvSpPr/>
              <p:nvPr/>
            </p:nvSpPr>
            <p:spPr>
              <a:xfrm>
                <a:off x="4147300" y="1132050"/>
                <a:ext cx="1345114" cy="1266604"/>
              </a:xfrm>
              <a:custGeom>
                <a:avLst/>
                <a:gdLst/>
                <a:ahLst/>
                <a:cxnLst/>
                <a:rect l="l" t="t" r="r" b="b"/>
                <a:pathLst>
                  <a:path w="12370" h="11648" extrusionOk="0">
                    <a:moveTo>
                      <a:pt x="8194" y="0"/>
                    </a:moveTo>
                    <a:cubicBezTo>
                      <a:pt x="6499" y="0"/>
                      <a:pt x="4116" y="874"/>
                      <a:pt x="2644" y="1492"/>
                    </a:cubicBezTo>
                    <a:cubicBezTo>
                      <a:pt x="1155" y="2131"/>
                      <a:pt x="152" y="3529"/>
                      <a:pt x="91" y="5140"/>
                    </a:cubicBezTo>
                    <a:cubicBezTo>
                      <a:pt x="91" y="5140"/>
                      <a:pt x="91" y="5170"/>
                      <a:pt x="91" y="5201"/>
                    </a:cubicBezTo>
                    <a:cubicBezTo>
                      <a:pt x="0" y="7480"/>
                      <a:pt x="213" y="11432"/>
                      <a:pt x="6809" y="11645"/>
                    </a:cubicBezTo>
                    <a:cubicBezTo>
                      <a:pt x="6884" y="11647"/>
                      <a:pt x="6959" y="11648"/>
                      <a:pt x="7032" y="11648"/>
                    </a:cubicBezTo>
                    <a:cubicBezTo>
                      <a:pt x="12164" y="11648"/>
                      <a:pt x="12370" y="6479"/>
                      <a:pt x="12280" y="4471"/>
                    </a:cubicBezTo>
                    <a:cubicBezTo>
                      <a:pt x="12250" y="3924"/>
                      <a:pt x="12128" y="3407"/>
                      <a:pt x="11885" y="2921"/>
                    </a:cubicBezTo>
                    <a:cubicBezTo>
                      <a:pt x="11368" y="1827"/>
                      <a:pt x="10213" y="33"/>
                      <a:pt x="8359" y="3"/>
                    </a:cubicBezTo>
                    <a:cubicBezTo>
                      <a:pt x="8305" y="1"/>
                      <a:pt x="8249" y="0"/>
                      <a:pt x="819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34"/>
              <p:cNvSpPr/>
              <p:nvPr/>
            </p:nvSpPr>
            <p:spPr>
              <a:xfrm rot="9042700" flipH="1">
                <a:off x="4979498" y="458423"/>
                <a:ext cx="879142" cy="595072"/>
              </a:xfrm>
              <a:custGeom>
                <a:avLst/>
                <a:gdLst/>
                <a:ahLst/>
                <a:cxnLst/>
                <a:rect l="l" t="t" r="r" b="b"/>
                <a:pathLst>
                  <a:path w="15898" h="10761" extrusionOk="0">
                    <a:moveTo>
                      <a:pt x="9788" y="0"/>
                    </a:moveTo>
                    <a:lnTo>
                      <a:pt x="6961" y="5502"/>
                    </a:lnTo>
                    <a:lnTo>
                      <a:pt x="913" y="3769"/>
                    </a:lnTo>
                    <a:lnTo>
                      <a:pt x="1" y="10365"/>
                    </a:lnTo>
                    <a:lnTo>
                      <a:pt x="3344" y="10760"/>
                    </a:lnTo>
                    <a:lnTo>
                      <a:pt x="3587" y="7842"/>
                    </a:lnTo>
                    <a:lnTo>
                      <a:pt x="10092" y="9332"/>
                    </a:lnTo>
                    <a:lnTo>
                      <a:pt x="11429" y="4651"/>
                    </a:lnTo>
                    <a:lnTo>
                      <a:pt x="14651" y="5654"/>
                    </a:lnTo>
                    <a:lnTo>
                      <a:pt x="15898" y="3070"/>
                    </a:lnTo>
                    <a:lnTo>
                      <a:pt x="978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55" name="Google Shape;455;p34"/>
          <p:cNvSpPr txBox="1">
            <a:spLocks noGrp="1"/>
          </p:cNvSpPr>
          <p:nvPr>
            <p:ph type="title"/>
          </p:nvPr>
        </p:nvSpPr>
        <p:spPr>
          <a:xfrm>
            <a:off x="1483500" y="2561295"/>
            <a:ext cx="6177000" cy="83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4800" dirty="0"/>
              <a:t>PROJECT SCHEDULE</a:t>
            </a:r>
          </a:p>
        </p:txBody>
      </p:sp>
      <p:sp>
        <p:nvSpPr>
          <p:cNvPr id="456" name="Google Shape;456;p34"/>
          <p:cNvSpPr txBox="1">
            <a:spLocks noGrp="1"/>
          </p:cNvSpPr>
          <p:nvPr>
            <p:ph type="title" idx="2"/>
          </p:nvPr>
        </p:nvSpPr>
        <p:spPr>
          <a:xfrm>
            <a:off x="3891500" y="1367399"/>
            <a:ext cx="1526100" cy="126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01</a:t>
            </a:r>
          </a:p>
        </p:txBody>
      </p:sp>
      <p:sp>
        <p:nvSpPr>
          <p:cNvPr id="457" name="Google Shape;457;p34"/>
          <p:cNvSpPr txBox="1">
            <a:spLocks noGrp="1"/>
          </p:cNvSpPr>
          <p:nvPr>
            <p:ph type="subTitle" idx="1"/>
          </p:nvPr>
        </p:nvSpPr>
        <p:spPr>
          <a:xfrm>
            <a:off x="1483500" y="3324470"/>
            <a:ext cx="6177000" cy="4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This is the subtitle that makes it comprehensible</a:t>
            </a: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2" name="Google Shape;462;p35"/>
          <p:cNvPicPr preferRelativeResize="0"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5797" y="1022773"/>
            <a:ext cx="5047434" cy="33690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3" name="Google Shape;463;p35"/>
          <p:cNvGrpSpPr/>
          <p:nvPr/>
        </p:nvGrpSpPr>
        <p:grpSpPr>
          <a:xfrm>
            <a:off x="0" y="-196999"/>
            <a:ext cx="9144000" cy="5936645"/>
            <a:chOff x="0" y="-196999"/>
            <a:chExt cx="9144000" cy="5936645"/>
          </a:xfrm>
        </p:grpSpPr>
        <p:sp>
          <p:nvSpPr>
            <p:cNvPr id="464" name="Google Shape;464;p35"/>
            <p:cNvSpPr/>
            <p:nvPr/>
          </p:nvSpPr>
          <p:spPr>
            <a:xfrm rot="-10426918">
              <a:off x="796228" y="-148843"/>
              <a:ext cx="916440" cy="501282"/>
            </a:xfrm>
            <a:custGeom>
              <a:avLst/>
              <a:gdLst/>
              <a:ahLst/>
              <a:cxnLst/>
              <a:rect l="l" t="t" r="r" b="b"/>
              <a:pathLst>
                <a:path w="27325" h="14947" extrusionOk="0">
                  <a:moveTo>
                    <a:pt x="20729" y="0"/>
                  </a:moveTo>
                  <a:cubicBezTo>
                    <a:pt x="15486" y="0"/>
                    <a:pt x="13739" y="7682"/>
                    <a:pt x="13739" y="7682"/>
                  </a:cubicBezTo>
                  <a:cubicBezTo>
                    <a:pt x="11835" y="3158"/>
                    <a:pt x="9972" y="2736"/>
                    <a:pt x="9343" y="2736"/>
                  </a:cubicBezTo>
                  <a:cubicBezTo>
                    <a:pt x="9198" y="2736"/>
                    <a:pt x="9119" y="2758"/>
                    <a:pt x="9119" y="2758"/>
                  </a:cubicBezTo>
                  <a:cubicBezTo>
                    <a:pt x="0" y="4399"/>
                    <a:pt x="2401" y="14947"/>
                    <a:pt x="2401" y="14947"/>
                  </a:cubicBezTo>
                  <a:lnTo>
                    <a:pt x="26414" y="13700"/>
                  </a:lnTo>
                  <a:cubicBezTo>
                    <a:pt x="26414" y="13700"/>
                    <a:pt x="27326" y="873"/>
                    <a:pt x="21490" y="53"/>
                  </a:cubicBezTo>
                  <a:cubicBezTo>
                    <a:pt x="21228" y="17"/>
                    <a:pt x="20975" y="0"/>
                    <a:pt x="2072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65" name="Google Shape;465;p35"/>
            <p:cNvSpPr/>
            <p:nvPr/>
          </p:nvSpPr>
          <p:spPr>
            <a:xfrm rot="10800000">
              <a:off x="0" y="542862"/>
              <a:ext cx="9144000" cy="4600638"/>
            </a:xfrm>
            <a:custGeom>
              <a:avLst/>
              <a:gdLst/>
              <a:ahLst/>
              <a:cxnLst/>
              <a:rect l="l" t="t" r="r" b="b"/>
              <a:pathLst>
                <a:path w="285750" h="160735" extrusionOk="0">
                  <a:moveTo>
                    <a:pt x="95535" y="34123"/>
                  </a:moveTo>
                  <a:cubicBezTo>
                    <a:pt x="95856" y="34123"/>
                    <a:pt x="96174" y="34127"/>
                    <a:pt x="96488" y="34135"/>
                  </a:cubicBezTo>
                  <a:cubicBezTo>
                    <a:pt x="111169" y="34504"/>
                    <a:pt x="120348" y="48792"/>
                    <a:pt x="124504" y="57245"/>
                  </a:cubicBezTo>
                  <a:cubicBezTo>
                    <a:pt x="126385" y="61103"/>
                    <a:pt x="127468" y="65294"/>
                    <a:pt x="127671" y="69580"/>
                  </a:cubicBezTo>
                  <a:cubicBezTo>
                    <a:pt x="128503" y="85530"/>
                    <a:pt x="126702" y="126616"/>
                    <a:pt x="86141" y="126616"/>
                  </a:cubicBezTo>
                  <a:cubicBezTo>
                    <a:pt x="85523" y="126616"/>
                    <a:pt x="84896" y="126606"/>
                    <a:pt x="84261" y="126587"/>
                  </a:cubicBezTo>
                  <a:cubicBezTo>
                    <a:pt x="31837" y="124992"/>
                    <a:pt x="30230" y="93642"/>
                    <a:pt x="30766" y="75390"/>
                  </a:cubicBezTo>
                  <a:cubicBezTo>
                    <a:pt x="30766" y="75212"/>
                    <a:pt x="30778" y="75033"/>
                    <a:pt x="30790" y="74854"/>
                  </a:cubicBezTo>
                  <a:cubicBezTo>
                    <a:pt x="31278" y="62162"/>
                    <a:pt x="39374" y="51054"/>
                    <a:pt x="51066" y="46125"/>
                  </a:cubicBezTo>
                  <a:cubicBezTo>
                    <a:pt x="62872" y="41147"/>
                    <a:pt x="81960" y="34123"/>
                    <a:pt x="95535" y="34123"/>
                  </a:cubicBezTo>
                  <a:close/>
                  <a:moveTo>
                    <a:pt x="0" y="0"/>
                  </a:moveTo>
                  <a:lnTo>
                    <a:pt x="0" y="160734"/>
                  </a:lnTo>
                  <a:lnTo>
                    <a:pt x="285750" y="160734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66" name="Google Shape;466;p35"/>
            <p:cNvSpPr/>
            <p:nvPr/>
          </p:nvSpPr>
          <p:spPr>
            <a:xfrm>
              <a:off x="344099" y="0"/>
              <a:ext cx="646531" cy="436837"/>
            </a:xfrm>
            <a:custGeom>
              <a:avLst/>
              <a:gdLst/>
              <a:ahLst/>
              <a:cxnLst/>
              <a:rect l="l" t="t" r="r" b="b"/>
              <a:pathLst>
                <a:path w="15746" h="10639" extrusionOk="0">
                  <a:moveTo>
                    <a:pt x="9697" y="0"/>
                  </a:moveTo>
                  <a:lnTo>
                    <a:pt x="6900" y="5441"/>
                  </a:lnTo>
                  <a:lnTo>
                    <a:pt x="943" y="3739"/>
                  </a:lnTo>
                  <a:lnTo>
                    <a:pt x="0" y="10274"/>
                  </a:lnTo>
                  <a:lnTo>
                    <a:pt x="3344" y="10639"/>
                  </a:lnTo>
                  <a:lnTo>
                    <a:pt x="3587" y="7781"/>
                  </a:lnTo>
                  <a:lnTo>
                    <a:pt x="10001" y="9240"/>
                  </a:lnTo>
                  <a:lnTo>
                    <a:pt x="11338" y="4590"/>
                  </a:lnTo>
                  <a:lnTo>
                    <a:pt x="14530" y="5593"/>
                  </a:lnTo>
                  <a:lnTo>
                    <a:pt x="15745" y="3040"/>
                  </a:lnTo>
                  <a:lnTo>
                    <a:pt x="969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67" name="Google Shape;467;p35"/>
            <p:cNvSpPr/>
            <p:nvPr/>
          </p:nvSpPr>
          <p:spPr>
            <a:xfrm>
              <a:off x="5028912" y="3544203"/>
              <a:ext cx="1017854" cy="958036"/>
            </a:xfrm>
            <a:custGeom>
              <a:avLst/>
              <a:gdLst/>
              <a:ahLst/>
              <a:cxnLst/>
              <a:rect l="l" t="t" r="r" b="b"/>
              <a:pathLst>
                <a:path w="33827" h="31839" extrusionOk="0">
                  <a:moveTo>
                    <a:pt x="22462" y="0"/>
                  </a:moveTo>
                  <a:cubicBezTo>
                    <a:pt x="17798" y="0"/>
                    <a:pt x="11240" y="2417"/>
                    <a:pt x="7174" y="4139"/>
                  </a:cubicBezTo>
                  <a:cubicBezTo>
                    <a:pt x="3131" y="5841"/>
                    <a:pt x="365" y="9640"/>
                    <a:pt x="183" y="14017"/>
                  </a:cubicBezTo>
                  <a:cubicBezTo>
                    <a:pt x="183" y="14078"/>
                    <a:pt x="183" y="14139"/>
                    <a:pt x="183" y="14200"/>
                  </a:cubicBezTo>
                  <a:cubicBezTo>
                    <a:pt x="1" y="20491"/>
                    <a:pt x="548" y="31282"/>
                    <a:pt x="18603" y="31829"/>
                  </a:cubicBezTo>
                  <a:cubicBezTo>
                    <a:pt x="18813" y="31835"/>
                    <a:pt x="19020" y="31838"/>
                    <a:pt x="19224" y="31838"/>
                  </a:cubicBezTo>
                  <a:cubicBezTo>
                    <a:pt x="33181" y="31838"/>
                    <a:pt x="33827" y="17676"/>
                    <a:pt x="33527" y="12193"/>
                  </a:cubicBezTo>
                  <a:cubicBezTo>
                    <a:pt x="33466" y="10734"/>
                    <a:pt x="33102" y="9275"/>
                    <a:pt x="32433" y="7938"/>
                  </a:cubicBezTo>
                  <a:cubicBezTo>
                    <a:pt x="31004" y="5050"/>
                    <a:pt x="27843" y="126"/>
                    <a:pt x="22797" y="5"/>
                  </a:cubicBezTo>
                  <a:cubicBezTo>
                    <a:pt x="22687" y="2"/>
                    <a:pt x="22575" y="0"/>
                    <a:pt x="22462" y="0"/>
                  </a:cubicBezTo>
                  <a:close/>
                </a:path>
              </a:pathLst>
            </a:custGeom>
            <a:solidFill>
              <a:srgbClr val="EED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68" name="Google Shape;468;p35"/>
            <p:cNvSpPr/>
            <p:nvPr/>
          </p:nvSpPr>
          <p:spPr>
            <a:xfrm>
              <a:off x="7597650" y="1570475"/>
              <a:ext cx="732861" cy="690086"/>
            </a:xfrm>
            <a:custGeom>
              <a:avLst/>
              <a:gdLst/>
              <a:ahLst/>
              <a:cxnLst/>
              <a:rect l="l" t="t" r="r" b="b"/>
              <a:pathLst>
                <a:path w="12370" h="11648" extrusionOk="0">
                  <a:moveTo>
                    <a:pt x="8194" y="0"/>
                  </a:moveTo>
                  <a:cubicBezTo>
                    <a:pt x="6499" y="0"/>
                    <a:pt x="4116" y="874"/>
                    <a:pt x="2644" y="1492"/>
                  </a:cubicBezTo>
                  <a:cubicBezTo>
                    <a:pt x="1155" y="2131"/>
                    <a:pt x="152" y="3529"/>
                    <a:pt x="91" y="5140"/>
                  </a:cubicBezTo>
                  <a:cubicBezTo>
                    <a:pt x="91" y="5140"/>
                    <a:pt x="91" y="5170"/>
                    <a:pt x="91" y="5201"/>
                  </a:cubicBezTo>
                  <a:cubicBezTo>
                    <a:pt x="0" y="7480"/>
                    <a:pt x="213" y="11432"/>
                    <a:pt x="6809" y="11645"/>
                  </a:cubicBezTo>
                  <a:cubicBezTo>
                    <a:pt x="6884" y="11647"/>
                    <a:pt x="6959" y="11648"/>
                    <a:pt x="7032" y="11648"/>
                  </a:cubicBezTo>
                  <a:cubicBezTo>
                    <a:pt x="12164" y="11648"/>
                    <a:pt x="12370" y="6479"/>
                    <a:pt x="12280" y="4471"/>
                  </a:cubicBezTo>
                  <a:cubicBezTo>
                    <a:pt x="12250" y="3924"/>
                    <a:pt x="12128" y="3407"/>
                    <a:pt x="11885" y="2921"/>
                  </a:cubicBezTo>
                  <a:cubicBezTo>
                    <a:pt x="11368" y="1827"/>
                    <a:pt x="10213" y="33"/>
                    <a:pt x="8359" y="3"/>
                  </a:cubicBezTo>
                  <a:cubicBezTo>
                    <a:pt x="8305" y="1"/>
                    <a:pt x="8249" y="0"/>
                    <a:pt x="8194" y="0"/>
                  </a:cubicBezTo>
                  <a:close/>
                </a:path>
              </a:pathLst>
            </a:custGeom>
            <a:solidFill>
              <a:srgbClr val="73AA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69" name="Google Shape;469;p35"/>
            <p:cNvSpPr/>
            <p:nvPr/>
          </p:nvSpPr>
          <p:spPr>
            <a:xfrm>
              <a:off x="5010154" y="3843993"/>
              <a:ext cx="1224245" cy="958054"/>
            </a:xfrm>
            <a:custGeom>
              <a:avLst/>
              <a:gdLst/>
              <a:ahLst/>
              <a:cxnLst/>
              <a:rect l="l" t="t" r="r" b="b"/>
              <a:pathLst>
                <a:path w="21156" h="16556" extrusionOk="0">
                  <a:moveTo>
                    <a:pt x="10700" y="1"/>
                  </a:moveTo>
                  <a:cubicBezTo>
                    <a:pt x="10700" y="1"/>
                    <a:pt x="0" y="8846"/>
                    <a:pt x="5107" y="14256"/>
                  </a:cubicBezTo>
                  <a:cubicBezTo>
                    <a:pt x="6715" y="15970"/>
                    <a:pt x="8914" y="16555"/>
                    <a:pt x="11169" y="16555"/>
                  </a:cubicBezTo>
                  <a:cubicBezTo>
                    <a:pt x="16033" y="16555"/>
                    <a:pt x="21156" y="13831"/>
                    <a:pt x="21156" y="13831"/>
                  </a:cubicBezTo>
                  <a:lnTo>
                    <a:pt x="20183" y="11916"/>
                  </a:lnTo>
                  <a:cubicBezTo>
                    <a:pt x="20183" y="11916"/>
                    <a:pt x="14943" y="14586"/>
                    <a:pt x="11576" y="14586"/>
                  </a:cubicBezTo>
                  <a:cubicBezTo>
                    <a:pt x="10785" y="14586"/>
                    <a:pt x="10097" y="14438"/>
                    <a:pt x="9605" y="14074"/>
                  </a:cubicBezTo>
                  <a:lnTo>
                    <a:pt x="18815" y="8633"/>
                  </a:lnTo>
                  <a:lnTo>
                    <a:pt x="17174" y="6353"/>
                  </a:lnTo>
                  <a:lnTo>
                    <a:pt x="8663" y="11703"/>
                  </a:lnTo>
                  <a:cubicBezTo>
                    <a:pt x="8663" y="11703"/>
                    <a:pt x="13648" y="5472"/>
                    <a:pt x="15685" y="4287"/>
                  </a:cubicBezTo>
                  <a:lnTo>
                    <a:pt x="13891" y="2676"/>
                  </a:lnTo>
                  <a:lnTo>
                    <a:pt x="7022" y="9059"/>
                  </a:lnTo>
                  <a:cubicBezTo>
                    <a:pt x="7022" y="9059"/>
                    <a:pt x="8694" y="4651"/>
                    <a:pt x="12402" y="1612"/>
                  </a:cubicBezTo>
                  <a:lnTo>
                    <a:pt x="10700" y="1"/>
                  </a:lnTo>
                  <a:close/>
                </a:path>
              </a:pathLst>
            </a:custGeom>
            <a:solidFill>
              <a:srgbClr val="DC835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0" name="Google Shape;470;p35"/>
            <p:cNvSpPr/>
            <p:nvPr/>
          </p:nvSpPr>
          <p:spPr>
            <a:xfrm>
              <a:off x="8540625" y="3322275"/>
              <a:ext cx="122870" cy="111954"/>
            </a:xfrm>
            <a:custGeom>
              <a:avLst/>
              <a:gdLst/>
              <a:ahLst/>
              <a:cxnLst/>
              <a:rect l="l" t="t" r="r" b="b"/>
              <a:pathLst>
                <a:path w="2949" h="2687" extrusionOk="0">
                  <a:moveTo>
                    <a:pt x="979" y="1"/>
                  </a:moveTo>
                  <a:cubicBezTo>
                    <a:pt x="816" y="1"/>
                    <a:pt x="659" y="32"/>
                    <a:pt x="517" y="103"/>
                  </a:cubicBezTo>
                  <a:cubicBezTo>
                    <a:pt x="0" y="377"/>
                    <a:pt x="0" y="1562"/>
                    <a:pt x="274" y="1987"/>
                  </a:cubicBezTo>
                  <a:cubicBezTo>
                    <a:pt x="547" y="2443"/>
                    <a:pt x="1094" y="2687"/>
                    <a:pt x="1641" y="2687"/>
                  </a:cubicBezTo>
                  <a:cubicBezTo>
                    <a:pt x="2128" y="2656"/>
                    <a:pt x="2705" y="2413"/>
                    <a:pt x="2857" y="1927"/>
                  </a:cubicBezTo>
                  <a:cubicBezTo>
                    <a:pt x="2948" y="1562"/>
                    <a:pt x="2827" y="1167"/>
                    <a:pt x="2584" y="863"/>
                  </a:cubicBezTo>
                  <a:cubicBezTo>
                    <a:pt x="2272" y="432"/>
                    <a:pt x="1584" y="1"/>
                    <a:pt x="979" y="1"/>
                  </a:cubicBezTo>
                  <a:close/>
                </a:path>
              </a:pathLst>
            </a:custGeom>
            <a:solidFill>
              <a:srgbClr val="EED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1" name="Google Shape;471;p35"/>
            <p:cNvSpPr/>
            <p:nvPr/>
          </p:nvSpPr>
          <p:spPr>
            <a:xfrm>
              <a:off x="5196336" y="3434229"/>
              <a:ext cx="337252" cy="300217"/>
            </a:xfrm>
            <a:custGeom>
              <a:avLst/>
              <a:gdLst/>
              <a:ahLst/>
              <a:cxnLst/>
              <a:rect l="l" t="t" r="r" b="b"/>
              <a:pathLst>
                <a:path w="5828" h="5188" extrusionOk="0">
                  <a:moveTo>
                    <a:pt x="4014" y="1"/>
                  </a:moveTo>
                  <a:cubicBezTo>
                    <a:pt x="3904" y="1"/>
                    <a:pt x="3792" y="15"/>
                    <a:pt x="3679" y="45"/>
                  </a:cubicBezTo>
                  <a:cubicBezTo>
                    <a:pt x="3223" y="136"/>
                    <a:pt x="2736" y="622"/>
                    <a:pt x="2372" y="896"/>
                  </a:cubicBezTo>
                  <a:cubicBezTo>
                    <a:pt x="1824" y="1352"/>
                    <a:pt x="1338" y="1808"/>
                    <a:pt x="882" y="2325"/>
                  </a:cubicBezTo>
                  <a:cubicBezTo>
                    <a:pt x="548" y="2689"/>
                    <a:pt x="244" y="3084"/>
                    <a:pt x="122" y="3540"/>
                  </a:cubicBezTo>
                  <a:cubicBezTo>
                    <a:pt x="1" y="3996"/>
                    <a:pt x="61" y="4543"/>
                    <a:pt x="396" y="4878"/>
                  </a:cubicBezTo>
                  <a:cubicBezTo>
                    <a:pt x="636" y="5091"/>
                    <a:pt x="969" y="5187"/>
                    <a:pt x="1293" y="5187"/>
                  </a:cubicBezTo>
                  <a:cubicBezTo>
                    <a:pt x="1339" y="5187"/>
                    <a:pt x="1384" y="5185"/>
                    <a:pt x="1429" y="5182"/>
                  </a:cubicBezTo>
                  <a:cubicBezTo>
                    <a:pt x="1794" y="5182"/>
                    <a:pt x="2128" y="5060"/>
                    <a:pt x="2463" y="4939"/>
                  </a:cubicBezTo>
                  <a:cubicBezTo>
                    <a:pt x="3192" y="4695"/>
                    <a:pt x="3952" y="4452"/>
                    <a:pt x="4560" y="3996"/>
                  </a:cubicBezTo>
                  <a:cubicBezTo>
                    <a:pt x="5198" y="3540"/>
                    <a:pt x="5715" y="2872"/>
                    <a:pt x="5745" y="2112"/>
                  </a:cubicBezTo>
                  <a:cubicBezTo>
                    <a:pt x="5828" y="1180"/>
                    <a:pt x="5020" y="1"/>
                    <a:pt x="4014" y="1"/>
                  </a:cubicBezTo>
                  <a:close/>
                </a:path>
              </a:pathLst>
            </a:custGeom>
            <a:solidFill>
              <a:srgbClr val="657A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 rot="-4852827">
              <a:off x="1490030" y="3478771"/>
              <a:ext cx="1374755" cy="2731451"/>
            </a:xfrm>
            <a:custGeom>
              <a:avLst/>
              <a:gdLst/>
              <a:ahLst/>
              <a:cxnLst/>
              <a:rect l="l" t="t" r="r" b="b"/>
              <a:pathLst>
                <a:path w="9059" h="17999" extrusionOk="0">
                  <a:moveTo>
                    <a:pt x="2206" y="1"/>
                  </a:moveTo>
                  <a:cubicBezTo>
                    <a:pt x="2150" y="1"/>
                    <a:pt x="2094" y="2"/>
                    <a:pt x="2037" y="4"/>
                  </a:cubicBezTo>
                  <a:cubicBezTo>
                    <a:pt x="1642" y="4"/>
                    <a:pt x="1" y="186"/>
                    <a:pt x="62" y="794"/>
                  </a:cubicBezTo>
                  <a:cubicBezTo>
                    <a:pt x="92" y="1220"/>
                    <a:pt x="1460" y="1432"/>
                    <a:pt x="1794" y="1645"/>
                  </a:cubicBezTo>
                  <a:cubicBezTo>
                    <a:pt x="2463" y="2010"/>
                    <a:pt x="3071" y="2557"/>
                    <a:pt x="3466" y="3226"/>
                  </a:cubicBezTo>
                  <a:cubicBezTo>
                    <a:pt x="4165" y="4442"/>
                    <a:pt x="4287" y="5961"/>
                    <a:pt x="3770" y="7268"/>
                  </a:cubicBezTo>
                  <a:cubicBezTo>
                    <a:pt x="3436" y="8059"/>
                    <a:pt x="2888" y="8727"/>
                    <a:pt x="2554" y="9518"/>
                  </a:cubicBezTo>
                  <a:cubicBezTo>
                    <a:pt x="2189" y="10308"/>
                    <a:pt x="2098" y="11311"/>
                    <a:pt x="2645" y="11949"/>
                  </a:cubicBezTo>
                  <a:cubicBezTo>
                    <a:pt x="3192" y="12648"/>
                    <a:pt x="4195" y="12740"/>
                    <a:pt x="4925" y="13165"/>
                  </a:cubicBezTo>
                  <a:cubicBezTo>
                    <a:pt x="5715" y="13651"/>
                    <a:pt x="6232" y="14533"/>
                    <a:pt x="6232" y="15445"/>
                  </a:cubicBezTo>
                  <a:cubicBezTo>
                    <a:pt x="6232" y="15870"/>
                    <a:pt x="6141" y="16296"/>
                    <a:pt x="6141" y="16752"/>
                  </a:cubicBezTo>
                  <a:cubicBezTo>
                    <a:pt x="6141" y="17177"/>
                    <a:pt x="6293" y="17664"/>
                    <a:pt x="6688" y="17876"/>
                  </a:cubicBezTo>
                  <a:cubicBezTo>
                    <a:pt x="6827" y="17960"/>
                    <a:pt x="6986" y="17999"/>
                    <a:pt x="7149" y="17999"/>
                  </a:cubicBezTo>
                  <a:cubicBezTo>
                    <a:pt x="7342" y="17999"/>
                    <a:pt x="7540" y="17945"/>
                    <a:pt x="7721" y="17846"/>
                  </a:cubicBezTo>
                  <a:cubicBezTo>
                    <a:pt x="8025" y="17664"/>
                    <a:pt x="8269" y="17390"/>
                    <a:pt x="8451" y="17056"/>
                  </a:cubicBezTo>
                  <a:cubicBezTo>
                    <a:pt x="8907" y="16296"/>
                    <a:pt x="9059" y="15354"/>
                    <a:pt x="8907" y="14472"/>
                  </a:cubicBezTo>
                  <a:cubicBezTo>
                    <a:pt x="8724" y="13591"/>
                    <a:pt x="8208" y="12800"/>
                    <a:pt x="7509" y="12253"/>
                  </a:cubicBezTo>
                  <a:cubicBezTo>
                    <a:pt x="7022" y="11888"/>
                    <a:pt x="6445" y="11645"/>
                    <a:pt x="5989" y="11189"/>
                  </a:cubicBezTo>
                  <a:cubicBezTo>
                    <a:pt x="5411" y="10581"/>
                    <a:pt x="5199" y="9670"/>
                    <a:pt x="5229" y="8819"/>
                  </a:cubicBezTo>
                  <a:cubicBezTo>
                    <a:pt x="5259" y="7967"/>
                    <a:pt x="5533" y="7147"/>
                    <a:pt x="5776" y="6326"/>
                  </a:cubicBezTo>
                  <a:cubicBezTo>
                    <a:pt x="6019" y="5505"/>
                    <a:pt x="6262" y="4654"/>
                    <a:pt x="6202" y="3803"/>
                  </a:cubicBezTo>
                  <a:cubicBezTo>
                    <a:pt x="6141" y="2496"/>
                    <a:pt x="5411" y="1250"/>
                    <a:pt x="4287" y="581"/>
                  </a:cubicBezTo>
                  <a:cubicBezTo>
                    <a:pt x="3665" y="186"/>
                    <a:pt x="2939" y="1"/>
                    <a:pt x="22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 rot="6631145">
              <a:off x="5855101" y="1489295"/>
              <a:ext cx="264642" cy="435637"/>
            </a:xfrm>
            <a:custGeom>
              <a:avLst/>
              <a:gdLst/>
              <a:ahLst/>
              <a:cxnLst/>
              <a:rect l="l" t="t" r="r" b="b"/>
              <a:pathLst>
                <a:path w="7387" h="12160" extrusionOk="0">
                  <a:moveTo>
                    <a:pt x="1" y="1"/>
                  </a:moveTo>
                  <a:cubicBezTo>
                    <a:pt x="1" y="1"/>
                    <a:pt x="2372" y="8542"/>
                    <a:pt x="6840" y="12159"/>
                  </a:cubicBezTo>
                  <a:cubicBezTo>
                    <a:pt x="6840" y="12159"/>
                    <a:pt x="7387" y="8056"/>
                    <a:pt x="4560" y="4621"/>
                  </a:cubicBezTo>
                  <a:cubicBezTo>
                    <a:pt x="1733" y="1186"/>
                    <a:pt x="1" y="1"/>
                    <a:pt x="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4" name="Google Shape;474;p35"/>
            <p:cNvSpPr/>
            <p:nvPr/>
          </p:nvSpPr>
          <p:spPr>
            <a:xfrm rot="6631145">
              <a:off x="5929956" y="1372909"/>
              <a:ext cx="258086" cy="425893"/>
            </a:xfrm>
            <a:custGeom>
              <a:avLst/>
              <a:gdLst/>
              <a:ahLst/>
              <a:cxnLst/>
              <a:rect l="l" t="t" r="r" b="b"/>
              <a:pathLst>
                <a:path w="7204" h="11888" extrusionOk="0">
                  <a:moveTo>
                    <a:pt x="5" y="1"/>
                  </a:moveTo>
                  <a:cubicBezTo>
                    <a:pt x="1" y="1"/>
                    <a:pt x="0" y="3"/>
                    <a:pt x="0" y="3"/>
                  </a:cubicBezTo>
                  <a:cubicBezTo>
                    <a:pt x="0" y="3"/>
                    <a:pt x="1793" y="9121"/>
                    <a:pt x="6505" y="11887"/>
                  </a:cubicBezTo>
                  <a:cubicBezTo>
                    <a:pt x="6505" y="11887"/>
                    <a:pt x="7204" y="9699"/>
                    <a:pt x="3648" y="4744"/>
                  </a:cubicBezTo>
                  <a:cubicBezTo>
                    <a:pt x="407" y="203"/>
                    <a:pt x="44" y="1"/>
                    <a:pt x="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5" name="Google Shape;475;p35"/>
            <p:cNvSpPr/>
            <p:nvPr/>
          </p:nvSpPr>
          <p:spPr>
            <a:xfrm rot="6631145">
              <a:off x="5905147" y="1202227"/>
              <a:ext cx="279904" cy="469385"/>
            </a:xfrm>
            <a:custGeom>
              <a:avLst/>
              <a:gdLst/>
              <a:ahLst/>
              <a:cxnLst/>
              <a:rect l="l" t="t" r="r" b="b"/>
              <a:pathLst>
                <a:path w="7813" h="13102" extrusionOk="0">
                  <a:moveTo>
                    <a:pt x="1217" y="1"/>
                  </a:moveTo>
                  <a:cubicBezTo>
                    <a:pt x="1217" y="1"/>
                    <a:pt x="1" y="609"/>
                    <a:pt x="3648" y="6870"/>
                  </a:cubicBezTo>
                  <a:cubicBezTo>
                    <a:pt x="7261" y="13072"/>
                    <a:pt x="7802" y="13101"/>
                    <a:pt x="7812" y="13101"/>
                  </a:cubicBezTo>
                  <a:cubicBezTo>
                    <a:pt x="7812" y="13101"/>
                    <a:pt x="7812" y="13101"/>
                    <a:pt x="7812" y="13101"/>
                  </a:cubicBezTo>
                  <a:cubicBezTo>
                    <a:pt x="7812" y="13101"/>
                    <a:pt x="6597" y="6202"/>
                    <a:pt x="121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2139825" y="4328850"/>
              <a:ext cx="190328" cy="173399"/>
            </a:xfrm>
            <a:custGeom>
              <a:avLst/>
              <a:gdLst/>
              <a:ahLst/>
              <a:cxnLst/>
              <a:rect l="l" t="t" r="r" b="b"/>
              <a:pathLst>
                <a:path w="2949" h="2687" extrusionOk="0">
                  <a:moveTo>
                    <a:pt x="979" y="1"/>
                  </a:moveTo>
                  <a:cubicBezTo>
                    <a:pt x="816" y="1"/>
                    <a:pt x="659" y="32"/>
                    <a:pt x="517" y="103"/>
                  </a:cubicBezTo>
                  <a:cubicBezTo>
                    <a:pt x="0" y="377"/>
                    <a:pt x="0" y="1562"/>
                    <a:pt x="274" y="1987"/>
                  </a:cubicBezTo>
                  <a:cubicBezTo>
                    <a:pt x="547" y="2443"/>
                    <a:pt x="1094" y="2687"/>
                    <a:pt x="1641" y="2687"/>
                  </a:cubicBezTo>
                  <a:cubicBezTo>
                    <a:pt x="2128" y="2656"/>
                    <a:pt x="2705" y="2413"/>
                    <a:pt x="2857" y="1927"/>
                  </a:cubicBezTo>
                  <a:cubicBezTo>
                    <a:pt x="2948" y="1562"/>
                    <a:pt x="2827" y="1167"/>
                    <a:pt x="2584" y="863"/>
                  </a:cubicBezTo>
                  <a:cubicBezTo>
                    <a:pt x="2272" y="432"/>
                    <a:pt x="1584" y="1"/>
                    <a:pt x="97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7" name="Google Shape;477;p35"/>
            <p:cNvSpPr/>
            <p:nvPr/>
          </p:nvSpPr>
          <p:spPr>
            <a:xfrm rot="8273638">
              <a:off x="7005728" y="4542498"/>
              <a:ext cx="122874" cy="111948"/>
            </a:xfrm>
            <a:custGeom>
              <a:avLst/>
              <a:gdLst/>
              <a:ahLst/>
              <a:cxnLst/>
              <a:rect l="l" t="t" r="r" b="b"/>
              <a:pathLst>
                <a:path w="2949" h="2687" extrusionOk="0">
                  <a:moveTo>
                    <a:pt x="979" y="1"/>
                  </a:moveTo>
                  <a:cubicBezTo>
                    <a:pt x="816" y="1"/>
                    <a:pt x="659" y="32"/>
                    <a:pt x="517" y="103"/>
                  </a:cubicBezTo>
                  <a:cubicBezTo>
                    <a:pt x="0" y="377"/>
                    <a:pt x="0" y="1562"/>
                    <a:pt x="274" y="1987"/>
                  </a:cubicBezTo>
                  <a:cubicBezTo>
                    <a:pt x="547" y="2443"/>
                    <a:pt x="1094" y="2687"/>
                    <a:pt x="1641" y="2687"/>
                  </a:cubicBezTo>
                  <a:cubicBezTo>
                    <a:pt x="2128" y="2656"/>
                    <a:pt x="2705" y="2413"/>
                    <a:pt x="2857" y="1927"/>
                  </a:cubicBezTo>
                  <a:cubicBezTo>
                    <a:pt x="2948" y="1562"/>
                    <a:pt x="2827" y="1167"/>
                    <a:pt x="2584" y="863"/>
                  </a:cubicBezTo>
                  <a:cubicBezTo>
                    <a:pt x="2272" y="432"/>
                    <a:pt x="1584" y="1"/>
                    <a:pt x="9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478" name="Google Shape;478;p35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200" dirty="0"/>
              <a:t>AND HERE COMES THE SLIDES TITLE</a:t>
            </a:r>
          </a:p>
        </p:txBody>
      </p:sp>
      <p:sp>
        <p:nvSpPr>
          <p:cNvPr id="479" name="Google Shape;479;p35"/>
          <p:cNvSpPr txBox="1">
            <a:spLocks noGrp="1"/>
          </p:cNvSpPr>
          <p:nvPr>
            <p:ph type="body" idx="1"/>
          </p:nvPr>
        </p:nvSpPr>
        <p:spPr>
          <a:xfrm>
            <a:off x="720000" y="1775250"/>
            <a:ext cx="3852000" cy="199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-GB" dirty="0"/>
              <a:t>Do you know what helps you make your point clear? Lists like this one:</a:t>
            </a:r>
          </a:p>
          <a:p>
            <a:pPr marL="539750" lvl="0" indent="-31750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SzPts val="1400"/>
              <a:buChar char="●"/>
            </a:pPr>
            <a:r>
              <a:rPr lang="en-GB" dirty="0"/>
              <a:t>Because they’re simple</a:t>
            </a:r>
          </a:p>
          <a:p>
            <a:pPr marL="539750" lvl="0" indent="-3175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Char char="●"/>
            </a:pPr>
            <a:r>
              <a:rPr lang="en-GB" dirty="0"/>
              <a:t>You can organize your ideas clearly</a:t>
            </a:r>
          </a:p>
          <a:p>
            <a:pPr marL="539750" lvl="0" indent="-3175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Char char="●"/>
            </a:pPr>
            <a:r>
              <a:rPr lang="en-GB" dirty="0"/>
              <a:t>And because you’ll never forget to buy milk!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-GB" dirty="0"/>
              <a:t>And the most important thing: the audience won’t miss the point of your</a:t>
            </a: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-GB" dirty="0"/>
              <a:t>presentation</a:t>
            </a: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lang="en-GB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6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PROJECT SCHEDULE</a:t>
            </a:r>
          </a:p>
        </p:txBody>
      </p:sp>
      <p:sp>
        <p:nvSpPr>
          <p:cNvPr id="485" name="Google Shape;485;p36"/>
          <p:cNvSpPr/>
          <p:nvPr/>
        </p:nvSpPr>
        <p:spPr>
          <a:xfrm rot="10800000" flipH="1">
            <a:off x="1865558" y="2080959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86" name="Google Shape;486;p36"/>
          <p:cNvSpPr/>
          <p:nvPr/>
        </p:nvSpPr>
        <p:spPr>
          <a:xfrm>
            <a:off x="1324496" y="1860451"/>
            <a:ext cx="556157" cy="486001"/>
          </a:xfrm>
          <a:custGeom>
            <a:avLst/>
            <a:gdLst/>
            <a:ahLst/>
            <a:cxnLst/>
            <a:rect l="l" t="t" r="r" b="b"/>
            <a:pathLst>
              <a:path w="92079" h="84156" extrusionOk="0">
                <a:moveTo>
                  <a:pt x="45476" y="7502"/>
                </a:moveTo>
                <a:cubicBezTo>
                  <a:pt x="57666" y="7502"/>
                  <a:pt x="69334" y="14575"/>
                  <a:pt x="76177" y="24889"/>
                </a:cubicBezTo>
                <a:cubicBezTo>
                  <a:pt x="77040" y="25998"/>
                  <a:pt x="78273" y="26615"/>
                  <a:pt x="79629" y="26615"/>
                </a:cubicBezTo>
                <a:cubicBezTo>
                  <a:pt x="82464" y="31422"/>
                  <a:pt x="81724" y="38202"/>
                  <a:pt x="80615" y="43502"/>
                </a:cubicBezTo>
                <a:cubicBezTo>
                  <a:pt x="79382" y="50282"/>
                  <a:pt x="77163" y="56815"/>
                  <a:pt x="73959" y="62978"/>
                </a:cubicBezTo>
                <a:cubicBezTo>
                  <a:pt x="70754" y="68771"/>
                  <a:pt x="66070" y="73948"/>
                  <a:pt x="59413" y="75551"/>
                </a:cubicBezTo>
                <a:cubicBezTo>
                  <a:pt x="56899" y="76170"/>
                  <a:pt x="54117" y="76449"/>
                  <a:pt x="51247" y="76449"/>
                </a:cubicBezTo>
                <a:cubicBezTo>
                  <a:pt x="44973" y="76449"/>
                  <a:pt x="38279" y="75115"/>
                  <a:pt x="33035" y="73086"/>
                </a:cubicBezTo>
                <a:cubicBezTo>
                  <a:pt x="19969" y="67908"/>
                  <a:pt x="11464" y="53856"/>
                  <a:pt x="12080" y="40051"/>
                </a:cubicBezTo>
                <a:cubicBezTo>
                  <a:pt x="12696" y="26492"/>
                  <a:pt x="22558" y="13795"/>
                  <a:pt x="35254" y="9234"/>
                </a:cubicBezTo>
                <a:cubicBezTo>
                  <a:pt x="38640" y="8052"/>
                  <a:pt x="42078" y="7502"/>
                  <a:pt x="45476" y="7502"/>
                </a:cubicBezTo>
                <a:close/>
                <a:moveTo>
                  <a:pt x="45218" y="1"/>
                </a:moveTo>
                <a:cubicBezTo>
                  <a:pt x="42777" y="1"/>
                  <a:pt x="40348" y="200"/>
                  <a:pt x="37965" y="606"/>
                </a:cubicBezTo>
                <a:cubicBezTo>
                  <a:pt x="21202" y="3441"/>
                  <a:pt x="6656" y="17493"/>
                  <a:pt x="3452" y="34134"/>
                </a:cubicBezTo>
                <a:cubicBezTo>
                  <a:pt x="0" y="51638"/>
                  <a:pt x="9368" y="70127"/>
                  <a:pt x="25146" y="78386"/>
                </a:cubicBezTo>
                <a:cubicBezTo>
                  <a:pt x="32711" y="82373"/>
                  <a:pt x="42396" y="84156"/>
                  <a:pt x="51247" y="84156"/>
                </a:cubicBezTo>
                <a:cubicBezTo>
                  <a:pt x="53068" y="84156"/>
                  <a:pt x="54854" y="84080"/>
                  <a:pt x="56578" y="83933"/>
                </a:cubicBezTo>
                <a:cubicBezTo>
                  <a:pt x="65330" y="83193"/>
                  <a:pt x="73342" y="79002"/>
                  <a:pt x="78643" y="72099"/>
                </a:cubicBezTo>
                <a:cubicBezTo>
                  <a:pt x="84683" y="64580"/>
                  <a:pt x="87764" y="54842"/>
                  <a:pt x="89736" y="45598"/>
                </a:cubicBezTo>
                <a:cubicBezTo>
                  <a:pt x="91585" y="36229"/>
                  <a:pt x="92078" y="25629"/>
                  <a:pt x="84313" y="18726"/>
                </a:cubicBezTo>
                <a:cubicBezTo>
                  <a:pt x="83573" y="17986"/>
                  <a:pt x="82587" y="17616"/>
                  <a:pt x="81601" y="17616"/>
                </a:cubicBezTo>
                <a:cubicBezTo>
                  <a:pt x="73322" y="6403"/>
                  <a:pt x="59073" y="1"/>
                  <a:pt x="4521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7" name="Google Shape;487;p36"/>
          <p:cNvSpPr/>
          <p:nvPr/>
        </p:nvSpPr>
        <p:spPr>
          <a:xfrm>
            <a:off x="2000787" y="1860450"/>
            <a:ext cx="2995804" cy="485997"/>
          </a:xfrm>
          <a:custGeom>
            <a:avLst/>
            <a:gdLst/>
            <a:ahLst/>
            <a:cxnLst/>
            <a:rect l="l" t="t" r="r" b="b"/>
            <a:pathLst>
              <a:path w="138151" h="88929" extrusionOk="0">
                <a:moveTo>
                  <a:pt x="75162" y="0"/>
                </a:moveTo>
                <a:cubicBezTo>
                  <a:pt x="74355" y="0"/>
                  <a:pt x="73547" y="9"/>
                  <a:pt x="72748" y="9"/>
                </a:cubicBezTo>
                <a:cubicBezTo>
                  <a:pt x="67996" y="225"/>
                  <a:pt x="63297" y="387"/>
                  <a:pt x="58544" y="657"/>
                </a:cubicBezTo>
                <a:cubicBezTo>
                  <a:pt x="52658" y="765"/>
                  <a:pt x="46825" y="1359"/>
                  <a:pt x="40938" y="1737"/>
                </a:cubicBezTo>
                <a:cubicBezTo>
                  <a:pt x="35321" y="1953"/>
                  <a:pt x="29651" y="2169"/>
                  <a:pt x="24196" y="3195"/>
                </a:cubicBezTo>
                <a:cubicBezTo>
                  <a:pt x="20362" y="3789"/>
                  <a:pt x="16689" y="4978"/>
                  <a:pt x="13233" y="6706"/>
                </a:cubicBezTo>
                <a:cubicBezTo>
                  <a:pt x="11018" y="7786"/>
                  <a:pt x="9020" y="9298"/>
                  <a:pt x="7454" y="11242"/>
                </a:cubicBezTo>
                <a:cubicBezTo>
                  <a:pt x="5294" y="13943"/>
                  <a:pt x="4214" y="17021"/>
                  <a:pt x="3403" y="20045"/>
                </a:cubicBezTo>
                <a:cubicBezTo>
                  <a:pt x="2431" y="24096"/>
                  <a:pt x="1783" y="28254"/>
                  <a:pt x="1405" y="32413"/>
                </a:cubicBezTo>
                <a:cubicBezTo>
                  <a:pt x="1189" y="34411"/>
                  <a:pt x="973" y="36356"/>
                  <a:pt x="973" y="38354"/>
                </a:cubicBezTo>
                <a:cubicBezTo>
                  <a:pt x="757" y="40622"/>
                  <a:pt x="865" y="42890"/>
                  <a:pt x="595" y="45105"/>
                </a:cubicBezTo>
                <a:cubicBezTo>
                  <a:pt x="595" y="47319"/>
                  <a:pt x="379" y="49479"/>
                  <a:pt x="379" y="51693"/>
                </a:cubicBezTo>
                <a:cubicBezTo>
                  <a:pt x="433" y="53260"/>
                  <a:pt x="109" y="54826"/>
                  <a:pt x="163" y="56392"/>
                </a:cubicBezTo>
                <a:cubicBezTo>
                  <a:pt x="1" y="60010"/>
                  <a:pt x="217" y="63629"/>
                  <a:pt x="865" y="67193"/>
                </a:cubicBezTo>
                <a:cubicBezTo>
                  <a:pt x="1189" y="69786"/>
                  <a:pt x="1783" y="72378"/>
                  <a:pt x="2701" y="74808"/>
                </a:cubicBezTo>
                <a:cubicBezTo>
                  <a:pt x="3619" y="77509"/>
                  <a:pt x="5348" y="79885"/>
                  <a:pt x="7616" y="81667"/>
                </a:cubicBezTo>
                <a:cubicBezTo>
                  <a:pt x="8858" y="82531"/>
                  <a:pt x="10154" y="83287"/>
                  <a:pt x="11504" y="84043"/>
                </a:cubicBezTo>
                <a:cubicBezTo>
                  <a:pt x="12855" y="84745"/>
                  <a:pt x="14313" y="85286"/>
                  <a:pt x="15825" y="85610"/>
                </a:cubicBezTo>
                <a:cubicBezTo>
                  <a:pt x="17823" y="86204"/>
                  <a:pt x="19821" y="86690"/>
                  <a:pt x="21928" y="87014"/>
                </a:cubicBezTo>
                <a:cubicBezTo>
                  <a:pt x="26788" y="87878"/>
                  <a:pt x="31703" y="88364"/>
                  <a:pt x="36672" y="88472"/>
                </a:cubicBezTo>
                <a:cubicBezTo>
                  <a:pt x="39534" y="88634"/>
                  <a:pt x="42396" y="88796"/>
                  <a:pt x="45259" y="88796"/>
                </a:cubicBezTo>
                <a:cubicBezTo>
                  <a:pt x="45482" y="88788"/>
                  <a:pt x="45706" y="88785"/>
                  <a:pt x="45930" y="88785"/>
                </a:cubicBezTo>
                <a:cubicBezTo>
                  <a:pt x="47272" y="88785"/>
                  <a:pt x="48615" y="88904"/>
                  <a:pt x="49957" y="88904"/>
                </a:cubicBezTo>
                <a:cubicBezTo>
                  <a:pt x="52082" y="88904"/>
                  <a:pt x="54182" y="88928"/>
                  <a:pt x="56274" y="88928"/>
                </a:cubicBezTo>
                <a:cubicBezTo>
                  <a:pt x="57320" y="88928"/>
                  <a:pt x="58364" y="88922"/>
                  <a:pt x="59408" y="88904"/>
                </a:cubicBezTo>
                <a:cubicBezTo>
                  <a:pt x="60921" y="88796"/>
                  <a:pt x="62379" y="88796"/>
                  <a:pt x="63891" y="88796"/>
                </a:cubicBezTo>
                <a:cubicBezTo>
                  <a:pt x="64215" y="88782"/>
                  <a:pt x="64539" y="88779"/>
                  <a:pt x="64864" y="88779"/>
                </a:cubicBezTo>
                <a:cubicBezTo>
                  <a:pt x="65189" y="88779"/>
                  <a:pt x="65515" y="88782"/>
                  <a:pt x="65842" y="88782"/>
                </a:cubicBezTo>
                <a:cubicBezTo>
                  <a:pt x="66497" y="88782"/>
                  <a:pt x="67158" y="88769"/>
                  <a:pt x="67834" y="88688"/>
                </a:cubicBezTo>
                <a:cubicBezTo>
                  <a:pt x="68617" y="88634"/>
                  <a:pt x="69400" y="88634"/>
                  <a:pt x="70183" y="88634"/>
                </a:cubicBezTo>
                <a:cubicBezTo>
                  <a:pt x="70966" y="88634"/>
                  <a:pt x="71749" y="88634"/>
                  <a:pt x="72532" y="88580"/>
                </a:cubicBezTo>
                <a:cubicBezTo>
                  <a:pt x="75070" y="88418"/>
                  <a:pt x="77555" y="88580"/>
                  <a:pt x="80039" y="88364"/>
                </a:cubicBezTo>
                <a:cubicBezTo>
                  <a:pt x="81281" y="88310"/>
                  <a:pt x="82523" y="88364"/>
                  <a:pt x="83712" y="88256"/>
                </a:cubicBezTo>
                <a:cubicBezTo>
                  <a:pt x="91435" y="87878"/>
                  <a:pt x="99103" y="87500"/>
                  <a:pt x="106718" y="86474"/>
                </a:cubicBezTo>
                <a:cubicBezTo>
                  <a:pt x="109851" y="86096"/>
                  <a:pt x="112875" y="85448"/>
                  <a:pt x="116062" y="85232"/>
                </a:cubicBezTo>
                <a:cubicBezTo>
                  <a:pt x="118060" y="85070"/>
                  <a:pt x="120058" y="84691"/>
                  <a:pt x="122056" y="84097"/>
                </a:cubicBezTo>
                <a:cubicBezTo>
                  <a:pt x="123731" y="83719"/>
                  <a:pt x="125027" y="82801"/>
                  <a:pt x="126485" y="82099"/>
                </a:cubicBezTo>
                <a:cubicBezTo>
                  <a:pt x="128159" y="81127"/>
                  <a:pt x="129671" y="79939"/>
                  <a:pt x="130967" y="78589"/>
                </a:cubicBezTo>
                <a:cubicBezTo>
                  <a:pt x="132426" y="77131"/>
                  <a:pt x="133560" y="75402"/>
                  <a:pt x="134370" y="73566"/>
                </a:cubicBezTo>
                <a:cubicBezTo>
                  <a:pt x="135720" y="70596"/>
                  <a:pt x="136584" y="67463"/>
                  <a:pt x="137070" y="64277"/>
                </a:cubicBezTo>
                <a:cubicBezTo>
                  <a:pt x="137502" y="60821"/>
                  <a:pt x="138150" y="57418"/>
                  <a:pt x="138042" y="53962"/>
                </a:cubicBezTo>
                <a:cubicBezTo>
                  <a:pt x="138042" y="51423"/>
                  <a:pt x="137772" y="48939"/>
                  <a:pt x="137826" y="46401"/>
                </a:cubicBezTo>
                <a:cubicBezTo>
                  <a:pt x="137772" y="43106"/>
                  <a:pt x="137772" y="39758"/>
                  <a:pt x="137772" y="36410"/>
                </a:cubicBezTo>
                <a:cubicBezTo>
                  <a:pt x="137772" y="35113"/>
                  <a:pt x="137556" y="33817"/>
                  <a:pt x="137556" y="32521"/>
                </a:cubicBezTo>
                <a:cubicBezTo>
                  <a:pt x="137394" y="28957"/>
                  <a:pt x="136908" y="25392"/>
                  <a:pt x="136530" y="21828"/>
                </a:cubicBezTo>
                <a:cubicBezTo>
                  <a:pt x="136260" y="20153"/>
                  <a:pt x="135828" y="18587"/>
                  <a:pt x="135288" y="17021"/>
                </a:cubicBezTo>
                <a:cubicBezTo>
                  <a:pt x="134262" y="13241"/>
                  <a:pt x="132264" y="9784"/>
                  <a:pt x="129455" y="7084"/>
                </a:cubicBezTo>
                <a:cubicBezTo>
                  <a:pt x="128375" y="6004"/>
                  <a:pt x="127187" y="5086"/>
                  <a:pt x="125945" y="4384"/>
                </a:cubicBezTo>
                <a:cubicBezTo>
                  <a:pt x="123677" y="3033"/>
                  <a:pt x="121192" y="2169"/>
                  <a:pt x="118600" y="1791"/>
                </a:cubicBezTo>
                <a:cubicBezTo>
                  <a:pt x="116224" y="1359"/>
                  <a:pt x="113847" y="1143"/>
                  <a:pt x="111471" y="1089"/>
                </a:cubicBezTo>
                <a:cubicBezTo>
                  <a:pt x="108609" y="765"/>
                  <a:pt x="105746" y="603"/>
                  <a:pt x="102830" y="603"/>
                </a:cubicBezTo>
                <a:cubicBezTo>
                  <a:pt x="99428" y="495"/>
                  <a:pt x="95971" y="495"/>
                  <a:pt x="92515" y="495"/>
                </a:cubicBezTo>
                <a:cubicBezTo>
                  <a:pt x="90759" y="360"/>
                  <a:pt x="89004" y="360"/>
                  <a:pt x="87249" y="360"/>
                </a:cubicBezTo>
                <a:cubicBezTo>
                  <a:pt x="85494" y="360"/>
                  <a:pt x="83739" y="360"/>
                  <a:pt x="81983" y="225"/>
                </a:cubicBezTo>
                <a:cubicBezTo>
                  <a:pt x="80903" y="117"/>
                  <a:pt x="79823" y="171"/>
                  <a:pt x="78743" y="117"/>
                </a:cubicBezTo>
                <a:cubicBezTo>
                  <a:pt x="77576" y="20"/>
                  <a:pt x="76371" y="0"/>
                  <a:pt x="75162" y="0"/>
                </a:cubicBezTo>
                <a:close/>
              </a:path>
            </a:pathLst>
          </a:custGeom>
          <a:solidFill>
            <a:schemeClr val="dk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It’s a gas giant composed of hydrogen and helium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488" name="Google Shape;488;p36"/>
          <p:cNvSpPr/>
          <p:nvPr/>
        </p:nvSpPr>
        <p:spPr>
          <a:xfrm rot="10800000" flipH="1">
            <a:off x="1865552" y="2645195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89" name="Google Shape;489;p36"/>
          <p:cNvSpPr/>
          <p:nvPr/>
        </p:nvSpPr>
        <p:spPr>
          <a:xfrm>
            <a:off x="1324487" y="2424696"/>
            <a:ext cx="556157" cy="486001"/>
          </a:xfrm>
          <a:custGeom>
            <a:avLst/>
            <a:gdLst/>
            <a:ahLst/>
            <a:cxnLst/>
            <a:rect l="l" t="t" r="r" b="b"/>
            <a:pathLst>
              <a:path w="92079" h="84156" extrusionOk="0">
                <a:moveTo>
                  <a:pt x="45476" y="7502"/>
                </a:moveTo>
                <a:cubicBezTo>
                  <a:pt x="57666" y="7502"/>
                  <a:pt x="69334" y="14575"/>
                  <a:pt x="76177" y="24889"/>
                </a:cubicBezTo>
                <a:cubicBezTo>
                  <a:pt x="77040" y="25998"/>
                  <a:pt x="78273" y="26615"/>
                  <a:pt x="79629" y="26615"/>
                </a:cubicBezTo>
                <a:cubicBezTo>
                  <a:pt x="82464" y="31422"/>
                  <a:pt x="81724" y="38202"/>
                  <a:pt x="80615" y="43502"/>
                </a:cubicBezTo>
                <a:cubicBezTo>
                  <a:pt x="79382" y="50282"/>
                  <a:pt x="77163" y="56815"/>
                  <a:pt x="73959" y="62978"/>
                </a:cubicBezTo>
                <a:cubicBezTo>
                  <a:pt x="70754" y="68771"/>
                  <a:pt x="66070" y="73948"/>
                  <a:pt x="59413" y="75551"/>
                </a:cubicBezTo>
                <a:cubicBezTo>
                  <a:pt x="56899" y="76170"/>
                  <a:pt x="54117" y="76449"/>
                  <a:pt x="51247" y="76449"/>
                </a:cubicBezTo>
                <a:cubicBezTo>
                  <a:pt x="44973" y="76449"/>
                  <a:pt x="38279" y="75115"/>
                  <a:pt x="33035" y="73086"/>
                </a:cubicBezTo>
                <a:cubicBezTo>
                  <a:pt x="19969" y="67908"/>
                  <a:pt x="11464" y="53856"/>
                  <a:pt x="12080" y="40051"/>
                </a:cubicBezTo>
                <a:cubicBezTo>
                  <a:pt x="12696" y="26492"/>
                  <a:pt x="22558" y="13795"/>
                  <a:pt x="35254" y="9234"/>
                </a:cubicBezTo>
                <a:cubicBezTo>
                  <a:pt x="38640" y="8052"/>
                  <a:pt x="42078" y="7502"/>
                  <a:pt x="45476" y="7502"/>
                </a:cubicBezTo>
                <a:close/>
                <a:moveTo>
                  <a:pt x="45218" y="1"/>
                </a:moveTo>
                <a:cubicBezTo>
                  <a:pt x="42777" y="1"/>
                  <a:pt x="40348" y="200"/>
                  <a:pt x="37965" y="606"/>
                </a:cubicBezTo>
                <a:cubicBezTo>
                  <a:pt x="21202" y="3441"/>
                  <a:pt x="6656" y="17493"/>
                  <a:pt x="3452" y="34134"/>
                </a:cubicBezTo>
                <a:cubicBezTo>
                  <a:pt x="0" y="51638"/>
                  <a:pt x="9368" y="70127"/>
                  <a:pt x="25146" y="78386"/>
                </a:cubicBezTo>
                <a:cubicBezTo>
                  <a:pt x="32711" y="82373"/>
                  <a:pt x="42396" y="84156"/>
                  <a:pt x="51247" y="84156"/>
                </a:cubicBezTo>
                <a:cubicBezTo>
                  <a:pt x="53068" y="84156"/>
                  <a:pt x="54854" y="84080"/>
                  <a:pt x="56578" y="83933"/>
                </a:cubicBezTo>
                <a:cubicBezTo>
                  <a:pt x="65330" y="83193"/>
                  <a:pt x="73342" y="79002"/>
                  <a:pt x="78643" y="72099"/>
                </a:cubicBezTo>
                <a:cubicBezTo>
                  <a:pt x="84683" y="64580"/>
                  <a:pt x="87764" y="54842"/>
                  <a:pt x="89736" y="45598"/>
                </a:cubicBezTo>
                <a:cubicBezTo>
                  <a:pt x="91585" y="36229"/>
                  <a:pt x="92078" y="25629"/>
                  <a:pt x="84313" y="18726"/>
                </a:cubicBezTo>
                <a:cubicBezTo>
                  <a:pt x="83573" y="17986"/>
                  <a:pt x="82587" y="17616"/>
                  <a:pt x="81601" y="17616"/>
                </a:cubicBezTo>
                <a:cubicBezTo>
                  <a:pt x="73322" y="6403"/>
                  <a:pt x="59073" y="1"/>
                  <a:pt x="4521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90" name="Google Shape;490;p36"/>
          <p:cNvSpPr/>
          <p:nvPr/>
        </p:nvSpPr>
        <p:spPr>
          <a:xfrm>
            <a:off x="2797449" y="2424696"/>
            <a:ext cx="1490304" cy="485997"/>
          </a:xfrm>
          <a:custGeom>
            <a:avLst/>
            <a:gdLst/>
            <a:ahLst/>
            <a:cxnLst/>
            <a:rect l="l" t="t" r="r" b="b"/>
            <a:pathLst>
              <a:path w="138151" h="88929" extrusionOk="0">
                <a:moveTo>
                  <a:pt x="75162" y="0"/>
                </a:moveTo>
                <a:cubicBezTo>
                  <a:pt x="74355" y="0"/>
                  <a:pt x="73547" y="9"/>
                  <a:pt x="72748" y="9"/>
                </a:cubicBezTo>
                <a:cubicBezTo>
                  <a:pt x="67996" y="225"/>
                  <a:pt x="63297" y="387"/>
                  <a:pt x="58544" y="657"/>
                </a:cubicBezTo>
                <a:cubicBezTo>
                  <a:pt x="52658" y="765"/>
                  <a:pt x="46825" y="1359"/>
                  <a:pt x="40938" y="1737"/>
                </a:cubicBezTo>
                <a:cubicBezTo>
                  <a:pt x="35321" y="1953"/>
                  <a:pt x="29651" y="2169"/>
                  <a:pt x="24196" y="3195"/>
                </a:cubicBezTo>
                <a:cubicBezTo>
                  <a:pt x="20362" y="3789"/>
                  <a:pt x="16689" y="4978"/>
                  <a:pt x="13233" y="6706"/>
                </a:cubicBezTo>
                <a:cubicBezTo>
                  <a:pt x="11018" y="7786"/>
                  <a:pt x="9020" y="9298"/>
                  <a:pt x="7454" y="11242"/>
                </a:cubicBezTo>
                <a:cubicBezTo>
                  <a:pt x="5294" y="13943"/>
                  <a:pt x="4214" y="17021"/>
                  <a:pt x="3403" y="20045"/>
                </a:cubicBezTo>
                <a:cubicBezTo>
                  <a:pt x="2431" y="24096"/>
                  <a:pt x="1783" y="28254"/>
                  <a:pt x="1405" y="32413"/>
                </a:cubicBezTo>
                <a:cubicBezTo>
                  <a:pt x="1189" y="34411"/>
                  <a:pt x="973" y="36356"/>
                  <a:pt x="973" y="38354"/>
                </a:cubicBezTo>
                <a:cubicBezTo>
                  <a:pt x="757" y="40622"/>
                  <a:pt x="865" y="42890"/>
                  <a:pt x="595" y="45105"/>
                </a:cubicBezTo>
                <a:cubicBezTo>
                  <a:pt x="595" y="47319"/>
                  <a:pt x="379" y="49479"/>
                  <a:pt x="379" y="51693"/>
                </a:cubicBezTo>
                <a:cubicBezTo>
                  <a:pt x="433" y="53260"/>
                  <a:pt x="109" y="54826"/>
                  <a:pt x="163" y="56392"/>
                </a:cubicBezTo>
                <a:cubicBezTo>
                  <a:pt x="1" y="60010"/>
                  <a:pt x="217" y="63629"/>
                  <a:pt x="865" y="67193"/>
                </a:cubicBezTo>
                <a:cubicBezTo>
                  <a:pt x="1189" y="69786"/>
                  <a:pt x="1783" y="72378"/>
                  <a:pt x="2701" y="74808"/>
                </a:cubicBezTo>
                <a:cubicBezTo>
                  <a:pt x="3619" y="77509"/>
                  <a:pt x="5348" y="79885"/>
                  <a:pt x="7616" y="81667"/>
                </a:cubicBezTo>
                <a:cubicBezTo>
                  <a:pt x="8858" y="82531"/>
                  <a:pt x="10154" y="83287"/>
                  <a:pt x="11504" y="84043"/>
                </a:cubicBezTo>
                <a:cubicBezTo>
                  <a:pt x="12855" y="84745"/>
                  <a:pt x="14313" y="85286"/>
                  <a:pt x="15825" y="85610"/>
                </a:cubicBezTo>
                <a:cubicBezTo>
                  <a:pt x="17823" y="86204"/>
                  <a:pt x="19821" y="86690"/>
                  <a:pt x="21928" y="87014"/>
                </a:cubicBezTo>
                <a:cubicBezTo>
                  <a:pt x="26788" y="87878"/>
                  <a:pt x="31703" y="88364"/>
                  <a:pt x="36672" y="88472"/>
                </a:cubicBezTo>
                <a:cubicBezTo>
                  <a:pt x="39534" y="88634"/>
                  <a:pt x="42396" y="88796"/>
                  <a:pt x="45259" y="88796"/>
                </a:cubicBezTo>
                <a:cubicBezTo>
                  <a:pt x="45482" y="88788"/>
                  <a:pt x="45706" y="88785"/>
                  <a:pt x="45930" y="88785"/>
                </a:cubicBezTo>
                <a:cubicBezTo>
                  <a:pt x="47272" y="88785"/>
                  <a:pt x="48615" y="88904"/>
                  <a:pt x="49957" y="88904"/>
                </a:cubicBezTo>
                <a:cubicBezTo>
                  <a:pt x="52082" y="88904"/>
                  <a:pt x="54182" y="88928"/>
                  <a:pt x="56274" y="88928"/>
                </a:cubicBezTo>
                <a:cubicBezTo>
                  <a:pt x="57320" y="88928"/>
                  <a:pt x="58364" y="88922"/>
                  <a:pt x="59408" y="88904"/>
                </a:cubicBezTo>
                <a:cubicBezTo>
                  <a:pt x="60921" y="88796"/>
                  <a:pt x="62379" y="88796"/>
                  <a:pt x="63891" y="88796"/>
                </a:cubicBezTo>
                <a:cubicBezTo>
                  <a:pt x="64215" y="88782"/>
                  <a:pt x="64539" y="88779"/>
                  <a:pt x="64864" y="88779"/>
                </a:cubicBezTo>
                <a:cubicBezTo>
                  <a:pt x="65189" y="88779"/>
                  <a:pt x="65515" y="88782"/>
                  <a:pt x="65842" y="88782"/>
                </a:cubicBezTo>
                <a:cubicBezTo>
                  <a:pt x="66497" y="88782"/>
                  <a:pt x="67158" y="88769"/>
                  <a:pt x="67834" y="88688"/>
                </a:cubicBezTo>
                <a:cubicBezTo>
                  <a:pt x="68617" y="88634"/>
                  <a:pt x="69400" y="88634"/>
                  <a:pt x="70183" y="88634"/>
                </a:cubicBezTo>
                <a:cubicBezTo>
                  <a:pt x="70966" y="88634"/>
                  <a:pt x="71749" y="88634"/>
                  <a:pt x="72532" y="88580"/>
                </a:cubicBezTo>
                <a:cubicBezTo>
                  <a:pt x="75070" y="88418"/>
                  <a:pt x="77555" y="88580"/>
                  <a:pt x="80039" y="88364"/>
                </a:cubicBezTo>
                <a:cubicBezTo>
                  <a:pt x="81281" y="88310"/>
                  <a:pt x="82523" y="88364"/>
                  <a:pt x="83712" y="88256"/>
                </a:cubicBezTo>
                <a:cubicBezTo>
                  <a:pt x="91435" y="87878"/>
                  <a:pt x="99103" y="87500"/>
                  <a:pt x="106718" y="86474"/>
                </a:cubicBezTo>
                <a:cubicBezTo>
                  <a:pt x="109851" y="86096"/>
                  <a:pt x="112875" y="85448"/>
                  <a:pt x="116062" y="85232"/>
                </a:cubicBezTo>
                <a:cubicBezTo>
                  <a:pt x="118060" y="85070"/>
                  <a:pt x="120058" y="84691"/>
                  <a:pt x="122056" y="84097"/>
                </a:cubicBezTo>
                <a:cubicBezTo>
                  <a:pt x="123731" y="83719"/>
                  <a:pt x="125027" y="82801"/>
                  <a:pt x="126485" y="82099"/>
                </a:cubicBezTo>
                <a:cubicBezTo>
                  <a:pt x="128159" y="81127"/>
                  <a:pt x="129671" y="79939"/>
                  <a:pt x="130967" y="78589"/>
                </a:cubicBezTo>
                <a:cubicBezTo>
                  <a:pt x="132426" y="77131"/>
                  <a:pt x="133560" y="75402"/>
                  <a:pt x="134370" y="73566"/>
                </a:cubicBezTo>
                <a:cubicBezTo>
                  <a:pt x="135720" y="70596"/>
                  <a:pt x="136584" y="67463"/>
                  <a:pt x="137070" y="64277"/>
                </a:cubicBezTo>
                <a:cubicBezTo>
                  <a:pt x="137502" y="60821"/>
                  <a:pt x="138150" y="57418"/>
                  <a:pt x="138042" y="53962"/>
                </a:cubicBezTo>
                <a:cubicBezTo>
                  <a:pt x="138042" y="51423"/>
                  <a:pt x="137772" y="48939"/>
                  <a:pt x="137826" y="46401"/>
                </a:cubicBezTo>
                <a:cubicBezTo>
                  <a:pt x="137772" y="43106"/>
                  <a:pt x="137772" y="39758"/>
                  <a:pt x="137772" y="36410"/>
                </a:cubicBezTo>
                <a:cubicBezTo>
                  <a:pt x="137772" y="35113"/>
                  <a:pt x="137556" y="33817"/>
                  <a:pt x="137556" y="32521"/>
                </a:cubicBezTo>
                <a:cubicBezTo>
                  <a:pt x="137394" y="28957"/>
                  <a:pt x="136908" y="25392"/>
                  <a:pt x="136530" y="21828"/>
                </a:cubicBezTo>
                <a:cubicBezTo>
                  <a:pt x="136260" y="20153"/>
                  <a:pt x="135828" y="18587"/>
                  <a:pt x="135288" y="17021"/>
                </a:cubicBezTo>
                <a:cubicBezTo>
                  <a:pt x="134262" y="13241"/>
                  <a:pt x="132264" y="9784"/>
                  <a:pt x="129455" y="7084"/>
                </a:cubicBezTo>
                <a:cubicBezTo>
                  <a:pt x="128375" y="6004"/>
                  <a:pt x="127187" y="5086"/>
                  <a:pt x="125945" y="4384"/>
                </a:cubicBezTo>
                <a:cubicBezTo>
                  <a:pt x="123677" y="3033"/>
                  <a:pt x="121192" y="2169"/>
                  <a:pt x="118600" y="1791"/>
                </a:cubicBezTo>
                <a:cubicBezTo>
                  <a:pt x="116224" y="1359"/>
                  <a:pt x="113847" y="1143"/>
                  <a:pt x="111471" y="1089"/>
                </a:cubicBezTo>
                <a:cubicBezTo>
                  <a:pt x="108609" y="765"/>
                  <a:pt x="105746" y="603"/>
                  <a:pt x="102830" y="603"/>
                </a:cubicBezTo>
                <a:cubicBezTo>
                  <a:pt x="99428" y="495"/>
                  <a:pt x="95971" y="495"/>
                  <a:pt x="92515" y="495"/>
                </a:cubicBezTo>
                <a:cubicBezTo>
                  <a:pt x="90759" y="360"/>
                  <a:pt x="89004" y="360"/>
                  <a:pt x="87249" y="360"/>
                </a:cubicBezTo>
                <a:cubicBezTo>
                  <a:pt x="85494" y="360"/>
                  <a:pt x="83739" y="360"/>
                  <a:pt x="81983" y="225"/>
                </a:cubicBezTo>
                <a:cubicBezTo>
                  <a:pt x="80903" y="117"/>
                  <a:pt x="79823" y="171"/>
                  <a:pt x="78743" y="117"/>
                </a:cubicBezTo>
                <a:cubicBezTo>
                  <a:pt x="77576" y="20"/>
                  <a:pt x="76371" y="0"/>
                  <a:pt x="75162" y="0"/>
                </a:cubicBezTo>
                <a:close/>
              </a:path>
            </a:pathLst>
          </a:custGeom>
          <a:solidFill>
            <a:schemeClr val="dk1"/>
          </a:solidFill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Mars is a </a:t>
            </a:r>
            <a:endParaRPr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cold place</a:t>
            </a:r>
            <a:endParaRPr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491" name="Google Shape;491;p36"/>
          <p:cNvSpPr/>
          <p:nvPr/>
        </p:nvSpPr>
        <p:spPr>
          <a:xfrm>
            <a:off x="1324487" y="2988963"/>
            <a:ext cx="556157" cy="486001"/>
          </a:xfrm>
          <a:custGeom>
            <a:avLst/>
            <a:gdLst/>
            <a:ahLst/>
            <a:cxnLst/>
            <a:rect l="l" t="t" r="r" b="b"/>
            <a:pathLst>
              <a:path w="92079" h="84156" extrusionOk="0">
                <a:moveTo>
                  <a:pt x="45476" y="7502"/>
                </a:moveTo>
                <a:cubicBezTo>
                  <a:pt x="57666" y="7502"/>
                  <a:pt x="69334" y="14575"/>
                  <a:pt x="76177" y="24889"/>
                </a:cubicBezTo>
                <a:cubicBezTo>
                  <a:pt x="77040" y="25998"/>
                  <a:pt x="78273" y="26615"/>
                  <a:pt x="79629" y="26615"/>
                </a:cubicBezTo>
                <a:cubicBezTo>
                  <a:pt x="82464" y="31422"/>
                  <a:pt x="81724" y="38202"/>
                  <a:pt x="80615" y="43502"/>
                </a:cubicBezTo>
                <a:cubicBezTo>
                  <a:pt x="79382" y="50282"/>
                  <a:pt x="77163" y="56815"/>
                  <a:pt x="73959" y="62978"/>
                </a:cubicBezTo>
                <a:cubicBezTo>
                  <a:pt x="70754" y="68771"/>
                  <a:pt x="66070" y="73948"/>
                  <a:pt x="59413" y="75551"/>
                </a:cubicBezTo>
                <a:cubicBezTo>
                  <a:pt x="56899" y="76170"/>
                  <a:pt x="54117" y="76449"/>
                  <a:pt x="51247" y="76449"/>
                </a:cubicBezTo>
                <a:cubicBezTo>
                  <a:pt x="44973" y="76449"/>
                  <a:pt x="38279" y="75115"/>
                  <a:pt x="33035" y="73086"/>
                </a:cubicBezTo>
                <a:cubicBezTo>
                  <a:pt x="19969" y="67908"/>
                  <a:pt x="11464" y="53856"/>
                  <a:pt x="12080" y="40051"/>
                </a:cubicBezTo>
                <a:cubicBezTo>
                  <a:pt x="12696" y="26492"/>
                  <a:pt x="22558" y="13795"/>
                  <a:pt x="35254" y="9234"/>
                </a:cubicBezTo>
                <a:cubicBezTo>
                  <a:pt x="38640" y="8052"/>
                  <a:pt x="42078" y="7502"/>
                  <a:pt x="45476" y="7502"/>
                </a:cubicBezTo>
                <a:close/>
                <a:moveTo>
                  <a:pt x="45218" y="1"/>
                </a:moveTo>
                <a:cubicBezTo>
                  <a:pt x="42777" y="1"/>
                  <a:pt x="40348" y="200"/>
                  <a:pt x="37965" y="606"/>
                </a:cubicBezTo>
                <a:cubicBezTo>
                  <a:pt x="21202" y="3441"/>
                  <a:pt x="6656" y="17493"/>
                  <a:pt x="3452" y="34134"/>
                </a:cubicBezTo>
                <a:cubicBezTo>
                  <a:pt x="0" y="51638"/>
                  <a:pt x="9368" y="70127"/>
                  <a:pt x="25146" y="78386"/>
                </a:cubicBezTo>
                <a:cubicBezTo>
                  <a:pt x="32711" y="82373"/>
                  <a:pt x="42396" y="84156"/>
                  <a:pt x="51247" y="84156"/>
                </a:cubicBezTo>
                <a:cubicBezTo>
                  <a:pt x="53068" y="84156"/>
                  <a:pt x="54854" y="84080"/>
                  <a:pt x="56578" y="83933"/>
                </a:cubicBezTo>
                <a:cubicBezTo>
                  <a:pt x="65330" y="83193"/>
                  <a:pt x="73342" y="79002"/>
                  <a:pt x="78643" y="72099"/>
                </a:cubicBezTo>
                <a:cubicBezTo>
                  <a:pt x="84683" y="64580"/>
                  <a:pt x="87764" y="54842"/>
                  <a:pt x="89736" y="45598"/>
                </a:cubicBezTo>
                <a:cubicBezTo>
                  <a:pt x="91585" y="36229"/>
                  <a:pt x="92078" y="25629"/>
                  <a:pt x="84313" y="18726"/>
                </a:cubicBezTo>
                <a:cubicBezTo>
                  <a:pt x="83573" y="17986"/>
                  <a:pt x="82587" y="17616"/>
                  <a:pt x="81601" y="17616"/>
                </a:cubicBezTo>
                <a:cubicBezTo>
                  <a:pt x="73322" y="6403"/>
                  <a:pt x="59073" y="1"/>
                  <a:pt x="45218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92" name="Google Shape;492;p36"/>
          <p:cNvSpPr/>
          <p:nvPr/>
        </p:nvSpPr>
        <p:spPr>
          <a:xfrm rot="10800000" flipH="1">
            <a:off x="1865552" y="3209461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93" name="Google Shape;493;p36"/>
          <p:cNvSpPr/>
          <p:nvPr/>
        </p:nvSpPr>
        <p:spPr>
          <a:xfrm>
            <a:off x="2785421" y="2988982"/>
            <a:ext cx="2585151" cy="485997"/>
          </a:xfrm>
          <a:custGeom>
            <a:avLst/>
            <a:gdLst/>
            <a:ahLst/>
            <a:cxnLst/>
            <a:rect l="l" t="t" r="r" b="b"/>
            <a:pathLst>
              <a:path w="138151" h="88929" extrusionOk="0">
                <a:moveTo>
                  <a:pt x="75162" y="0"/>
                </a:moveTo>
                <a:cubicBezTo>
                  <a:pt x="74355" y="0"/>
                  <a:pt x="73547" y="9"/>
                  <a:pt x="72748" y="9"/>
                </a:cubicBezTo>
                <a:cubicBezTo>
                  <a:pt x="67996" y="225"/>
                  <a:pt x="63297" y="387"/>
                  <a:pt x="58544" y="657"/>
                </a:cubicBezTo>
                <a:cubicBezTo>
                  <a:pt x="52658" y="765"/>
                  <a:pt x="46825" y="1359"/>
                  <a:pt x="40938" y="1737"/>
                </a:cubicBezTo>
                <a:cubicBezTo>
                  <a:pt x="35321" y="1953"/>
                  <a:pt x="29651" y="2169"/>
                  <a:pt x="24196" y="3195"/>
                </a:cubicBezTo>
                <a:cubicBezTo>
                  <a:pt x="20362" y="3789"/>
                  <a:pt x="16689" y="4978"/>
                  <a:pt x="13233" y="6706"/>
                </a:cubicBezTo>
                <a:cubicBezTo>
                  <a:pt x="11018" y="7786"/>
                  <a:pt x="9020" y="9298"/>
                  <a:pt x="7454" y="11242"/>
                </a:cubicBezTo>
                <a:cubicBezTo>
                  <a:pt x="5294" y="13943"/>
                  <a:pt x="4214" y="17021"/>
                  <a:pt x="3403" y="20045"/>
                </a:cubicBezTo>
                <a:cubicBezTo>
                  <a:pt x="2431" y="24096"/>
                  <a:pt x="1783" y="28254"/>
                  <a:pt x="1405" y="32413"/>
                </a:cubicBezTo>
                <a:cubicBezTo>
                  <a:pt x="1189" y="34411"/>
                  <a:pt x="973" y="36356"/>
                  <a:pt x="973" y="38354"/>
                </a:cubicBezTo>
                <a:cubicBezTo>
                  <a:pt x="757" y="40622"/>
                  <a:pt x="865" y="42890"/>
                  <a:pt x="595" y="45105"/>
                </a:cubicBezTo>
                <a:cubicBezTo>
                  <a:pt x="595" y="47319"/>
                  <a:pt x="379" y="49479"/>
                  <a:pt x="379" y="51693"/>
                </a:cubicBezTo>
                <a:cubicBezTo>
                  <a:pt x="433" y="53260"/>
                  <a:pt x="109" y="54826"/>
                  <a:pt x="163" y="56392"/>
                </a:cubicBezTo>
                <a:cubicBezTo>
                  <a:pt x="1" y="60010"/>
                  <a:pt x="217" y="63629"/>
                  <a:pt x="865" y="67193"/>
                </a:cubicBezTo>
                <a:cubicBezTo>
                  <a:pt x="1189" y="69786"/>
                  <a:pt x="1783" y="72378"/>
                  <a:pt x="2701" y="74808"/>
                </a:cubicBezTo>
                <a:cubicBezTo>
                  <a:pt x="3619" y="77509"/>
                  <a:pt x="5348" y="79885"/>
                  <a:pt x="7616" y="81667"/>
                </a:cubicBezTo>
                <a:cubicBezTo>
                  <a:pt x="8858" y="82531"/>
                  <a:pt x="10154" y="83287"/>
                  <a:pt x="11504" y="84043"/>
                </a:cubicBezTo>
                <a:cubicBezTo>
                  <a:pt x="12855" y="84745"/>
                  <a:pt x="14313" y="85286"/>
                  <a:pt x="15825" y="85610"/>
                </a:cubicBezTo>
                <a:cubicBezTo>
                  <a:pt x="17823" y="86204"/>
                  <a:pt x="19821" y="86690"/>
                  <a:pt x="21928" y="87014"/>
                </a:cubicBezTo>
                <a:cubicBezTo>
                  <a:pt x="26788" y="87878"/>
                  <a:pt x="31703" y="88364"/>
                  <a:pt x="36672" y="88472"/>
                </a:cubicBezTo>
                <a:cubicBezTo>
                  <a:pt x="39534" y="88634"/>
                  <a:pt x="42396" y="88796"/>
                  <a:pt x="45259" y="88796"/>
                </a:cubicBezTo>
                <a:cubicBezTo>
                  <a:pt x="45482" y="88788"/>
                  <a:pt x="45706" y="88785"/>
                  <a:pt x="45930" y="88785"/>
                </a:cubicBezTo>
                <a:cubicBezTo>
                  <a:pt x="47272" y="88785"/>
                  <a:pt x="48615" y="88904"/>
                  <a:pt x="49957" y="88904"/>
                </a:cubicBezTo>
                <a:cubicBezTo>
                  <a:pt x="52082" y="88904"/>
                  <a:pt x="54182" y="88928"/>
                  <a:pt x="56274" y="88928"/>
                </a:cubicBezTo>
                <a:cubicBezTo>
                  <a:pt x="57320" y="88928"/>
                  <a:pt x="58364" y="88922"/>
                  <a:pt x="59408" y="88904"/>
                </a:cubicBezTo>
                <a:cubicBezTo>
                  <a:pt x="60921" y="88796"/>
                  <a:pt x="62379" y="88796"/>
                  <a:pt x="63891" y="88796"/>
                </a:cubicBezTo>
                <a:cubicBezTo>
                  <a:pt x="64215" y="88782"/>
                  <a:pt x="64539" y="88779"/>
                  <a:pt x="64864" y="88779"/>
                </a:cubicBezTo>
                <a:cubicBezTo>
                  <a:pt x="65189" y="88779"/>
                  <a:pt x="65515" y="88782"/>
                  <a:pt x="65842" y="88782"/>
                </a:cubicBezTo>
                <a:cubicBezTo>
                  <a:pt x="66497" y="88782"/>
                  <a:pt x="67158" y="88769"/>
                  <a:pt x="67834" y="88688"/>
                </a:cubicBezTo>
                <a:cubicBezTo>
                  <a:pt x="68617" y="88634"/>
                  <a:pt x="69400" y="88634"/>
                  <a:pt x="70183" y="88634"/>
                </a:cubicBezTo>
                <a:cubicBezTo>
                  <a:pt x="70966" y="88634"/>
                  <a:pt x="71749" y="88634"/>
                  <a:pt x="72532" y="88580"/>
                </a:cubicBezTo>
                <a:cubicBezTo>
                  <a:pt x="75070" y="88418"/>
                  <a:pt x="77555" y="88580"/>
                  <a:pt x="80039" y="88364"/>
                </a:cubicBezTo>
                <a:cubicBezTo>
                  <a:pt x="81281" y="88310"/>
                  <a:pt x="82523" y="88364"/>
                  <a:pt x="83712" y="88256"/>
                </a:cubicBezTo>
                <a:cubicBezTo>
                  <a:pt x="91435" y="87878"/>
                  <a:pt x="99103" y="87500"/>
                  <a:pt x="106718" y="86474"/>
                </a:cubicBezTo>
                <a:cubicBezTo>
                  <a:pt x="109851" y="86096"/>
                  <a:pt x="112875" y="85448"/>
                  <a:pt x="116062" y="85232"/>
                </a:cubicBezTo>
                <a:cubicBezTo>
                  <a:pt x="118060" y="85070"/>
                  <a:pt x="120058" y="84691"/>
                  <a:pt x="122056" y="84097"/>
                </a:cubicBezTo>
                <a:cubicBezTo>
                  <a:pt x="123731" y="83719"/>
                  <a:pt x="125027" y="82801"/>
                  <a:pt x="126485" y="82099"/>
                </a:cubicBezTo>
                <a:cubicBezTo>
                  <a:pt x="128159" y="81127"/>
                  <a:pt x="129671" y="79939"/>
                  <a:pt x="130967" y="78589"/>
                </a:cubicBezTo>
                <a:cubicBezTo>
                  <a:pt x="132426" y="77131"/>
                  <a:pt x="133560" y="75402"/>
                  <a:pt x="134370" y="73566"/>
                </a:cubicBezTo>
                <a:cubicBezTo>
                  <a:pt x="135720" y="70596"/>
                  <a:pt x="136584" y="67463"/>
                  <a:pt x="137070" y="64277"/>
                </a:cubicBezTo>
                <a:cubicBezTo>
                  <a:pt x="137502" y="60821"/>
                  <a:pt x="138150" y="57418"/>
                  <a:pt x="138042" y="53962"/>
                </a:cubicBezTo>
                <a:cubicBezTo>
                  <a:pt x="138042" y="51423"/>
                  <a:pt x="137772" y="48939"/>
                  <a:pt x="137826" y="46401"/>
                </a:cubicBezTo>
                <a:cubicBezTo>
                  <a:pt x="137772" y="43106"/>
                  <a:pt x="137772" y="39758"/>
                  <a:pt x="137772" y="36410"/>
                </a:cubicBezTo>
                <a:cubicBezTo>
                  <a:pt x="137772" y="35113"/>
                  <a:pt x="137556" y="33817"/>
                  <a:pt x="137556" y="32521"/>
                </a:cubicBezTo>
                <a:cubicBezTo>
                  <a:pt x="137394" y="28957"/>
                  <a:pt x="136908" y="25392"/>
                  <a:pt x="136530" y="21828"/>
                </a:cubicBezTo>
                <a:cubicBezTo>
                  <a:pt x="136260" y="20153"/>
                  <a:pt x="135828" y="18587"/>
                  <a:pt x="135288" y="17021"/>
                </a:cubicBezTo>
                <a:cubicBezTo>
                  <a:pt x="134262" y="13241"/>
                  <a:pt x="132264" y="9784"/>
                  <a:pt x="129455" y="7084"/>
                </a:cubicBezTo>
                <a:cubicBezTo>
                  <a:pt x="128375" y="6004"/>
                  <a:pt x="127187" y="5086"/>
                  <a:pt x="125945" y="4384"/>
                </a:cubicBezTo>
                <a:cubicBezTo>
                  <a:pt x="123677" y="3033"/>
                  <a:pt x="121192" y="2169"/>
                  <a:pt x="118600" y="1791"/>
                </a:cubicBezTo>
                <a:cubicBezTo>
                  <a:pt x="116224" y="1359"/>
                  <a:pt x="113847" y="1143"/>
                  <a:pt x="111471" y="1089"/>
                </a:cubicBezTo>
                <a:cubicBezTo>
                  <a:pt x="108609" y="765"/>
                  <a:pt x="105746" y="603"/>
                  <a:pt x="102830" y="603"/>
                </a:cubicBezTo>
                <a:cubicBezTo>
                  <a:pt x="99428" y="495"/>
                  <a:pt x="95971" y="495"/>
                  <a:pt x="92515" y="495"/>
                </a:cubicBezTo>
                <a:cubicBezTo>
                  <a:pt x="90759" y="360"/>
                  <a:pt x="89004" y="360"/>
                  <a:pt x="87249" y="360"/>
                </a:cubicBezTo>
                <a:cubicBezTo>
                  <a:pt x="85494" y="360"/>
                  <a:pt x="83739" y="360"/>
                  <a:pt x="81983" y="225"/>
                </a:cubicBezTo>
                <a:cubicBezTo>
                  <a:pt x="80903" y="117"/>
                  <a:pt x="79823" y="171"/>
                  <a:pt x="78743" y="117"/>
                </a:cubicBezTo>
                <a:cubicBezTo>
                  <a:pt x="77576" y="20"/>
                  <a:pt x="76371" y="0"/>
                  <a:pt x="75162" y="0"/>
                </a:cubicBezTo>
                <a:close/>
              </a:path>
            </a:pathLst>
          </a:custGeom>
          <a:solidFill>
            <a:schemeClr val="dk1"/>
          </a:solidFill>
          <a:ln w="38100" cap="flat" cmpd="sng">
            <a:solidFill>
              <a:srgbClr val="EED8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Venus has a beautiful name, </a:t>
            </a:r>
            <a:endParaRPr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1324487" y="3553230"/>
            <a:ext cx="556157" cy="486001"/>
          </a:xfrm>
          <a:custGeom>
            <a:avLst/>
            <a:gdLst/>
            <a:ahLst/>
            <a:cxnLst/>
            <a:rect l="l" t="t" r="r" b="b"/>
            <a:pathLst>
              <a:path w="92079" h="84156" extrusionOk="0">
                <a:moveTo>
                  <a:pt x="45476" y="7502"/>
                </a:moveTo>
                <a:cubicBezTo>
                  <a:pt x="57666" y="7502"/>
                  <a:pt x="69334" y="14575"/>
                  <a:pt x="76177" y="24889"/>
                </a:cubicBezTo>
                <a:cubicBezTo>
                  <a:pt x="77040" y="25998"/>
                  <a:pt x="78273" y="26615"/>
                  <a:pt x="79629" y="26615"/>
                </a:cubicBezTo>
                <a:cubicBezTo>
                  <a:pt x="82464" y="31422"/>
                  <a:pt x="81724" y="38202"/>
                  <a:pt x="80615" y="43502"/>
                </a:cubicBezTo>
                <a:cubicBezTo>
                  <a:pt x="79382" y="50282"/>
                  <a:pt x="77163" y="56815"/>
                  <a:pt x="73959" y="62978"/>
                </a:cubicBezTo>
                <a:cubicBezTo>
                  <a:pt x="70754" y="68771"/>
                  <a:pt x="66070" y="73948"/>
                  <a:pt x="59413" y="75551"/>
                </a:cubicBezTo>
                <a:cubicBezTo>
                  <a:pt x="56899" y="76170"/>
                  <a:pt x="54117" y="76449"/>
                  <a:pt x="51247" y="76449"/>
                </a:cubicBezTo>
                <a:cubicBezTo>
                  <a:pt x="44973" y="76449"/>
                  <a:pt x="38279" y="75115"/>
                  <a:pt x="33035" y="73086"/>
                </a:cubicBezTo>
                <a:cubicBezTo>
                  <a:pt x="19969" y="67908"/>
                  <a:pt x="11464" y="53856"/>
                  <a:pt x="12080" y="40051"/>
                </a:cubicBezTo>
                <a:cubicBezTo>
                  <a:pt x="12696" y="26492"/>
                  <a:pt x="22558" y="13795"/>
                  <a:pt x="35254" y="9234"/>
                </a:cubicBezTo>
                <a:cubicBezTo>
                  <a:pt x="38640" y="8052"/>
                  <a:pt x="42078" y="7502"/>
                  <a:pt x="45476" y="7502"/>
                </a:cubicBezTo>
                <a:close/>
                <a:moveTo>
                  <a:pt x="45218" y="1"/>
                </a:moveTo>
                <a:cubicBezTo>
                  <a:pt x="42777" y="1"/>
                  <a:pt x="40348" y="200"/>
                  <a:pt x="37965" y="606"/>
                </a:cubicBezTo>
                <a:cubicBezTo>
                  <a:pt x="21202" y="3441"/>
                  <a:pt x="6656" y="17493"/>
                  <a:pt x="3452" y="34134"/>
                </a:cubicBezTo>
                <a:cubicBezTo>
                  <a:pt x="0" y="51638"/>
                  <a:pt x="9368" y="70127"/>
                  <a:pt x="25146" y="78386"/>
                </a:cubicBezTo>
                <a:cubicBezTo>
                  <a:pt x="32711" y="82373"/>
                  <a:pt x="42396" y="84156"/>
                  <a:pt x="51247" y="84156"/>
                </a:cubicBezTo>
                <a:cubicBezTo>
                  <a:pt x="53068" y="84156"/>
                  <a:pt x="54854" y="84080"/>
                  <a:pt x="56578" y="83933"/>
                </a:cubicBezTo>
                <a:cubicBezTo>
                  <a:pt x="65330" y="83193"/>
                  <a:pt x="73342" y="79002"/>
                  <a:pt x="78643" y="72099"/>
                </a:cubicBezTo>
                <a:cubicBezTo>
                  <a:pt x="84683" y="64580"/>
                  <a:pt x="87764" y="54842"/>
                  <a:pt x="89736" y="45598"/>
                </a:cubicBezTo>
                <a:cubicBezTo>
                  <a:pt x="91585" y="36229"/>
                  <a:pt x="92078" y="25629"/>
                  <a:pt x="84313" y="18726"/>
                </a:cubicBezTo>
                <a:cubicBezTo>
                  <a:pt x="83573" y="17986"/>
                  <a:pt x="82587" y="17616"/>
                  <a:pt x="81601" y="17616"/>
                </a:cubicBezTo>
                <a:cubicBezTo>
                  <a:pt x="73322" y="6403"/>
                  <a:pt x="59073" y="1"/>
                  <a:pt x="4521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95" name="Google Shape;495;p36"/>
          <p:cNvSpPr/>
          <p:nvPr/>
        </p:nvSpPr>
        <p:spPr>
          <a:xfrm rot="10800000" flipH="1">
            <a:off x="1865552" y="3773727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96" name="Google Shape;496;p36"/>
          <p:cNvSpPr/>
          <p:nvPr/>
        </p:nvSpPr>
        <p:spPr>
          <a:xfrm>
            <a:off x="5843107" y="3553238"/>
            <a:ext cx="1976250" cy="485997"/>
          </a:xfrm>
          <a:custGeom>
            <a:avLst/>
            <a:gdLst/>
            <a:ahLst/>
            <a:cxnLst/>
            <a:rect l="l" t="t" r="r" b="b"/>
            <a:pathLst>
              <a:path w="138151" h="88929" extrusionOk="0">
                <a:moveTo>
                  <a:pt x="75162" y="0"/>
                </a:moveTo>
                <a:cubicBezTo>
                  <a:pt x="74355" y="0"/>
                  <a:pt x="73547" y="9"/>
                  <a:pt x="72748" y="9"/>
                </a:cubicBezTo>
                <a:cubicBezTo>
                  <a:pt x="67996" y="225"/>
                  <a:pt x="63297" y="387"/>
                  <a:pt x="58544" y="657"/>
                </a:cubicBezTo>
                <a:cubicBezTo>
                  <a:pt x="52658" y="765"/>
                  <a:pt x="46825" y="1359"/>
                  <a:pt x="40938" y="1737"/>
                </a:cubicBezTo>
                <a:cubicBezTo>
                  <a:pt x="35321" y="1953"/>
                  <a:pt x="29651" y="2169"/>
                  <a:pt x="24196" y="3195"/>
                </a:cubicBezTo>
                <a:cubicBezTo>
                  <a:pt x="20362" y="3789"/>
                  <a:pt x="16689" y="4978"/>
                  <a:pt x="13233" y="6706"/>
                </a:cubicBezTo>
                <a:cubicBezTo>
                  <a:pt x="11018" y="7786"/>
                  <a:pt x="9020" y="9298"/>
                  <a:pt x="7454" y="11242"/>
                </a:cubicBezTo>
                <a:cubicBezTo>
                  <a:pt x="5294" y="13943"/>
                  <a:pt x="4214" y="17021"/>
                  <a:pt x="3403" y="20045"/>
                </a:cubicBezTo>
                <a:cubicBezTo>
                  <a:pt x="2431" y="24096"/>
                  <a:pt x="1783" y="28254"/>
                  <a:pt x="1405" y="32413"/>
                </a:cubicBezTo>
                <a:cubicBezTo>
                  <a:pt x="1189" y="34411"/>
                  <a:pt x="973" y="36356"/>
                  <a:pt x="973" y="38354"/>
                </a:cubicBezTo>
                <a:cubicBezTo>
                  <a:pt x="757" y="40622"/>
                  <a:pt x="865" y="42890"/>
                  <a:pt x="595" y="45105"/>
                </a:cubicBezTo>
                <a:cubicBezTo>
                  <a:pt x="595" y="47319"/>
                  <a:pt x="379" y="49479"/>
                  <a:pt x="379" y="51693"/>
                </a:cubicBezTo>
                <a:cubicBezTo>
                  <a:pt x="433" y="53260"/>
                  <a:pt x="109" y="54826"/>
                  <a:pt x="163" y="56392"/>
                </a:cubicBezTo>
                <a:cubicBezTo>
                  <a:pt x="1" y="60010"/>
                  <a:pt x="217" y="63629"/>
                  <a:pt x="865" y="67193"/>
                </a:cubicBezTo>
                <a:cubicBezTo>
                  <a:pt x="1189" y="69786"/>
                  <a:pt x="1783" y="72378"/>
                  <a:pt x="2701" y="74808"/>
                </a:cubicBezTo>
                <a:cubicBezTo>
                  <a:pt x="3619" y="77509"/>
                  <a:pt x="5348" y="79885"/>
                  <a:pt x="7616" y="81667"/>
                </a:cubicBezTo>
                <a:cubicBezTo>
                  <a:pt x="8858" y="82531"/>
                  <a:pt x="10154" y="83287"/>
                  <a:pt x="11504" y="84043"/>
                </a:cubicBezTo>
                <a:cubicBezTo>
                  <a:pt x="12855" y="84745"/>
                  <a:pt x="14313" y="85286"/>
                  <a:pt x="15825" y="85610"/>
                </a:cubicBezTo>
                <a:cubicBezTo>
                  <a:pt x="17823" y="86204"/>
                  <a:pt x="19821" y="86690"/>
                  <a:pt x="21928" y="87014"/>
                </a:cubicBezTo>
                <a:cubicBezTo>
                  <a:pt x="26788" y="87878"/>
                  <a:pt x="31703" y="88364"/>
                  <a:pt x="36672" y="88472"/>
                </a:cubicBezTo>
                <a:cubicBezTo>
                  <a:pt x="39534" y="88634"/>
                  <a:pt x="42396" y="88796"/>
                  <a:pt x="45259" y="88796"/>
                </a:cubicBezTo>
                <a:cubicBezTo>
                  <a:pt x="45482" y="88788"/>
                  <a:pt x="45706" y="88785"/>
                  <a:pt x="45930" y="88785"/>
                </a:cubicBezTo>
                <a:cubicBezTo>
                  <a:pt x="47272" y="88785"/>
                  <a:pt x="48615" y="88904"/>
                  <a:pt x="49957" y="88904"/>
                </a:cubicBezTo>
                <a:cubicBezTo>
                  <a:pt x="52082" y="88904"/>
                  <a:pt x="54182" y="88928"/>
                  <a:pt x="56274" y="88928"/>
                </a:cubicBezTo>
                <a:cubicBezTo>
                  <a:pt x="57320" y="88928"/>
                  <a:pt x="58364" y="88922"/>
                  <a:pt x="59408" y="88904"/>
                </a:cubicBezTo>
                <a:cubicBezTo>
                  <a:pt x="60921" y="88796"/>
                  <a:pt x="62379" y="88796"/>
                  <a:pt x="63891" y="88796"/>
                </a:cubicBezTo>
                <a:cubicBezTo>
                  <a:pt x="64215" y="88782"/>
                  <a:pt x="64539" y="88779"/>
                  <a:pt x="64864" y="88779"/>
                </a:cubicBezTo>
                <a:cubicBezTo>
                  <a:pt x="65189" y="88779"/>
                  <a:pt x="65515" y="88782"/>
                  <a:pt x="65842" y="88782"/>
                </a:cubicBezTo>
                <a:cubicBezTo>
                  <a:pt x="66497" y="88782"/>
                  <a:pt x="67158" y="88769"/>
                  <a:pt x="67834" y="88688"/>
                </a:cubicBezTo>
                <a:cubicBezTo>
                  <a:pt x="68617" y="88634"/>
                  <a:pt x="69400" y="88634"/>
                  <a:pt x="70183" y="88634"/>
                </a:cubicBezTo>
                <a:cubicBezTo>
                  <a:pt x="70966" y="88634"/>
                  <a:pt x="71749" y="88634"/>
                  <a:pt x="72532" y="88580"/>
                </a:cubicBezTo>
                <a:cubicBezTo>
                  <a:pt x="75070" y="88418"/>
                  <a:pt x="77555" y="88580"/>
                  <a:pt x="80039" y="88364"/>
                </a:cubicBezTo>
                <a:cubicBezTo>
                  <a:pt x="81281" y="88310"/>
                  <a:pt x="82523" y="88364"/>
                  <a:pt x="83712" y="88256"/>
                </a:cubicBezTo>
                <a:cubicBezTo>
                  <a:pt x="91435" y="87878"/>
                  <a:pt x="99103" y="87500"/>
                  <a:pt x="106718" y="86474"/>
                </a:cubicBezTo>
                <a:cubicBezTo>
                  <a:pt x="109851" y="86096"/>
                  <a:pt x="112875" y="85448"/>
                  <a:pt x="116062" y="85232"/>
                </a:cubicBezTo>
                <a:cubicBezTo>
                  <a:pt x="118060" y="85070"/>
                  <a:pt x="120058" y="84691"/>
                  <a:pt x="122056" y="84097"/>
                </a:cubicBezTo>
                <a:cubicBezTo>
                  <a:pt x="123731" y="83719"/>
                  <a:pt x="125027" y="82801"/>
                  <a:pt x="126485" y="82099"/>
                </a:cubicBezTo>
                <a:cubicBezTo>
                  <a:pt x="128159" y="81127"/>
                  <a:pt x="129671" y="79939"/>
                  <a:pt x="130967" y="78589"/>
                </a:cubicBezTo>
                <a:cubicBezTo>
                  <a:pt x="132426" y="77131"/>
                  <a:pt x="133560" y="75402"/>
                  <a:pt x="134370" y="73566"/>
                </a:cubicBezTo>
                <a:cubicBezTo>
                  <a:pt x="135720" y="70596"/>
                  <a:pt x="136584" y="67463"/>
                  <a:pt x="137070" y="64277"/>
                </a:cubicBezTo>
                <a:cubicBezTo>
                  <a:pt x="137502" y="60821"/>
                  <a:pt x="138150" y="57418"/>
                  <a:pt x="138042" y="53962"/>
                </a:cubicBezTo>
                <a:cubicBezTo>
                  <a:pt x="138042" y="51423"/>
                  <a:pt x="137772" y="48939"/>
                  <a:pt x="137826" y="46401"/>
                </a:cubicBezTo>
                <a:cubicBezTo>
                  <a:pt x="137772" y="43106"/>
                  <a:pt x="137772" y="39758"/>
                  <a:pt x="137772" y="36410"/>
                </a:cubicBezTo>
                <a:cubicBezTo>
                  <a:pt x="137772" y="35113"/>
                  <a:pt x="137556" y="33817"/>
                  <a:pt x="137556" y="32521"/>
                </a:cubicBezTo>
                <a:cubicBezTo>
                  <a:pt x="137394" y="28957"/>
                  <a:pt x="136908" y="25392"/>
                  <a:pt x="136530" y="21828"/>
                </a:cubicBezTo>
                <a:cubicBezTo>
                  <a:pt x="136260" y="20153"/>
                  <a:pt x="135828" y="18587"/>
                  <a:pt x="135288" y="17021"/>
                </a:cubicBezTo>
                <a:cubicBezTo>
                  <a:pt x="134262" y="13241"/>
                  <a:pt x="132264" y="9784"/>
                  <a:pt x="129455" y="7084"/>
                </a:cubicBezTo>
                <a:cubicBezTo>
                  <a:pt x="128375" y="6004"/>
                  <a:pt x="127187" y="5086"/>
                  <a:pt x="125945" y="4384"/>
                </a:cubicBezTo>
                <a:cubicBezTo>
                  <a:pt x="123677" y="3033"/>
                  <a:pt x="121192" y="2169"/>
                  <a:pt x="118600" y="1791"/>
                </a:cubicBezTo>
                <a:cubicBezTo>
                  <a:pt x="116224" y="1359"/>
                  <a:pt x="113847" y="1143"/>
                  <a:pt x="111471" y="1089"/>
                </a:cubicBezTo>
                <a:cubicBezTo>
                  <a:pt x="108609" y="765"/>
                  <a:pt x="105746" y="603"/>
                  <a:pt x="102830" y="603"/>
                </a:cubicBezTo>
                <a:cubicBezTo>
                  <a:pt x="99428" y="495"/>
                  <a:pt x="95971" y="495"/>
                  <a:pt x="92515" y="495"/>
                </a:cubicBezTo>
                <a:cubicBezTo>
                  <a:pt x="90759" y="360"/>
                  <a:pt x="89004" y="360"/>
                  <a:pt x="87249" y="360"/>
                </a:cubicBezTo>
                <a:cubicBezTo>
                  <a:pt x="85494" y="360"/>
                  <a:pt x="83739" y="360"/>
                  <a:pt x="81983" y="225"/>
                </a:cubicBezTo>
                <a:cubicBezTo>
                  <a:pt x="80903" y="117"/>
                  <a:pt x="79823" y="171"/>
                  <a:pt x="78743" y="117"/>
                </a:cubicBezTo>
                <a:cubicBezTo>
                  <a:pt x="77576" y="20"/>
                  <a:pt x="76371" y="0"/>
                  <a:pt x="75162" y="0"/>
                </a:cubicBezTo>
                <a:close/>
              </a:path>
            </a:pathLst>
          </a:custGeom>
          <a:solidFill>
            <a:schemeClr val="dk1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It’s the closest 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object to the Sun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497" name="Google Shape;497;p36"/>
          <p:cNvSpPr/>
          <p:nvPr/>
        </p:nvSpPr>
        <p:spPr>
          <a:xfrm>
            <a:off x="1324487" y="4117497"/>
            <a:ext cx="556157" cy="486001"/>
          </a:xfrm>
          <a:custGeom>
            <a:avLst/>
            <a:gdLst/>
            <a:ahLst/>
            <a:cxnLst/>
            <a:rect l="l" t="t" r="r" b="b"/>
            <a:pathLst>
              <a:path w="92079" h="84156" extrusionOk="0">
                <a:moveTo>
                  <a:pt x="45476" y="7502"/>
                </a:moveTo>
                <a:cubicBezTo>
                  <a:pt x="57666" y="7502"/>
                  <a:pt x="69334" y="14575"/>
                  <a:pt x="76177" y="24889"/>
                </a:cubicBezTo>
                <a:cubicBezTo>
                  <a:pt x="77040" y="25998"/>
                  <a:pt x="78273" y="26615"/>
                  <a:pt x="79629" y="26615"/>
                </a:cubicBezTo>
                <a:cubicBezTo>
                  <a:pt x="82464" y="31422"/>
                  <a:pt x="81724" y="38202"/>
                  <a:pt x="80615" y="43502"/>
                </a:cubicBezTo>
                <a:cubicBezTo>
                  <a:pt x="79382" y="50282"/>
                  <a:pt x="77163" y="56815"/>
                  <a:pt x="73959" y="62978"/>
                </a:cubicBezTo>
                <a:cubicBezTo>
                  <a:pt x="70754" y="68771"/>
                  <a:pt x="66070" y="73948"/>
                  <a:pt x="59413" y="75551"/>
                </a:cubicBezTo>
                <a:cubicBezTo>
                  <a:pt x="56899" y="76170"/>
                  <a:pt x="54117" y="76449"/>
                  <a:pt x="51247" y="76449"/>
                </a:cubicBezTo>
                <a:cubicBezTo>
                  <a:pt x="44973" y="76449"/>
                  <a:pt x="38279" y="75115"/>
                  <a:pt x="33035" y="73086"/>
                </a:cubicBezTo>
                <a:cubicBezTo>
                  <a:pt x="19969" y="67908"/>
                  <a:pt x="11464" y="53856"/>
                  <a:pt x="12080" y="40051"/>
                </a:cubicBezTo>
                <a:cubicBezTo>
                  <a:pt x="12696" y="26492"/>
                  <a:pt x="22558" y="13795"/>
                  <a:pt x="35254" y="9234"/>
                </a:cubicBezTo>
                <a:cubicBezTo>
                  <a:pt x="38640" y="8052"/>
                  <a:pt x="42078" y="7502"/>
                  <a:pt x="45476" y="7502"/>
                </a:cubicBezTo>
                <a:close/>
                <a:moveTo>
                  <a:pt x="45218" y="1"/>
                </a:moveTo>
                <a:cubicBezTo>
                  <a:pt x="42777" y="1"/>
                  <a:pt x="40348" y="200"/>
                  <a:pt x="37965" y="606"/>
                </a:cubicBezTo>
                <a:cubicBezTo>
                  <a:pt x="21202" y="3441"/>
                  <a:pt x="6656" y="17493"/>
                  <a:pt x="3452" y="34134"/>
                </a:cubicBezTo>
                <a:cubicBezTo>
                  <a:pt x="0" y="51638"/>
                  <a:pt x="9368" y="70127"/>
                  <a:pt x="25146" y="78386"/>
                </a:cubicBezTo>
                <a:cubicBezTo>
                  <a:pt x="32711" y="82373"/>
                  <a:pt x="42396" y="84156"/>
                  <a:pt x="51247" y="84156"/>
                </a:cubicBezTo>
                <a:cubicBezTo>
                  <a:pt x="53068" y="84156"/>
                  <a:pt x="54854" y="84080"/>
                  <a:pt x="56578" y="83933"/>
                </a:cubicBezTo>
                <a:cubicBezTo>
                  <a:pt x="65330" y="83193"/>
                  <a:pt x="73342" y="79002"/>
                  <a:pt x="78643" y="72099"/>
                </a:cubicBezTo>
                <a:cubicBezTo>
                  <a:pt x="84683" y="64580"/>
                  <a:pt x="87764" y="54842"/>
                  <a:pt x="89736" y="45598"/>
                </a:cubicBezTo>
                <a:cubicBezTo>
                  <a:pt x="91585" y="36229"/>
                  <a:pt x="92078" y="25629"/>
                  <a:pt x="84313" y="18726"/>
                </a:cubicBezTo>
                <a:cubicBezTo>
                  <a:pt x="83573" y="17986"/>
                  <a:pt x="82587" y="17616"/>
                  <a:pt x="81601" y="17616"/>
                </a:cubicBezTo>
                <a:cubicBezTo>
                  <a:pt x="73322" y="6403"/>
                  <a:pt x="59073" y="1"/>
                  <a:pt x="45218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98" name="Google Shape;498;p36"/>
          <p:cNvSpPr/>
          <p:nvPr/>
        </p:nvSpPr>
        <p:spPr>
          <a:xfrm rot="10800000" flipH="1">
            <a:off x="1865552" y="4337993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499" name="Google Shape;499;p36"/>
          <p:cNvSpPr/>
          <p:nvPr/>
        </p:nvSpPr>
        <p:spPr>
          <a:xfrm>
            <a:off x="4487968" y="4117507"/>
            <a:ext cx="2445618" cy="485997"/>
          </a:xfrm>
          <a:custGeom>
            <a:avLst/>
            <a:gdLst/>
            <a:ahLst/>
            <a:cxnLst/>
            <a:rect l="l" t="t" r="r" b="b"/>
            <a:pathLst>
              <a:path w="138151" h="88929" extrusionOk="0">
                <a:moveTo>
                  <a:pt x="75162" y="0"/>
                </a:moveTo>
                <a:cubicBezTo>
                  <a:pt x="74355" y="0"/>
                  <a:pt x="73547" y="9"/>
                  <a:pt x="72748" y="9"/>
                </a:cubicBezTo>
                <a:cubicBezTo>
                  <a:pt x="67996" y="225"/>
                  <a:pt x="63297" y="387"/>
                  <a:pt x="58544" y="657"/>
                </a:cubicBezTo>
                <a:cubicBezTo>
                  <a:pt x="52658" y="765"/>
                  <a:pt x="46825" y="1359"/>
                  <a:pt x="40938" y="1737"/>
                </a:cubicBezTo>
                <a:cubicBezTo>
                  <a:pt x="35321" y="1953"/>
                  <a:pt x="29651" y="2169"/>
                  <a:pt x="24196" y="3195"/>
                </a:cubicBezTo>
                <a:cubicBezTo>
                  <a:pt x="20362" y="3789"/>
                  <a:pt x="16689" y="4978"/>
                  <a:pt x="13233" y="6706"/>
                </a:cubicBezTo>
                <a:cubicBezTo>
                  <a:pt x="11018" y="7786"/>
                  <a:pt x="9020" y="9298"/>
                  <a:pt x="7454" y="11242"/>
                </a:cubicBezTo>
                <a:cubicBezTo>
                  <a:pt x="5294" y="13943"/>
                  <a:pt x="4214" y="17021"/>
                  <a:pt x="3403" y="20045"/>
                </a:cubicBezTo>
                <a:cubicBezTo>
                  <a:pt x="2431" y="24096"/>
                  <a:pt x="1783" y="28254"/>
                  <a:pt x="1405" y="32413"/>
                </a:cubicBezTo>
                <a:cubicBezTo>
                  <a:pt x="1189" y="34411"/>
                  <a:pt x="973" y="36356"/>
                  <a:pt x="973" y="38354"/>
                </a:cubicBezTo>
                <a:cubicBezTo>
                  <a:pt x="757" y="40622"/>
                  <a:pt x="865" y="42890"/>
                  <a:pt x="595" y="45105"/>
                </a:cubicBezTo>
                <a:cubicBezTo>
                  <a:pt x="595" y="47319"/>
                  <a:pt x="379" y="49479"/>
                  <a:pt x="379" y="51693"/>
                </a:cubicBezTo>
                <a:cubicBezTo>
                  <a:pt x="433" y="53260"/>
                  <a:pt x="109" y="54826"/>
                  <a:pt x="163" y="56392"/>
                </a:cubicBezTo>
                <a:cubicBezTo>
                  <a:pt x="1" y="60010"/>
                  <a:pt x="217" y="63629"/>
                  <a:pt x="865" y="67193"/>
                </a:cubicBezTo>
                <a:cubicBezTo>
                  <a:pt x="1189" y="69786"/>
                  <a:pt x="1783" y="72378"/>
                  <a:pt x="2701" y="74808"/>
                </a:cubicBezTo>
                <a:cubicBezTo>
                  <a:pt x="3619" y="77509"/>
                  <a:pt x="5348" y="79885"/>
                  <a:pt x="7616" y="81667"/>
                </a:cubicBezTo>
                <a:cubicBezTo>
                  <a:pt x="8858" y="82531"/>
                  <a:pt x="10154" y="83287"/>
                  <a:pt x="11504" y="84043"/>
                </a:cubicBezTo>
                <a:cubicBezTo>
                  <a:pt x="12855" y="84745"/>
                  <a:pt x="14313" y="85286"/>
                  <a:pt x="15825" y="85610"/>
                </a:cubicBezTo>
                <a:cubicBezTo>
                  <a:pt x="17823" y="86204"/>
                  <a:pt x="19821" y="86690"/>
                  <a:pt x="21928" y="87014"/>
                </a:cubicBezTo>
                <a:cubicBezTo>
                  <a:pt x="26788" y="87878"/>
                  <a:pt x="31703" y="88364"/>
                  <a:pt x="36672" y="88472"/>
                </a:cubicBezTo>
                <a:cubicBezTo>
                  <a:pt x="39534" y="88634"/>
                  <a:pt x="42396" y="88796"/>
                  <a:pt x="45259" y="88796"/>
                </a:cubicBezTo>
                <a:cubicBezTo>
                  <a:pt x="45482" y="88788"/>
                  <a:pt x="45706" y="88785"/>
                  <a:pt x="45930" y="88785"/>
                </a:cubicBezTo>
                <a:cubicBezTo>
                  <a:pt x="47272" y="88785"/>
                  <a:pt x="48615" y="88904"/>
                  <a:pt x="49957" y="88904"/>
                </a:cubicBezTo>
                <a:cubicBezTo>
                  <a:pt x="52082" y="88904"/>
                  <a:pt x="54182" y="88928"/>
                  <a:pt x="56274" y="88928"/>
                </a:cubicBezTo>
                <a:cubicBezTo>
                  <a:pt x="57320" y="88928"/>
                  <a:pt x="58364" y="88922"/>
                  <a:pt x="59408" y="88904"/>
                </a:cubicBezTo>
                <a:cubicBezTo>
                  <a:pt x="60921" y="88796"/>
                  <a:pt x="62379" y="88796"/>
                  <a:pt x="63891" y="88796"/>
                </a:cubicBezTo>
                <a:cubicBezTo>
                  <a:pt x="64215" y="88782"/>
                  <a:pt x="64539" y="88779"/>
                  <a:pt x="64864" y="88779"/>
                </a:cubicBezTo>
                <a:cubicBezTo>
                  <a:pt x="65189" y="88779"/>
                  <a:pt x="65515" y="88782"/>
                  <a:pt x="65842" y="88782"/>
                </a:cubicBezTo>
                <a:cubicBezTo>
                  <a:pt x="66497" y="88782"/>
                  <a:pt x="67158" y="88769"/>
                  <a:pt x="67834" y="88688"/>
                </a:cubicBezTo>
                <a:cubicBezTo>
                  <a:pt x="68617" y="88634"/>
                  <a:pt x="69400" y="88634"/>
                  <a:pt x="70183" y="88634"/>
                </a:cubicBezTo>
                <a:cubicBezTo>
                  <a:pt x="70966" y="88634"/>
                  <a:pt x="71749" y="88634"/>
                  <a:pt x="72532" y="88580"/>
                </a:cubicBezTo>
                <a:cubicBezTo>
                  <a:pt x="75070" y="88418"/>
                  <a:pt x="77555" y="88580"/>
                  <a:pt x="80039" y="88364"/>
                </a:cubicBezTo>
                <a:cubicBezTo>
                  <a:pt x="81281" y="88310"/>
                  <a:pt x="82523" y="88364"/>
                  <a:pt x="83712" y="88256"/>
                </a:cubicBezTo>
                <a:cubicBezTo>
                  <a:pt x="91435" y="87878"/>
                  <a:pt x="99103" y="87500"/>
                  <a:pt x="106718" y="86474"/>
                </a:cubicBezTo>
                <a:cubicBezTo>
                  <a:pt x="109851" y="86096"/>
                  <a:pt x="112875" y="85448"/>
                  <a:pt x="116062" y="85232"/>
                </a:cubicBezTo>
                <a:cubicBezTo>
                  <a:pt x="118060" y="85070"/>
                  <a:pt x="120058" y="84691"/>
                  <a:pt x="122056" y="84097"/>
                </a:cubicBezTo>
                <a:cubicBezTo>
                  <a:pt x="123731" y="83719"/>
                  <a:pt x="125027" y="82801"/>
                  <a:pt x="126485" y="82099"/>
                </a:cubicBezTo>
                <a:cubicBezTo>
                  <a:pt x="128159" y="81127"/>
                  <a:pt x="129671" y="79939"/>
                  <a:pt x="130967" y="78589"/>
                </a:cubicBezTo>
                <a:cubicBezTo>
                  <a:pt x="132426" y="77131"/>
                  <a:pt x="133560" y="75402"/>
                  <a:pt x="134370" y="73566"/>
                </a:cubicBezTo>
                <a:cubicBezTo>
                  <a:pt x="135720" y="70596"/>
                  <a:pt x="136584" y="67463"/>
                  <a:pt x="137070" y="64277"/>
                </a:cubicBezTo>
                <a:cubicBezTo>
                  <a:pt x="137502" y="60821"/>
                  <a:pt x="138150" y="57418"/>
                  <a:pt x="138042" y="53962"/>
                </a:cubicBezTo>
                <a:cubicBezTo>
                  <a:pt x="138042" y="51423"/>
                  <a:pt x="137772" y="48939"/>
                  <a:pt x="137826" y="46401"/>
                </a:cubicBezTo>
                <a:cubicBezTo>
                  <a:pt x="137772" y="43106"/>
                  <a:pt x="137772" y="39758"/>
                  <a:pt x="137772" y="36410"/>
                </a:cubicBezTo>
                <a:cubicBezTo>
                  <a:pt x="137772" y="35113"/>
                  <a:pt x="137556" y="33817"/>
                  <a:pt x="137556" y="32521"/>
                </a:cubicBezTo>
                <a:cubicBezTo>
                  <a:pt x="137394" y="28957"/>
                  <a:pt x="136908" y="25392"/>
                  <a:pt x="136530" y="21828"/>
                </a:cubicBezTo>
                <a:cubicBezTo>
                  <a:pt x="136260" y="20153"/>
                  <a:pt x="135828" y="18587"/>
                  <a:pt x="135288" y="17021"/>
                </a:cubicBezTo>
                <a:cubicBezTo>
                  <a:pt x="134262" y="13241"/>
                  <a:pt x="132264" y="9784"/>
                  <a:pt x="129455" y="7084"/>
                </a:cubicBezTo>
                <a:cubicBezTo>
                  <a:pt x="128375" y="6004"/>
                  <a:pt x="127187" y="5086"/>
                  <a:pt x="125945" y="4384"/>
                </a:cubicBezTo>
                <a:cubicBezTo>
                  <a:pt x="123677" y="3033"/>
                  <a:pt x="121192" y="2169"/>
                  <a:pt x="118600" y="1791"/>
                </a:cubicBezTo>
                <a:cubicBezTo>
                  <a:pt x="116224" y="1359"/>
                  <a:pt x="113847" y="1143"/>
                  <a:pt x="111471" y="1089"/>
                </a:cubicBezTo>
                <a:cubicBezTo>
                  <a:pt x="108609" y="765"/>
                  <a:pt x="105746" y="603"/>
                  <a:pt x="102830" y="603"/>
                </a:cubicBezTo>
                <a:cubicBezTo>
                  <a:pt x="99428" y="495"/>
                  <a:pt x="95971" y="495"/>
                  <a:pt x="92515" y="495"/>
                </a:cubicBezTo>
                <a:cubicBezTo>
                  <a:pt x="90759" y="360"/>
                  <a:pt x="89004" y="360"/>
                  <a:pt x="87249" y="360"/>
                </a:cubicBezTo>
                <a:cubicBezTo>
                  <a:pt x="85494" y="360"/>
                  <a:pt x="83739" y="360"/>
                  <a:pt x="81983" y="225"/>
                </a:cubicBezTo>
                <a:cubicBezTo>
                  <a:pt x="80903" y="117"/>
                  <a:pt x="79823" y="171"/>
                  <a:pt x="78743" y="117"/>
                </a:cubicBezTo>
                <a:cubicBezTo>
                  <a:pt x="77576" y="20"/>
                  <a:pt x="76371" y="0"/>
                  <a:pt x="75162" y="0"/>
                </a:cubicBezTo>
                <a:close/>
              </a:path>
            </a:pathLst>
          </a:custGeom>
          <a:solidFill>
            <a:schemeClr val="dk1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 It’s the biggest planet in the System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500" name="Google Shape;500;p36"/>
          <p:cNvSpPr txBox="1"/>
          <p:nvPr/>
        </p:nvSpPr>
        <p:spPr>
          <a:xfrm>
            <a:off x="1880650" y="1329100"/>
            <a:ext cx="891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MON</a:t>
            </a:r>
            <a:endParaRPr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01" name="Google Shape;501;p36"/>
          <p:cNvSpPr txBox="1"/>
          <p:nvPr/>
        </p:nvSpPr>
        <p:spPr>
          <a:xfrm>
            <a:off x="3146399" y="1329100"/>
            <a:ext cx="891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TUE</a:t>
            </a:r>
            <a:endParaRPr sz="16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02" name="Google Shape;502;p36"/>
          <p:cNvSpPr txBox="1"/>
          <p:nvPr/>
        </p:nvSpPr>
        <p:spPr>
          <a:xfrm>
            <a:off x="4412147" y="1329100"/>
            <a:ext cx="891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WED</a:t>
            </a:r>
            <a:endParaRPr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5677896" y="1329100"/>
            <a:ext cx="891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THU</a:t>
            </a:r>
            <a:endParaRPr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04" name="Google Shape;504;p36"/>
          <p:cNvSpPr txBox="1"/>
          <p:nvPr/>
        </p:nvSpPr>
        <p:spPr>
          <a:xfrm>
            <a:off x="6943644" y="1329100"/>
            <a:ext cx="891000" cy="2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FRI</a:t>
            </a:r>
            <a:endParaRPr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05" name="Google Shape;505;p36"/>
          <p:cNvSpPr/>
          <p:nvPr/>
        </p:nvSpPr>
        <p:spPr>
          <a:xfrm>
            <a:off x="1473108" y="3103087"/>
            <a:ext cx="258955" cy="257670"/>
          </a:xfrm>
          <a:custGeom>
            <a:avLst/>
            <a:gdLst/>
            <a:ahLst/>
            <a:cxnLst/>
            <a:rect l="l" t="t" r="r" b="b"/>
            <a:pathLst>
              <a:path w="12697" h="12634" extrusionOk="0">
                <a:moveTo>
                  <a:pt x="11437" y="819"/>
                </a:moveTo>
                <a:cubicBezTo>
                  <a:pt x="11657" y="819"/>
                  <a:pt x="11815" y="1040"/>
                  <a:pt x="11815" y="1260"/>
                </a:cubicBezTo>
                <a:cubicBezTo>
                  <a:pt x="11815" y="1512"/>
                  <a:pt x="11657" y="1670"/>
                  <a:pt x="11437" y="1670"/>
                </a:cubicBezTo>
                <a:lnTo>
                  <a:pt x="1229" y="1670"/>
                </a:lnTo>
                <a:cubicBezTo>
                  <a:pt x="1009" y="1670"/>
                  <a:pt x="788" y="1449"/>
                  <a:pt x="788" y="1260"/>
                </a:cubicBezTo>
                <a:cubicBezTo>
                  <a:pt x="788" y="1071"/>
                  <a:pt x="1009" y="819"/>
                  <a:pt x="1229" y="819"/>
                </a:cubicBezTo>
                <a:close/>
                <a:moveTo>
                  <a:pt x="8790" y="3277"/>
                </a:moveTo>
                <a:cubicBezTo>
                  <a:pt x="9042" y="3277"/>
                  <a:pt x="9200" y="3466"/>
                  <a:pt x="9200" y="3655"/>
                </a:cubicBezTo>
                <a:lnTo>
                  <a:pt x="9200" y="5356"/>
                </a:lnTo>
                <a:lnTo>
                  <a:pt x="9232" y="5356"/>
                </a:lnTo>
                <a:cubicBezTo>
                  <a:pt x="9232" y="5608"/>
                  <a:pt x="9042" y="5765"/>
                  <a:pt x="8822" y="5765"/>
                </a:cubicBezTo>
                <a:cubicBezTo>
                  <a:pt x="8633" y="5765"/>
                  <a:pt x="8412" y="5545"/>
                  <a:pt x="8412" y="5356"/>
                </a:cubicBezTo>
                <a:lnTo>
                  <a:pt x="8412" y="4694"/>
                </a:lnTo>
                <a:lnTo>
                  <a:pt x="6617" y="6459"/>
                </a:lnTo>
                <a:cubicBezTo>
                  <a:pt x="6538" y="6537"/>
                  <a:pt x="6435" y="6577"/>
                  <a:pt x="6333" y="6577"/>
                </a:cubicBezTo>
                <a:cubicBezTo>
                  <a:pt x="6231" y="6577"/>
                  <a:pt x="6128" y="6537"/>
                  <a:pt x="6050" y="6459"/>
                </a:cubicBezTo>
                <a:lnTo>
                  <a:pt x="5482" y="5923"/>
                </a:lnTo>
                <a:lnTo>
                  <a:pt x="4096" y="7278"/>
                </a:lnTo>
                <a:cubicBezTo>
                  <a:pt x="4033" y="7356"/>
                  <a:pt x="3931" y="7396"/>
                  <a:pt x="3824" y="7396"/>
                </a:cubicBezTo>
                <a:cubicBezTo>
                  <a:pt x="3718" y="7396"/>
                  <a:pt x="3608" y="7356"/>
                  <a:pt x="3529" y="7278"/>
                </a:cubicBezTo>
                <a:cubicBezTo>
                  <a:pt x="3372" y="7120"/>
                  <a:pt x="3372" y="6868"/>
                  <a:pt x="3529" y="6711"/>
                </a:cubicBezTo>
                <a:lnTo>
                  <a:pt x="5167" y="5041"/>
                </a:lnTo>
                <a:cubicBezTo>
                  <a:pt x="5246" y="4962"/>
                  <a:pt x="5356" y="4923"/>
                  <a:pt x="5467" y="4923"/>
                </a:cubicBezTo>
                <a:cubicBezTo>
                  <a:pt x="5577" y="4923"/>
                  <a:pt x="5687" y="4962"/>
                  <a:pt x="5766" y="5041"/>
                </a:cubicBezTo>
                <a:lnTo>
                  <a:pt x="6302" y="5608"/>
                </a:lnTo>
                <a:lnTo>
                  <a:pt x="7814" y="4096"/>
                </a:lnTo>
                <a:lnTo>
                  <a:pt x="7152" y="4096"/>
                </a:lnTo>
                <a:cubicBezTo>
                  <a:pt x="6900" y="4096"/>
                  <a:pt x="6743" y="3907"/>
                  <a:pt x="6743" y="3655"/>
                </a:cubicBezTo>
                <a:cubicBezTo>
                  <a:pt x="6743" y="3434"/>
                  <a:pt x="6932" y="3277"/>
                  <a:pt x="7152" y="3277"/>
                </a:cubicBezTo>
                <a:close/>
                <a:moveTo>
                  <a:pt x="6302" y="11058"/>
                </a:moveTo>
                <a:cubicBezTo>
                  <a:pt x="6554" y="11058"/>
                  <a:pt x="6743" y="11279"/>
                  <a:pt x="6743" y="11468"/>
                </a:cubicBezTo>
                <a:cubicBezTo>
                  <a:pt x="6743" y="11657"/>
                  <a:pt x="6554" y="11846"/>
                  <a:pt x="6302" y="11846"/>
                </a:cubicBezTo>
                <a:cubicBezTo>
                  <a:pt x="6081" y="11846"/>
                  <a:pt x="5924" y="11657"/>
                  <a:pt x="5924" y="11468"/>
                </a:cubicBezTo>
                <a:cubicBezTo>
                  <a:pt x="5924" y="11279"/>
                  <a:pt x="6113" y="11058"/>
                  <a:pt x="6302" y="11058"/>
                </a:cubicBezTo>
                <a:close/>
                <a:moveTo>
                  <a:pt x="1229" y="0"/>
                </a:moveTo>
                <a:cubicBezTo>
                  <a:pt x="568" y="0"/>
                  <a:pt x="1" y="536"/>
                  <a:pt x="1" y="1229"/>
                </a:cubicBezTo>
                <a:cubicBezTo>
                  <a:pt x="1" y="1764"/>
                  <a:pt x="379" y="2205"/>
                  <a:pt x="851" y="2394"/>
                </a:cubicBezTo>
                <a:lnTo>
                  <a:pt x="851" y="8254"/>
                </a:lnTo>
                <a:lnTo>
                  <a:pt x="442" y="8254"/>
                </a:lnTo>
                <a:cubicBezTo>
                  <a:pt x="221" y="8254"/>
                  <a:pt x="64" y="8475"/>
                  <a:pt x="64" y="8664"/>
                </a:cubicBezTo>
                <a:cubicBezTo>
                  <a:pt x="64" y="8916"/>
                  <a:pt x="253" y="9042"/>
                  <a:pt x="442" y="9042"/>
                </a:cubicBezTo>
                <a:lnTo>
                  <a:pt x="5955" y="9042"/>
                </a:lnTo>
                <a:lnTo>
                  <a:pt x="5955" y="10239"/>
                </a:lnTo>
                <a:cubicBezTo>
                  <a:pt x="5482" y="10397"/>
                  <a:pt x="5136" y="10869"/>
                  <a:pt x="5136" y="11405"/>
                </a:cubicBezTo>
                <a:cubicBezTo>
                  <a:pt x="5136" y="12098"/>
                  <a:pt x="5671" y="12633"/>
                  <a:pt x="6365" y="12633"/>
                </a:cubicBezTo>
                <a:cubicBezTo>
                  <a:pt x="7026" y="12633"/>
                  <a:pt x="7625" y="12098"/>
                  <a:pt x="7625" y="11405"/>
                </a:cubicBezTo>
                <a:cubicBezTo>
                  <a:pt x="7625" y="10869"/>
                  <a:pt x="7247" y="10428"/>
                  <a:pt x="6774" y="10239"/>
                </a:cubicBezTo>
                <a:lnTo>
                  <a:pt x="6774" y="9042"/>
                </a:lnTo>
                <a:lnTo>
                  <a:pt x="12288" y="9042"/>
                </a:lnTo>
                <a:cubicBezTo>
                  <a:pt x="12540" y="9042"/>
                  <a:pt x="12697" y="8853"/>
                  <a:pt x="12697" y="8664"/>
                </a:cubicBezTo>
                <a:cubicBezTo>
                  <a:pt x="12666" y="8443"/>
                  <a:pt x="12508" y="8254"/>
                  <a:pt x="12256" y="8254"/>
                </a:cubicBezTo>
                <a:lnTo>
                  <a:pt x="11815" y="8254"/>
                </a:lnTo>
                <a:lnTo>
                  <a:pt x="11815" y="2394"/>
                </a:lnTo>
                <a:cubicBezTo>
                  <a:pt x="12288" y="2237"/>
                  <a:pt x="12666" y="1764"/>
                  <a:pt x="12666" y="1229"/>
                </a:cubicBezTo>
                <a:cubicBezTo>
                  <a:pt x="12666" y="567"/>
                  <a:pt x="12098" y="0"/>
                  <a:pt x="1143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6" name="Google Shape;506;p36"/>
          <p:cNvGrpSpPr/>
          <p:nvPr/>
        </p:nvGrpSpPr>
        <p:grpSpPr>
          <a:xfrm>
            <a:off x="1475790" y="1983552"/>
            <a:ext cx="258955" cy="258323"/>
            <a:chOff x="-62884422" y="4111775"/>
            <a:chExt cx="317425" cy="316650"/>
          </a:xfrm>
        </p:grpSpPr>
        <p:sp>
          <p:nvSpPr>
            <p:cNvPr id="507" name="Google Shape;507;p36"/>
            <p:cNvSpPr/>
            <p:nvPr/>
          </p:nvSpPr>
          <p:spPr>
            <a:xfrm>
              <a:off x="-62884422" y="4325225"/>
              <a:ext cx="317425" cy="103200"/>
            </a:xfrm>
            <a:custGeom>
              <a:avLst/>
              <a:gdLst/>
              <a:ahLst/>
              <a:cxnLst/>
              <a:rect l="l" t="t" r="r" b="b"/>
              <a:pathLst>
                <a:path w="12697" h="4128" extrusionOk="0">
                  <a:moveTo>
                    <a:pt x="0" y="0"/>
                  </a:moveTo>
                  <a:lnTo>
                    <a:pt x="0" y="378"/>
                  </a:lnTo>
                  <a:cubicBezTo>
                    <a:pt x="0" y="1071"/>
                    <a:pt x="567" y="1638"/>
                    <a:pt x="1260" y="1638"/>
                  </a:cubicBezTo>
                  <a:lnTo>
                    <a:pt x="4001" y="1638"/>
                  </a:lnTo>
                  <a:lnTo>
                    <a:pt x="3434" y="3308"/>
                  </a:lnTo>
                  <a:lnTo>
                    <a:pt x="2930" y="3308"/>
                  </a:lnTo>
                  <a:cubicBezTo>
                    <a:pt x="2678" y="3308"/>
                    <a:pt x="2520" y="3497"/>
                    <a:pt x="2520" y="3749"/>
                  </a:cubicBezTo>
                  <a:cubicBezTo>
                    <a:pt x="2520" y="3970"/>
                    <a:pt x="2741" y="4127"/>
                    <a:pt x="2930" y="4127"/>
                  </a:cubicBezTo>
                  <a:lnTo>
                    <a:pt x="9830" y="4127"/>
                  </a:lnTo>
                  <a:cubicBezTo>
                    <a:pt x="10050" y="4127"/>
                    <a:pt x="10239" y="3938"/>
                    <a:pt x="10239" y="3749"/>
                  </a:cubicBezTo>
                  <a:cubicBezTo>
                    <a:pt x="10239" y="3497"/>
                    <a:pt x="10050" y="3308"/>
                    <a:pt x="9830" y="3308"/>
                  </a:cubicBezTo>
                  <a:lnTo>
                    <a:pt x="9294" y="3308"/>
                  </a:lnTo>
                  <a:lnTo>
                    <a:pt x="8758" y="1638"/>
                  </a:lnTo>
                  <a:lnTo>
                    <a:pt x="11468" y="1638"/>
                  </a:lnTo>
                  <a:cubicBezTo>
                    <a:pt x="12129" y="1638"/>
                    <a:pt x="12697" y="1103"/>
                    <a:pt x="12697" y="378"/>
                  </a:cubicBezTo>
                  <a:lnTo>
                    <a:pt x="1269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8" name="Google Shape;508;p36"/>
            <p:cNvSpPr/>
            <p:nvPr/>
          </p:nvSpPr>
          <p:spPr>
            <a:xfrm>
              <a:off x="-62884422" y="4111775"/>
              <a:ext cx="317425" cy="193000"/>
            </a:xfrm>
            <a:custGeom>
              <a:avLst/>
              <a:gdLst/>
              <a:ahLst/>
              <a:cxnLst/>
              <a:rect l="l" t="t" r="r" b="b"/>
              <a:pathLst>
                <a:path w="12697" h="7718" extrusionOk="0">
                  <a:moveTo>
                    <a:pt x="6301" y="946"/>
                  </a:moveTo>
                  <a:cubicBezTo>
                    <a:pt x="6522" y="946"/>
                    <a:pt x="6742" y="1135"/>
                    <a:pt x="6742" y="1324"/>
                  </a:cubicBezTo>
                  <a:lnTo>
                    <a:pt x="6742" y="1607"/>
                  </a:lnTo>
                  <a:cubicBezTo>
                    <a:pt x="7215" y="1765"/>
                    <a:pt x="7593" y="2237"/>
                    <a:pt x="7593" y="2773"/>
                  </a:cubicBezTo>
                  <a:cubicBezTo>
                    <a:pt x="7593" y="3025"/>
                    <a:pt x="7372" y="3182"/>
                    <a:pt x="7183" y="3182"/>
                  </a:cubicBezTo>
                  <a:cubicBezTo>
                    <a:pt x="6994" y="3182"/>
                    <a:pt x="6805" y="2993"/>
                    <a:pt x="6805" y="2773"/>
                  </a:cubicBezTo>
                  <a:cubicBezTo>
                    <a:pt x="6805" y="2552"/>
                    <a:pt x="6585" y="2363"/>
                    <a:pt x="6364" y="2363"/>
                  </a:cubicBezTo>
                  <a:cubicBezTo>
                    <a:pt x="6112" y="2363"/>
                    <a:pt x="5954" y="2552"/>
                    <a:pt x="5954" y="2773"/>
                  </a:cubicBezTo>
                  <a:cubicBezTo>
                    <a:pt x="5954" y="3025"/>
                    <a:pt x="6269" y="3245"/>
                    <a:pt x="6585" y="3497"/>
                  </a:cubicBezTo>
                  <a:cubicBezTo>
                    <a:pt x="7026" y="3812"/>
                    <a:pt x="7561" y="4191"/>
                    <a:pt x="7561" y="4884"/>
                  </a:cubicBezTo>
                  <a:cubicBezTo>
                    <a:pt x="7561" y="5419"/>
                    <a:pt x="7215" y="5860"/>
                    <a:pt x="6742" y="6049"/>
                  </a:cubicBezTo>
                  <a:lnTo>
                    <a:pt x="6742" y="6333"/>
                  </a:lnTo>
                  <a:cubicBezTo>
                    <a:pt x="6742" y="6553"/>
                    <a:pt x="6553" y="6774"/>
                    <a:pt x="6301" y="6774"/>
                  </a:cubicBezTo>
                  <a:cubicBezTo>
                    <a:pt x="6080" y="6774"/>
                    <a:pt x="5923" y="6553"/>
                    <a:pt x="5923" y="6333"/>
                  </a:cubicBezTo>
                  <a:lnTo>
                    <a:pt x="5923" y="6049"/>
                  </a:lnTo>
                  <a:cubicBezTo>
                    <a:pt x="5450" y="5892"/>
                    <a:pt x="5104" y="5419"/>
                    <a:pt x="5104" y="4884"/>
                  </a:cubicBezTo>
                  <a:cubicBezTo>
                    <a:pt x="5104" y="4632"/>
                    <a:pt x="5293" y="4443"/>
                    <a:pt x="5482" y="4443"/>
                  </a:cubicBezTo>
                  <a:cubicBezTo>
                    <a:pt x="5734" y="4443"/>
                    <a:pt x="5923" y="4632"/>
                    <a:pt x="5923" y="4884"/>
                  </a:cubicBezTo>
                  <a:cubicBezTo>
                    <a:pt x="5923" y="5104"/>
                    <a:pt x="6112" y="5262"/>
                    <a:pt x="6301" y="5262"/>
                  </a:cubicBezTo>
                  <a:cubicBezTo>
                    <a:pt x="6522" y="5262"/>
                    <a:pt x="6742" y="5073"/>
                    <a:pt x="6742" y="4884"/>
                  </a:cubicBezTo>
                  <a:cubicBezTo>
                    <a:pt x="6742" y="4632"/>
                    <a:pt x="6427" y="4411"/>
                    <a:pt x="6080" y="4159"/>
                  </a:cubicBezTo>
                  <a:cubicBezTo>
                    <a:pt x="5639" y="3844"/>
                    <a:pt x="5104" y="3466"/>
                    <a:pt x="5104" y="2773"/>
                  </a:cubicBezTo>
                  <a:cubicBezTo>
                    <a:pt x="5104" y="2237"/>
                    <a:pt x="5450" y="1796"/>
                    <a:pt x="5923" y="1607"/>
                  </a:cubicBezTo>
                  <a:lnTo>
                    <a:pt x="5923" y="1324"/>
                  </a:lnTo>
                  <a:cubicBezTo>
                    <a:pt x="5923" y="1103"/>
                    <a:pt x="6112" y="946"/>
                    <a:pt x="6301" y="946"/>
                  </a:cubicBezTo>
                  <a:close/>
                  <a:moveTo>
                    <a:pt x="1260" y="0"/>
                  </a:moveTo>
                  <a:cubicBezTo>
                    <a:pt x="599" y="0"/>
                    <a:pt x="0" y="536"/>
                    <a:pt x="0" y="1261"/>
                  </a:cubicBezTo>
                  <a:lnTo>
                    <a:pt x="0" y="7719"/>
                  </a:lnTo>
                  <a:lnTo>
                    <a:pt x="12697" y="7719"/>
                  </a:lnTo>
                  <a:lnTo>
                    <a:pt x="12697" y="1261"/>
                  </a:lnTo>
                  <a:cubicBezTo>
                    <a:pt x="12697" y="536"/>
                    <a:pt x="12129" y="0"/>
                    <a:pt x="114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09" name="Google Shape;509;p36"/>
          <p:cNvGrpSpPr/>
          <p:nvPr/>
        </p:nvGrpSpPr>
        <p:grpSpPr>
          <a:xfrm>
            <a:off x="1476041" y="2538033"/>
            <a:ext cx="258323" cy="258976"/>
            <a:chOff x="-61784123" y="3377700"/>
            <a:chExt cx="316650" cy="317450"/>
          </a:xfrm>
        </p:grpSpPr>
        <p:sp>
          <p:nvSpPr>
            <p:cNvPr id="510" name="Google Shape;510;p36"/>
            <p:cNvSpPr/>
            <p:nvPr/>
          </p:nvSpPr>
          <p:spPr>
            <a:xfrm>
              <a:off x="-61688024" y="3460400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30" y="1"/>
                  </a:moveTo>
                  <a:cubicBezTo>
                    <a:pt x="252" y="442"/>
                    <a:pt x="0" y="1041"/>
                    <a:pt x="0" y="1671"/>
                  </a:cubicBezTo>
                  <a:cubicBezTo>
                    <a:pt x="0" y="1891"/>
                    <a:pt x="189" y="2049"/>
                    <a:pt x="441" y="2049"/>
                  </a:cubicBezTo>
                  <a:lnTo>
                    <a:pt x="4568" y="2049"/>
                  </a:lnTo>
                  <a:cubicBezTo>
                    <a:pt x="4820" y="2049"/>
                    <a:pt x="4978" y="1860"/>
                    <a:pt x="4978" y="1671"/>
                  </a:cubicBezTo>
                  <a:cubicBezTo>
                    <a:pt x="4978" y="1041"/>
                    <a:pt x="4726" y="442"/>
                    <a:pt x="4348" y="1"/>
                  </a:cubicBezTo>
                  <a:cubicBezTo>
                    <a:pt x="3875" y="568"/>
                    <a:pt x="3182" y="852"/>
                    <a:pt x="2489" y="852"/>
                  </a:cubicBezTo>
                  <a:cubicBezTo>
                    <a:pt x="1827" y="852"/>
                    <a:pt x="1134" y="568"/>
                    <a:pt x="63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1" name="Google Shape;511;p36"/>
            <p:cNvSpPr/>
            <p:nvPr/>
          </p:nvSpPr>
          <p:spPr>
            <a:xfrm>
              <a:off x="-61677798" y="3518900"/>
              <a:ext cx="104775" cy="61850"/>
            </a:xfrm>
            <a:custGeom>
              <a:avLst/>
              <a:gdLst/>
              <a:ahLst/>
              <a:cxnLst/>
              <a:rect l="l" t="t" r="r" b="b"/>
              <a:pathLst>
                <a:path w="4191" h="2474" extrusionOk="0">
                  <a:moveTo>
                    <a:pt x="2096" y="0"/>
                  </a:moveTo>
                  <a:cubicBezTo>
                    <a:pt x="1985" y="0"/>
                    <a:pt x="1875" y="40"/>
                    <a:pt x="1796" y="118"/>
                  </a:cubicBezTo>
                  <a:lnTo>
                    <a:pt x="158" y="1757"/>
                  </a:lnTo>
                  <a:cubicBezTo>
                    <a:pt x="1" y="1914"/>
                    <a:pt x="1" y="2198"/>
                    <a:pt x="158" y="2355"/>
                  </a:cubicBezTo>
                  <a:cubicBezTo>
                    <a:pt x="237" y="2434"/>
                    <a:pt x="339" y="2473"/>
                    <a:pt x="442" y="2473"/>
                  </a:cubicBezTo>
                  <a:cubicBezTo>
                    <a:pt x="544" y="2473"/>
                    <a:pt x="646" y="2434"/>
                    <a:pt x="725" y="2355"/>
                  </a:cubicBezTo>
                  <a:lnTo>
                    <a:pt x="2111" y="969"/>
                  </a:lnTo>
                  <a:lnTo>
                    <a:pt x="3498" y="2355"/>
                  </a:lnTo>
                  <a:cubicBezTo>
                    <a:pt x="3576" y="2434"/>
                    <a:pt x="3687" y="2473"/>
                    <a:pt x="3797" y="2473"/>
                  </a:cubicBezTo>
                  <a:cubicBezTo>
                    <a:pt x="3907" y="2473"/>
                    <a:pt x="4017" y="2434"/>
                    <a:pt x="4096" y="2355"/>
                  </a:cubicBezTo>
                  <a:cubicBezTo>
                    <a:pt x="4191" y="2198"/>
                    <a:pt x="4191" y="1914"/>
                    <a:pt x="4033" y="1757"/>
                  </a:cubicBezTo>
                  <a:lnTo>
                    <a:pt x="2395" y="118"/>
                  </a:lnTo>
                  <a:cubicBezTo>
                    <a:pt x="2316" y="40"/>
                    <a:pt x="2206" y="0"/>
                    <a:pt x="20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2" name="Google Shape;512;p36"/>
            <p:cNvSpPr/>
            <p:nvPr/>
          </p:nvSpPr>
          <p:spPr>
            <a:xfrm>
              <a:off x="-61667548" y="3377700"/>
              <a:ext cx="82700" cy="82725"/>
            </a:xfrm>
            <a:custGeom>
              <a:avLst/>
              <a:gdLst/>
              <a:ahLst/>
              <a:cxnLst/>
              <a:rect l="l" t="t" r="r" b="b"/>
              <a:pathLst>
                <a:path w="3307" h="3309" extrusionOk="0">
                  <a:moveTo>
                    <a:pt x="1670" y="1"/>
                  </a:moveTo>
                  <a:cubicBezTo>
                    <a:pt x="756" y="1"/>
                    <a:pt x="0" y="757"/>
                    <a:pt x="0" y="1671"/>
                  </a:cubicBezTo>
                  <a:cubicBezTo>
                    <a:pt x="0" y="2584"/>
                    <a:pt x="756" y="3309"/>
                    <a:pt x="1670" y="3309"/>
                  </a:cubicBezTo>
                  <a:cubicBezTo>
                    <a:pt x="2584" y="3309"/>
                    <a:pt x="3308" y="2584"/>
                    <a:pt x="3308" y="1671"/>
                  </a:cubicBezTo>
                  <a:cubicBezTo>
                    <a:pt x="3308" y="757"/>
                    <a:pt x="2584" y="1"/>
                    <a:pt x="16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3" name="Google Shape;513;p36"/>
            <p:cNvSpPr/>
            <p:nvPr/>
          </p:nvSpPr>
          <p:spPr>
            <a:xfrm>
              <a:off x="-61591149" y="3643150"/>
              <a:ext cx="123675" cy="51200"/>
            </a:xfrm>
            <a:custGeom>
              <a:avLst/>
              <a:gdLst/>
              <a:ahLst/>
              <a:cxnLst/>
              <a:rect l="l" t="t" r="r" b="b"/>
              <a:pathLst>
                <a:path w="4947" h="2048" extrusionOk="0">
                  <a:moveTo>
                    <a:pt x="630" y="0"/>
                  </a:moveTo>
                  <a:cubicBezTo>
                    <a:pt x="221" y="410"/>
                    <a:pt x="0" y="1008"/>
                    <a:pt x="0" y="1638"/>
                  </a:cubicBezTo>
                  <a:cubicBezTo>
                    <a:pt x="0" y="1890"/>
                    <a:pt x="189" y="2048"/>
                    <a:pt x="378" y="2048"/>
                  </a:cubicBezTo>
                  <a:lnTo>
                    <a:pt x="4505" y="2048"/>
                  </a:lnTo>
                  <a:cubicBezTo>
                    <a:pt x="4757" y="2048"/>
                    <a:pt x="4946" y="1827"/>
                    <a:pt x="4946" y="1638"/>
                  </a:cubicBezTo>
                  <a:cubicBezTo>
                    <a:pt x="4946" y="1008"/>
                    <a:pt x="4726" y="410"/>
                    <a:pt x="4316" y="0"/>
                  </a:cubicBezTo>
                  <a:cubicBezTo>
                    <a:pt x="3844" y="536"/>
                    <a:pt x="3182" y="819"/>
                    <a:pt x="2458" y="819"/>
                  </a:cubicBezTo>
                  <a:cubicBezTo>
                    <a:pt x="1796" y="819"/>
                    <a:pt x="1134" y="536"/>
                    <a:pt x="63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4" name="Google Shape;514;p36"/>
            <p:cNvSpPr/>
            <p:nvPr/>
          </p:nvSpPr>
          <p:spPr>
            <a:xfrm>
              <a:off x="-61570673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6" y="0"/>
                    <a:pt x="0" y="725"/>
                    <a:pt x="0" y="1638"/>
                  </a:cubicBezTo>
                  <a:cubicBezTo>
                    <a:pt x="0" y="2552"/>
                    <a:pt x="756" y="3308"/>
                    <a:pt x="1670" y="3308"/>
                  </a:cubicBezTo>
                  <a:cubicBezTo>
                    <a:pt x="2552" y="3308"/>
                    <a:pt x="3308" y="2552"/>
                    <a:pt x="3308" y="1638"/>
                  </a:cubicBezTo>
                  <a:cubicBezTo>
                    <a:pt x="3308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5" name="Google Shape;515;p36"/>
            <p:cNvSpPr/>
            <p:nvPr/>
          </p:nvSpPr>
          <p:spPr>
            <a:xfrm>
              <a:off x="-61784123" y="3643925"/>
              <a:ext cx="124450" cy="51225"/>
            </a:xfrm>
            <a:custGeom>
              <a:avLst/>
              <a:gdLst/>
              <a:ahLst/>
              <a:cxnLst/>
              <a:rect l="l" t="t" r="r" b="b"/>
              <a:pathLst>
                <a:path w="4978" h="2049" extrusionOk="0">
                  <a:moveTo>
                    <a:pt x="662" y="1"/>
                  </a:moveTo>
                  <a:cubicBezTo>
                    <a:pt x="252" y="442"/>
                    <a:pt x="32" y="1009"/>
                    <a:pt x="32" y="1639"/>
                  </a:cubicBezTo>
                  <a:cubicBezTo>
                    <a:pt x="0" y="1859"/>
                    <a:pt x="189" y="2048"/>
                    <a:pt x="410" y="2048"/>
                  </a:cubicBezTo>
                  <a:lnTo>
                    <a:pt x="4569" y="2048"/>
                  </a:lnTo>
                  <a:cubicBezTo>
                    <a:pt x="4789" y="2048"/>
                    <a:pt x="4978" y="1859"/>
                    <a:pt x="4978" y="1639"/>
                  </a:cubicBezTo>
                  <a:cubicBezTo>
                    <a:pt x="4978" y="1009"/>
                    <a:pt x="4758" y="442"/>
                    <a:pt x="4348" y="1"/>
                  </a:cubicBezTo>
                  <a:cubicBezTo>
                    <a:pt x="3876" y="536"/>
                    <a:pt x="3214" y="820"/>
                    <a:pt x="2521" y="820"/>
                  </a:cubicBezTo>
                  <a:cubicBezTo>
                    <a:pt x="1828" y="820"/>
                    <a:pt x="1166" y="536"/>
                    <a:pt x="66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6" name="Google Shape;516;p36"/>
            <p:cNvSpPr/>
            <p:nvPr/>
          </p:nvSpPr>
          <p:spPr>
            <a:xfrm>
              <a:off x="-61763647" y="3560450"/>
              <a:ext cx="82725" cy="82725"/>
            </a:xfrm>
            <a:custGeom>
              <a:avLst/>
              <a:gdLst/>
              <a:ahLst/>
              <a:cxnLst/>
              <a:rect l="l" t="t" r="r" b="b"/>
              <a:pathLst>
                <a:path w="3309" h="3309" extrusionOk="0">
                  <a:moveTo>
                    <a:pt x="1670" y="0"/>
                  </a:moveTo>
                  <a:cubicBezTo>
                    <a:pt x="757" y="0"/>
                    <a:pt x="1" y="725"/>
                    <a:pt x="1" y="1638"/>
                  </a:cubicBezTo>
                  <a:cubicBezTo>
                    <a:pt x="1" y="2552"/>
                    <a:pt x="757" y="3308"/>
                    <a:pt x="1670" y="3308"/>
                  </a:cubicBezTo>
                  <a:cubicBezTo>
                    <a:pt x="2552" y="3308"/>
                    <a:pt x="3309" y="2552"/>
                    <a:pt x="3309" y="1638"/>
                  </a:cubicBezTo>
                  <a:cubicBezTo>
                    <a:pt x="3309" y="725"/>
                    <a:pt x="2552" y="0"/>
                    <a:pt x="167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17" name="Google Shape;517;p36"/>
          <p:cNvGrpSpPr/>
          <p:nvPr/>
        </p:nvGrpSpPr>
        <p:grpSpPr>
          <a:xfrm>
            <a:off x="1478503" y="3672412"/>
            <a:ext cx="248145" cy="247508"/>
            <a:chOff x="944600" y="3981825"/>
            <a:chExt cx="297750" cy="296950"/>
          </a:xfrm>
        </p:grpSpPr>
        <p:sp>
          <p:nvSpPr>
            <p:cNvPr id="518" name="Google Shape;518;p36"/>
            <p:cNvSpPr/>
            <p:nvPr/>
          </p:nvSpPr>
          <p:spPr>
            <a:xfrm>
              <a:off x="944600" y="3981825"/>
              <a:ext cx="297750" cy="296950"/>
            </a:xfrm>
            <a:custGeom>
              <a:avLst/>
              <a:gdLst/>
              <a:ahLst/>
              <a:cxnLst/>
              <a:rect l="l" t="t" r="r" b="b"/>
              <a:pathLst>
                <a:path w="11910" h="11878" extrusionOk="0">
                  <a:moveTo>
                    <a:pt x="6333" y="1418"/>
                  </a:moveTo>
                  <a:cubicBezTo>
                    <a:pt x="8539" y="1575"/>
                    <a:pt x="10303" y="3340"/>
                    <a:pt x="10461" y="5545"/>
                  </a:cubicBezTo>
                  <a:lnTo>
                    <a:pt x="10146" y="5545"/>
                  </a:lnTo>
                  <a:cubicBezTo>
                    <a:pt x="9957" y="5545"/>
                    <a:pt x="9799" y="5702"/>
                    <a:pt x="9799" y="5892"/>
                  </a:cubicBezTo>
                  <a:cubicBezTo>
                    <a:pt x="9799" y="6081"/>
                    <a:pt x="9957" y="6238"/>
                    <a:pt x="10146" y="6238"/>
                  </a:cubicBezTo>
                  <a:lnTo>
                    <a:pt x="10461" y="6238"/>
                  </a:lnTo>
                  <a:cubicBezTo>
                    <a:pt x="10303" y="8443"/>
                    <a:pt x="8539" y="10239"/>
                    <a:pt x="6333" y="10397"/>
                  </a:cubicBezTo>
                  <a:lnTo>
                    <a:pt x="6333" y="10082"/>
                  </a:lnTo>
                  <a:cubicBezTo>
                    <a:pt x="6333" y="9861"/>
                    <a:pt x="6176" y="9704"/>
                    <a:pt x="5955" y="9704"/>
                  </a:cubicBezTo>
                  <a:cubicBezTo>
                    <a:pt x="5766" y="9704"/>
                    <a:pt x="5609" y="9861"/>
                    <a:pt x="5609" y="10082"/>
                  </a:cubicBezTo>
                  <a:lnTo>
                    <a:pt x="5609" y="10397"/>
                  </a:lnTo>
                  <a:cubicBezTo>
                    <a:pt x="3403" y="10239"/>
                    <a:pt x="1639" y="8443"/>
                    <a:pt x="1482" y="6238"/>
                  </a:cubicBezTo>
                  <a:lnTo>
                    <a:pt x="1797" y="6238"/>
                  </a:lnTo>
                  <a:cubicBezTo>
                    <a:pt x="1986" y="6238"/>
                    <a:pt x="2143" y="6081"/>
                    <a:pt x="2143" y="5892"/>
                  </a:cubicBezTo>
                  <a:cubicBezTo>
                    <a:pt x="2143" y="5702"/>
                    <a:pt x="1986" y="5545"/>
                    <a:pt x="1797" y="5545"/>
                  </a:cubicBezTo>
                  <a:lnTo>
                    <a:pt x="1482" y="5545"/>
                  </a:lnTo>
                  <a:cubicBezTo>
                    <a:pt x="1639" y="3340"/>
                    <a:pt x="3403" y="1575"/>
                    <a:pt x="5609" y="1418"/>
                  </a:cubicBezTo>
                  <a:lnTo>
                    <a:pt x="5609" y="1733"/>
                  </a:lnTo>
                  <a:cubicBezTo>
                    <a:pt x="5609" y="1922"/>
                    <a:pt x="5766" y="2079"/>
                    <a:pt x="5955" y="2079"/>
                  </a:cubicBezTo>
                  <a:cubicBezTo>
                    <a:pt x="6176" y="2079"/>
                    <a:pt x="6333" y="1922"/>
                    <a:pt x="6333" y="1733"/>
                  </a:cubicBezTo>
                  <a:lnTo>
                    <a:pt x="6333" y="1418"/>
                  </a:lnTo>
                  <a:close/>
                  <a:moveTo>
                    <a:pt x="5955" y="0"/>
                  </a:moveTo>
                  <a:cubicBezTo>
                    <a:pt x="5766" y="0"/>
                    <a:pt x="5609" y="126"/>
                    <a:pt x="5609" y="347"/>
                  </a:cubicBezTo>
                  <a:lnTo>
                    <a:pt x="5609" y="725"/>
                  </a:lnTo>
                  <a:cubicBezTo>
                    <a:pt x="2994" y="882"/>
                    <a:pt x="946" y="2962"/>
                    <a:pt x="757" y="5576"/>
                  </a:cubicBezTo>
                  <a:lnTo>
                    <a:pt x="379" y="5576"/>
                  </a:lnTo>
                  <a:cubicBezTo>
                    <a:pt x="158" y="5576"/>
                    <a:pt x="1" y="5734"/>
                    <a:pt x="1" y="5923"/>
                  </a:cubicBezTo>
                  <a:cubicBezTo>
                    <a:pt x="1" y="6112"/>
                    <a:pt x="158" y="6270"/>
                    <a:pt x="379" y="6270"/>
                  </a:cubicBezTo>
                  <a:lnTo>
                    <a:pt x="757" y="6270"/>
                  </a:lnTo>
                  <a:cubicBezTo>
                    <a:pt x="915" y="8884"/>
                    <a:pt x="2994" y="10932"/>
                    <a:pt x="5609" y="11121"/>
                  </a:cubicBezTo>
                  <a:lnTo>
                    <a:pt x="5609" y="11531"/>
                  </a:lnTo>
                  <a:cubicBezTo>
                    <a:pt x="5609" y="11720"/>
                    <a:pt x="5766" y="11877"/>
                    <a:pt x="5955" y="11877"/>
                  </a:cubicBezTo>
                  <a:cubicBezTo>
                    <a:pt x="6176" y="11877"/>
                    <a:pt x="6333" y="11720"/>
                    <a:pt x="6333" y="11531"/>
                  </a:cubicBezTo>
                  <a:lnTo>
                    <a:pt x="6333" y="11121"/>
                  </a:lnTo>
                  <a:cubicBezTo>
                    <a:pt x="8917" y="10964"/>
                    <a:pt x="10965" y="8884"/>
                    <a:pt x="11154" y="6270"/>
                  </a:cubicBezTo>
                  <a:lnTo>
                    <a:pt x="11563" y="6270"/>
                  </a:lnTo>
                  <a:cubicBezTo>
                    <a:pt x="11752" y="6270"/>
                    <a:pt x="11910" y="6112"/>
                    <a:pt x="11910" y="5923"/>
                  </a:cubicBezTo>
                  <a:cubicBezTo>
                    <a:pt x="11910" y="5734"/>
                    <a:pt x="11752" y="5576"/>
                    <a:pt x="11563" y="5576"/>
                  </a:cubicBezTo>
                  <a:lnTo>
                    <a:pt x="11154" y="5576"/>
                  </a:lnTo>
                  <a:cubicBezTo>
                    <a:pt x="10996" y="2962"/>
                    <a:pt x="8917" y="914"/>
                    <a:pt x="6333" y="725"/>
                  </a:cubicBezTo>
                  <a:lnTo>
                    <a:pt x="6333" y="347"/>
                  </a:lnTo>
                  <a:cubicBezTo>
                    <a:pt x="6333" y="126"/>
                    <a:pt x="6176" y="0"/>
                    <a:pt x="595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19" name="Google Shape;519;p36"/>
            <p:cNvSpPr/>
            <p:nvPr/>
          </p:nvSpPr>
          <p:spPr>
            <a:xfrm>
              <a:off x="1058025" y="4155875"/>
              <a:ext cx="72500" cy="52000"/>
            </a:xfrm>
            <a:custGeom>
              <a:avLst/>
              <a:gdLst/>
              <a:ahLst/>
              <a:cxnLst/>
              <a:rect l="l" t="t" r="r" b="b"/>
              <a:pathLst>
                <a:path w="2900" h="2080" extrusionOk="0">
                  <a:moveTo>
                    <a:pt x="1418" y="1"/>
                  </a:moveTo>
                  <a:cubicBezTo>
                    <a:pt x="851" y="1"/>
                    <a:pt x="316" y="347"/>
                    <a:pt x="127" y="914"/>
                  </a:cubicBezTo>
                  <a:cubicBezTo>
                    <a:pt x="1" y="1166"/>
                    <a:pt x="1" y="1450"/>
                    <a:pt x="95" y="1765"/>
                  </a:cubicBezTo>
                  <a:cubicBezTo>
                    <a:pt x="473" y="1954"/>
                    <a:pt x="946" y="2080"/>
                    <a:pt x="1418" y="2080"/>
                  </a:cubicBezTo>
                  <a:cubicBezTo>
                    <a:pt x="1891" y="2080"/>
                    <a:pt x="2332" y="1954"/>
                    <a:pt x="2773" y="1765"/>
                  </a:cubicBezTo>
                  <a:cubicBezTo>
                    <a:pt x="2899" y="1387"/>
                    <a:pt x="2805" y="946"/>
                    <a:pt x="2616" y="599"/>
                  </a:cubicBezTo>
                  <a:cubicBezTo>
                    <a:pt x="2332" y="221"/>
                    <a:pt x="1891" y="1"/>
                    <a:pt x="141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0" name="Google Shape;520;p36"/>
            <p:cNvSpPr/>
            <p:nvPr/>
          </p:nvSpPr>
          <p:spPr>
            <a:xfrm>
              <a:off x="1076150" y="4103900"/>
              <a:ext cx="35475" cy="35475"/>
            </a:xfrm>
            <a:custGeom>
              <a:avLst/>
              <a:gdLst/>
              <a:ahLst/>
              <a:cxnLst/>
              <a:rect l="l" t="t" r="r" b="b"/>
              <a:pathLst>
                <a:path w="1419" h="1419" extrusionOk="0">
                  <a:moveTo>
                    <a:pt x="693" y="0"/>
                  </a:moveTo>
                  <a:cubicBezTo>
                    <a:pt x="315" y="0"/>
                    <a:pt x="0" y="315"/>
                    <a:pt x="0" y="693"/>
                  </a:cubicBezTo>
                  <a:cubicBezTo>
                    <a:pt x="0" y="1103"/>
                    <a:pt x="315" y="1418"/>
                    <a:pt x="693" y="1418"/>
                  </a:cubicBezTo>
                  <a:cubicBezTo>
                    <a:pt x="1103" y="1355"/>
                    <a:pt x="1418" y="1040"/>
                    <a:pt x="1418" y="693"/>
                  </a:cubicBezTo>
                  <a:cubicBezTo>
                    <a:pt x="1418" y="315"/>
                    <a:pt x="1103" y="0"/>
                    <a:pt x="69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1" name="Google Shape;521;p36"/>
            <p:cNvSpPr/>
            <p:nvPr/>
          </p:nvSpPr>
          <p:spPr>
            <a:xfrm>
              <a:off x="1016275" y="4051125"/>
              <a:ext cx="155975" cy="137075"/>
            </a:xfrm>
            <a:custGeom>
              <a:avLst/>
              <a:gdLst/>
              <a:ahLst/>
              <a:cxnLst/>
              <a:rect l="l" t="t" r="r" b="b"/>
              <a:pathLst>
                <a:path w="6239" h="5483" extrusionOk="0">
                  <a:moveTo>
                    <a:pt x="3088" y="1"/>
                  </a:moveTo>
                  <a:cubicBezTo>
                    <a:pt x="1356" y="1"/>
                    <a:pt x="1" y="1387"/>
                    <a:pt x="1" y="3120"/>
                  </a:cubicBezTo>
                  <a:cubicBezTo>
                    <a:pt x="1" y="4033"/>
                    <a:pt x="379" y="4852"/>
                    <a:pt x="1041" y="5451"/>
                  </a:cubicBezTo>
                  <a:cubicBezTo>
                    <a:pt x="1041" y="5262"/>
                    <a:pt x="1104" y="5041"/>
                    <a:pt x="1167" y="4852"/>
                  </a:cubicBezTo>
                  <a:cubicBezTo>
                    <a:pt x="1324" y="4380"/>
                    <a:pt x="1671" y="4002"/>
                    <a:pt x="2112" y="3750"/>
                  </a:cubicBezTo>
                  <a:cubicBezTo>
                    <a:pt x="1891" y="3498"/>
                    <a:pt x="1734" y="3151"/>
                    <a:pt x="1734" y="2804"/>
                  </a:cubicBezTo>
                  <a:cubicBezTo>
                    <a:pt x="1734" y="2048"/>
                    <a:pt x="2364" y="1418"/>
                    <a:pt x="3088" y="1418"/>
                  </a:cubicBezTo>
                  <a:cubicBezTo>
                    <a:pt x="3845" y="1418"/>
                    <a:pt x="4475" y="2048"/>
                    <a:pt x="4475" y="2804"/>
                  </a:cubicBezTo>
                  <a:cubicBezTo>
                    <a:pt x="4475" y="3151"/>
                    <a:pt x="4317" y="3529"/>
                    <a:pt x="4097" y="3750"/>
                  </a:cubicBezTo>
                  <a:cubicBezTo>
                    <a:pt x="4349" y="3907"/>
                    <a:pt x="4632" y="4128"/>
                    <a:pt x="4790" y="4411"/>
                  </a:cubicBezTo>
                  <a:cubicBezTo>
                    <a:pt x="4979" y="4726"/>
                    <a:pt x="5105" y="5073"/>
                    <a:pt x="5136" y="5482"/>
                  </a:cubicBezTo>
                  <a:cubicBezTo>
                    <a:pt x="5766" y="4884"/>
                    <a:pt x="6207" y="4096"/>
                    <a:pt x="6207" y="3151"/>
                  </a:cubicBezTo>
                  <a:cubicBezTo>
                    <a:pt x="6239" y="1418"/>
                    <a:pt x="4821" y="1"/>
                    <a:pt x="308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22" name="Google Shape;522;p36"/>
          <p:cNvGrpSpPr/>
          <p:nvPr/>
        </p:nvGrpSpPr>
        <p:grpSpPr>
          <a:xfrm>
            <a:off x="1478757" y="4231607"/>
            <a:ext cx="247499" cy="229504"/>
            <a:chOff x="6543825" y="3202075"/>
            <a:chExt cx="296975" cy="275350"/>
          </a:xfrm>
        </p:grpSpPr>
        <p:sp>
          <p:nvSpPr>
            <p:cNvPr id="523" name="Google Shape;523;p36"/>
            <p:cNvSpPr/>
            <p:nvPr/>
          </p:nvSpPr>
          <p:spPr>
            <a:xfrm>
              <a:off x="6683250" y="3202075"/>
              <a:ext cx="17350" cy="43350"/>
            </a:xfrm>
            <a:custGeom>
              <a:avLst/>
              <a:gdLst/>
              <a:ahLst/>
              <a:cxnLst/>
              <a:rect l="l" t="t" r="r" b="b"/>
              <a:pathLst>
                <a:path w="694" h="1733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lnTo>
                    <a:pt x="0" y="1355"/>
                  </a:lnTo>
                  <a:cubicBezTo>
                    <a:pt x="0" y="1576"/>
                    <a:pt x="158" y="1733"/>
                    <a:pt x="347" y="1733"/>
                  </a:cubicBezTo>
                  <a:cubicBezTo>
                    <a:pt x="536" y="1733"/>
                    <a:pt x="693" y="1576"/>
                    <a:pt x="693" y="1355"/>
                  </a:cubicBezTo>
                  <a:lnTo>
                    <a:pt x="693" y="347"/>
                  </a:lnTo>
                  <a:cubicBezTo>
                    <a:pt x="693" y="158"/>
                    <a:pt x="536" y="0"/>
                    <a:pt x="34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4" name="Google Shape;524;p36"/>
            <p:cNvSpPr/>
            <p:nvPr/>
          </p:nvSpPr>
          <p:spPr>
            <a:xfrm>
              <a:off x="6613925" y="3236125"/>
              <a:ext cx="35475" cy="34700"/>
            </a:xfrm>
            <a:custGeom>
              <a:avLst/>
              <a:gdLst/>
              <a:ahLst/>
              <a:cxnLst/>
              <a:rect l="l" t="t" r="r" b="b"/>
              <a:pathLst>
                <a:path w="1419" h="1388" extrusionOk="0">
                  <a:moveTo>
                    <a:pt x="363" y="1"/>
                  </a:moveTo>
                  <a:cubicBezTo>
                    <a:pt x="276" y="1"/>
                    <a:pt x="190" y="40"/>
                    <a:pt x="127" y="119"/>
                  </a:cubicBezTo>
                  <a:cubicBezTo>
                    <a:pt x="1" y="245"/>
                    <a:pt x="1" y="466"/>
                    <a:pt x="127" y="592"/>
                  </a:cubicBezTo>
                  <a:lnTo>
                    <a:pt x="820" y="1316"/>
                  </a:lnTo>
                  <a:cubicBezTo>
                    <a:pt x="883" y="1364"/>
                    <a:pt x="969" y="1387"/>
                    <a:pt x="1056" y="1387"/>
                  </a:cubicBezTo>
                  <a:cubicBezTo>
                    <a:pt x="1143" y="1387"/>
                    <a:pt x="1229" y="1364"/>
                    <a:pt x="1292" y="1316"/>
                  </a:cubicBezTo>
                  <a:cubicBezTo>
                    <a:pt x="1418" y="1190"/>
                    <a:pt x="1418" y="938"/>
                    <a:pt x="1292" y="844"/>
                  </a:cubicBezTo>
                  <a:lnTo>
                    <a:pt x="599" y="119"/>
                  </a:lnTo>
                  <a:cubicBezTo>
                    <a:pt x="536" y="40"/>
                    <a:pt x="45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5" name="Google Shape;525;p36"/>
            <p:cNvSpPr/>
            <p:nvPr/>
          </p:nvSpPr>
          <p:spPr>
            <a:xfrm>
              <a:off x="6734425" y="3236425"/>
              <a:ext cx="35475" cy="34400"/>
            </a:xfrm>
            <a:custGeom>
              <a:avLst/>
              <a:gdLst/>
              <a:ahLst/>
              <a:cxnLst/>
              <a:rect l="l" t="t" r="r" b="b"/>
              <a:pathLst>
                <a:path w="1419" h="1376" extrusionOk="0">
                  <a:moveTo>
                    <a:pt x="1054" y="0"/>
                  </a:moveTo>
                  <a:cubicBezTo>
                    <a:pt x="976" y="0"/>
                    <a:pt x="894" y="33"/>
                    <a:pt x="820" y="107"/>
                  </a:cubicBezTo>
                  <a:lnTo>
                    <a:pt x="95" y="832"/>
                  </a:lnTo>
                  <a:cubicBezTo>
                    <a:pt x="1" y="926"/>
                    <a:pt x="1" y="1178"/>
                    <a:pt x="95" y="1304"/>
                  </a:cubicBezTo>
                  <a:cubicBezTo>
                    <a:pt x="158" y="1352"/>
                    <a:pt x="253" y="1375"/>
                    <a:pt x="344" y="1375"/>
                  </a:cubicBezTo>
                  <a:cubicBezTo>
                    <a:pt x="434" y="1375"/>
                    <a:pt x="521" y="1352"/>
                    <a:pt x="568" y="1304"/>
                  </a:cubicBezTo>
                  <a:lnTo>
                    <a:pt x="1293" y="580"/>
                  </a:lnTo>
                  <a:cubicBezTo>
                    <a:pt x="1419" y="454"/>
                    <a:pt x="1419" y="233"/>
                    <a:pt x="1293" y="107"/>
                  </a:cubicBezTo>
                  <a:cubicBezTo>
                    <a:pt x="1226" y="41"/>
                    <a:pt x="1142" y="0"/>
                    <a:pt x="105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6" name="Google Shape;526;p36"/>
            <p:cNvSpPr/>
            <p:nvPr/>
          </p:nvSpPr>
          <p:spPr>
            <a:xfrm>
              <a:off x="6805325" y="3322575"/>
              <a:ext cx="35475" cy="121325"/>
            </a:xfrm>
            <a:custGeom>
              <a:avLst/>
              <a:gdLst/>
              <a:ahLst/>
              <a:cxnLst/>
              <a:rect l="l" t="t" r="r" b="b"/>
              <a:pathLst>
                <a:path w="1419" h="4853" extrusionOk="0">
                  <a:moveTo>
                    <a:pt x="0" y="1"/>
                  </a:moveTo>
                  <a:lnTo>
                    <a:pt x="0" y="4852"/>
                  </a:lnTo>
                  <a:lnTo>
                    <a:pt x="1040" y="4852"/>
                  </a:lnTo>
                  <a:cubicBezTo>
                    <a:pt x="1261" y="4852"/>
                    <a:pt x="1418" y="4695"/>
                    <a:pt x="1418" y="4506"/>
                  </a:cubicBezTo>
                  <a:lnTo>
                    <a:pt x="1418" y="316"/>
                  </a:lnTo>
                  <a:cubicBezTo>
                    <a:pt x="1355" y="158"/>
                    <a:pt x="1198" y="1"/>
                    <a:pt x="104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7" name="Google Shape;527;p36"/>
            <p:cNvSpPr/>
            <p:nvPr/>
          </p:nvSpPr>
          <p:spPr>
            <a:xfrm>
              <a:off x="6543825" y="3323275"/>
              <a:ext cx="35475" cy="121400"/>
            </a:xfrm>
            <a:custGeom>
              <a:avLst/>
              <a:gdLst/>
              <a:ahLst/>
              <a:cxnLst/>
              <a:rect l="l" t="t" r="r" b="b"/>
              <a:pathLst>
                <a:path w="1419" h="4856" extrusionOk="0">
                  <a:moveTo>
                    <a:pt x="323" y="0"/>
                  </a:moveTo>
                  <a:cubicBezTo>
                    <a:pt x="132" y="0"/>
                    <a:pt x="1" y="149"/>
                    <a:pt x="1" y="351"/>
                  </a:cubicBezTo>
                  <a:lnTo>
                    <a:pt x="1" y="4509"/>
                  </a:lnTo>
                  <a:cubicBezTo>
                    <a:pt x="1" y="4698"/>
                    <a:pt x="158" y="4856"/>
                    <a:pt x="379" y="4856"/>
                  </a:cubicBezTo>
                  <a:lnTo>
                    <a:pt x="1418" y="4856"/>
                  </a:lnTo>
                  <a:lnTo>
                    <a:pt x="1418" y="4"/>
                  </a:lnTo>
                  <a:lnTo>
                    <a:pt x="379" y="4"/>
                  </a:lnTo>
                  <a:cubicBezTo>
                    <a:pt x="360" y="1"/>
                    <a:pt x="341" y="0"/>
                    <a:pt x="32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8" name="Google Shape;528;p36"/>
            <p:cNvSpPr/>
            <p:nvPr/>
          </p:nvSpPr>
          <p:spPr>
            <a:xfrm>
              <a:off x="6643075" y="3332025"/>
              <a:ext cx="143375" cy="104000"/>
            </a:xfrm>
            <a:custGeom>
              <a:avLst/>
              <a:gdLst/>
              <a:ahLst/>
              <a:cxnLst/>
              <a:rect l="l" t="t" r="r" b="b"/>
              <a:pathLst>
                <a:path w="5735" h="4160" extrusionOk="0">
                  <a:moveTo>
                    <a:pt x="1639" y="1"/>
                  </a:moveTo>
                  <a:cubicBezTo>
                    <a:pt x="1450" y="1"/>
                    <a:pt x="1198" y="158"/>
                    <a:pt x="1072" y="379"/>
                  </a:cubicBezTo>
                  <a:lnTo>
                    <a:pt x="0" y="2490"/>
                  </a:lnTo>
                  <a:cubicBezTo>
                    <a:pt x="158" y="2584"/>
                    <a:pt x="378" y="2616"/>
                    <a:pt x="567" y="2616"/>
                  </a:cubicBezTo>
                  <a:cubicBezTo>
                    <a:pt x="1072" y="2616"/>
                    <a:pt x="1544" y="2364"/>
                    <a:pt x="1796" y="1891"/>
                  </a:cubicBezTo>
                  <a:lnTo>
                    <a:pt x="2017" y="1418"/>
                  </a:lnTo>
                  <a:lnTo>
                    <a:pt x="2710" y="1418"/>
                  </a:lnTo>
                  <a:cubicBezTo>
                    <a:pt x="2899" y="1418"/>
                    <a:pt x="3056" y="1481"/>
                    <a:pt x="3182" y="1607"/>
                  </a:cubicBezTo>
                  <a:lnTo>
                    <a:pt x="5734" y="4159"/>
                  </a:lnTo>
                  <a:lnTo>
                    <a:pt x="573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29" name="Google Shape;529;p36"/>
            <p:cNvSpPr/>
            <p:nvPr/>
          </p:nvSpPr>
          <p:spPr>
            <a:xfrm>
              <a:off x="6595025" y="3288700"/>
              <a:ext cx="175675" cy="188725"/>
            </a:xfrm>
            <a:custGeom>
              <a:avLst/>
              <a:gdLst/>
              <a:ahLst/>
              <a:cxnLst/>
              <a:rect l="l" t="t" r="r" b="b"/>
              <a:pathLst>
                <a:path w="7027" h="7549" extrusionOk="0">
                  <a:moveTo>
                    <a:pt x="2206" y="1"/>
                  </a:moveTo>
                  <a:cubicBezTo>
                    <a:pt x="1828" y="1"/>
                    <a:pt x="1481" y="221"/>
                    <a:pt x="1261" y="568"/>
                  </a:cubicBezTo>
                  <a:lnTo>
                    <a:pt x="946" y="1198"/>
                  </a:lnTo>
                  <a:cubicBezTo>
                    <a:pt x="914" y="1324"/>
                    <a:pt x="757" y="1419"/>
                    <a:pt x="631" y="1419"/>
                  </a:cubicBezTo>
                  <a:lnTo>
                    <a:pt x="1" y="1419"/>
                  </a:lnTo>
                  <a:lnTo>
                    <a:pt x="1" y="6239"/>
                  </a:lnTo>
                  <a:lnTo>
                    <a:pt x="1576" y="6239"/>
                  </a:lnTo>
                  <a:lnTo>
                    <a:pt x="2584" y="7247"/>
                  </a:lnTo>
                  <a:cubicBezTo>
                    <a:pt x="2768" y="7431"/>
                    <a:pt x="3054" y="7548"/>
                    <a:pt x="3330" y="7548"/>
                  </a:cubicBezTo>
                  <a:cubicBezTo>
                    <a:pt x="3431" y="7548"/>
                    <a:pt x="3531" y="7533"/>
                    <a:pt x="3624" y="7499"/>
                  </a:cubicBezTo>
                  <a:lnTo>
                    <a:pt x="6585" y="6554"/>
                  </a:lnTo>
                  <a:cubicBezTo>
                    <a:pt x="6743" y="6522"/>
                    <a:pt x="6900" y="6396"/>
                    <a:pt x="7026" y="6302"/>
                  </a:cubicBezTo>
                  <a:lnTo>
                    <a:pt x="4537" y="3813"/>
                  </a:lnTo>
                  <a:lnTo>
                    <a:pt x="4380" y="3813"/>
                  </a:lnTo>
                  <a:lnTo>
                    <a:pt x="4348" y="3844"/>
                  </a:lnTo>
                  <a:cubicBezTo>
                    <a:pt x="4033" y="4506"/>
                    <a:pt x="3340" y="4947"/>
                    <a:pt x="2647" y="5042"/>
                  </a:cubicBezTo>
                  <a:cubicBezTo>
                    <a:pt x="2601" y="5044"/>
                    <a:pt x="2556" y="5046"/>
                    <a:pt x="2511" y="5046"/>
                  </a:cubicBezTo>
                  <a:cubicBezTo>
                    <a:pt x="2046" y="5046"/>
                    <a:pt x="1698" y="4899"/>
                    <a:pt x="1324" y="4727"/>
                  </a:cubicBezTo>
                  <a:cubicBezTo>
                    <a:pt x="1103" y="4632"/>
                    <a:pt x="1040" y="4412"/>
                    <a:pt x="1166" y="4254"/>
                  </a:cubicBezTo>
                  <a:lnTo>
                    <a:pt x="2363" y="1797"/>
                  </a:lnTo>
                  <a:cubicBezTo>
                    <a:pt x="2615" y="1324"/>
                    <a:pt x="3088" y="1041"/>
                    <a:pt x="3592" y="1041"/>
                  </a:cubicBezTo>
                  <a:lnTo>
                    <a:pt x="5104" y="1041"/>
                  </a:lnTo>
                  <a:cubicBezTo>
                    <a:pt x="5167" y="852"/>
                    <a:pt x="5262" y="631"/>
                    <a:pt x="5262" y="347"/>
                  </a:cubicBezTo>
                  <a:cubicBezTo>
                    <a:pt x="5262" y="158"/>
                    <a:pt x="5104" y="1"/>
                    <a:pt x="488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cxnSp>
        <p:nvCxnSpPr>
          <p:cNvPr id="530" name="Google Shape;530;p36"/>
          <p:cNvCxnSpPr/>
          <p:nvPr/>
        </p:nvCxnSpPr>
        <p:spPr>
          <a:xfrm>
            <a:off x="5334000" y="1962150"/>
            <a:ext cx="28500" cy="9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7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CHECKLIST </a:t>
            </a:r>
          </a:p>
        </p:txBody>
      </p:sp>
      <p:graphicFrame>
        <p:nvGraphicFramePr>
          <p:cNvPr id="536" name="Google Shape;536;p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6547878"/>
              </p:ext>
            </p:extLst>
          </p:nvPr>
        </p:nvGraphicFramePr>
        <p:xfrm>
          <a:off x="767438" y="1637150"/>
          <a:ext cx="7609125" cy="2042010"/>
        </p:xfrm>
        <a:graphic>
          <a:graphicData uri="http://schemas.openxmlformats.org/drawingml/2006/table">
            <a:tbl>
              <a:tblPr>
                <a:noFill/>
                <a:tableStyleId>{68BDA779-04AC-4773-87B4-97BF9D480309}</a:tableStyleId>
              </a:tblPr>
              <a:tblGrid>
                <a:gridCol w="152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1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1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 dirty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accent6"/>
                          </a:solidFill>
                          <a:latin typeface="Aharoni" panose="02010803020104030203" pitchFamily="2" charset="-79"/>
                          <a:ea typeface="Fresca" panose="02000506000000020003"/>
                          <a:cs typeface="Aharoni" panose="02010803020104030203" pitchFamily="2" charset="-79"/>
                          <a:sym typeface="Fresca" panose="02000506000000020003"/>
                        </a:rPr>
                        <a:t>STRATEGY 1</a:t>
                      </a:r>
                      <a:endParaRPr sz="1800" b="1" dirty="0">
                        <a:solidFill>
                          <a:schemeClr val="accent6"/>
                        </a:solidFill>
                        <a:latin typeface="Aharoni" panose="02010803020104030203" pitchFamily="2" charset="-79"/>
                        <a:ea typeface="Fresca" panose="02000506000000020003"/>
                        <a:cs typeface="Aharoni" panose="02010803020104030203" pitchFamily="2" charset="-79"/>
                        <a:sym typeface="Fresca" panose="02000506000000020003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accent6"/>
                          </a:solidFill>
                          <a:latin typeface="Aharoni" panose="02010803020104030203" pitchFamily="2" charset="-79"/>
                          <a:ea typeface="Fresca" panose="02000506000000020003"/>
                          <a:cs typeface="Aharoni" panose="02010803020104030203" pitchFamily="2" charset="-79"/>
                          <a:sym typeface="Fresca" panose="02000506000000020003"/>
                        </a:rPr>
                        <a:t>STRATEGY 2</a:t>
                      </a:r>
                      <a:endParaRPr sz="1800" b="1" dirty="0">
                        <a:solidFill>
                          <a:schemeClr val="accent6"/>
                        </a:solidFill>
                        <a:latin typeface="Aharoni" panose="02010803020104030203" pitchFamily="2" charset="-79"/>
                        <a:ea typeface="Fresca" panose="02000506000000020003"/>
                        <a:cs typeface="Aharoni" panose="02010803020104030203" pitchFamily="2" charset="-79"/>
                        <a:sym typeface="Fresca" panose="02000506000000020003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accent6"/>
                          </a:solidFill>
                          <a:latin typeface="Aharoni" panose="02010803020104030203" pitchFamily="2" charset="-79"/>
                          <a:ea typeface="Fresca" panose="02000506000000020003"/>
                          <a:cs typeface="Aharoni" panose="02010803020104030203" pitchFamily="2" charset="-79"/>
                          <a:sym typeface="Fresca" panose="02000506000000020003"/>
                        </a:rPr>
                        <a:t>STRATEGY 3</a:t>
                      </a:r>
                      <a:endParaRPr sz="1800" b="1" dirty="0">
                        <a:solidFill>
                          <a:schemeClr val="accent6"/>
                        </a:solidFill>
                        <a:latin typeface="Aharoni" panose="02010803020104030203" pitchFamily="2" charset="-79"/>
                        <a:ea typeface="Fresca" panose="02000506000000020003"/>
                        <a:cs typeface="Aharoni" panose="02010803020104030203" pitchFamily="2" charset="-79"/>
                        <a:sym typeface="Fresca" panose="02000506000000020003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800" b="1" dirty="0">
                          <a:solidFill>
                            <a:schemeClr val="accent6"/>
                          </a:solidFill>
                          <a:latin typeface="Aharoni" panose="02010803020104030203" pitchFamily="2" charset="-79"/>
                          <a:ea typeface="Fresca" panose="02000506000000020003"/>
                          <a:cs typeface="Aharoni" panose="02010803020104030203" pitchFamily="2" charset="-79"/>
                          <a:sym typeface="Fresca" panose="02000506000000020003"/>
                        </a:rPr>
                        <a:t>STRATEGY 4</a:t>
                      </a:r>
                      <a:endParaRPr sz="1800" b="1" dirty="0">
                        <a:solidFill>
                          <a:schemeClr val="accent6"/>
                        </a:solidFill>
                        <a:latin typeface="Aharoni" panose="02010803020104030203" pitchFamily="2" charset="-79"/>
                        <a:ea typeface="Fresca" panose="02000506000000020003"/>
                        <a:cs typeface="Aharoni" panose="02010803020104030203" pitchFamily="2" charset="-79"/>
                        <a:sym typeface="Fresca" panose="02000506000000020003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b="0" i="0">
                          <a:latin typeface="Arial" panose="020B0604020202020204" pitchFamily="34" charset="0"/>
                          <a:ea typeface="等线" panose="02010600030101010101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Task 1</a:t>
                      </a: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b="0" i="0">
                          <a:latin typeface="Arial" panose="020B0604020202020204" pitchFamily="34" charset="0"/>
                          <a:ea typeface="等线" panose="02010600030101010101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Task 2</a:t>
                      </a: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b="0" i="0">
                          <a:latin typeface="Arial" panose="020B0604020202020204" pitchFamily="34" charset="0"/>
                          <a:ea typeface="等线" panose="02010600030101010101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Task 3</a:t>
                      </a: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b="0" i="0">
                          <a:latin typeface="Arial" panose="020B0604020202020204" pitchFamily="34" charset="0"/>
                          <a:ea typeface="等线" panose="02010600030101010101" charset="-122"/>
                          <a:cs typeface="Arial" panose="020B0604020202020204" pitchFamily="34" charset="0"/>
                          <a:sym typeface="等线" panose="02010600030101010101" charset="-122"/>
                        </a:rPr>
                        <a:t>Task 4</a:t>
                      </a: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b="0" i="0" dirty="0">
                        <a:latin typeface="Arial" panose="020B0604020202020204" pitchFamily="34" charset="0"/>
                        <a:ea typeface="等线" panose="02010600030101010101" charset="-122"/>
                        <a:cs typeface="Arial" panose="020B0604020202020204" pitchFamily="34" charset="0"/>
                        <a:sym typeface="等线" panose="02010600030101010101" charset="-122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7" name="Google Shape;537;p37"/>
          <p:cNvSpPr/>
          <p:nvPr/>
        </p:nvSpPr>
        <p:spPr>
          <a:xfrm>
            <a:off x="3044499" y="2709702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3051740" y="2309475"/>
            <a:ext cx="102023" cy="100364"/>
          </a:xfrm>
          <a:custGeom>
            <a:avLst/>
            <a:gdLst/>
            <a:ahLst/>
            <a:cxnLst/>
            <a:rect l="l" t="t" r="r" b="b"/>
            <a:pathLst>
              <a:path w="6580" h="6472" extrusionOk="0">
                <a:moveTo>
                  <a:pt x="618" y="1"/>
                </a:moveTo>
                <a:cubicBezTo>
                  <a:pt x="474" y="1"/>
                  <a:pt x="329" y="56"/>
                  <a:pt x="220" y="165"/>
                </a:cubicBezTo>
                <a:cubicBezTo>
                  <a:pt x="3" y="385"/>
                  <a:pt x="0" y="737"/>
                  <a:pt x="214" y="957"/>
                </a:cubicBezTo>
                <a:lnTo>
                  <a:pt x="2093" y="2836"/>
                </a:lnTo>
                <a:cubicBezTo>
                  <a:pt x="2313" y="3059"/>
                  <a:pt x="2313" y="3414"/>
                  <a:pt x="2093" y="3637"/>
                </a:cubicBezTo>
                <a:lnTo>
                  <a:pt x="214" y="5516"/>
                </a:lnTo>
                <a:cubicBezTo>
                  <a:pt x="0" y="5736"/>
                  <a:pt x="3" y="6088"/>
                  <a:pt x="220" y="6308"/>
                </a:cubicBezTo>
                <a:cubicBezTo>
                  <a:pt x="329" y="6418"/>
                  <a:pt x="474" y="6473"/>
                  <a:pt x="618" y="6473"/>
                </a:cubicBezTo>
                <a:cubicBezTo>
                  <a:pt x="760" y="6473"/>
                  <a:pt x="902" y="6420"/>
                  <a:pt x="1012" y="6314"/>
                </a:cubicBezTo>
                <a:lnTo>
                  <a:pt x="1018" y="6308"/>
                </a:lnTo>
                <a:lnTo>
                  <a:pt x="2897" y="4495"/>
                </a:lnTo>
                <a:cubicBezTo>
                  <a:pt x="3007" y="4390"/>
                  <a:pt x="3148" y="4337"/>
                  <a:pt x="3290" y="4337"/>
                </a:cubicBezTo>
                <a:cubicBezTo>
                  <a:pt x="3431" y="4337"/>
                  <a:pt x="3573" y="4390"/>
                  <a:pt x="3683" y="4495"/>
                </a:cubicBezTo>
                <a:lnTo>
                  <a:pt x="5562" y="6308"/>
                </a:lnTo>
                <a:lnTo>
                  <a:pt x="5568" y="6314"/>
                </a:lnTo>
                <a:cubicBezTo>
                  <a:pt x="5678" y="6420"/>
                  <a:pt x="5820" y="6473"/>
                  <a:pt x="5962" y="6473"/>
                </a:cubicBezTo>
                <a:cubicBezTo>
                  <a:pt x="6106" y="6473"/>
                  <a:pt x="6250" y="6418"/>
                  <a:pt x="6360" y="6308"/>
                </a:cubicBezTo>
                <a:cubicBezTo>
                  <a:pt x="6577" y="6088"/>
                  <a:pt x="6580" y="5736"/>
                  <a:pt x="6366" y="5516"/>
                </a:cubicBezTo>
                <a:lnTo>
                  <a:pt x="4487" y="3637"/>
                </a:lnTo>
                <a:cubicBezTo>
                  <a:pt x="4267" y="3414"/>
                  <a:pt x="4267" y="3059"/>
                  <a:pt x="4487" y="2836"/>
                </a:cubicBezTo>
                <a:lnTo>
                  <a:pt x="6366" y="957"/>
                </a:lnTo>
                <a:cubicBezTo>
                  <a:pt x="6580" y="737"/>
                  <a:pt x="6577" y="385"/>
                  <a:pt x="6360" y="165"/>
                </a:cubicBezTo>
                <a:cubicBezTo>
                  <a:pt x="6250" y="56"/>
                  <a:pt x="6106" y="1"/>
                  <a:pt x="5962" y="1"/>
                </a:cubicBezTo>
                <a:cubicBezTo>
                  <a:pt x="5820" y="1"/>
                  <a:pt x="5678" y="53"/>
                  <a:pt x="5568" y="159"/>
                </a:cubicBezTo>
                <a:lnTo>
                  <a:pt x="5562" y="165"/>
                </a:lnTo>
                <a:lnTo>
                  <a:pt x="3683" y="1978"/>
                </a:lnTo>
                <a:cubicBezTo>
                  <a:pt x="3573" y="2083"/>
                  <a:pt x="3431" y="2136"/>
                  <a:pt x="3290" y="2136"/>
                </a:cubicBezTo>
                <a:cubicBezTo>
                  <a:pt x="3148" y="2136"/>
                  <a:pt x="3007" y="2083"/>
                  <a:pt x="2897" y="1978"/>
                </a:cubicBezTo>
                <a:lnTo>
                  <a:pt x="1018" y="165"/>
                </a:lnTo>
                <a:lnTo>
                  <a:pt x="1012" y="159"/>
                </a:lnTo>
                <a:cubicBezTo>
                  <a:pt x="902" y="53"/>
                  <a:pt x="760" y="1"/>
                  <a:pt x="61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3044499" y="309872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3044499" y="348773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1" name="Google Shape;541;p37"/>
          <p:cNvSpPr/>
          <p:nvPr/>
        </p:nvSpPr>
        <p:spPr>
          <a:xfrm>
            <a:off x="4517259" y="2698500"/>
            <a:ext cx="102023" cy="100364"/>
          </a:xfrm>
          <a:custGeom>
            <a:avLst/>
            <a:gdLst/>
            <a:ahLst/>
            <a:cxnLst/>
            <a:rect l="l" t="t" r="r" b="b"/>
            <a:pathLst>
              <a:path w="6580" h="6472" extrusionOk="0">
                <a:moveTo>
                  <a:pt x="618" y="1"/>
                </a:moveTo>
                <a:cubicBezTo>
                  <a:pt x="474" y="1"/>
                  <a:pt x="329" y="56"/>
                  <a:pt x="220" y="165"/>
                </a:cubicBezTo>
                <a:cubicBezTo>
                  <a:pt x="3" y="385"/>
                  <a:pt x="0" y="737"/>
                  <a:pt x="214" y="957"/>
                </a:cubicBezTo>
                <a:lnTo>
                  <a:pt x="2093" y="2836"/>
                </a:lnTo>
                <a:cubicBezTo>
                  <a:pt x="2313" y="3059"/>
                  <a:pt x="2313" y="3414"/>
                  <a:pt x="2093" y="3637"/>
                </a:cubicBezTo>
                <a:lnTo>
                  <a:pt x="214" y="5516"/>
                </a:lnTo>
                <a:cubicBezTo>
                  <a:pt x="0" y="5736"/>
                  <a:pt x="3" y="6088"/>
                  <a:pt x="220" y="6308"/>
                </a:cubicBezTo>
                <a:cubicBezTo>
                  <a:pt x="329" y="6418"/>
                  <a:pt x="474" y="6473"/>
                  <a:pt x="618" y="6473"/>
                </a:cubicBezTo>
                <a:cubicBezTo>
                  <a:pt x="760" y="6473"/>
                  <a:pt x="902" y="6420"/>
                  <a:pt x="1012" y="6314"/>
                </a:cubicBezTo>
                <a:lnTo>
                  <a:pt x="1018" y="6308"/>
                </a:lnTo>
                <a:lnTo>
                  <a:pt x="2897" y="4495"/>
                </a:lnTo>
                <a:cubicBezTo>
                  <a:pt x="3007" y="4390"/>
                  <a:pt x="3148" y="4337"/>
                  <a:pt x="3290" y="4337"/>
                </a:cubicBezTo>
                <a:cubicBezTo>
                  <a:pt x="3431" y="4337"/>
                  <a:pt x="3573" y="4390"/>
                  <a:pt x="3683" y="4495"/>
                </a:cubicBezTo>
                <a:lnTo>
                  <a:pt x="5562" y="6308"/>
                </a:lnTo>
                <a:lnTo>
                  <a:pt x="5568" y="6314"/>
                </a:lnTo>
                <a:cubicBezTo>
                  <a:pt x="5678" y="6420"/>
                  <a:pt x="5820" y="6473"/>
                  <a:pt x="5962" y="6473"/>
                </a:cubicBezTo>
                <a:cubicBezTo>
                  <a:pt x="6106" y="6473"/>
                  <a:pt x="6250" y="6418"/>
                  <a:pt x="6360" y="6308"/>
                </a:cubicBezTo>
                <a:cubicBezTo>
                  <a:pt x="6577" y="6088"/>
                  <a:pt x="6580" y="5736"/>
                  <a:pt x="6366" y="5516"/>
                </a:cubicBezTo>
                <a:lnTo>
                  <a:pt x="4487" y="3637"/>
                </a:lnTo>
                <a:cubicBezTo>
                  <a:pt x="4267" y="3414"/>
                  <a:pt x="4267" y="3059"/>
                  <a:pt x="4487" y="2836"/>
                </a:cubicBezTo>
                <a:lnTo>
                  <a:pt x="6366" y="957"/>
                </a:lnTo>
                <a:cubicBezTo>
                  <a:pt x="6580" y="737"/>
                  <a:pt x="6577" y="385"/>
                  <a:pt x="6360" y="165"/>
                </a:cubicBezTo>
                <a:cubicBezTo>
                  <a:pt x="6250" y="56"/>
                  <a:pt x="6106" y="1"/>
                  <a:pt x="5962" y="1"/>
                </a:cubicBezTo>
                <a:cubicBezTo>
                  <a:pt x="5820" y="1"/>
                  <a:pt x="5678" y="53"/>
                  <a:pt x="5568" y="159"/>
                </a:cubicBezTo>
                <a:lnTo>
                  <a:pt x="5562" y="165"/>
                </a:lnTo>
                <a:lnTo>
                  <a:pt x="3683" y="1978"/>
                </a:lnTo>
                <a:cubicBezTo>
                  <a:pt x="3573" y="2083"/>
                  <a:pt x="3431" y="2136"/>
                  <a:pt x="3290" y="2136"/>
                </a:cubicBezTo>
                <a:cubicBezTo>
                  <a:pt x="3148" y="2136"/>
                  <a:pt x="3007" y="2083"/>
                  <a:pt x="2897" y="1978"/>
                </a:cubicBezTo>
                <a:lnTo>
                  <a:pt x="1018" y="165"/>
                </a:lnTo>
                <a:lnTo>
                  <a:pt x="1012" y="159"/>
                </a:lnTo>
                <a:cubicBezTo>
                  <a:pt x="902" y="53"/>
                  <a:pt x="760" y="1"/>
                  <a:pt x="61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2" name="Google Shape;542;p37"/>
          <p:cNvSpPr/>
          <p:nvPr/>
        </p:nvSpPr>
        <p:spPr>
          <a:xfrm>
            <a:off x="5972653" y="3476550"/>
            <a:ext cx="102023" cy="100364"/>
          </a:xfrm>
          <a:custGeom>
            <a:avLst/>
            <a:gdLst/>
            <a:ahLst/>
            <a:cxnLst/>
            <a:rect l="l" t="t" r="r" b="b"/>
            <a:pathLst>
              <a:path w="6580" h="6472" extrusionOk="0">
                <a:moveTo>
                  <a:pt x="618" y="1"/>
                </a:moveTo>
                <a:cubicBezTo>
                  <a:pt x="474" y="1"/>
                  <a:pt x="329" y="56"/>
                  <a:pt x="220" y="165"/>
                </a:cubicBezTo>
                <a:cubicBezTo>
                  <a:pt x="3" y="385"/>
                  <a:pt x="0" y="737"/>
                  <a:pt x="214" y="957"/>
                </a:cubicBezTo>
                <a:lnTo>
                  <a:pt x="2093" y="2836"/>
                </a:lnTo>
                <a:cubicBezTo>
                  <a:pt x="2313" y="3059"/>
                  <a:pt x="2313" y="3414"/>
                  <a:pt x="2093" y="3637"/>
                </a:cubicBezTo>
                <a:lnTo>
                  <a:pt x="214" y="5516"/>
                </a:lnTo>
                <a:cubicBezTo>
                  <a:pt x="0" y="5736"/>
                  <a:pt x="3" y="6088"/>
                  <a:pt x="220" y="6308"/>
                </a:cubicBezTo>
                <a:cubicBezTo>
                  <a:pt x="329" y="6418"/>
                  <a:pt x="474" y="6473"/>
                  <a:pt x="618" y="6473"/>
                </a:cubicBezTo>
                <a:cubicBezTo>
                  <a:pt x="760" y="6473"/>
                  <a:pt x="902" y="6420"/>
                  <a:pt x="1012" y="6314"/>
                </a:cubicBezTo>
                <a:lnTo>
                  <a:pt x="1018" y="6308"/>
                </a:lnTo>
                <a:lnTo>
                  <a:pt x="2897" y="4495"/>
                </a:lnTo>
                <a:cubicBezTo>
                  <a:pt x="3007" y="4390"/>
                  <a:pt x="3148" y="4337"/>
                  <a:pt x="3290" y="4337"/>
                </a:cubicBezTo>
                <a:cubicBezTo>
                  <a:pt x="3431" y="4337"/>
                  <a:pt x="3573" y="4390"/>
                  <a:pt x="3683" y="4495"/>
                </a:cubicBezTo>
                <a:lnTo>
                  <a:pt x="5562" y="6308"/>
                </a:lnTo>
                <a:lnTo>
                  <a:pt x="5568" y="6314"/>
                </a:lnTo>
                <a:cubicBezTo>
                  <a:pt x="5678" y="6420"/>
                  <a:pt x="5820" y="6473"/>
                  <a:pt x="5962" y="6473"/>
                </a:cubicBezTo>
                <a:cubicBezTo>
                  <a:pt x="6106" y="6473"/>
                  <a:pt x="6250" y="6418"/>
                  <a:pt x="6360" y="6308"/>
                </a:cubicBezTo>
                <a:cubicBezTo>
                  <a:pt x="6577" y="6088"/>
                  <a:pt x="6580" y="5736"/>
                  <a:pt x="6366" y="5516"/>
                </a:cubicBezTo>
                <a:lnTo>
                  <a:pt x="4487" y="3637"/>
                </a:lnTo>
                <a:cubicBezTo>
                  <a:pt x="4267" y="3414"/>
                  <a:pt x="4267" y="3059"/>
                  <a:pt x="4487" y="2836"/>
                </a:cubicBezTo>
                <a:lnTo>
                  <a:pt x="6366" y="957"/>
                </a:lnTo>
                <a:cubicBezTo>
                  <a:pt x="6580" y="737"/>
                  <a:pt x="6577" y="385"/>
                  <a:pt x="6360" y="165"/>
                </a:cubicBezTo>
                <a:cubicBezTo>
                  <a:pt x="6250" y="56"/>
                  <a:pt x="6106" y="1"/>
                  <a:pt x="5962" y="1"/>
                </a:cubicBezTo>
                <a:cubicBezTo>
                  <a:pt x="5820" y="1"/>
                  <a:pt x="5678" y="53"/>
                  <a:pt x="5568" y="159"/>
                </a:cubicBezTo>
                <a:lnTo>
                  <a:pt x="5562" y="165"/>
                </a:lnTo>
                <a:lnTo>
                  <a:pt x="3683" y="1978"/>
                </a:lnTo>
                <a:cubicBezTo>
                  <a:pt x="3573" y="2083"/>
                  <a:pt x="3431" y="2136"/>
                  <a:pt x="3290" y="2136"/>
                </a:cubicBezTo>
                <a:cubicBezTo>
                  <a:pt x="3148" y="2136"/>
                  <a:pt x="3007" y="2083"/>
                  <a:pt x="2897" y="1978"/>
                </a:cubicBezTo>
                <a:lnTo>
                  <a:pt x="1018" y="165"/>
                </a:lnTo>
                <a:lnTo>
                  <a:pt x="1012" y="159"/>
                </a:lnTo>
                <a:cubicBezTo>
                  <a:pt x="902" y="53"/>
                  <a:pt x="760" y="1"/>
                  <a:pt x="61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3" name="Google Shape;543;p37"/>
          <p:cNvSpPr/>
          <p:nvPr/>
        </p:nvSpPr>
        <p:spPr>
          <a:xfrm>
            <a:off x="4510018" y="232067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4" name="Google Shape;544;p37"/>
          <p:cNvSpPr/>
          <p:nvPr/>
        </p:nvSpPr>
        <p:spPr>
          <a:xfrm>
            <a:off x="4510018" y="309872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5" name="Google Shape;545;p37"/>
          <p:cNvSpPr/>
          <p:nvPr/>
        </p:nvSpPr>
        <p:spPr>
          <a:xfrm>
            <a:off x="7428053" y="2309475"/>
            <a:ext cx="102023" cy="100364"/>
          </a:xfrm>
          <a:custGeom>
            <a:avLst/>
            <a:gdLst/>
            <a:ahLst/>
            <a:cxnLst/>
            <a:rect l="l" t="t" r="r" b="b"/>
            <a:pathLst>
              <a:path w="6580" h="6472" extrusionOk="0">
                <a:moveTo>
                  <a:pt x="618" y="1"/>
                </a:moveTo>
                <a:cubicBezTo>
                  <a:pt x="474" y="1"/>
                  <a:pt x="329" y="56"/>
                  <a:pt x="220" y="165"/>
                </a:cubicBezTo>
                <a:cubicBezTo>
                  <a:pt x="3" y="385"/>
                  <a:pt x="0" y="737"/>
                  <a:pt x="214" y="957"/>
                </a:cubicBezTo>
                <a:lnTo>
                  <a:pt x="2093" y="2836"/>
                </a:lnTo>
                <a:cubicBezTo>
                  <a:pt x="2313" y="3059"/>
                  <a:pt x="2313" y="3414"/>
                  <a:pt x="2093" y="3637"/>
                </a:cubicBezTo>
                <a:lnTo>
                  <a:pt x="214" y="5516"/>
                </a:lnTo>
                <a:cubicBezTo>
                  <a:pt x="0" y="5736"/>
                  <a:pt x="3" y="6088"/>
                  <a:pt x="220" y="6308"/>
                </a:cubicBezTo>
                <a:cubicBezTo>
                  <a:pt x="329" y="6418"/>
                  <a:pt x="474" y="6473"/>
                  <a:pt x="618" y="6473"/>
                </a:cubicBezTo>
                <a:cubicBezTo>
                  <a:pt x="760" y="6473"/>
                  <a:pt x="902" y="6420"/>
                  <a:pt x="1012" y="6314"/>
                </a:cubicBezTo>
                <a:lnTo>
                  <a:pt x="1018" y="6308"/>
                </a:lnTo>
                <a:lnTo>
                  <a:pt x="2897" y="4495"/>
                </a:lnTo>
                <a:cubicBezTo>
                  <a:pt x="3007" y="4390"/>
                  <a:pt x="3148" y="4337"/>
                  <a:pt x="3290" y="4337"/>
                </a:cubicBezTo>
                <a:cubicBezTo>
                  <a:pt x="3431" y="4337"/>
                  <a:pt x="3573" y="4390"/>
                  <a:pt x="3683" y="4495"/>
                </a:cubicBezTo>
                <a:lnTo>
                  <a:pt x="5562" y="6308"/>
                </a:lnTo>
                <a:lnTo>
                  <a:pt x="5568" y="6314"/>
                </a:lnTo>
                <a:cubicBezTo>
                  <a:pt x="5678" y="6420"/>
                  <a:pt x="5820" y="6473"/>
                  <a:pt x="5962" y="6473"/>
                </a:cubicBezTo>
                <a:cubicBezTo>
                  <a:pt x="6106" y="6473"/>
                  <a:pt x="6250" y="6418"/>
                  <a:pt x="6360" y="6308"/>
                </a:cubicBezTo>
                <a:cubicBezTo>
                  <a:pt x="6577" y="6088"/>
                  <a:pt x="6580" y="5736"/>
                  <a:pt x="6366" y="5516"/>
                </a:cubicBezTo>
                <a:lnTo>
                  <a:pt x="4487" y="3637"/>
                </a:lnTo>
                <a:cubicBezTo>
                  <a:pt x="4267" y="3414"/>
                  <a:pt x="4267" y="3059"/>
                  <a:pt x="4487" y="2836"/>
                </a:cubicBezTo>
                <a:lnTo>
                  <a:pt x="6366" y="957"/>
                </a:lnTo>
                <a:cubicBezTo>
                  <a:pt x="6580" y="737"/>
                  <a:pt x="6577" y="385"/>
                  <a:pt x="6360" y="165"/>
                </a:cubicBezTo>
                <a:cubicBezTo>
                  <a:pt x="6250" y="56"/>
                  <a:pt x="6106" y="1"/>
                  <a:pt x="5962" y="1"/>
                </a:cubicBezTo>
                <a:cubicBezTo>
                  <a:pt x="5820" y="1"/>
                  <a:pt x="5678" y="53"/>
                  <a:pt x="5568" y="159"/>
                </a:cubicBezTo>
                <a:lnTo>
                  <a:pt x="5562" y="165"/>
                </a:lnTo>
                <a:lnTo>
                  <a:pt x="3683" y="1978"/>
                </a:lnTo>
                <a:cubicBezTo>
                  <a:pt x="3573" y="2083"/>
                  <a:pt x="3431" y="2136"/>
                  <a:pt x="3290" y="2136"/>
                </a:cubicBezTo>
                <a:cubicBezTo>
                  <a:pt x="3148" y="2136"/>
                  <a:pt x="3007" y="2083"/>
                  <a:pt x="2897" y="1978"/>
                </a:cubicBezTo>
                <a:lnTo>
                  <a:pt x="1018" y="165"/>
                </a:lnTo>
                <a:lnTo>
                  <a:pt x="1012" y="159"/>
                </a:lnTo>
                <a:cubicBezTo>
                  <a:pt x="902" y="53"/>
                  <a:pt x="760" y="1"/>
                  <a:pt x="61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6" name="Google Shape;546;p37"/>
          <p:cNvSpPr/>
          <p:nvPr/>
        </p:nvSpPr>
        <p:spPr>
          <a:xfrm>
            <a:off x="4517259" y="3476550"/>
            <a:ext cx="102023" cy="100364"/>
          </a:xfrm>
          <a:custGeom>
            <a:avLst/>
            <a:gdLst/>
            <a:ahLst/>
            <a:cxnLst/>
            <a:rect l="l" t="t" r="r" b="b"/>
            <a:pathLst>
              <a:path w="6580" h="6472" extrusionOk="0">
                <a:moveTo>
                  <a:pt x="618" y="1"/>
                </a:moveTo>
                <a:cubicBezTo>
                  <a:pt x="474" y="1"/>
                  <a:pt x="329" y="56"/>
                  <a:pt x="220" y="165"/>
                </a:cubicBezTo>
                <a:cubicBezTo>
                  <a:pt x="3" y="385"/>
                  <a:pt x="0" y="737"/>
                  <a:pt x="214" y="957"/>
                </a:cubicBezTo>
                <a:lnTo>
                  <a:pt x="2093" y="2836"/>
                </a:lnTo>
                <a:cubicBezTo>
                  <a:pt x="2313" y="3059"/>
                  <a:pt x="2313" y="3414"/>
                  <a:pt x="2093" y="3637"/>
                </a:cubicBezTo>
                <a:lnTo>
                  <a:pt x="214" y="5516"/>
                </a:lnTo>
                <a:cubicBezTo>
                  <a:pt x="0" y="5736"/>
                  <a:pt x="3" y="6088"/>
                  <a:pt x="220" y="6308"/>
                </a:cubicBezTo>
                <a:cubicBezTo>
                  <a:pt x="329" y="6418"/>
                  <a:pt x="474" y="6473"/>
                  <a:pt x="618" y="6473"/>
                </a:cubicBezTo>
                <a:cubicBezTo>
                  <a:pt x="760" y="6473"/>
                  <a:pt x="902" y="6420"/>
                  <a:pt x="1012" y="6314"/>
                </a:cubicBezTo>
                <a:lnTo>
                  <a:pt x="1018" y="6308"/>
                </a:lnTo>
                <a:lnTo>
                  <a:pt x="2897" y="4495"/>
                </a:lnTo>
                <a:cubicBezTo>
                  <a:pt x="3007" y="4390"/>
                  <a:pt x="3148" y="4337"/>
                  <a:pt x="3290" y="4337"/>
                </a:cubicBezTo>
                <a:cubicBezTo>
                  <a:pt x="3431" y="4337"/>
                  <a:pt x="3573" y="4390"/>
                  <a:pt x="3683" y="4495"/>
                </a:cubicBezTo>
                <a:lnTo>
                  <a:pt x="5562" y="6308"/>
                </a:lnTo>
                <a:lnTo>
                  <a:pt x="5568" y="6314"/>
                </a:lnTo>
                <a:cubicBezTo>
                  <a:pt x="5678" y="6420"/>
                  <a:pt x="5820" y="6473"/>
                  <a:pt x="5962" y="6473"/>
                </a:cubicBezTo>
                <a:cubicBezTo>
                  <a:pt x="6106" y="6473"/>
                  <a:pt x="6250" y="6418"/>
                  <a:pt x="6360" y="6308"/>
                </a:cubicBezTo>
                <a:cubicBezTo>
                  <a:pt x="6577" y="6088"/>
                  <a:pt x="6580" y="5736"/>
                  <a:pt x="6366" y="5516"/>
                </a:cubicBezTo>
                <a:lnTo>
                  <a:pt x="4487" y="3637"/>
                </a:lnTo>
                <a:cubicBezTo>
                  <a:pt x="4267" y="3414"/>
                  <a:pt x="4267" y="3059"/>
                  <a:pt x="4487" y="2836"/>
                </a:cubicBezTo>
                <a:lnTo>
                  <a:pt x="6366" y="957"/>
                </a:lnTo>
                <a:cubicBezTo>
                  <a:pt x="6580" y="737"/>
                  <a:pt x="6577" y="385"/>
                  <a:pt x="6360" y="165"/>
                </a:cubicBezTo>
                <a:cubicBezTo>
                  <a:pt x="6250" y="56"/>
                  <a:pt x="6106" y="1"/>
                  <a:pt x="5962" y="1"/>
                </a:cubicBezTo>
                <a:cubicBezTo>
                  <a:pt x="5820" y="1"/>
                  <a:pt x="5678" y="53"/>
                  <a:pt x="5568" y="159"/>
                </a:cubicBezTo>
                <a:lnTo>
                  <a:pt x="5562" y="165"/>
                </a:lnTo>
                <a:lnTo>
                  <a:pt x="3683" y="1978"/>
                </a:lnTo>
                <a:cubicBezTo>
                  <a:pt x="3573" y="2083"/>
                  <a:pt x="3431" y="2136"/>
                  <a:pt x="3290" y="2136"/>
                </a:cubicBezTo>
                <a:cubicBezTo>
                  <a:pt x="3148" y="2136"/>
                  <a:pt x="3007" y="2083"/>
                  <a:pt x="2897" y="1978"/>
                </a:cubicBezTo>
                <a:lnTo>
                  <a:pt x="1018" y="165"/>
                </a:lnTo>
                <a:lnTo>
                  <a:pt x="1012" y="159"/>
                </a:lnTo>
                <a:cubicBezTo>
                  <a:pt x="902" y="53"/>
                  <a:pt x="760" y="1"/>
                  <a:pt x="618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7" name="Google Shape;547;p37"/>
          <p:cNvSpPr/>
          <p:nvPr/>
        </p:nvSpPr>
        <p:spPr>
          <a:xfrm>
            <a:off x="5965412" y="232067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8" name="Google Shape;548;p37"/>
          <p:cNvSpPr/>
          <p:nvPr/>
        </p:nvSpPr>
        <p:spPr>
          <a:xfrm>
            <a:off x="5965412" y="2709702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49" name="Google Shape;549;p37"/>
          <p:cNvSpPr/>
          <p:nvPr/>
        </p:nvSpPr>
        <p:spPr>
          <a:xfrm>
            <a:off x="5965412" y="309872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7420812" y="2709702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51" name="Google Shape;551;p37"/>
          <p:cNvSpPr/>
          <p:nvPr/>
        </p:nvSpPr>
        <p:spPr>
          <a:xfrm>
            <a:off x="7420812" y="309872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7420812" y="3487737"/>
            <a:ext cx="117900" cy="77990"/>
          </a:xfrm>
          <a:custGeom>
            <a:avLst/>
            <a:gdLst/>
            <a:ahLst/>
            <a:cxnLst/>
            <a:rect l="l" t="t" r="r" b="b"/>
            <a:pathLst>
              <a:path w="7604" h="5030" extrusionOk="0">
                <a:moveTo>
                  <a:pt x="6852" y="0"/>
                </a:moveTo>
                <a:cubicBezTo>
                  <a:pt x="6851" y="0"/>
                  <a:pt x="6850" y="0"/>
                  <a:pt x="6848" y="0"/>
                </a:cubicBezTo>
                <a:cubicBezTo>
                  <a:pt x="6698" y="0"/>
                  <a:pt x="6556" y="57"/>
                  <a:pt x="6451" y="163"/>
                </a:cubicBezTo>
                <a:lnTo>
                  <a:pt x="3334" y="3279"/>
                </a:lnTo>
                <a:cubicBezTo>
                  <a:pt x="3224" y="3391"/>
                  <a:pt x="3080" y="3447"/>
                  <a:pt x="2935" y="3447"/>
                </a:cubicBezTo>
                <a:cubicBezTo>
                  <a:pt x="2791" y="3447"/>
                  <a:pt x="2646" y="3391"/>
                  <a:pt x="2536" y="3279"/>
                </a:cubicBezTo>
                <a:cubicBezTo>
                  <a:pt x="2533" y="3279"/>
                  <a:pt x="2533" y="3279"/>
                  <a:pt x="2530" y="3276"/>
                </a:cubicBezTo>
                <a:cubicBezTo>
                  <a:pt x="2521" y="3267"/>
                  <a:pt x="2509" y="3255"/>
                  <a:pt x="2497" y="3246"/>
                </a:cubicBezTo>
                <a:lnTo>
                  <a:pt x="1061" y="1810"/>
                </a:lnTo>
                <a:cubicBezTo>
                  <a:pt x="948" y="1678"/>
                  <a:pt x="789" y="1611"/>
                  <a:pt x="629" y="1611"/>
                </a:cubicBezTo>
                <a:cubicBezTo>
                  <a:pt x="486" y="1611"/>
                  <a:pt x="342" y="1666"/>
                  <a:pt x="233" y="1777"/>
                </a:cubicBezTo>
                <a:cubicBezTo>
                  <a:pt x="1" y="2009"/>
                  <a:pt x="16" y="2391"/>
                  <a:pt x="266" y="2605"/>
                </a:cubicBezTo>
                <a:lnTo>
                  <a:pt x="2542" y="4869"/>
                </a:lnTo>
                <a:cubicBezTo>
                  <a:pt x="2645" y="4972"/>
                  <a:pt x="2782" y="5029"/>
                  <a:pt x="2926" y="5029"/>
                </a:cubicBezTo>
                <a:cubicBezTo>
                  <a:pt x="2929" y="5029"/>
                  <a:pt x="2933" y="5029"/>
                  <a:pt x="2937" y="5029"/>
                </a:cubicBezTo>
                <a:lnTo>
                  <a:pt x="2943" y="5029"/>
                </a:lnTo>
                <a:cubicBezTo>
                  <a:pt x="3096" y="5029"/>
                  <a:pt x="3241" y="4969"/>
                  <a:pt x="3352" y="4860"/>
                </a:cubicBezTo>
                <a:lnTo>
                  <a:pt x="7249" y="964"/>
                </a:lnTo>
                <a:cubicBezTo>
                  <a:pt x="7603" y="606"/>
                  <a:pt x="7352" y="0"/>
                  <a:pt x="685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8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PROJECT TIMELINE </a:t>
            </a:r>
          </a:p>
        </p:txBody>
      </p:sp>
      <p:sp>
        <p:nvSpPr>
          <p:cNvPr id="558" name="Google Shape;558;p38"/>
          <p:cNvSpPr txBox="1"/>
          <p:nvPr/>
        </p:nvSpPr>
        <p:spPr>
          <a:xfrm>
            <a:off x="967100" y="1246950"/>
            <a:ext cx="1690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rgbClr val="C36738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MARS</a:t>
            </a:r>
            <a:endParaRPr sz="2200" b="1" dirty="0">
              <a:solidFill>
                <a:srgbClr val="C36738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559" name="Google Shape;559;p38"/>
          <p:cNvSpPr txBox="1"/>
          <p:nvPr/>
        </p:nvSpPr>
        <p:spPr>
          <a:xfrm>
            <a:off x="3765151" y="1248141"/>
            <a:ext cx="1690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rgbClr val="C36738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JUPITER</a:t>
            </a:r>
            <a:endParaRPr sz="2200" b="1" dirty="0">
              <a:solidFill>
                <a:srgbClr val="C36738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560" name="Google Shape;560;p38"/>
          <p:cNvSpPr txBox="1"/>
          <p:nvPr/>
        </p:nvSpPr>
        <p:spPr>
          <a:xfrm>
            <a:off x="6477475" y="1248141"/>
            <a:ext cx="1690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rgbClr val="C36738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VENUS</a:t>
            </a:r>
            <a:endParaRPr sz="2200" b="1" dirty="0">
              <a:solidFill>
                <a:srgbClr val="C36738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561" name="Google Shape;561;p38"/>
          <p:cNvSpPr txBox="1"/>
          <p:nvPr/>
        </p:nvSpPr>
        <p:spPr>
          <a:xfrm>
            <a:off x="825500" y="1516339"/>
            <a:ext cx="1973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Despite being red, Mars is a cold place</a:t>
            </a:r>
            <a:endParaRPr>
              <a:solidFill>
                <a:srgbClr val="000000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562" name="Google Shape;562;p38"/>
          <p:cNvSpPr txBox="1"/>
          <p:nvPr/>
        </p:nvSpPr>
        <p:spPr>
          <a:xfrm>
            <a:off x="3623551" y="1516339"/>
            <a:ext cx="1973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It’s </a:t>
            </a:r>
            <a:r>
              <a:rPr lang="en-GB" dirty="0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the biggest planet in our Solar System</a:t>
            </a:r>
            <a:endParaRPr dirty="0">
              <a:solidFill>
                <a:srgbClr val="000000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563" name="Google Shape;563;p38"/>
          <p:cNvSpPr txBox="1"/>
          <p:nvPr/>
        </p:nvSpPr>
        <p:spPr>
          <a:xfrm>
            <a:off x="6335875" y="1516339"/>
            <a:ext cx="1973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It’s the second planet from the Sun</a:t>
            </a:r>
            <a:endParaRPr>
              <a:solidFill>
                <a:srgbClr val="000000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564" name="Google Shape;564;p38"/>
          <p:cNvSpPr txBox="1"/>
          <p:nvPr/>
        </p:nvSpPr>
        <p:spPr>
          <a:xfrm>
            <a:off x="2351838" y="3867656"/>
            <a:ext cx="1690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rgbClr val="C36738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MERCURY</a:t>
            </a:r>
            <a:endParaRPr sz="2200" b="1" dirty="0">
              <a:solidFill>
                <a:srgbClr val="C36738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565" name="Google Shape;565;p38"/>
          <p:cNvSpPr txBox="1"/>
          <p:nvPr/>
        </p:nvSpPr>
        <p:spPr>
          <a:xfrm>
            <a:off x="5102264" y="3867656"/>
            <a:ext cx="1690500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rgbClr val="C36738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SATURN</a:t>
            </a:r>
            <a:endParaRPr sz="2200" b="1" dirty="0">
              <a:solidFill>
                <a:srgbClr val="C36738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566" name="Google Shape;566;p38"/>
          <p:cNvSpPr txBox="1"/>
          <p:nvPr/>
        </p:nvSpPr>
        <p:spPr>
          <a:xfrm>
            <a:off x="2210238" y="4137046"/>
            <a:ext cx="1973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Mercury is the closest planet to the Sun</a:t>
            </a:r>
            <a:endParaRPr>
              <a:solidFill>
                <a:srgbClr val="000000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567" name="Google Shape;567;p38"/>
          <p:cNvSpPr txBox="1"/>
          <p:nvPr/>
        </p:nvSpPr>
        <p:spPr>
          <a:xfrm>
            <a:off x="4960664" y="4135855"/>
            <a:ext cx="1973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Saturn is composed of helium and hydrogen</a:t>
            </a:r>
            <a:endParaRPr>
              <a:solidFill>
                <a:srgbClr val="000000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grpSp>
        <p:nvGrpSpPr>
          <p:cNvPr id="568" name="Google Shape;568;p38"/>
          <p:cNvGrpSpPr/>
          <p:nvPr/>
        </p:nvGrpSpPr>
        <p:grpSpPr>
          <a:xfrm>
            <a:off x="1445653" y="1974121"/>
            <a:ext cx="6347928" cy="1814777"/>
            <a:chOff x="1086891" y="2150346"/>
            <a:chExt cx="6347928" cy="1814777"/>
          </a:xfrm>
        </p:grpSpPr>
        <p:grpSp>
          <p:nvGrpSpPr>
            <p:cNvPr id="569" name="Google Shape;569;p38"/>
            <p:cNvGrpSpPr/>
            <p:nvPr/>
          </p:nvGrpSpPr>
          <p:grpSpPr>
            <a:xfrm>
              <a:off x="1960088" y="2834975"/>
              <a:ext cx="411375" cy="510225"/>
              <a:chOff x="2837550" y="1600350"/>
              <a:chExt cx="411375" cy="510225"/>
            </a:xfrm>
          </p:grpSpPr>
          <p:sp>
            <p:nvSpPr>
              <p:cNvPr id="570" name="Google Shape;570;p38"/>
              <p:cNvSpPr/>
              <p:nvPr/>
            </p:nvSpPr>
            <p:spPr>
              <a:xfrm>
                <a:off x="2837550" y="1600350"/>
                <a:ext cx="80975" cy="50275"/>
              </a:xfrm>
              <a:custGeom>
                <a:avLst/>
                <a:gdLst/>
                <a:ahLst/>
                <a:cxnLst/>
                <a:rect l="l" t="t" r="r" b="b"/>
                <a:pathLst>
                  <a:path w="3239" h="2011" extrusionOk="0">
                    <a:moveTo>
                      <a:pt x="496" y="1"/>
                    </a:moveTo>
                    <a:cubicBezTo>
                      <a:pt x="442" y="1"/>
                      <a:pt x="388" y="3"/>
                      <a:pt x="333" y="8"/>
                    </a:cubicBezTo>
                    <a:cubicBezTo>
                      <a:pt x="250" y="20"/>
                      <a:pt x="155" y="32"/>
                      <a:pt x="71" y="116"/>
                    </a:cubicBezTo>
                    <a:cubicBezTo>
                      <a:pt x="36" y="139"/>
                      <a:pt x="0" y="175"/>
                      <a:pt x="0" y="223"/>
                    </a:cubicBezTo>
                    <a:cubicBezTo>
                      <a:pt x="12" y="366"/>
                      <a:pt x="24" y="437"/>
                      <a:pt x="107" y="556"/>
                    </a:cubicBezTo>
                    <a:cubicBezTo>
                      <a:pt x="131" y="592"/>
                      <a:pt x="167" y="639"/>
                      <a:pt x="202" y="687"/>
                    </a:cubicBezTo>
                    <a:cubicBezTo>
                      <a:pt x="274" y="770"/>
                      <a:pt x="357" y="866"/>
                      <a:pt x="452" y="937"/>
                    </a:cubicBezTo>
                    <a:cubicBezTo>
                      <a:pt x="572" y="1044"/>
                      <a:pt x="691" y="1151"/>
                      <a:pt x="810" y="1235"/>
                    </a:cubicBezTo>
                    <a:cubicBezTo>
                      <a:pt x="917" y="1306"/>
                      <a:pt x="1024" y="1354"/>
                      <a:pt x="1119" y="1413"/>
                    </a:cubicBezTo>
                    <a:cubicBezTo>
                      <a:pt x="1334" y="1532"/>
                      <a:pt x="1548" y="1663"/>
                      <a:pt x="1774" y="1770"/>
                    </a:cubicBezTo>
                    <a:cubicBezTo>
                      <a:pt x="2003" y="1874"/>
                      <a:pt x="2259" y="2006"/>
                      <a:pt x="2502" y="2006"/>
                    </a:cubicBezTo>
                    <a:cubicBezTo>
                      <a:pt x="2537" y="2006"/>
                      <a:pt x="2573" y="2003"/>
                      <a:pt x="2607" y="1997"/>
                    </a:cubicBezTo>
                    <a:cubicBezTo>
                      <a:pt x="2631" y="1997"/>
                      <a:pt x="2667" y="1997"/>
                      <a:pt x="2691" y="2009"/>
                    </a:cubicBezTo>
                    <a:cubicBezTo>
                      <a:pt x="2703" y="2010"/>
                      <a:pt x="2715" y="2011"/>
                      <a:pt x="2728" y="2011"/>
                    </a:cubicBezTo>
                    <a:cubicBezTo>
                      <a:pt x="2917" y="2011"/>
                      <a:pt x="3100" y="1844"/>
                      <a:pt x="3167" y="1687"/>
                    </a:cubicBezTo>
                    <a:cubicBezTo>
                      <a:pt x="3239" y="1509"/>
                      <a:pt x="3203" y="1294"/>
                      <a:pt x="3072" y="1139"/>
                    </a:cubicBezTo>
                    <a:cubicBezTo>
                      <a:pt x="2941" y="866"/>
                      <a:pt x="2596" y="711"/>
                      <a:pt x="2334" y="580"/>
                    </a:cubicBezTo>
                    <a:cubicBezTo>
                      <a:pt x="2072" y="449"/>
                      <a:pt x="1798" y="342"/>
                      <a:pt x="1536" y="235"/>
                    </a:cubicBezTo>
                    <a:cubicBezTo>
                      <a:pt x="1274" y="127"/>
                      <a:pt x="1000" y="44"/>
                      <a:pt x="726" y="20"/>
                    </a:cubicBezTo>
                    <a:cubicBezTo>
                      <a:pt x="650" y="6"/>
                      <a:pt x="573" y="1"/>
                      <a:pt x="49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38"/>
              <p:cNvSpPr/>
              <p:nvPr/>
            </p:nvSpPr>
            <p:spPr>
              <a:xfrm>
                <a:off x="2971475" y="1669900"/>
                <a:ext cx="6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25" h="1" extrusionOk="0">
                    <a:moveTo>
                      <a:pt x="25" y="1"/>
                    </a:moveTo>
                    <a:cubicBezTo>
                      <a:pt x="25" y="1"/>
                      <a:pt x="25" y="1"/>
                      <a:pt x="25" y="1"/>
                    </a:cubicBezTo>
                    <a:lnTo>
                      <a:pt x="1" y="1"/>
                    </a:lnTo>
                    <a:cubicBezTo>
                      <a:pt x="1" y="1"/>
                      <a:pt x="1" y="1"/>
                      <a:pt x="13" y="1"/>
                    </a:cubicBezTo>
                    <a:cubicBezTo>
                      <a:pt x="13" y="1"/>
                      <a:pt x="25" y="1"/>
                      <a:pt x="25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8"/>
              <p:cNvSpPr/>
              <p:nvPr/>
            </p:nvSpPr>
            <p:spPr>
              <a:xfrm>
                <a:off x="2951800" y="1667625"/>
                <a:ext cx="68825" cy="82525"/>
              </a:xfrm>
              <a:custGeom>
                <a:avLst/>
                <a:gdLst/>
                <a:ahLst/>
                <a:cxnLst/>
                <a:rect l="l" t="t" r="r" b="b"/>
                <a:pathLst>
                  <a:path w="2753" h="3301" extrusionOk="0">
                    <a:moveTo>
                      <a:pt x="361" y="0"/>
                    </a:moveTo>
                    <a:cubicBezTo>
                      <a:pt x="333" y="0"/>
                      <a:pt x="305" y="3"/>
                      <a:pt x="276" y="8"/>
                    </a:cubicBezTo>
                    <a:cubicBezTo>
                      <a:pt x="261" y="5"/>
                      <a:pt x="247" y="3"/>
                      <a:pt x="233" y="3"/>
                    </a:cubicBezTo>
                    <a:cubicBezTo>
                      <a:pt x="99" y="3"/>
                      <a:pt x="0" y="151"/>
                      <a:pt x="97" y="270"/>
                    </a:cubicBezTo>
                    <a:cubicBezTo>
                      <a:pt x="109" y="330"/>
                      <a:pt x="121" y="377"/>
                      <a:pt x="145" y="425"/>
                    </a:cubicBezTo>
                    <a:cubicBezTo>
                      <a:pt x="157" y="496"/>
                      <a:pt x="169" y="556"/>
                      <a:pt x="204" y="615"/>
                    </a:cubicBezTo>
                    <a:cubicBezTo>
                      <a:pt x="216" y="615"/>
                      <a:pt x="228" y="651"/>
                      <a:pt x="240" y="663"/>
                    </a:cubicBezTo>
                    <a:cubicBezTo>
                      <a:pt x="240" y="675"/>
                      <a:pt x="240" y="687"/>
                      <a:pt x="240" y="699"/>
                    </a:cubicBezTo>
                    <a:cubicBezTo>
                      <a:pt x="276" y="830"/>
                      <a:pt x="371" y="973"/>
                      <a:pt x="443" y="1080"/>
                    </a:cubicBezTo>
                    <a:cubicBezTo>
                      <a:pt x="585" y="1294"/>
                      <a:pt x="704" y="1496"/>
                      <a:pt x="835" y="1711"/>
                    </a:cubicBezTo>
                    <a:cubicBezTo>
                      <a:pt x="966" y="1913"/>
                      <a:pt x="1097" y="2116"/>
                      <a:pt x="1205" y="2330"/>
                    </a:cubicBezTo>
                    <a:cubicBezTo>
                      <a:pt x="1276" y="2461"/>
                      <a:pt x="1347" y="2580"/>
                      <a:pt x="1431" y="2699"/>
                    </a:cubicBezTo>
                    <a:cubicBezTo>
                      <a:pt x="1514" y="2806"/>
                      <a:pt x="1609" y="2889"/>
                      <a:pt x="1705" y="2949"/>
                    </a:cubicBezTo>
                    <a:cubicBezTo>
                      <a:pt x="1717" y="2961"/>
                      <a:pt x="1728" y="2973"/>
                      <a:pt x="1740" y="2973"/>
                    </a:cubicBezTo>
                    <a:cubicBezTo>
                      <a:pt x="1736" y="2970"/>
                      <a:pt x="1734" y="2968"/>
                      <a:pt x="1734" y="2968"/>
                    </a:cubicBezTo>
                    <a:lnTo>
                      <a:pt x="1734" y="2968"/>
                    </a:lnTo>
                    <a:cubicBezTo>
                      <a:pt x="1735" y="2968"/>
                      <a:pt x="1854" y="3054"/>
                      <a:pt x="1871" y="3064"/>
                    </a:cubicBezTo>
                    <a:lnTo>
                      <a:pt x="1871" y="3064"/>
                    </a:lnTo>
                    <a:cubicBezTo>
                      <a:pt x="1923" y="3111"/>
                      <a:pt x="1973" y="3171"/>
                      <a:pt x="2014" y="3223"/>
                    </a:cubicBezTo>
                    <a:cubicBezTo>
                      <a:pt x="2067" y="3276"/>
                      <a:pt x="2141" y="3301"/>
                      <a:pt x="2215" y="3301"/>
                    </a:cubicBezTo>
                    <a:cubicBezTo>
                      <a:pt x="2343" y="3301"/>
                      <a:pt x="2472" y="3227"/>
                      <a:pt x="2502" y="3092"/>
                    </a:cubicBezTo>
                    <a:cubicBezTo>
                      <a:pt x="2514" y="3032"/>
                      <a:pt x="2562" y="2901"/>
                      <a:pt x="2550" y="2842"/>
                    </a:cubicBezTo>
                    <a:cubicBezTo>
                      <a:pt x="2574" y="2794"/>
                      <a:pt x="2586" y="2747"/>
                      <a:pt x="2586" y="2687"/>
                    </a:cubicBezTo>
                    <a:cubicBezTo>
                      <a:pt x="2598" y="2663"/>
                      <a:pt x="2598" y="2628"/>
                      <a:pt x="2598" y="2592"/>
                    </a:cubicBezTo>
                    <a:cubicBezTo>
                      <a:pt x="2752" y="2044"/>
                      <a:pt x="2324" y="1401"/>
                      <a:pt x="1990" y="984"/>
                    </a:cubicBezTo>
                    <a:cubicBezTo>
                      <a:pt x="1847" y="794"/>
                      <a:pt x="1693" y="639"/>
                      <a:pt x="1502" y="484"/>
                    </a:cubicBezTo>
                    <a:cubicBezTo>
                      <a:pt x="1383" y="389"/>
                      <a:pt x="1264" y="282"/>
                      <a:pt x="1133" y="211"/>
                    </a:cubicBezTo>
                    <a:cubicBezTo>
                      <a:pt x="1026" y="151"/>
                      <a:pt x="919" y="115"/>
                      <a:pt x="812" y="92"/>
                    </a:cubicBezTo>
                    <a:lnTo>
                      <a:pt x="812" y="92"/>
                    </a:lnTo>
                    <a:cubicBezTo>
                      <a:pt x="828" y="108"/>
                      <a:pt x="833" y="125"/>
                      <a:pt x="822" y="125"/>
                    </a:cubicBezTo>
                    <a:cubicBezTo>
                      <a:pt x="818" y="125"/>
                      <a:pt x="810" y="122"/>
                      <a:pt x="800" y="115"/>
                    </a:cubicBezTo>
                    <a:cubicBezTo>
                      <a:pt x="788" y="115"/>
                      <a:pt x="788" y="139"/>
                      <a:pt x="788" y="139"/>
                    </a:cubicBezTo>
                    <a:cubicBezTo>
                      <a:pt x="788" y="139"/>
                      <a:pt x="788" y="115"/>
                      <a:pt x="788" y="115"/>
                    </a:cubicBezTo>
                    <a:cubicBezTo>
                      <a:pt x="740" y="103"/>
                      <a:pt x="704" y="68"/>
                      <a:pt x="657" y="44"/>
                    </a:cubicBezTo>
                    <a:cubicBezTo>
                      <a:pt x="597" y="32"/>
                      <a:pt x="538" y="20"/>
                      <a:pt x="490" y="20"/>
                    </a:cubicBezTo>
                    <a:cubicBezTo>
                      <a:pt x="441" y="6"/>
                      <a:pt x="401" y="0"/>
                      <a:pt x="36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8"/>
              <p:cNvSpPr/>
              <p:nvPr/>
            </p:nvSpPr>
            <p:spPr>
              <a:xfrm>
                <a:off x="3041425" y="1779300"/>
                <a:ext cx="50625" cy="94275"/>
              </a:xfrm>
              <a:custGeom>
                <a:avLst/>
                <a:gdLst/>
                <a:ahLst/>
                <a:cxnLst/>
                <a:rect l="l" t="t" r="r" b="b"/>
                <a:pathLst>
                  <a:path w="2025" h="3770" extrusionOk="0">
                    <a:moveTo>
                      <a:pt x="177" y="0"/>
                    </a:moveTo>
                    <a:cubicBezTo>
                      <a:pt x="133" y="0"/>
                      <a:pt x="88" y="51"/>
                      <a:pt x="96" y="101"/>
                    </a:cubicBezTo>
                    <a:cubicBezTo>
                      <a:pt x="132" y="208"/>
                      <a:pt x="60" y="232"/>
                      <a:pt x="25" y="327"/>
                    </a:cubicBezTo>
                    <a:cubicBezTo>
                      <a:pt x="1" y="411"/>
                      <a:pt x="1" y="494"/>
                      <a:pt x="1" y="566"/>
                    </a:cubicBezTo>
                    <a:cubicBezTo>
                      <a:pt x="13" y="708"/>
                      <a:pt x="37" y="851"/>
                      <a:pt x="48" y="994"/>
                    </a:cubicBezTo>
                    <a:cubicBezTo>
                      <a:pt x="72" y="1328"/>
                      <a:pt x="156" y="1637"/>
                      <a:pt x="239" y="1959"/>
                    </a:cubicBezTo>
                    <a:cubicBezTo>
                      <a:pt x="298" y="2244"/>
                      <a:pt x="394" y="2530"/>
                      <a:pt x="501" y="2804"/>
                    </a:cubicBezTo>
                    <a:cubicBezTo>
                      <a:pt x="584" y="3006"/>
                      <a:pt x="668" y="3221"/>
                      <a:pt x="822" y="3399"/>
                    </a:cubicBezTo>
                    <a:cubicBezTo>
                      <a:pt x="858" y="3423"/>
                      <a:pt x="882" y="3435"/>
                      <a:pt x="894" y="3459"/>
                    </a:cubicBezTo>
                    <a:cubicBezTo>
                      <a:pt x="929" y="3483"/>
                      <a:pt x="953" y="3518"/>
                      <a:pt x="977" y="3554"/>
                    </a:cubicBezTo>
                    <a:cubicBezTo>
                      <a:pt x="1072" y="3626"/>
                      <a:pt x="1156" y="3673"/>
                      <a:pt x="1263" y="3697"/>
                    </a:cubicBezTo>
                    <a:cubicBezTo>
                      <a:pt x="1275" y="3709"/>
                      <a:pt x="1287" y="3721"/>
                      <a:pt x="1299" y="3733"/>
                    </a:cubicBezTo>
                    <a:cubicBezTo>
                      <a:pt x="1343" y="3759"/>
                      <a:pt x="1393" y="3771"/>
                      <a:pt x="1444" y="3771"/>
                    </a:cubicBezTo>
                    <a:cubicBezTo>
                      <a:pt x="1555" y="3771"/>
                      <a:pt x="1666" y="3712"/>
                      <a:pt x="1715" y="3614"/>
                    </a:cubicBezTo>
                    <a:cubicBezTo>
                      <a:pt x="1727" y="3602"/>
                      <a:pt x="1739" y="3578"/>
                      <a:pt x="1739" y="3566"/>
                    </a:cubicBezTo>
                    <a:cubicBezTo>
                      <a:pt x="1822" y="3495"/>
                      <a:pt x="1882" y="3411"/>
                      <a:pt x="1918" y="3304"/>
                    </a:cubicBezTo>
                    <a:cubicBezTo>
                      <a:pt x="1930" y="3256"/>
                      <a:pt x="1942" y="3197"/>
                      <a:pt x="1942" y="3137"/>
                    </a:cubicBezTo>
                    <a:cubicBezTo>
                      <a:pt x="1953" y="3125"/>
                      <a:pt x="1953" y="3114"/>
                      <a:pt x="1965" y="3090"/>
                    </a:cubicBezTo>
                    <a:cubicBezTo>
                      <a:pt x="2025" y="2875"/>
                      <a:pt x="1977" y="2625"/>
                      <a:pt x="1930" y="2411"/>
                    </a:cubicBezTo>
                    <a:cubicBezTo>
                      <a:pt x="1846" y="2078"/>
                      <a:pt x="1715" y="1732"/>
                      <a:pt x="1561" y="1435"/>
                    </a:cubicBezTo>
                    <a:cubicBezTo>
                      <a:pt x="1406" y="1137"/>
                      <a:pt x="1239" y="839"/>
                      <a:pt x="1013" y="601"/>
                    </a:cubicBezTo>
                    <a:cubicBezTo>
                      <a:pt x="834" y="411"/>
                      <a:pt x="632" y="125"/>
                      <a:pt x="358" y="101"/>
                    </a:cubicBezTo>
                    <a:cubicBezTo>
                      <a:pt x="298" y="89"/>
                      <a:pt x="275" y="77"/>
                      <a:pt x="227" y="30"/>
                    </a:cubicBezTo>
                    <a:cubicBezTo>
                      <a:pt x="213" y="9"/>
                      <a:pt x="195" y="0"/>
                      <a:pt x="17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8"/>
              <p:cNvSpPr/>
              <p:nvPr/>
            </p:nvSpPr>
            <p:spPr>
              <a:xfrm>
                <a:off x="3098575" y="1925700"/>
                <a:ext cx="80700" cy="115475"/>
              </a:xfrm>
              <a:custGeom>
                <a:avLst/>
                <a:gdLst/>
                <a:ahLst/>
                <a:cxnLst/>
                <a:rect l="l" t="t" r="r" b="b"/>
                <a:pathLst>
                  <a:path w="3227" h="4619" extrusionOk="0">
                    <a:moveTo>
                      <a:pt x="264" y="1"/>
                    </a:moveTo>
                    <a:cubicBezTo>
                      <a:pt x="216" y="1"/>
                      <a:pt x="171" y="21"/>
                      <a:pt x="132" y="67"/>
                    </a:cubicBezTo>
                    <a:cubicBezTo>
                      <a:pt x="1" y="222"/>
                      <a:pt x="25" y="413"/>
                      <a:pt x="37" y="603"/>
                    </a:cubicBezTo>
                    <a:cubicBezTo>
                      <a:pt x="48" y="829"/>
                      <a:pt x="120" y="1044"/>
                      <a:pt x="179" y="1270"/>
                    </a:cubicBezTo>
                    <a:cubicBezTo>
                      <a:pt x="287" y="1722"/>
                      <a:pt x="465" y="2163"/>
                      <a:pt x="656" y="2592"/>
                    </a:cubicBezTo>
                    <a:cubicBezTo>
                      <a:pt x="834" y="2984"/>
                      <a:pt x="1049" y="3377"/>
                      <a:pt x="1299" y="3723"/>
                    </a:cubicBezTo>
                    <a:cubicBezTo>
                      <a:pt x="1453" y="3925"/>
                      <a:pt x="1596" y="4139"/>
                      <a:pt x="1787" y="4306"/>
                    </a:cubicBezTo>
                    <a:cubicBezTo>
                      <a:pt x="1960" y="4449"/>
                      <a:pt x="2196" y="4618"/>
                      <a:pt x="2432" y="4618"/>
                    </a:cubicBezTo>
                    <a:cubicBezTo>
                      <a:pt x="2471" y="4618"/>
                      <a:pt x="2510" y="4614"/>
                      <a:pt x="2549" y="4604"/>
                    </a:cubicBezTo>
                    <a:cubicBezTo>
                      <a:pt x="2715" y="4592"/>
                      <a:pt x="2823" y="4508"/>
                      <a:pt x="2882" y="4377"/>
                    </a:cubicBezTo>
                    <a:cubicBezTo>
                      <a:pt x="3227" y="3973"/>
                      <a:pt x="2715" y="3294"/>
                      <a:pt x="2489" y="2949"/>
                    </a:cubicBezTo>
                    <a:cubicBezTo>
                      <a:pt x="2251" y="2568"/>
                      <a:pt x="1989" y="2199"/>
                      <a:pt x="1727" y="1841"/>
                    </a:cubicBezTo>
                    <a:cubicBezTo>
                      <a:pt x="1477" y="1484"/>
                      <a:pt x="1227" y="1127"/>
                      <a:pt x="1001" y="770"/>
                    </a:cubicBezTo>
                    <a:cubicBezTo>
                      <a:pt x="910" y="638"/>
                      <a:pt x="536" y="1"/>
                      <a:pt x="264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8"/>
              <p:cNvSpPr/>
              <p:nvPr/>
            </p:nvSpPr>
            <p:spPr>
              <a:xfrm>
                <a:off x="3192350" y="2069100"/>
                <a:ext cx="56575" cy="41475"/>
              </a:xfrm>
              <a:custGeom>
                <a:avLst/>
                <a:gdLst/>
                <a:ahLst/>
                <a:cxnLst/>
                <a:rect l="l" t="t" r="r" b="b"/>
                <a:pathLst>
                  <a:path w="2263" h="1659" extrusionOk="0">
                    <a:moveTo>
                      <a:pt x="157" y="0"/>
                    </a:moveTo>
                    <a:cubicBezTo>
                      <a:pt x="101" y="0"/>
                      <a:pt x="48" y="42"/>
                      <a:pt x="48" y="106"/>
                    </a:cubicBezTo>
                    <a:cubicBezTo>
                      <a:pt x="48" y="165"/>
                      <a:pt x="48" y="213"/>
                      <a:pt x="48" y="261"/>
                    </a:cubicBezTo>
                    <a:cubicBezTo>
                      <a:pt x="12" y="320"/>
                      <a:pt x="0" y="392"/>
                      <a:pt x="24" y="451"/>
                    </a:cubicBezTo>
                    <a:cubicBezTo>
                      <a:pt x="24" y="475"/>
                      <a:pt x="36" y="487"/>
                      <a:pt x="36" y="499"/>
                    </a:cubicBezTo>
                    <a:cubicBezTo>
                      <a:pt x="36" y="535"/>
                      <a:pt x="48" y="618"/>
                      <a:pt x="60" y="642"/>
                    </a:cubicBezTo>
                    <a:cubicBezTo>
                      <a:pt x="60" y="654"/>
                      <a:pt x="72" y="677"/>
                      <a:pt x="72" y="713"/>
                    </a:cubicBezTo>
                    <a:cubicBezTo>
                      <a:pt x="72" y="725"/>
                      <a:pt x="72" y="737"/>
                      <a:pt x="84" y="749"/>
                    </a:cubicBezTo>
                    <a:cubicBezTo>
                      <a:pt x="96" y="773"/>
                      <a:pt x="107" y="808"/>
                      <a:pt x="107" y="832"/>
                    </a:cubicBezTo>
                    <a:cubicBezTo>
                      <a:pt x="191" y="1058"/>
                      <a:pt x="381" y="1237"/>
                      <a:pt x="572" y="1380"/>
                    </a:cubicBezTo>
                    <a:cubicBezTo>
                      <a:pt x="715" y="1475"/>
                      <a:pt x="881" y="1582"/>
                      <a:pt x="1048" y="1630"/>
                    </a:cubicBezTo>
                    <a:cubicBezTo>
                      <a:pt x="1140" y="1650"/>
                      <a:pt x="1242" y="1658"/>
                      <a:pt x="1346" y="1658"/>
                    </a:cubicBezTo>
                    <a:cubicBezTo>
                      <a:pt x="1430" y="1658"/>
                      <a:pt x="1515" y="1653"/>
                      <a:pt x="1596" y="1642"/>
                    </a:cubicBezTo>
                    <a:cubicBezTo>
                      <a:pt x="1715" y="1630"/>
                      <a:pt x="1822" y="1606"/>
                      <a:pt x="1929" y="1523"/>
                    </a:cubicBezTo>
                    <a:cubicBezTo>
                      <a:pt x="2012" y="1463"/>
                      <a:pt x="2096" y="1368"/>
                      <a:pt x="2120" y="1261"/>
                    </a:cubicBezTo>
                    <a:cubicBezTo>
                      <a:pt x="2131" y="1249"/>
                      <a:pt x="2131" y="1249"/>
                      <a:pt x="2131" y="1237"/>
                    </a:cubicBezTo>
                    <a:cubicBezTo>
                      <a:pt x="2179" y="1189"/>
                      <a:pt x="2227" y="1142"/>
                      <a:pt x="2239" y="1082"/>
                    </a:cubicBezTo>
                    <a:cubicBezTo>
                      <a:pt x="2262" y="1011"/>
                      <a:pt x="2239" y="927"/>
                      <a:pt x="2191" y="880"/>
                    </a:cubicBezTo>
                    <a:cubicBezTo>
                      <a:pt x="2155" y="856"/>
                      <a:pt x="2131" y="832"/>
                      <a:pt x="2096" y="820"/>
                    </a:cubicBezTo>
                    <a:cubicBezTo>
                      <a:pt x="2024" y="677"/>
                      <a:pt x="1881" y="570"/>
                      <a:pt x="1739" y="535"/>
                    </a:cubicBezTo>
                    <a:cubicBezTo>
                      <a:pt x="1655" y="511"/>
                      <a:pt x="1572" y="487"/>
                      <a:pt x="1489" y="451"/>
                    </a:cubicBezTo>
                    <a:cubicBezTo>
                      <a:pt x="1441" y="439"/>
                      <a:pt x="1405" y="415"/>
                      <a:pt x="1358" y="404"/>
                    </a:cubicBezTo>
                    <a:cubicBezTo>
                      <a:pt x="1310" y="404"/>
                      <a:pt x="1274" y="392"/>
                      <a:pt x="1227" y="380"/>
                    </a:cubicBezTo>
                    <a:cubicBezTo>
                      <a:pt x="1143" y="368"/>
                      <a:pt x="1072" y="344"/>
                      <a:pt x="1000" y="308"/>
                    </a:cubicBezTo>
                    <a:cubicBezTo>
                      <a:pt x="965" y="296"/>
                      <a:pt x="929" y="285"/>
                      <a:pt x="893" y="273"/>
                    </a:cubicBezTo>
                    <a:cubicBezTo>
                      <a:pt x="869" y="261"/>
                      <a:pt x="858" y="261"/>
                      <a:pt x="834" y="249"/>
                    </a:cubicBezTo>
                    <a:lnTo>
                      <a:pt x="822" y="249"/>
                    </a:lnTo>
                    <a:cubicBezTo>
                      <a:pt x="786" y="225"/>
                      <a:pt x="738" y="213"/>
                      <a:pt x="679" y="201"/>
                    </a:cubicBezTo>
                    <a:lnTo>
                      <a:pt x="667" y="201"/>
                    </a:lnTo>
                    <a:cubicBezTo>
                      <a:pt x="631" y="177"/>
                      <a:pt x="584" y="177"/>
                      <a:pt x="536" y="165"/>
                    </a:cubicBezTo>
                    <a:cubicBezTo>
                      <a:pt x="524" y="165"/>
                      <a:pt x="512" y="154"/>
                      <a:pt x="488" y="154"/>
                    </a:cubicBezTo>
                    <a:cubicBezTo>
                      <a:pt x="488" y="142"/>
                      <a:pt x="441" y="118"/>
                      <a:pt x="417" y="106"/>
                    </a:cubicBezTo>
                    <a:cubicBezTo>
                      <a:pt x="381" y="94"/>
                      <a:pt x="357" y="94"/>
                      <a:pt x="322" y="94"/>
                    </a:cubicBezTo>
                    <a:cubicBezTo>
                      <a:pt x="310" y="82"/>
                      <a:pt x="298" y="82"/>
                      <a:pt x="286" y="70"/>
                    </a:cubicBezTo>
                    <a:cubicBezTo>
                      <a:pt x="274" y="58"/>
                      <a:pt x="250" y="46"/>
                      <a:pt x="238" y="34"/>
                    </a:cubicBezTo>
                    <a:cubicBezTo>
                      <a:pt x="215" y="11"/>
                      <a:pt x="185" y="0"/>
                      <a:pt x="15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76" name="Google Shape;576;p38"/>
            <p:cNvGrpSpPr/>
            <p:nvPr/>
          </p:nvGrpSpPr>
          <p:grpSpPr>
            <a:xfrm>
              <a:off x="3332434" y="2830750"/>
              <a:ext cx="403050" cy="518675"/>
              <a:chOff x="3837950" y="1581300"/>
              <a:chExt cx="403050" cy="518675"/>
            </a:xfrm>
          </p:grpSpPr>
          <p:sp>
            <p:nvSpPr>
              <p:cNvPr id="577" name="Google Shape;577;p38"/>
              <p:cNvSpPr/>
              <p:nvPr/>
            </p:nvSpPr>
            <p:spPr>
              <a:xfrm>
                <a:off x="3837950" y="2054075"/>
                <a:ext cx="73700" cy="45900"/>
              </a:xfrm>
              <a:custGeom>
                <a:avLst/>
                <a:gdLst/>
                <a:ahLst/>
                <a:cxnLst/>
                <a:rect l="l" t="t" r="r" b="b"/>
                <a:pathLst>
                  <a:path w="2948" h="1836" extrusionOk="0">
                    <a:moveTo>
                      <a:pt x="1203" y="612"/>
                    </a:moveTo>
                    <a:cubicBezTo>
                      <a:pt x="1189" y="619"/>
                      <a:pt x="1173" y="625"/>
                      <a:pt x="1157" y="631"/>
                    </a:cubicBezTo>
                    <a:lnTo>
                      <a:pt x="1157" y="631"/>
                    </a:lnTo>
                    <a:cubicBezTo>
                      <a:pt x="1169" y="626"/>
                      <a:pt x="1184" y="620"/>
                      <a:pt x="1203" y="612"/>
                    </a:cubicBezTo>
                    <a:close/>
                    <a:moveTo>
                      <a:pt x="2726" y="1"/>
                    </a:moveTo>
                    <a:cubicBezTo>
                      <a:pt x="2699" y="1"/>
                      <a:pt x="2672" y="6"/>
                      <a:pt x="2644" y="16"/>
                    </a:cubicBezTo>
                    <a:lnTo>
                      <a:pt x="2632" y="16"/>
                    </a:lnTo>
                    <a:cubicBezTo>
                      <a:pt x="2604" y="16"/>
                      <a:pt x="2514" y="32"/>
                      <a:pt x="2510" y="32"/>
                    </a:cubicBezTo>
                    <a:cubicBezTo>
                      <a:pt x="2509" y="32"/>
                      <a:pt x="2513" y="31"/>
                      <a:pt x="2525" y="28"/>
                    </a:cubicBezTo>
                    <a:cubicBezTo>
                      <a:pt x="2501" y="28"/>
                      <a:pt x="2442" y="40"/>
                      <a:pt x="2430" y="40"/>
                    </a:cubicBezTo>
                    <a:cubicBezTo>
                      <a:pt x="2418" y="40"/>
                      <a:pt x="2406" y="52"/>
                      <a:pt x="2394" y="52"/>
                    </a:cubicBezTo>
                    <a:cubicBezTo>
                      <a:pt x="2385" y="52"/>
                      <a:pt x="2375" y="51"/>
                      <a:pt x="2366" y="51"/>
                    </a:cubicBezTo>
                    <a:cubicBezTo>
                      <a:pt x="2139" y="51"/>
                      <a:pt x="1933" y="189"/>
                      <a:pt x="1727" y="326"/>
                    </a:cubicBezTo>
                    <a:cubicBezTo>
                      <a:pt x="1656" y="374"/>
                      <a:pt x="1573" y="421"/>
                      <a:pt x="1489" y="469"/>
                    </a:cubicBezTo>
                    <a:cubicBezTo>
                      <a:pt x="1453" y="493"/>
                      <a:pt x="1406" y="516"/>
                      <a:pt x="1358" y="540"/>
                    </a:cubicBezTo>
                    <a:cubicBezTo>
                      <a:pt x="1334" y="552"/>
                      <a:pt x="1299" y="564"/>
                      <a:pt x="1275" y="576"/>
                    </a:cubicBezTo>
                    <a:cubicBezTo>
                      <a:pt x="1239" y="588"/>
                      <a:pt x="1203" y="612"/>
                      <a:pt x="1168" y="624"/>
                    </a:cubicBezTo>
                    <a:cubicBezTo>
                      <a:pt x="1144" y="633"/>
                      <a:pt x="1132" y="639"/>
                      <a:pt x="1131" y="640"/>
                    </a:cubicBezTo>
                    <a:lnTo>
                      <a:pt x="1131" y="640"/>
                    </a:lnTo>
                    <a:cubicBezTo>
                      <a:pt x="1102" y="649"/>
                      <a:pt x="1074" y="659"/>
                      <a:pt x="1049" y="671"/>
                    </a:cubicBezTo>
                    <a:cubicBezTo>
                      <a:pt x="965" y="695"/>
                      <a:pt x="870" y="731"/>
                      <a:pt x="787" y="755"/>
                    </a:cubicBezTo>
                    <a:cubicBezTo>
                      <a:pt x="703" y="766"/>
                      <a:pt x="632" y="802"/>
                      <a:pt x="537" y="838"/>
                    </a:cubicBezTo>
                    <a:cubicBezTo>
                      <a:pt x="574" y="822"/>
                      <a:pt x="588" y="815"/>
                      <a:pt x="586" y="815"/>
                    </a:cubicBezTo>
                    <a:lnTo>
                      <a:pt x="586" y="815"/>
                    </a:lnTo>
                    <a:cubicBezTo>
                      <a:pt x="583" y="815"/>
                      <a:pt x="557" y="825"/>
                      <a:pt x="525" y="838"/>
                    </a:cubicBezTo>
                    <a:cubicBezTo>
                      <a:pt x="453" y="862"/>
                      <a:pt x="370" y="886"/>
                      <a:pt x="299" y="921"/>
                    </a:cubicBezTo>
                    <a:cubicBezTo>
                      <a:pt x="215" y="969"/>
                      <a:pt x="168" y="1040"/>
                      <a:pt x="132" y="1112"/>
                    </a:cubicBezTo>
                    <a:cubicBezTo>
                      <a:pt x="1" y="1267"/>
                      <a:pt x="25" y="1481"/>
                      <a:pt x="180" y="1612"/>
                    </a:cubicBezTo>
                    <a:cubicBezTo>
                      <a:pt x="263" y="1707"/>
                      <a:pt x="370" y="1778"/>
                      <a:pt x="525" y="1802"/>
                    </a:cubicBezTo>
                    <a:cubicBezTo>
                      <a:pt x="617" y="1819"/>
                      <a:pt x="716" y="1836"/>
                      <a:pt x="812" y="1836"/>
                    </a:cubicBezTo>
                    <a:cubicBezTo>
                      <a:pt x="852" y="1836"/>
                      <a:pt x="891" y="1833"/>
                      <a:pt x="930" y="1826"/>
                    </a:cubicBezTo>
                    <a:cubicBezTo>
                      <a:pt x="1180" y="1802"/>
                      <a:pt x="1430" y="1767"/>
                      <a:pt x="1656" y="1671"/>
                    </a:cubicBezTo>
                    <a:cubicBezTo>
                      <a:pt x="1894" y="1588"/>
                      <a:pt x="2120" y="1481"/>
                      <a:pt x="2323" y="1338"/>
                    </a:cubicBezTo>
                    <a:cubicBezTo>
                      <a:pt x="2442" y="1267"/>
                      <a:pt x="2573" y="1183"/>
                      <a:pt x="2656" y="1076"/>
                    </a:cubicBezTo>
                    <a:cubicBezTo>
                      <a:pt x="2716" y="1016"/>
                      <a:pt x="2775" y="945"/>
                      <a:pt x="2823" y="874"/>
                    </a:cubicBezTo>
                    <a:cubicBezTo>
                      <a:pt x="2870" y="790"/>
                      <a:pt x="2894" y="695"/>
                      <a:pt x="2894" y="600"/>
                    </a:cubicBezTo>
                    <a:cubicBezTo>
                      <a:pt x="2894" y="588"/>
                      <a:pt x="2894" y="588"/>
                      <a:pt x="2894" y="576"/>
                    </a:cubicBezTo>
                    <a:cubicBezTo>
                      <a:pt x="2894" y="552"/>
                      <a:pt x="2906" y="540"/>
                      <a:pt x="2906" y="516"/>
                    </a:cubicBezTo>
                    <a:cubicBezTo>
                      <a:pt x="2906" y="523"/>
                      <a:pt x="2906" y="531"/>
                      <a:pt x="2906" y="540"/>
                    </a:cubicBezTo>
                    <a:cubicBezTo>
                      <a:pt x="2918" y="505"/>
                      <a:pt x="2918" y="481"/>
                      <a:pt x="2918" y="457"/>
                    </a:cubicBezTo>
                    <a:cubicBezTo>
                      <a:pt x="2930" y="385"/>
                      <a:pt x="2930" y="326"/>
                      <a:pt x="2918" y="266"/>
                    </a:cubicBezTo>
                    <a:cubicBezTo>
                      <a:pt x="2918" y="254"/>
                      <a:pt x="2918" y="254"/>
                      <a:pt x="2918" y="243"/>
                    </a:cubicBezTo>
                    <a:cubicBezTo>
                      <a:pt x="2947" y="106"/>
                      <a:pt x="2848" y="1"/>
                      <a:pt x="272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8" name="Google Shape;578;p38"/>
              <p:cNvSpPr/>
              <p:nvPr/>
            </p:nvSpPr>
            <p:spPr>
              <a:xfrm>
                <a:off x="3947200" y="1925450"/>
                <a:ext cx="59850" cy="90875"/>
              </a:xfrm>
              <a:custGeom>
                <a:avLst/>
                <a:gdLst/>
                <a:ahLst/>
                <a:cxnLst/>
                <a:rect l="l" t="t" r="r" b="b"/>
                <a:pathLst>
                  <a:path w="2394" h="3635" extrusionOk="0">
                    <a:moveTo>
                      <a:pt x="1991" y="0"/>
                    </a:moveTo>
                    <a:cubicBezTo>
                      <a:pt x="1954" y="0"/>
                      <a:pt x="1918" y="10"/>
                      <a:pt x="1894" y="30"/>
                    </a:cubicBezTo>
                    <a:cubicBezTo>
                      <a:pt x="1834" y="77"/>
                      <a:pt x="1786" y="125"/>
                      <a:pt x="1751" y="173"/>
                    </a:cubicBezTo>
                    <a:cubicBezTo>
                      <a:pt x="1691" y="220"/>
                      <a:pt x="1632" y="268"/>
                      <a:pt x="1584" y="327"/>
                    </a:cubicBezTo>
                    <a:cubicBezTo>
                      <a:pt x="1477" y="423"/>
                      <a:pt x="1417" y="554"/>
                      <a:pt x="1358" y="685"/>
                    </a:cubicBezTo>
                    <a:cubicBezTo>
                      <a:pt x="1286" y="827"/>
                      <a:pt x="1215" y="994"/>
                      <a:pt x="1155" y="1149"/>
                    </a:cubicBezTo>
                    <a:cubicBezTo>
                      <a:pt x="1144" y="1197"/>
                      <a:pt x="1120" y="1256"/>
                      <a:pt x="1096" y="1304"/>
                    </a:cubicBezTo>
                    <a:cubicBezTo>
                      <a:pt x="1084" y="1328"/>
                      <a:pt x="1036" y="1423"/>
                      <a:pt x="1036" y="1435"/>
                    </a:cubicBezTo>
                    <a:cubicBezTo>
                      <a:pt x="977" y="1554"/>
                      <a:pt x="917" y="1673"/>
                      <a:pt x="858" y="1780"/>
                    </a:cubicBezTo>
                    <a:cubicBezTo>
                      <a:pt x="727" y="2018"/>
                      <a:pt x="584" y="2244"/>
                      <a:pt x="441" y="2471"/>
                    </a:cubicBezTo>
                    <a:cubicBezTo>
                      <a:pt x="358" y="2578"/>
                      <a:pt x="298" y="2709"/>
                      <a:pt x="239" y="2816"/>
                    </a:cubicBezTo>
                    <a:cubicBezTo>
                      <a:pt x="203" y="2875"/>
                      <a:pt x="155" y="2935"/>
                      <a:pt x="120" y="2994"/>
                    </a:cubicBezTo>
                    <a:cubicBezTo>
                      <a:pt x="84" y="3054"/>
                      <a:pt x="72" y="3125"/>
                      <a:pt x="72" y="3197"/>
                    </a:cubicBezTo>
                    <a:cubicBezTo>
                      <a:pt x="60" y="3209"/>
                      <a:pt x="60" y="3221"/>
                      <a:pt x="48" y="3233"/>
                    </a:cubicBezTo>
                    <a:cubicBezTo>
                      <a:pt x="12" y="3316"/>
                      <a:pt x="1" y="3423"/>
                      <a:pt x="48" y="3494"/>
                    </a:cubicBezTo>
                    <a:cubicBezTo>
                      <a:pt x="19" y="3533"/>
                      <a:pt x="45" y="3572"/>
                      <a:pt x="82" y="3572"/>
                    </a:cubicBezTo>
                    <a:cubicBezTo>
                      <a:pt x="90" y="3572"/>
                      <a:pt x="99" y="3570"/>
                      <a:pt x="108" y="3566"/>
                    </a:cubicBezTo>
                    <a:cubicBezTo>
                      <a:pt x="152" y="3610"/>
                      <a:pt x="222" y="3635"/>
                      <a:pt x="285" y="3635"/>
                    </a:cubicBezTo>
                    <a:cubicBezTo>
                      <a:pt x="306" y="3635"/>
                      <a:pt x="327" y="3632"/>
                      <a:pt x="346" y="3625"/>
                    </a:cubicBezTo>
                    <a:cubicBezTo>
                      <a:pt x="358" y="3625"/>
                      <a:pt x="441" y="3602"/>
                      <a:pt x="441" y="3590"/>
                    </a:cubicBezTo>
                    <a:cubicBezTo>
                      <a:pt x="453" y="3596"/>
                      <a:pt x="468" y="3599"/>
                      <a:pt x="483" y="3599"/>
                    </a:cubicBezTo>
                    <a:cubicBezTo>
                      <a:pt x="498" y="3599"/>
                      <a:pt x="512" y="3596"/>
                      <a:pt x="524" y="3590"/>
                    </a:cubicBezTo>
                    <a:cubicBezTo>
                      <a:pt x="620" y="3578"/>
                      <a:pt x="703" y="3530"/>
                      <a:pt x="786" y="3471"/>
                    </a:cubicBezTo>
                    <a:cubicBezTo>
                      <a:pt x="929" y="3375"/>
                      <a:pt x="1084" y="3280"/>
                      <a:pt x="1215" y="3161"/>
                    </a:cubicBezTo>
                    <a:cubicBezTo>
                      <a:pt x="1453" y="2947"/>
                      <a:pt x="1667" y="2661"/>
                      <a:pt x="1834" y="2387"/>
                    </a:cubicBezTo>
                    <a:cubicBezTo>
                      <a:pt x="2001" y="2101"/>
                      <a:pt x="2132" y="1804"/>
                      <a:pt x="2251" y="1506"/>
                    </a:cubicBezTo>
                    <a:cubicBezTo>
                      <a:pt x="2322" y="1328"/>
                      <a:pt x="2358" y="1149"/>
                      <a:pt x="2382" y="958"/>
                    </a:cubicBezTo>
                    <a:cubicBezTo>
                      <a:pt x="2394" y="804"/>
                      <a:pt x="2382" y="673"/>
                      <a:pt x="2346" y="542"/>
                    </a:cubicBezTo>
                    <a:cubicBezTo>
                      <a:pt x="2322" y="446"/>
                      <a:pt x="2287" y="351"/>
                      <a:pt x="2227" y="280"/>
                    </a:cubicBezTo>
                    <a:cubicBezTo>
                      <a:pt x="2215" y="256"/>
                      <a:pt x="2215" y="208"/>
                      <a:pt x="2203" y="185"/>
                    </a:cubicBezTo>
                    <a:cubicBezTo>
                      <a:pt x="2191" y="137"/>
                      <a:pt x="2156" y="101"/>
                      <a:pt x="2132" y="54"/>
                    </a:cubicBezTo>
                    <a:cubicBezTo>
                      <a:pt x="2097" y="19"/>
                      <a:pt x="2042" y="0"/>
                      <a:pt x="19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38"/>
              <p:cNvSpPr/>
              <p:nvPr/>
            </p:nvSpPr>
            <p:spPr>
              <a:xfrm>
                <a:off x="4000850" y="1769200"/>
                <a:ext cx="50850" cy="101650"/>
              </a:xfrm>
              <a:custGeom>
                <a:avLst/>
                <a:gdLst/>
                <a:ahLst/>
                <a:cxnLst/>
                <a:rect l="l" t="t" r="r" b="b"/>
                <a:pathLst>
                  <a:path w="2034" h="4065" extrusionOk="0">
                    <a:moveTo>
                      <a:pt x="1379" y="1"/>
                    </a:moveTo>
                    <a:cubicBezTo>
                      <a:pt x="1311" y="1"/>
                      <a:pt x="1243" y="28"/>
                      <a:pt x="1200" y="77"/>
                    </a:cubicBezTo>
                    <a:cubicBezTo>
                      <a:pt x="1129" y="148"/>
                      <a:pt x="1093" y="231"/>
                      <a:pt x="1057" y="315"/>
                    </a:cubicBezTo>
                    <a:cubicBezTo>
                      <a:pt x="998" y="350"/>
                      <a:pt x="950" y="410"/>
                      <a:pt x="914" y="470"/>
                    </a:cubicBezTo>
                    <a:cubicBezTo>
                      <a:pt x="807" y="589"/>
                      <a:pt x="736" y="731"/>
                      <a:pt x="700" y="910"/>
                    </a:cubicBezTo>
                    <a:cubicBezTo>
                      <a:pt x="688" y="934"/>
                      <a:pt x="664" y="1089"/>
                      <a:pt x="664" y="1148"/>
                    </a:cubicBezTo>
                    <a:cubicBezTo>
                      <a:pt x="652" y="1232"/>
                      <a:pt x="641" y="1315"/>
                      <a:pt x="617" y="1398"/>
                    </a:cubicBezTo>
                    <a:cubicBezTo>
                      <a:pt x="569" y="1708"/>
                      <a:pt x="498" y="2017"/>
                      <a:pt x="426" y="2315"/>
                    </a:cubicBezTo>
                    <a:cubicBezTo>
                      <a:pt x="367" y="2528"/>
                      <a:pt x="0" y="4065"/>
                      <a:pt x="386" y="4065"/>
                    </a:cubicBezTo>
                    <a:cubicBezTo>
                      <a:pt x="388" y="4065"/>
                      <a:pt x="389" y="4065"/>
                      <a:pt x="391" y="4065"/>
                    </a:cubicBezTo>
                    <a:cubicBezTo>
                      <a:pt x="593" y="4053"/>
                      <a:pt x="676" y="3982"/>
                      <a:pt x="819" y="3851"/>
                    </a:cubicBezTo>
                    <a:cubicBezTo>
                      <a:pt x="950" y="3732"/>
                      <a:pt x="1057" y="3613"/>
                      <a:pt x="1164" y="3482"/>
                    </a:cubicBezTo>
                    <a:cubicBezTo>
                      <a:pt x="1367" y="3184"/>
                      <a:pt x="1522" y="2887"/>
                      <a:pt x="1641" y="2553"/>
                    </a:cubicBezTo>
                    <a:cubicBezTo>
                      <a:pt x="1748" y="2255"/>
                      <a:pt x="1819" y="1958"/>
                      <a:pt x="1879" y="1648"/>
                    </a:cubicBezTo>
                    <a:cubicBezTo>
                      <a:pt x="1950" y="1279"/>
                      <a:pt x="2034" y="827"/>
                      <a:pt x="1807" y="505"/>
                    </a:cubicBezTo>
                    <a:cubicBezTo>
                      <a:pt x="1772" y="446"/>
                      <a:pt x="1736" y="398"/>
                      <a:pt x="1688" y="350"/>
                    </a:cubicBezTo>
                    <a:cubicBezTo>
                      <a:pt x="1653" y="255"/>
                      <a:pt x="1617" y="160"/>
                      <a:pt x="1545" y="77"/>
                    </a:cubicBezTo>
                    <a:cubicBezTo>
                      <a:pt x="1505" y="25"/>
                      <a:pt x="1442" y="1"/>
                      <a:pt x="1379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38"/>
              <p:cNvSpPr/>
              <p:nvPr/>
            </p:nvSpPr>
            <p:spPr>
              <a:xfrm>
                <a:off x="4054050" y="1642125"/>
                <a:ext cx="64625" cy="84500"/>
              </a:xfrm>
              <a:custGeom>
                <a:avLst/>
                <a:gdLst/>
                <a:ahLst/>
                <a:cxnLst/>
                <a:rect l="l" t="t" r="r" b="b"/>
                <a:pathLst>
                  <a:path w="2585" h="3380" extrusionOk="0">
                    <a:moveTo>
                      <a:pt x="2298" y="0"/>
                    </a:moveTo>
                    <a:cubicBezTo>
                      <a:pt x="2282" y="0"/>
                      <a:pt x="2267" y="2"/>
                      <a:pt x="2251" y="4"/>
                    </a:cubicBezTo>
                    <a:cubicBezTo>
                      <a:pt x="2215" y="16"/>
                      <a:pt x="2180" y="28"/>
                      <a:pt x="2144" y="52"/>
                    </a:cubicBezTo>
                    <a:cubicBezTo>
                      <a:pt x="2073" y="52"/>
                      <a:pt x="2013" y="76"/>
                      <a:pt x="1953" y="99"/>
                    </a:cubicBezTo>
                    <a:cubicBezTo>
                      <a:pt x="1920" y="111"/>
                      <a:pt x="1856" y="163"/>
                      <a:pt x="1838" y="180"/>
                    </a:cubicBezTo>
                    <a:lnTo>
                      <a:pt x="1838" y="180"/>
                    </a:lnTo>
                    <a:cubicBezTo>
                      <a:pt x="1829" y="181"/>
                      <a:pt x="1787" y="197"/>
                      <a:pt x="1787" y="207"/>
                    </a:cubicBezTo>
                    <a:cubicBezTo>
                      <a:pt x="1608" y="314"/>
                      <a:pt x="1525" y="504"/>
                      <a:pt x="1418" y="671"/>
                    </a:cubicBezTo>
                    <a:cubicBezTo>
                      <a:pt x="1251" y="921"/>
                      <a:pt x="1108" y="1183"/>
                      <a:pt x="953" y="1421"/>
                    </a:cubicBezTo>
                    <a:cubicBezTo>
                      <a:pt x="799" y="1671"/>
                      <a:pt x="632" y="1897"/>
                      <a:pt x="477" y="2147"/>
                    </a:cubicBezTo>
                    <a:cubicBezTo>
                      <a:pt x="406" y="2266"/>
                      <a:pt x="322" y="2385"/>
                      <a:pt x="251" y="2516"/>
                    </a:cubicBezTo>
                    <a:cubicBezTo>
                      <a:pt x="168" y="2647"/>
                      <a:pt x="120" y="2790"/>
                      <a:pt x="48" y="2933"/>
                    </a:cubicBezTo>
                    <a:cubicBezTo>
                      <a:pt x="1" y="3052"/>
                      <a:pt x="1" y="3195"/>
                      <a:pt x="96" y="3290"/>
                    </a:cubicBezTo>
                    <a:cubicBezTo>
                      <a:pt x="154" y="3348"/>
                      <a:pt x="233" y="3380"/>
                      <a:pt x="311" y="3380"/>
                    </a:cubicBezTo>
                    <a:cubicBezTo>
                      <a:pt x="361" y="3380"/>
                      <a:pt x="411" y="3366"/>
                      <a:pt x="453" y="3338"/>
                    </a:cubicBezTo>
                    <a:cubicBezTo>
                      <a:pt x="584" y="3267"/>
                      <a:pt x="715" y="3195"/>
                      <a:pt x="834" y="3100"/>
                    </a:cubicBezTo>
                    <a:cubicBezTo>
                      <a:pt x="965" y="3005"/>
                      <a:pt x="1072" y="2886"/>
                      <a:pt x="1180" y="2778"/>
                    </a:cubicBezTo>
                    <a:cubicBezTo>
                      <a:pt x="1418" y="2540"/>
                      <a:pt x="1608" y="2290"/>
                      <a:pt x="1811" y="2016"/>
                    </a:cubicBezTo>
                    <a:cubicBezTo>
                      <a:pt x="1977" y="1778"/>
                      <a:pt x="2156" y="1540"/>
                      <a:pt x="2299" y="1278"/>
                    </a:cubicBezTo>
                    <a:cubicBezTo>
                      <a:pt x="2382" y="1135"/>
                      <a:pt x="2489" y="969"/>
                      <a:pt x="2537" y="802"/>
                    </a:cubicBezTo>
                    <a:cubicBezTo>
                      <a:pt x="2585" y="623"/>
                      <a:pt x="2561" y="397"/>
                      <a:pt x="2477" y="230"/>
                    </a:cubicBezTo>
                    <a:cubicBezTo>
                      <a:pt x="2477" y="183"/>
                      <a:pt x="2465" y="123"/>
                      <a:pt x="2442" y="76"/>
                    </a:cubicBezTo>
                    <a:cubicBezTo>
                      <a:pt x="2414" y="20"/>
                      <a:pt x="2356" y="0"/>
                      <a:pt x="229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1" name="Google Shape;581;p38"/>
              <p:cNvSpPr/>
              <p:nvPr/>
            </p:nvSpPr>
            <p:spPr>
              <a:xfrm>
                <a:off x="4162100" y="1581300"/>
                <a:ext cx="78900" cy="43675"/>
              </a:xfrm>
              <a:custGeom>
                <a:avLst/>
                <a:gdLst/>
                <a:ahLst/>
                <a:cxnLst/>
                <a:rect l="l" t="t" r="r" b="b"/>
                <a:pathLst>
                  <a:path w="3156" h="1747" extrusionOk="0">
                    <a:moveTo>
                      <a:pt x="2725" y="1"/>
                    </a:moveTo>
                    <a:cubicBezTo>
                      <a:pt x="2701" y="1"/>
                      <a:pt x="2678" y="3"/>
                      <a:pt x="2656" y="8"/>
                    </a:cubicBezTo>
                    <a:cubicBezTo>
                      <a:pt x="2601" y="8"/>
                      <a:pt x="2586" y="19"/>
                      <a:pt x="2623" y="30"/>
                    </a:cubicBezTo>
                    <a:lnTo>
                      <a:pt x="2623" y="30"/>
                    </a:lnTo>
                    <a:cubicBezTo>
                      <a:pt x="2584" y="19"/>
                      <a:pt x="2546" y="14"/>
                      <a:pt x="2507" y="14"/>
                    </a:cubicBezTo>
                    <a:cubicBezTo>
                      <a:pt x="2465" y="14"/>
                      <a:pt x="2424" y="20"/>
                      <a:pt x="2382" y="32"/>
                    </a:cubicBezTo>
                    <a:cubicBezTo>
                      <a:pt x="2346" y="32"/>
                      <a:pt x="2311" y="44"/>
                      <a:pt x="2275" y="56"/>
                    </a:cubicBezTo>
                    <a:cubicBezTo>
                      <a:pt x="2299" y="53"/>
                      <a:pt x="2314" y="51"/>
                      <a:pt x="2317" y="51"/>
                    </a:cubicBezTo>
                    <a:cubicBezTo>
                      <a:pt x="2327" y="51"/>
                      <a:pt x="2277" y="59"/>
                      <a:pt x="2168" y="68"/>
                    </a:cubicBezTo>
                    <a:cubicBezTo>
                      <a:pt x="2001" y="104"/>
                      <a:pt x="1846" y="199"/>
                      <a:pt x="1692" y="270"/>
                    </a:cubicBezTo>
                    <a:cubicBezTo>
                      <a:pt x="1561" y="330"/>
                      <a:pt x="1441" y="401"/>
                      <a:pt x="1334" y="473"/>
                    </a:cubicBezTo>
                    <a:cubicBezTo>
                      <a:pt x="1072" y="639"/>
                      <a:pt x="822" y="794"/>
                      <a:pt x="584" y="985"/>
                    </a:cubicBezTo>
                    <a:cubicBezTo>
                      <a:pt x="477" y="1068"/>
                      <a:pt x="394" y="1163"/>
                      <a:pt x="287" y="1270"/>
                    </a:cubicBezTo>
                    <a:cubicBezTo>
                      <a:pt x="239" y="1318"/>
                      <a:pt x="179" y="1354"/>
                      <a:pt x="132" y="1401"/>
                    </a:cubicBezTo>
                    <a:cubicBezTo>
                      <a:pt x="96" y="1449"/>
                      <a:pt x="60" y="1509"/>
                      <a:pt x="37" y="1556"/>
                    </a:cubicBezTo>
                    <a:cubicBezTo>
                      <a:pt x="1" y="1616"/>
                      <a:pt x="25" y="1711"/>
                      <a:pt x="96" y="1723"/>
                    </a:cubicBezTo>
                    <a:cubicBezTo>
                      <a:pt x="156" y="1735"/>
                      <a:pt x="215" y="1747"/>
                      <a:pt x="275" y="1747"/>
                    </a:cubicBezTo>
                    <a:cubicBezTo>
                      <a:pt x="346" y="1747"/>
                      <a:pt x="406" y="1723"/>
                      <a:pt x="477" y="1711"/>
                    </a:cubicBezTo>
                    <a:cubicBezTo>
                      <a:pt x="632" y="1699"/>
                      <a:pt x="775" y="1687"/>
                      <a:pt x="930" y="1663"/>
                    </a:cubicBezTo>
                    <a:cubicBezTo>
                      <a:pt x="1191" y="1604"/>
                      <a:pt x="1441" y="1509"/>
                      <a:pt x="1703" y="1425"/>
                    </a:cubicBezTo>
                    <a:cubicBezTo>
                      <a:pt x="1870" y="1366"/>
                      <a:pt x="2025" y="1306"/>
                      <a:pt x="2180" y="1235"/>
                    </a:cubicBezTo>
                    <a:cubicBezTo>
                      <a:pt x="2323" y="1163"/>
                      <a:pt x="2537" y="1104"/>
                      <a:pt x="2644" y="985"/>
                    </a:cubicBezTo>
                    <a:cubicBezTo>
                      <a:pt x="2675" y="962"/>
                      <a:pt x="2686" y="948"/>
                      <a:pt x="2680" y="948"/>
                    </a:cubicBezTo>
                    <a:lnTo>
                      <a:pt x="2680" y="948"/>
                    </a:lnTo>
                    <a:cubicBezTo>
                      <a:pt x="2677" y="948"/>
                      <a:pt x="2669" y="952"/>
                      <a:pt x="2656" y="961"/>
                    </a:cubicBezTo>
                    <a:cubicBezTo>
                      <a:pt x="2680" y="937"/>
                      <a:pt x="2715" y="913"/>
                      <a:pt x="2739" y="889"/>
                    </a:cubicBezTo>
                    <a:cubicBezTo>
                      <a:pt x="2835" y="818"/>
                      <a:pt x="2882" y="747"/>
                      <a:pt x="2930" y="699"/>
                    </a:cubicBezTo>
                    <a:cubicBezTo>
                      <a:pt x="3049" y="556"/>
                      <a:pt x="3156" y="401"/>
                      <a:pt x="3085" y="211"/>
                    </a:cubicBezTo>
                    <a:cubicBezTo>
                      <a:pt x="3023" y="88"/>
                      <a:pt x="2866" y="1"/>
                      <a:pt x="272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82" name="Google Shape;582;p38"/>
            <p:cNvGrpSpPr/>
            <p:nvPr/>
          </p:nvGrpSpPr>
          <p:grpSpPr>
            <a:xfrm>
              <a:off x="4733163" y="2766775"/>
              <a:ext cx="417025" cy="646625"/>
              <a:chOff x="4817850" y="1552725"/>
              <a:chExt cx="417025" cy="646625"/>
            </a:xfrm>
          </p:grpSpPr>
          <p:sp>
            <p:nvSpPr>
              <p:cNvPr id="583" name="Google Shape;583;p38"/>
              <p:cNvSpPr/>
              <p:nvPr/>
            </p:nvSpPr>
            <p:spPr>
              <a:xfrm>
                <a:off x="4817850" y="1552725"/>
                <a:ext cx="94675" cy="46850"/>
              </a:xfrm>
              <a:custGeom>
                <a:avLst/>
                <a:gdLst/>
                <a:ahLst/>
                <a:cxnLst/>
                <a:rect l="l" t="t" r="r" b="b"/>
                <a:pathLst>
                  <a:path w="3787" h="1874" extrusionOk="0">
                    <a:moveTo>
                      <a:pt x="3560" y="1068"/>
                    </a:moveTo>
                    <a:cubicBezTo>
                      <a:pt x="3560" y="1080"/>
                      <a:pt x="3560" y="1080"/>
                      <a:pt x="3572" y="1092"/>
                    </a:cubicBezTo>
                    <a:cubicBezTo>
                      <a:pt x="3572" y="1080"/>
                      <a:pt x="3560" y="1080"/>
                      <a:pt x="3560" y="1068"/>
                    </a:cubicBezTo>
                    <a:close/>
                    <a:moveTo>
                      <a:pt x="761" y="1"/>
                    </a:moveTo>
                    <a:cubicBezTo>
                      <a:pt x="692" y="1"/>
                      <a:pt x="622" y="3"/>
                      <a:pt x="548" y="8"/>
                    </a:cubicBezTo>
                    <a:cubicBezTo>
                      <a:pt x="488" y="20"/>
                      <a:pt x="417" y="20"/>
                      <a:pt x="346" y="44"/>
                    </a:cubicBezTo>
                    <a:cubicBezTo>
                      <a:pt x="298" y="56"/>
                      <a:pt x="238" y="104"/>
                      <a:pt x="179" y="104"/>
                    </a:cubicBezTo>
                    <a:cubicBezTo>
                      <a:pt x="72" y="104"/>
                      <a:pt x="0" y="246"/>
                      <a:pt x="84" y="318"/>
                    </a:cubicBezTo>
                    <a:cubicBezTo>
                      <a:pt x="131" y="366"/>
                      <a:pt x="155" y="437"/>
                      <a:pt x="191" y="497"/>
                    </a:cubicBezTo>
                    <a:cubicBezTo>
                      <a:pt x="238" y="556"/>
                      <a:pt x="286" y="616"/>
                      <a:pt x="346" y="663"/>
                    </a:cubicBezTo>
                    <a:cubicBezTo>
                      <a:pt x="453" y="770"/>
                      <a:pt x="548" y="866"/>
                      <a:pt x="679" y="949"/>
                    </a:cubicBezTo>
                    <a:cubicBezTo>
                      <a:pt x="929" y="1116"/>
                      <a:pt x="1179" y="1247"/>
                      <a:pt x="1453" y="1378"/>
                    </a:cubicBezTo>
                    <a:cubicBezTo>
                      <a:pt x="1751" y="1520"/>
                      <a:pt x="2036" y="1640"/>
                      <a:pt x="2346" y="1759"/>
                    </a:cubicBezTo>
                    <a:cubicBezTo>
                      <a:pt x="2524" y="1818"/>
                      <a:pt x="2679" y="1854"/>
                      <a:pt x="2870" y="1866"/>
                    </a:cubicBezTo>
                    <a:cubicBezTo>
                      <a:pt x="2909" y="1871"/>
                      <a:pt x="2949" y="1874"/>
                      <a:pt x="2988" y="1874"/>
                    </a:cubicBezTo>
                    <a:cubicBezTo>
                      <a:pt x="3044" y="1874"/>
                      <a:pt x="3100" y="1868"/>
                      <a:pt x="3155" y="1854"/>
                    </a:cubicBezTo>
                    <a:cubicBezTo>
                      <a:pt x="3252" y="1817"/>
                      <a:pt x="3302" y="1798"/>
                      <a:pt x="3303" y="1798"/>
                    </a:cubicBezTo>
                    <a:lnTo>
                      <a:pt x="3303" y="1798"/>
                    </a:lnTo>
                    <a:cubicBezTo>
                      <a:pt x="3304" y="1798"/>
                      <a:pt x="3286" y="1805"/>
                      <a:pt x="3251" y="1818"/>
                    </a:cubicBezTo>
                    <a:cubicBezTo>
                      <a:pt x="3286" y="1806"/>
                      <a:pt x="3310" y="1794"/>
                      <a:pt x="3346" y="1782"/>
                    </a:cubicBezTo>
                    <a:cubicBezTo>
                      <a:pt x="3417" y="1770"/>
                      <a:pt x="3477" y="1747"/>
                      <a:pt x="3548" y="1711"/>
                    </a:cubicBezTo>
                    <a:cubicBezTo>
                      <a:pt x="3572" y="1699"/>
                      <a:pt x="3596" y="1687"/>
                      <a:pt x="3632" y="1663"/>
                    </a:cubicBezTo>
                    <a:cubicBezTo>
                      <a:pt x="3727" y="1616"/>
                      <a:pt x="3786" y="1485"/>
                      <a:pt x="3727" y="1389"/>
                    </a:cubicBezTo>
                    <a:cubicBezTo>
                      <a:pt x="3691" y="1354"/>
                      <a:pt x="3691" y="1282"/>
                      <a:pt x="3679" y="1235"/>
                    </a:cubicBezTo>
                    <a:cubicBezTo>
                      <a:pt x="3656" y="1175"/>
                      <a:pt x="3608" y="1139"/>
                      <a:pt x="3572" y="1092"/>
                    </a:cubicBezTo>
                    <a:cubicBezTo>
                      <a:pt x="3560" y="1080"/>
                      <a:pt x="3560" y="1080"/>
                      <a:pt x="3560" y="1080"/>
                    </a:cubicBezTo>
                    <a:cubicBezTo>
                      <a:pt x="3548" y="1056"/>
                      <a:pt x="3536" y="1020"/>
                      <a:pt x="3513" y="973"/>
                    </a:cubicBezTo>
                    <a:cubicBezTo>
                      <a:pt x="3441" y="866"/>
                      <a:pt x="3346" y="794"/>
                      <a:pt x="3251" y="723"/>
                    </a:cubicBezTo>
                    <a:cubicBezTo>
                      <a:pt x="3084" y="604"/>
                      <a:pt x="2917" y="532"/>
                      <a:pt x="2739" y="461"/>
                    </a:cubicBezTo>
                    <a:cubicBezTo>
                      <a:pt x="2465" y="354"/>
                      <a:pt x="2191" y="270"/>
                      <a:pt x="1917" y="199"/>
                    </a:cubicBezTo>
                    <a:cubicBezTo>
                      <a:pt x="1596" y="116"/>
                      <a:pt x="1346" y="68"/>
                      <a:pt x="1060" y="20"/>
                    </a:cubicBezTo>
                    <a:cubicBezTo>
                      <a:pt x="955" y="6"/>
                      <a:pt x="859" y="1"/>
                      <a:pt x="76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4" name="Google Shape;584;p38"/>
              <p:cNvSpPr/>
              <p:nvPr/>
            </p:nvSpPr>
            <p:spPr>
              <a:xfrm>
                <a:off x="5034000" y="1687750"/>
                <a:ext cx="275" cy="1150"/>
              </a:xfrm>
              <a:custGeom>
                <a:avLst/>
                <a:gdLst/>
                <a:ahLst/>
                <a:cxnLst/>
                <a:rect l="l" t="t" r="r" b="b"/>
                <a:pathLst>
                  <a:path w="11" h="46" extrusionOk="0">
                    <a:moveTo>
                      <a:pt x="10" y="1"/>
                    </a:moveTo>
                    <a:cubicBezTo>
                      <a:pt x="3" y="30"/>
                      <a:pt x="0" y="45"/>
                      <a:pt x="2" y="45"/>
                    </a:cubicBezTo>
                    <a:cubicBezTo>
                      <a:pt x="3" y="45"/>
                      <a:pt x="5" y="39"/>
                      <a:pt x="10" y="25"/>
                    </a:cubicBezTo>
                    <a:cubicBezTo>
                      <a:pt x="10" y="13"/>
                      <a:pt x="10" y="13"/>
                      <a:pt x="10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8"/>
              <p:cNvSpPr/>
              <p:nvPr/>
            </p:nvSpPr>
            <p:spPr>
              <a:xfrm>
                <a:off x="5034250" y="1686875"/>
                <a:ext cx="25" cy="900"/>
              </a:xfrm>
              <a:custGeom>
                <a:avLst/>
                <a:gdLst/>
                <a:ahLst/>
                <a:cxnLst/>
                <a:rect l="l" t="t" r="r" b="b"/>
                <a:pathLst>
                  <a:path w="1" h="36" extrusionOk="0">
                    <a:moveTo>
                      <a:pt x="0" y="0"/>
                    </a:moveTo>
                    <a:cubicBezTo>
                      <a:pt x="0" y="12"/>
                      <a:pt x="0" y="24"/>
                      <a:pt x="0" y="24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24"/>
                      <a:pt x="0" y="12"/>
                      <a:pt x="0" y="0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8"/>
              <p:cNvSpPr/>
              <p:nvPr/>
            </p:nvSpPr>
            <p:spPr>
              <a:xfrm>
                <a:off x="4952375" y="1617850"/>
                <a:ext cx="82475" cy="86800"/>
              </a:xfrm>
              <a:custGeom>
                <a:avLst/>
                <a:gdLst/>
                <a:ahLst/>
                <a:cxnLst/>
                <a:rect l="l" t="t" r="r" b="b"/>
                <a:pathLst>
                  <a:path w="3299" h="3471" extrusionOk="0">
                    <a:moveTo>
                      <a:pt x="649" y="0"/>
                    </a:moveTo>
                    <a:cubicBezTo>
                      <a:pt x="611" y="0"/>
                      <a:pt x="574" y="3"/>
                      <a:pt x="537" y="11"/>
                    </a:cubicBezTo>
                    <a:cubicBezTo>
                      <a:pt x="441" y="11"/>
                      <a:pt x="346" y="23"/>
                      <a:pt x="251" y="35"/>
                    </a:cubicBezTo>
                    <a:cubicBezTo>
                      <a:pt x="84" y="70"/>
                      <a:pt x="1" y="297"/>
                      <a:pt x="96" y="428"/>
                    </a:cubicBezTo>
                    <a:cubicBezTo>
                      <a:pt x="144" y="511"/>
                      <a:pt x="203" y="582"/>
                      <a:pt x="251" y="654"/>
                    </a:cubicBezTo>
                    <a:cubicBezTo>
                      <a:pt x="310" y="761"/>
                      <a:pt x="406" y="844"/>
                      <a:pt x="501" y="951"/>
                    </a:cubicBezTo>
                    <a:cubicBezTo>
                      <a:pt x="561" y="999"/>
                      <a:pt x="620" y="1059"/>
                      <a:pt x="668" y="1118"/>
                    </a:cubicBezTo>
                    <a:cubicBezTo>
                      <a:pt x="681" y="1131"/>
                      <a:pt x="709" y="1164"/>
                      <a:pt x="717" y="1168"/>
                    </a:cubicBezTo>
                    <a:lnTo>
                      <a:pt x="717" y="1168"/>
                    </a:lnTo>
                    <a:cubicBezTo>
                      <a:pt x="735" y="1193"/>
                      <a:pt x="755" y="1217"/>
                      <a:pt x="775" y="1237"/>
                    </a:cubicBezTo>
                    <a:cubicBezTo>
                      <a:pt x="870" y="1368"/>
                      <a:pt x="1013" y="1475"/>
                      <a:pt x="1120" y="1606"/>
                    </a:cubicBezTo>
                    <a:cubicBezTo>
                      <a:pt x="1180" y="1666"/>
                      <a:pt x="1227" y="1725"/>
                      <a:pt x="1287" y="1785"/>
                    </a:cubicBezTo>
                    <a:cubicBezTo>
                      <a:pt x="1299" y="1809"/>
                      <a:pt x="1323" y="1832"/>
                      <a:pt x="1334" y="1844"/>
                    </a:cubicBezTo>
                    <a:cubicBezTo>
                      <a:pt x="1406" y="1952"/>
                      <a:pt x="1477" y="2047"/>
                      <a:pt x="1549" y="2142"/>
                    </a:cubicBezTo>
                    <a:lnTo>
                      <a:pt x="1561" y="2142"/>
                    </a:lnTo>
                    <a:cubicBezTo>
                      <a:pt x="1573" y="2166"/>
                      <a:pt x="1584" y="2178"/>
                      <a:pt x="1596" y="2202"/>
                    </a:cubicBezTo>
                    <a:cubicBezTo>
                      <a:pt x="1692" y="2321"/>
                      <a:pt x="1763" y="2452"/>
                      <a:pt x="1846" y="2571"/>
                    </a:cubicBezTo>
                    <a:cubicBezTo>
                      <a:pt x="1965" y="2737"/>
                      <a:pt x="2073" y="2904"/>
                      <a:pt x="2215" y="3035"/>
                    </a:cubicBezTo>
                    <a:cubicBezTo>
                      <a:pt x="2275" y="3083"/>
                      <a:pt x="2323" y="3130"/>
                      <a:pt x="2382" y="3166"/>
                    </a:cubicBezTo>
                    <a:cubicBezTo>
                      <a:pt x="2394" y="3166"/>
                      <a:pt x="2406" y="3178"/>
                      <a:pt x="2430" y="3178"/>
                    </a:cubicBezTo>
                    <a:cubicBezTo>
                      <a:pt x="2430" y="3184"/>
                      <a:pt x="2430" y="3184"/>
                      <a:pt x="2431" y="3184"/>
                    </a:cubicBezTo>
                    <a:cubicBezTo>
                      <a:pt x="2433" y="3184"/>
                      <a:pt x="2436" y="3184"/>
                      <a:pt x="2442" y="3190"/>
                    </a:cubicBezTo>
                    <a:cubicBezTo>
                      <a:pt x="2466" y="3214"/>
                      <a:pt x="2501" y="3237"/>
                      <a:pt x="2537" y="3261"/>
                    </a:cubicBezTo>
                    <a:cubicBezTo>
                      <a:pt x="2573" y="3285"/>
                      <a:pt x="2608" y="3309"/>
                      <a:pt x="2644" y="3321"/>
                    </a:cubicBezTo>
                    <a:cubicBezTo>
                      <a:pt x="2725" y="3392"/>
                      <a:pt x="2806" y="3471"/>
                      <a:pt x="2910" y="3471"/>
                    </a:cubicBezTo>
                    <a:cubicBezTo>
                      <a:pt x="2927" y="3471"/>
                      <a:pt x="2946" y="3469"/>
                      <a:pt x="2966" y="3464"/>
                    </a:cubicBezTo>
                    <a:cubicBezTo>
                      <a:pt x="3120" y="3416"/>
                      <a:pt x="3144" y="3261"/>
                      <a:pt x="3180" y="3118"/>
                    </a:cubicBezTo>
                    <a:cubicBezTo>
                      <a:pt x="3228" y="3035"/>
                      <a:pt x="3251" y="2940"/>
                      <a:pt x="3263" y="2821"/>
                    </a:cubicBezTo>
                    <a:cubicBezTo>
                      <a:pt x="3263" y="2809"/>
                      <a:pt x="3275" y="2797"/>
                      <a:pt x="3275" y="2785"/>
                    </a:cubicBezTo>
                    <a:cubicBezTo>
                      <a:pt x="3275" y="2737"/>
                      <a:pt x="3299" y="2654"/>
                      <a:pt x="3299" y="2606"/>
                    </a:cubicBezTo>
                    <a:cubicBezTo>
                      <a:pt x="3299" y="2392"/>
                      <a:pt x="3251" y="2202"/>
                      <a:pt x="3168" y="2011"/>
                    </a:cubicBezTo>
                    <a:cubicBezTo>
                      <a:pt x="3013" y="1642"/>
                      <a:pt x="2751" y="1261"/>
                      <a:pt x="2466" y="987"/>
                    </a:cubicBezTo>
                    <a:cubicBezTo>
                      <a:pt x="2346" y="868"/>
                      <a:pt x="2227" y="761"/>
                      <a:pt x="2096" y="654"/>
                    </a:cubicBezTo>
                    <a:cubicBezTo>
                      <a:pt x="1942" y="535"/>
                      <a:pt x="1775" y="392"/>
                      <a:pt x="1596" y="297"/>
                    </a:cubicBezTo>
                    <a:cubicBezTo>
                      <a:pt x="1442" y="213"/>
                      <a:pt x="1251" y="154"/>
                      <a:pt x="1072" y="94"/>
                    </a:cubicBezTo>
                    <a:cubicBezTo>
                      <a:pt x="931" y="47"/>
                      <a:pt x="790" y="0"/>
                      <a:pt x="649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8"/>
              <p:cNvSpPr/>
              <p:nvPr/>
            </p:nvSpPr>
            <p:spPr>
              <a:xfrm>
                <a:off x="5043975" y="1738725"/>
                <a:ext cx="56375" cy="112300"/>
              </a:xfrm>
              <a:custGeom>
                <a:avLst/>
                <a:gdLst/>
                <a:ahLst/>
                <a:cxnLst/>
                <a:rect l="l" t="t" r="r" b="b"/>
                <a:pathLst>
                  <a:path w="2255" h="4492" extrusionOk="0">
                    <a:moveTo>
                      <a:pt x="1992" y="4296"/>
                    </a:moveTo>
                    <a:lnTo>
                      <a:pt x="1992" y="4296"/>
                    </a:lnTo>
                    <a:cubicBezTo>
                      <a:pt x="1980" y="4296"/>
                      <a:pt x="1969" y="4296"/>
                      <a:pt x="1969" y="4308"/>
                    </a:cubicBezTo>
                    <a:cubicBezTo>
                      <a:pt x="1980" y="4296"/>
                      <a:pt x="1980" y="4296"/>
                      <a:pt x="1992" y="4296"/>
                    </a:cubicBezTo>
                    <a:close/>
                    <a:moveTo>
                      <a:pt x="230" y="1"/>
                    </a:moveTo>
                    <a:cubicBezTo>
                      <a:pt x="113" y="1"/>
                      <a:pt x="1" y="88"/>
                      <a:pt x="52" y="224"/>
                    </a:cubicBezTo>
                    <a:cubicBezTo>
                      <a:pt x="99" y="343"/>
                      <a:pt x="111" y="546"/>
                      <a:pt x="147" y="700"/>
                    </a:cubicBezTo>
                    <a:cubicBezTo>
                      <a:pt x="183" y="891"/>
                      <a:pt x="218" y="1058"/>
                      <a:pt x="278" y="1236"/>
                    </a:cubicBezTo>
                    <a:cubicBezTo>
                      <a:pt x="397" y="1593"/>
                      <a:pt x="528" y="1939"/>
                      <a:pt x="635" y="2284"/>
                    </a:cubicBezTo>
                    <a:cubicBezTo>
                      <a:pt x="742" y="2641"/>
                      <a:pt x="849" y="2998"/>
                      <a:pt x="921" y="3367"/>
                    </a:cubicBezTo>
                    <a:cubicBezTo>
                      <a:pt x="968" y="3594"/>
                      <a:pt x="1028" y="3784"/>
                      <a:pt x="1123" y="3998"/>
                    </a:cubicBezTo>
                    <a:cubicBezTo>
                      <a:pt x="1183" y="4129"/>
                      <a:pt x="1242" y="4248"/>
                      <a:pt x="1373" y="4320"/>
                    </a:cubicBezTo>
                    <a:cubicBezTo>
                      <a:pt x="1409" y="4332"/>
                      <a:pt x="1421" y="4344"/>
                      <a:pt x="1445" y="4344"/>
                    </a:cubicBezTo>
                    <a:cubicBezTo>
                      <a:pt x="1445" y="4356"/>
                      <a:pt x="1457" y="4356"/>
                      <a:pt x="1457" y="4356"/>
                    </a:cubicBezTo>
                    <a:cubicBezTo>
                      <a:pt x="1457" y="4356"/>
                      <a:pt x="1457" y="4356"/>
                      <a:pt x="1457" y="4367"/>
                    </a:cubicBezTo>
                    <a:cubicBezTo>
                      <a:pt x="1480" y="4379"/>
                      <a:pt x="1492" y="4403"/>
                      <a:pt x="1516" y="4415"/>
                    </a:cubicBezTo>
                    <a:lnTo>
                      <a:pt x="1599" y="4451"/>
                    </a:lnTo>
                    <a:cubicBezTo>
                      <a:pt x="1631" y="4476"/>
                      <a:pt x="1672" y="4491"/>
                      <a:pt x="1713" y="4491"/>
                    </a:cubicBezTo>
                    <a:cubicBezTo>
                      <a:pt x="1750" y="4491"/>
                      <a:pt x="1786" y="4479"/>
                      <a:pt x="1814" y="4451"/>
                    </a:cubicBezTo>
                    <a:cubicBezTo>
                      <a:pt x="1826" y="4439"/>
                      <a:pt x="1826" y="4439"/>
                      <a:pt x="1838" y="4427"/>
                    </a:cubicBezTo>
                    <a:cubicBezTo>
                      <a:pt x="1838" y="4427"/>
                      <a:pt x="1850" y="4427"/>
                      <a:pt x="1861" y="4415"/>
                    </a:cubicBezTo>
                    <a:cubicBezTo>
                      <a:pt x="1909" y="4391"/>
                      <a:pt x="1945" y="4344"/>
                      <a:pt x="1969" y="4308"/>
                    </a:cubicBezTo>
                    <a:cubicBezTo>
                      <a:pt x="1969" y="4296"/>
                      <a:pt x="1969" y="4296"/>
                      <a:pt x="1980" y="4296"/>
                    </a:cubicBezTo>
                    <a:cubicBezTo>
                      <a:pt x="1992" y="4272"/>
                      <a:pt x="2016" y="4260"/>
                      <a:pt x="2052" y="4236"/>
                    </a:cubicBezTo>
                    <a:cubicBezTo>
                      <a:pt x="2159" y="4129"/>
                      <a:pt x="2195" y="3998"/>
                      <a:pt x="2219" y="3855"/>
                    </a:cubicBezTo>
                    <a:cubicBezTo>
                      <a:pt x="2254" y="3617"/>
                      <a:pt x="2242" y="3403"/>
                      <a:pt x="2207" y="3165"/>
                    </a:cubicBezTo>
                    <a:cubicBezTo>
                      <a:pt x="2135" y="2832"/>
                      <a:pt x="2052" y="2474"/>
                      <a:pt x="1933" y="2153"/>
                    </a:cubicBezTo>
                    <a:cubicBezTo>
                      <a:pt x="1802" y="1808"/>
                      <a:pt x="1659" y="1439"/>
                      <a:pt x="1469" y="1117"/>
                    </a:cubicBezTo>
                    <a:cubicBezTo>
                      <a:pt x="1302" y="843"/>
                      <a:pt x="1076" y="510"/>
                      <a:pt x="790" y="331"/>
                    </a:cubicBezTo>
                    <a:cubicBezTo>
                      <a:pt x="730" y="284"/>
                      <a:pt x="671" y="224"/>
                      <a:pt x="599" y="176"/>
                    </a:cubicBezTo>
                    <a:cubicBezTo>
                      <a:pt x="528" y="129"/>
                      <a:pt x="433" y="105"/>
                      <a:pt x="361" y="45"/>
                    </a:cubicBezTo>
                    <a:cubicBezTo>
                      <a:pt x="324" y="15"/>
                      <a:pt x="276" y="1"/>
                      <a:pt x="23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8"/>
              <p:cNvSpPr/>
              <p:nvPr/>
            </p:nvSpPr>
            <p:spPr>
              <a:xfrm>
                <a:off x="5109550" y="1902050"/>
                <a:ext cx="42575" cy="99450"/>
              </a:xfrm>
              <a:custGeom>
                <a:avLst/>
                <a:gdLst/>
                <a:ahLst/>
                <a:cxnLst/>
                <a:rect l="l" t="t" r="r" b="b"/>
                <a:pathLst>
                  <a:path w="1703" h="3978" extrusionOk="0">
                    <a:moveTo>
                      <a:pt x="338" y="0"/>
                    </a:moveTo>
                    <a:cubicBezTo>
                      <a:pt x="263" y="0"/>
                      <a:pt x="191" y="56"/>
                      <a:pt x="191" y="144"/>
                    </a:cubicBezTo>
                    <a:lnTo>
                      <a:pt x="179" y="204"/>
                    </a:lnTo>
                    <a:cubicBezTo>
                      <a:pt x="0" y="406"/>
                      <a:pt x="36" y="787"/>
                      <a:pt x="60" y="1037"/>
                    </a:cubicBezTo>
                    <a:cubicBezTo>
                      <a:pt x="84" y="1359"/>
                      <a:pt x="119" y="1668"/>
                      <a:pt x="191" y="1978"/>
                    </a:cubicBezTo>
                    <a:cubicBezTo>
                      <a:pt x="250" y="2264"/>
                      <a:pt x="310" y="2561"/>
                      <a:pt x="381" y="2835"/>
                    </a:cubicBezTo>
                    <a:cubicBezTo>
                      <a:pt x="465" y="3157"/>
                      <a:pt x="596" y="3454"/>
                      <a:pt x="774" y="3740"/>
                    </a:cubicBezTo>
                    <a:cubicBezTo>
                      <a:pt x="870" y="3905"/>
                      <a:pt x="1023" y="3978"/>
                      <a:pt x="1176" y="3978"/>
                    </a:cubicBezTo>
                    <a:cubicBezTo>
                      <a:pt x="1420" y="3978"/>
                      <a:pt x="1665" y="3790"/>
                      <a:pt x="1679" y="3490"/>
                    </a:cubicBezTo>
                    <a:cubicBezTo>
                      <a:pt x="1703" y="2859"/>
                      <a:pt x="1513" y="2275"/>
                      <a:pt x="1334" y="1668"/>
                    </a:cubicBezTo>
                    <a:cubicBezTo>
                      <a:pt x="1251" y="1359"/>
                      <a:pt x="1132" y="1073"/>
                      <a:pt x="1001" y="787"/>
                    </a:cubicBezTo>
                    <a:cubicBezTo>
                      <a:pt x="893" y="549"/>
                      <a:pt x="751" y="216"/>
                      <a:pt x="500" y="120"/>
                    </a:cubicBezTo>
                    <a:cubicBezTo>
                      <a:pt x="489" y="109"/>
                      <a:pt x="477" y="85"/>
                      <a:pt x="465" y="73"/>
                    </a:cubicBezTo>
                    <a:cubicBezTo>
                      <a:pt x="433" y="22"/>
                      <a:pt x="385" y="0"/>
                      <a:pt x="33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8"/>
              <p:cNvSpPr/>
              <p:nvPr/>
            </p:nvSpPr>
            <p:spPr>
              <a:xfrm>
                <a:off x="5143475" y="2028975"/>
                <a:ext cx="43775" cy="89525"/>
              </a:xfrm>
              <a:custGeom>
                <a:avLst/>
                <a:gdLst/>
                <a:ahLst/>
                <a:cxnLst/>
                <a:rect l="l" t="t" r="r" b="b"/>
                <a:pathLst>
                  <a:path w="1750" h="3581" extrusionOk="0">
                    <a:moveTo>
                      <a:pt x="255" y="0"/>
                    </a:moveTo>
                    <a:cubicBezTo>
                      <a:pt x="178" y="0"/>
                      <a:pt x="101" y="52"/>
                      <a:pt x="108" y="139"/>
                    </a:cubicBezTo>
                    <a:cubicBezTo>
                      <a:pt x="120" y="270"/>
                      <a:pt x="96" y="413"/>
                      <a:pt x="72" y="544"/>
                    </a:cubicBezTo>
                    <a:cubicBezTo>
                      <a:pt x="13" y="675"/>
                      <a:pt x="13" y="794"/>
                      <a:pt x="13" y="937"/>
                    </a:cubicBezTo>
                    <a:cubicBezTo>
                      <a:pt x="1" y="1068"/>
                      <a:pt x="1" y="1187"/>
                      <a:pt x="25" y="1318"/>
                    </a:cubicBezTo>
                    <a:cubicBezTo>
                      <a:pt x="72" y="1544"/>
                      <a:pt x="108" y="1770"/>
                      <a:pt x="156" y="1997"/>
                    </a:cubicBezTo>
                    <a:cubicBezTo>
                      <a:pt x="191" y="2211"/>
                      <a:pt x="263" y="2413"/>
                      <a:pt x="322" y="2628"/>
                    </a:cubicBezTo>
                    <a:cubicBezTo>
                      <a:pt x="417" y="2913"/>
                      <a:pt x="489" y="3187"/>
                      <a:pt x="715" y="3414"/>
                    </a:cubicBezTo>
                    <a:cubicBezTo>
                      <a:pt x="823" y="3526"/>
                      <a:pt x="981" y="3581"/>
                      <a:pt x="1138" y="3581"/>
                    </a:cubicBezTo>
                    <a:cubicBezTo>
                      <a:pt x="1398" y="3581"/>
                      <a:pt x="1659" y="3433"/>
                      <a:pt x="1703" y="3152"/>
                    </a:cubicBezTo>
                    <a:cubicBezTo>
                      <a:pt x="1739" y="2961"/>
                      <a:pt x="1751" y="2771"/>
                      <a:pt x="1703" y="2580"/>
                    </a:cubicBezTo>
                    <a:cubicBezTo>
                      <a:pt x="1680" y="2485"/>
                      <a:pt x="1644" y="2378"/>
                      <a:pt x="1608" y="2271"/>
                    </a:cubicBezTo>
                    <a:cubicBezTo>
                      <a:pt x="1525" y="2020"/>
                      <a:pt x="1441" y="1770"/>
                      <a:pt x="1334" y="1520"/>
                    </a:cubicBezTo>
                    <a:cubicBezTo>
                      <a:pt x="1251" y="1330"/>
                      <a:pt x="1168" y="1128"/>
                      <a:pt x="1084" y="937"/>
                    </a:cubicBezTo>
                    <a:cubicBezTo>
                      <a:pt x="1025" y="806"/>
                      <a:pt x="929" y="711"/>
                      <a:pt x="846" y="592"/>
                    </a:cubicBezTo>
                    <a:lnTo>
                      <a:pt x="846" y="592"/>
                    </a:lnTo>
                    <a:cubicBezTo>
                      <a:pt x="847" y="593"/>
                      <a:pt x="848" y="594"/>
                      <a:pt x="849" y="594"/>
                    </a:cubicBezTo>
                    <a:cubicBezTo>
                      <a:pt x="853" y="594"/>
                      <a:pt x="751" y="456"/>
                      <a:pt x="757" y="456"/>
                    </a:cubicBezTo>
                    <a:lnTo>
                      <a:pt x="757" y="456"/>
                    </a:lnTo>
                    <a:cubicBezTo>
                      <a:pt x="758" y="456"/>
                      <a:pt x="760" y="458"/>
                      <a:pt x="763" y="461"/>
                    </a:cubicBezTo>
                    <a:lnTo>
                      <a:pt x="763" y="461"/>
                    </a:lnTo>
                    <a:cubicBezTo>
                      <a:pt x="715" y="413"/>
                      <a:pt x="667" y="389"/>
                      <a:pt x="620" y="366"/>
                    </a:cubicBezTo>
                    <a:cubicBezTo>
                      <a:pt x="537" y="270"/>
                      <a:pt x="441" y="175"/>
                      <a:pt x="382" y="68"/>
                    </a:cubicBezTo>
                    <a:cubicBezTo>
                      <a:pt x="354" y="21"/>
                      <a:pt x="304" y="0"/>
                      <a:pt x="25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0" name="Google Shape;590;p38"/>
              <p:cNvSpPr/>
              <p:nvPr/>
            </p:nvSpPr>
            <p:spPr>
              <a:xfrm>
                <a:off x="5178000" y="2155900"/>
                <a:ext cx="56875" cy="43450"/>
              </a:xfrm>
              <a:custGeom>
                <a:avLst/>
                <a:gdLst/>
                <a:ahLst/>
                <a:cxnLst/>
                <a:rect l="l" t="t" r="r" b="b"/>
                <a:pathLst>
                  <a:path w="2275" h="1738" extrusionOk="0">
                    <a:moveTo>
                      <a:pt x="272" y="0"/>
                    </a:moveTo>
                    <a:cubicBezTo>
                      <a:pt x="181" y="0"/>
                      <a:pt x="86" y="60"/>
                      <a:pt x="48" y="134"/>
                    </a:cubicBezTo>
                    <a:cubicBezTo>
                      <a:pt x="1" y="230"/>
                      <a:pt x="13" y="349"/>
                      <a:pt x="96" y="444"/>
                    </a:cubicBezTo>
                    <a:cubicBezTo>
                      <a:pt x="120" y="468"/>
                      <a:pt x="144" y="503"/>
                      <a:pt x="179" y="527"/>
                    </a:cubicBezTo>
                    <a:cubicBezTo>
                      <a:pt x="191" y="539"/>
                      <a:pt x="203" y="551"/>
                      <a:pt x="215" y="563"/>
                    </a:cubicBezTo>
                    <a:cubicBezTo>
                      <a:pt x="203" y="563"/>
                      <a:pt x="215" y="563"/>
                      <a:pt x="227" y="587"/>
                    </a:cubicBezTo>
                    <a:cubicBezTo>
                      <a:pt x="263" y="646"/>
                      <a:pt x="310" y="706"/>
                      <a:pt x="370" y="765"/>
                    </a:cubicBezTo>
                    <a:cubicBezTo>
                      <a:pt x="418" y="861"/>
                      <a:pt x="501" y="944"/>
                      <a:pt x="572" y="1027"/>
                    </a:cubicBezTo>
                    <a:cubicBezTo>
                      <a:pt x="644" y="1111"/>
                      <a:pt x="715" y="1194"/>
                      <a:pt x="799" y="1265"/>
                    </a:cubicBezTo>
                    <a:cubicBezTo>
                      <a:pt x="1038" y="1471"/>
                      <a:pt x="1322" y="1731"/>
                      <a:pt x="1639" y="1731"/>
                    </a:cubicBezTo>
                    <a:cubicBezTo>
                      <a:pt x="1652" y="1731"/>
                      <a:pt x="1666" y="1731"/>
                      <a:pt x="1680" y="1730"/>
                    </a:cubicBezTo>
                    <a:cubicBezTo>
                      <a:pt x="1719" y="1735"/>
                      <a:pt x="1756" y="1738"/>
                      <a:pt x="1794" y="1738"/>
                    </a:cubicBezTo>
                    <a:cubicBezTo>
                      <a:pt x="1846" y="1738"/>
                      <a:pt x="1898" y="1732"/>
                      <a:pt x="1953" y="1718"/>
                    </a:cubicBezTo>
                    <a:cubicBezTo>
                      <a:pt x="2108" y="1670"/>
                      <a:pt x="2275" y="1492"/>
                      <a:pt x="2251" y="1325"/>
                    </a:cubicBezTo>
                    <a:cubicBezTo>
                      <a:pt x="2239" y="1218"/>
                      <a:pt x="2239" y="1146"/>
                      <a:pt x="2180" y="1051"/>
                    </a:cubicBezTo>
                    <a:cubicBezTo>
                      <a:pt x="2168" y="1039"/>
                      <a:pt x="2156" y="1015"/>
                      <a:pt x="2144" y="1004"/>
                    </a:cubicBezTo>
                    <a:cubicBezTo>
                      <a:pt x="2108" y="884"/>
                      <a:pt x="2049" y="789"/>
                      <a:pt x="1942" y="718"/>
                    </a:cubicBezTo>
                    <a:cubicBezTo>
                      <a:pt x="1882" y="670"/>
                      <a:pt x="1823" y="623"/>
                      <a:pt x="1763" y="575"/>
                    </a:cubicBezTo>
                    <a:cubicBezTo>
                      <a:pt x="1656" y="503"/>
                      <a:pt x="1561" y="456"/>
                      <a:pt x="1453" y="396"/>
                    </a:cubicBezTo>
                    <a:cubicBezTo>
                      <a:pt x="1322" y="325"/>
                      <a:pt x="1180" y="277"/>
                      <a:pt x="1037" y="230"/>
                    </a:cubicBezTo>
                    <a:cubicBezTo>
                      <a:pt x="989" y="218"/>
                      <a:pt x="941" y="194"/>
                      <a:pt x="894" y="182"/>
                    </a:cubicBezTo>
                    <a:cubicBezTo>
                      <a:pt x="846" y="170"/>
                      <a:pt x="799" y="158"/>
                      <a:pt x="751" y="158"/>
                    </a:cubicBezTo>
                    <a:cubicBezTo>
                      <a:pt x="620" y="111"/>
                      <a:pt x="477" y="63"/>
                      <a:pt x="346" y="15"/>
                    </a:cubicBezTo>
                    <a:cubicBezTo>
                      <a:pt x="323" y="5"/>
                      <a:pt x="297" y="0"/>
                      <a:pt x="27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91" name="Google Shape;591;p38"/>
            <p:cNvGrpSpPr/>
            <p:nvPr/>
          </p:nvGrpSpPr>
          <p:grpSpPr>
            <a:xfrm>
              <a:off x="6015213" y="2791175"/>
              <a:ext cx="466150" cy="597825"/>
              <a:chOff x="5827800" y="1577725"/>
              <a:chExt cx="466150" cy="597825"/>
            </a:xfrm>
          </p:grpSpPr>
          <p:sp>
            <p:nvSpPr>
              <p:cNvPr id="592" name="Google Shape;592;p38"/>
              <p:cNvSpPr/>
              <p:nvPr/>
            </p:nvSpPr>
            <p:spPr>
              <a:xfrm>
                <a:off x="6164150" y="1667525"/>
                <a:ext cx="25" cy="2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9A9A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8"/>
              <p:cNvSpPr/>
              <p:nvPr/>
            </p:nvSpPr>
            <p:spPr>
              <a:xfrm>
                <a:off x="6169100" y="1659775"/>
                <a:ext cx="1025" cy="1100"/>
              </a:xfrm>
              <a:custGeom>
                <a:avLst/>
                <a:gdLst/>
                <a:ahLst/>
                <a:cxnLst/>
                <a:rect l="l" t="t" r="r" b="b"/>
                <a:pathLst>
                  <a:path w="41" h="44" extrusionOk="0">
                    <a:moveTo>
                      <a:pt x="40" y="1"/>
                    </a:moveTo>
                    <a:lnTo>
                      <a:pt x="40" y="1"/>
                    </a:lnTo>
                    <a:cubicBezTo>
                      <a:pt x="28" y="13"/>
                      <a:pt x="28" y="13"/>
                      <a:pt x="17" y="25"/>
                    </a:cubicBezTo>
                    <a:cubicBezTo>
                      <a:pt x="16" y="25"/>
                      <a:pt x="16" y="26"/>
                      <a:pt x="16" y="27"/>
                    </a:cubicBezTo>
                    <a:lnTo>
                      <a:pt x="16" y="27"/>
                    </a:lnTo>
                    <a:cubicBezTo>
                      <a:pt x="21" y="20"/>
                      <a:pt x="29" y="12"/>
                      <a:pt x="40" y="1"/>
                    </a:cubicBezTo>
                    <a:close/>
                    <a:moveTo>
                      <a:pt x="16" y="27"/>
                    </a:moveTo>
                    <a:cubicBezTo>
                      <a:pt x="4" y="39"/>
                      <a:pt x="1" y="44"/>
                      <a:pt x="2" y="44"/>
                    </a:cubicBezTo>
                    <a:cubicBezTo>
                      <a:pt x="3" y="44"/>
                      <a:pt x="10" y="37"/>
                      <a:pt x="16" y="27"/>
                    </a:cubicBezTo>
                    <a:close/>
                  </a:path>
                </a:pathLst>
              </a:custGeom>
              <a:solidFill>
                <a:srgbClr val="9A9A9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8"/>
              <p:cNvSpPr/>
              <p:nvPr/>
            </p:nvSpPr>
            <p:spPr>
              <a:xfrm>
                <a:off x="5827800" y="2139100"/>
                <a:ext cx="76800" cy="36450"/>
              </a:xfrm>
              <a:custGeom>
                <a:avLst/>
                <a:gdLst/>
                <a:ahLst/>
                <a:cxnLst/>
                <a:rect l="l" t="t" r="r" b="b"/>
                <a:pathLst>
                  <a:path w="3072" h="1458" extrusionOk="0">
                    <a:moveTo>
                      <a:pt x="2493" y="0"/>
                    </a:moveTo>
                    <a:cubicBezTo>
                      <a:pt x="2342" y="0"/>
                      <a:pt x="2187" y="64"/>
                      <a:pt x="2060" y="128"/>
                    </a:cubicBezTo>
                    <a:cubicBezTo>
                      <a:pt x="2000" y="163"/>
                      <a:pt x="1953" y="187"/>
                      <a:pt x="1893" y="211"/>
                    </a:cubicBezTo>
                    <a:cubicBezTo>
                      <a:pt x="1881" y="211"/>
                      <a:pt x="1822" y="247"/>
                      <a:pt x="1822" y="247"/>
                    </a:cubicBezTo>
                    <a:cubicBezTo>
                      <a:pt x="1691" y="294"/>
                      <a:pt x="1572" y="342"/>
                      <a:pt x="1441" y="390"/>
                    </a:cubicBezTo>
                    <a:cubicBezTo>
                      <a:pt x="1469" y="380"/>
                      <a:pt x="1481" y="377"/>
                      <a:pt x="1482" y="377"/>
                    </a:cubicBezTo>
                    <a:lnTo>
                      <a:pt x="1482" y="377"/>
                    </a:lnTo>
                    <a:cubicBezTo>
                      <a:pt x="1486" y="377"/>
                      <a:pt x="1411" y="405"/>
                      <a:pt x="1393" y="413"/>
                    </a:cubicBezTo>
                    <a:cubicBezTo>
                      <a:pt x="1346" y="425"/>
                      <a:pt x="1286" y="449"/>
                      <a:pt x="1227" y="473"/>
                    </a:cubicBezTo>
                    <a:cubicBezTo>
                      <a:pt x="1119" y="509"/>
                      <a:pt x="1012" y="556"/>
                      <a:pt x="893" y="592"/>
                    </a:cubicBezTo>
                    <a:cubicBezTo>
                      <a:pt x="798" y="628"/>
                      <a:pt x="703" y="652"/>
                      <a:pt x="596" y="675"/>
                    </a:cubicBezTo>
                    <a:cubicBezTo>
                      <a:pt x="488" y="723"/>
                      <a:pt x="393" y="794"/>
                      <a:pt x="274" y="830"/>
                    </a:cubicBezTo>
                    <a:cubicBezTo>
                      <a:pt x="48" y="914"/>
                      <a:pt x="0" y="1283"/>
                      <a:pt x="274" y="1354"/>
                    </a:cubicBezTo>
                    <a:cubicBezTo>
                      <a:pt x="393" y="1378"/>
                      <a:pt x="476" y="1414"/>
                      <a:pt x="596" y="1437"/>
                    </a:cubicBezTo>
                    <a:cubicBezTo>
                      <a:pt x="665" y="1451"/>
                      <a:pt x="739" y="1457"/>
                      <a:pt x="812" y="1457"/>
                    </a:cubicBezTo>
                    <a:cubicBezTo>
                      <a:pt x="864" y="1457"/>
                      <a:pt x="915" y="1454"/>
                      <a:pt x="965" y="1449"/>
                    </a:cubicBezTo>
                    <a:cubicBezTo>
                      <a:pt x="1215" y="1449"/>
                      <a:pt x="1465" y="1414"/>
                      <a:pt x="1703" y="1354"/>
                    </a:cubicBezTo>
                    <a:cubicBezTo>
                      <a:pt x="1953" y="1295"/>
                      <a:pt x="2179" y="1199"/>
                      <a:pt x="2405" y="1092"/>
                    </a:cubicBezTo>
                    <a:cubicBezTo>
                      <a:pt x="2739" y="937"/>
                      <a:pt x="3072" y="687"/>
                      <a:pt x="2941" y="271"/>
                    </a:cubicBezTo>
                    <a:cubicBezTo>
                      <a:pt x="2893" y="152"/>
                      <a:pt x="2751" y="68"/>
                      <a:pt x="2631" y="21"/>
                    </a:cubicBezTo>
                    <a:cubicBezTo>
                      <a:pt x="2586" y="6"/>
                      <a:pt x="2540" y="0"/>
                      <a:pt x="2493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8"/>
              <p:cNvSpPr/>
              <p:nvPr/>
            </p:nvSpPr>
            <p:spPr>
              <a:xfrm>
                <a:off x="5998950" y="2044050"/>
                <a:ext cx="325" cy="925"/>
              </a:xfrm>
              <a:custGeom>
                <a:avLst/>
                <a:gdLst/>
                <a:ahLst/>
                <a:cxnLst/>
                <a:rect l="l" t="t" r="r" b="b"/>
                <a:pathLst>
                  <a:path w="13" h="37" extrusionOk="0">
                    <a:moveTo>
                      <a:pt x="12" y="1"/>
                    </a:moveTo>
                    <a:cubicBezTo>
                      <a:pt x="0" y="13"/>
                      <a:pt x="0" y="24"/>
                      <a:pt x="0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24"/>
                      <a:pt x="0" y="13"/>
                      <a:pt x="12" y="1"/>
                    </a:cubicBezTo>
                    <a:close/>
                  </a:path>
                </a:pathLst>
              </a:custGeom>
              <a:solidFill>
                <a:srgbClr val="869FB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8"/>
              <p:cNvSpPr/>
              <p:nvPr/>
            </p:nvSpPr>
            <p:spPr>
              <a:xfrm>
                <a:off x="5951925" y="2017850"/>
                <a:ext cx="84550" cy="91675"/>
              </a:xfrm>
              <a:custGeom>
                <a:avLst/>
                <a:gdLst/>
                <a:ahLst/>
                <a:cxnLst/>
                <a:rect l="l" t="t" r="r" b="b"/>
                <a:pathLst>
                  <a:path w="3382" h="3667" extrusionOk="0">
                    <a:moveTo>
                      <a:pt x="2844" y="0"/>
                    </a:moveTo>
                    <a:cubicBezTo>
                      <a:pt x="2761" y="0"/>
                      <a:pt x="2671" y="44"/>
                      <a:pt x="2619" y="108"/>
                    </a:cubicBezTo>
                    <a:cubicBezTo>
                      <a:pt x="2619" y="120"/>
                      <a:pt x="2608" y="132"/>
                      <a:pt x="2608" y="132"/>
                    </a:cubicBezTo>
                    <a:cubicBezTo>
                      <a:pt x="2536" y="168"/>
                      <a:pt x="2489" y="215"/>
                      <a:pt x="2429" y="275"/>
                    </a:cubicBezTo>
                    <a:cubicBezTo>
                      <a:pt x="2451" y="253"/>
                      <a:pt x="2460" y="243"/>
                      <a:pt x="2459" y="243"/>
                    </a:cubicBezTo>
                    <a:lnTo>
                      <a:pt x="2459" y="243"/>
                    </a:lnTo>
                    <a:cubicBezTo>
                      <a:pt x="2458" y="243"/>
                      <a:pt x="2443" y="256"/>
                      <a:pt x="2417" y="275"/>
                    </a:cubicBezTo>
                    <a:cubicBezTo>
                      <a:pt x="2369" y="299"/>
                      <a:pt x="2334" y="334"/>
                      <a:pt x="2286" y="358"/>
                    </a:cubicBezTo>
                    <a:cubicBezTo>
                      <a:pt x="2167" y="465"/>
                      <a:pt x="2108" y="572"/>
                      <a:pt x="2048" y="715"/>
                    </a:cubicBezTo>
                    <a:cubicBezTo>
                      <a:pt x="1988" y="822"/>
                      <a:pt x="1917" y="930"/>
                      <a:pt x="1893" y="1049"/>
                    </a:cubicBezTo>
                    <a:cubicBezTo>
                      <a:pt x="1898" y="1034"/>
                      <a:pt x="1903" y="1025"/>
                      <a:pt x="1905" y="1025"/>
                    </a:cubicBezTo>
                    <a:lnTo>
                      <a:pt x="1905" y="1025"/>
                    </a:lnTo>
                    <a:cubicBezTo>
                      <a:pt x="1907" y="1025"/>
                      <a:pt x="1902" y="1043"/>
                      <a:pt x="1881" y="1084"/>
                    </a:cubicBezTo>
                    <a:cubicBezTo>
                      <a:pt x="1857" y="1132"/>
                      <a:pt x="1846" y="1168"/>
                      <a:pt x="1822" y="1215"/>
                    </a:cubicBezTo>
                    <a:cubicBezTo>
                      <a:pt x="1786" y="1287"/>
                      <a:pt x="1738" y="1370"/>
                      <a:pt x="1703" y="1442"/>
                    </a:cubicBezTo>
                    <a:cubicBezTo>
                      <a:pt x="1607" y="1596"/>
                      <a:pt x="1500" y="1751"/>
                      <a:pt x="1405" y="1894"/>
                    </a:cubicBezTo>
                    <a:cubicBezTo>
                      <a:pt x="1381" y="1930"/>
                      <a:pt x="1357" y="1965"/>
                      <a:pt x="1334" y="2001"/>
                    </a:cubicBezTo>
                    <a:cubicBezTo>
                      <a:pt x="1329" y="2006"/>
                      <a:pt x="1324" y="2013"/>
                      <a:pt x="1319" y="2020"/>
                    </a:cubicBezTo>
                    <a:lnTo>
                      <a:pt x="1319" y="2020"/>
                    </a:lnTo>
                    <a:cubicBezTo>
                      <a:pt x="1320" y="2017"/>
                      <a:pt x="1321" y="2015"/>
                      <a:pt x="1322" y="2013"/>
                    </a:cubicBezTo>
                    <a:lnTo>
                      <a:pt x="1322" y="2013"/>
                    </a:lnTo>
                    <a:cubicBezTo>
                      <a:pt x="1292" y="2050"/>
                      <a:pt x="1281" y="2069"/>
                      <a:pt x="1282" y="2069"/>
                    </a:cubicBezTo>
                    <a:cubicBezTo>
                      <a:pt x="1283" y="2069"/>
                      <a:pt x="1289" y="2062"/>
                      <a:pt x="1298" y="2049"/>
                    </a:cubicBezTo>
                    <a:cubicBezTo>
                      <a:pt x="1305" y="2042"/>
                      <a:pt x="1312" y="2030"/>
                      <a:pt x="1319" y="2020"/>
                    </a:cubicBezTo>
                    <a:lnTo>
                      <a:pt x="1319" y="2020"/>
                    </a:lnTo>
                    <a:cubicBezTo>
                      <a:pt x="1292" y="2090"/>
                      <a:pt x="1201" y="2169"/>
                      <a:pt x="1155" y="2215"/>
                    </a:cubicBezTo>
                    <a:cubicBezTo>
                      <a:pt x="1036" y="2358"/>
                      <a:pt x="929" y="2501"/>
                      <a:pt x="798" y="2620"/>
                    </a:cubicBezTo>
                    <a:cubicBezTo>
                      <a:pt x="679" y="2751"/>
                      <a:pt x="560" y="2870"/>
                      <a:pt x="441" y="2989"/>
                    </a:cubicBezTo>
                    <a:cubicBezTo>
                      <a:pt x="369" y="3061"/>
                      <a:pt x="322" y="3156"/>
                      <a:pt x="238" y="3227"/>
                    </a:cubicBezTo>
                    <a:cubicBezTo>
                      <a:pt x="179" y="3287"/>
                      <a:pt x="119" y="3335"/>
                      <a:pt x="60" y="3406"/>
                    </a:cubicBezTo>
                    <a:cubicBezTo>
                      <a:pt x="0" y="3489"/>
                      <a:pt x="72" y="3620"/>
                      <a:pt x="155" y="3644"/>
                    </a:cubicBezTo>
                    <a:cubicBezTo>
                      <a:pt x="209" y="3660"/>
                      <a:pt x="267" y="3667"/>
                      <a:pt x="327" y="3667"/>
                    </a:cubicBezTo>
                    <a:cubicBezTo>
                      <a:pt x="401" y="3667"/>
                      <a:pt x="476" y="3657"/>
                      <a:pt x="548" y="3644"/>
                    </a:cubicBezTo>
                    <a:cubicBezTo>
                      <a:pt x="593" y="3651"/>
                      <a:pt x="639" y="3655"/>
                      <a:pt x="685" y="3655"/>
                    </a:cubicBezTo>
                    <a:cubicBezTo>
                      <a:pt x="1019" y="3655"/>
                      <a:pt x="1383" y="3480"/>
                      <a:pt x="1655" y="3323"/>
                    </a:cubicBezTo>
                    <a:cubicBezTo>
                      <a:pt x="1988" y="3132"/>
                      <a:pt x="2298" y="2858"/>
                      <a:pt x="2548" y="2573"/>
                    </a:cubicBezTo>
                    <a:cubicBezTo>
                      <a:pt x="2798" y="2275"/>
                      <a:pt x="3000" y="1930"/>
                      <a:pt x="3155" y="1584"/>
                    </a:cubicBezTo>
                    <a:cubicBezTo>
                      <a:pt x="3274" y="1322"/>
                      <a:pt x="3381" y="989"/>
                      <a:pt x="3310" y="703"/>
                    </a:cubicBezTo>
                    <a:cubicBezTo>
                      <a:pt x="3298" y="632"/>
                      <a:pt x="3262" y="549"/>
                      <a:pt x="3227" y="489"/>
                    </a:cubicBezTo>
                    <a:cubicBezTo>
                      <a:pt x="3219" y="473"/>
                      <a:pt x="3191" y="427"/>
                      <a:pt x="3186" y="427"/>
                    </a:cubicBezTo>
                    <a:lnTo>
                      <a:pt x="3185" y="427"/>
                    </a:lnTo>
                    <a:cubicBezTo>
                      <a:pt x="3183" y="427"/>
                      <a:pt x="3186" y="440"/>
                      <a:pt x="3203" y="477"/>
                    </a:cubicBezTo>
                    <a:lnTo>
                      <a:pt x="3203" y="477"/>
                    </a:lnTo>
                    <a:cubicBezTo>
                      <a:pt x="3155" y="370"/>
                      <a:pt x="3131" y="287"/>
                      <a:pt x="3048" y="203"/>
                    </a:cubicBezTo>
                    <a:cubicBezTo>
                      <a:pt x="3036" y="168"/>
                      <a:pt x="3036" y="144"/>
                      <a:pt x="3012" y="108"/>
                    </a:cubicBezTo>
                    <a:cubicBezTo>
                      <a:pt x="2980" y="32"/>
                      <a:pt x="2914" y="0"/>
                      <a:pt x="28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8"/>
              <p:cNvSpPr/>
              <p:nvPr/>
            </p:nvSpPr>
            <p:spPr>
              <a:xfrm>
                <a:off x="6036525" y="1877175"/>
                <a:ext cx="43100" cy="106575"/>
              </a:xfrm>
              <a:custGeom>
                <a:avLst/>
                <a:gdLst/>
                <a:ahLst/>
                <a:cxnLst/>
                <a:rect l="l" t="t" r="r" b="b"/>
                <a:pathLst>
                  <a:path w="1724" h="4263" extrusionOk="0">
                    <a:moveTo>
                      <a:pt x="1067" y="1"/>
                    </a:moveTo>
                    <a:cubicBezTo>
                      <a:pt x="1002" y="1"/>
                      <a:pt x="937" y="40"/>
                      <a:pt x="902" y="92"/>
                    </a:cubicBezTo>
                    <a:cubicBezTo>
                      <a:pt x="664" y="413"/>
                      <a:pt x="617" y="687"/>
                      <a:pt x="593" y="1080"/>
                    </a:cubicBezTo>
                    <a:cubicBezTo>
                      <a:pt x="557" y="1449"/>
                      <a:pt x="557" y="1746"/>
                      <a:pt x="498" y="2068"/>
                    </a:cubicBezTo>
                    <a:cubicBezTo>
                      <a:pt x="426" y="2413"/>
                      <a:pt x="355" y="2747"/>
                      <a:pt x="271" y="3092"/>
                    </a:cubicBezTo>
                    <a:cubicBezTo>
                      <a:pt x="236" y="3259"/>
                      <a:pt x="188" y="3413"/>
                      <a:pt x="152" y="3580"/>
                    </a:cubicBezTo>
                    <a:cubicBezTo>
                      <a:pt x="140" y="3663"/>
                      <a:pt x="105" y="3747"/>
                      <a:pt x="93" y="3830"/>
                    </a:cubicBezTo>
                    <a:cubicBezTo>
                      <a:pt x="81" y="3937"/>
                      <a:pt x="105" y="3961"/>
                      <a:pt x="45" y="4068"/>
                    </a:cubicBezTo>
                    <a:cubicBezTo>
                      <a:pt x="1" y="4165"/>
                      <a:pt x="81" y="4262"/>
                      <a:pt x="164" y="4262"/>
                    </a:cubicBezTo>
                    <a:cubicBezTo>
                      <a:pt x="194" y="4262"/>
                      <a:pt x="223" y="4251"/>
                      <a:pt x="248" y="4223"/>
                    </a:cubicBezTo>
                    <a:cubicBezTo>
                      <a:pt x="331" y="4140"/>
                      <a:pt x="414" y="4116"/>
                      <a:pt x="498" y="4068"/>
                    </a:cubicBezTo>
                    <a:cubicBezTo>
                      <a:pt x="581" y="4009"/>
                      <a:pt x="640" y="3937"/>
                      <a:pt x="712" y="3878"/>
                    </a:cubicBezTo>
                    <a:cubicBezTo>
                      <a:pt x="855" y="3747"/>
                      <a:pt x="962" y="3592"/>
                      <a:pt x="1069" y="3425"/>
                    </a:cubicBezTo>
                    <a:cubicBezTo>
                      <a:pt x="1307" y="3080"/>
                      <a:pt x="1462" y="2699"/>
                      <a:pt x="1557" y="2294"/>
                    </a:cubicBezTo>
                    <a:cubicBezTo>
                      <a:pt x="1641" y="1913"/>
                      <a:pt x="1724" y="1485"/>
                      <a:pt x="1700" y="1080"/>
                    </a:cubicBezTo>
                    <a:cubicBezTo>
                      <a:pt x="1664" y="639"/>
                      <a:pt x="1533" y="282"/>
                      <a:pt x="1140" y="20"/>
                    </a:cubicBezTo>
                    <a:cubicBezTo>
                      <a:pt x="1117" y="7"/>
                      <a:pt x="1092" y="1"/>
                      <a:pt x="106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8"/>
              <p:cNvSpPr/>
              <p:nvPr/>
            </p:nvSpPr>
            <p:spPr>
              <a:xfrm>
                <a:off x="6079600" y="1716925"/>
                <a:ext cx="47050" cy="101725"/>
              </a:xfrm>
              <a:custGeom>
                <a:avLst/>
                <a:gdLst/>
                <a:ahLst/>
                <a:cxnLst/>
                <a:rect l="l" t="t" r="r" b="b"/>
                <a:pathLst>
                  <a:path w="1882" h="4069" extrusionOk="0">
                    <a:moveTo>
                      <a:pt x="977" y="541"/>
                    </a:moveTo>
                    <a:cubicBezTo>
                      <a:pt x="977" y="541"/>
                      <a:pt x="956" y="558"/>
                      <a:pt x="911" y="592"/>
                    </a:cubicBezTo>
                    <a:lnTo>
                      <a:pt x="911" y="592"/>
                    </a:lnTo>
                    <a:cubicBezTo>
                      <a:pt x="955" y="558"/>
                      <a:pt x="977" y="541"/>
                      <a:pt x="977" y="541"/>
                    </a:cubicBezTo>
                    <a:close/>
                    <a:moveTo>
                      <a:pt x="1528" y="1"/>
                    </a:moveTo>
                    <a:cubicBezTo>
                      <a:pt x="1510" y="1"/>
                      <a:pt x="1493" y="5"/>
                      <a:pt x="1477" y="13"/>
                    </a:cubicBezTo>
                    <a:cubicBezTo>
                      <a:pt x="1322" y="96"/>
                      <a:pt x="1227" y="167"/>
                      <a:pt x="1108" y="286"/>
                    </a:cubicBezTo>
                    <a:cubicBezTo>
                      <a:pt x="1049" y="358"/>
                      <a:pt x="1001" y="429"/>
                      <a:pt x="953" y="513"/>
                    </a:cubicBezTo>
                    <a:cubicBezTo>
                      <a:pt x="930" y="536"/>
                      <a:pt x="918" y="572"/>
                      <a:pt x="906" y="596"/>
                    </a:cubicBezTo>
                    <a:lnTo>
                      <a:pt x="906" y="596"/>
                    </a:lnTo>
                    <a:cubicBezTo>
                      <a:pt x="892" y="606"/>
                      <a:pt x="876" y="618"/>
                      <a:pt x="858" y="632"/>
                    </a:cubicBezTo>
                    <a:cubicBezTo>
                      <a:pt x="691" y="798"/>
                      <a:pt x="656" y="1084"/>
                      <a:pt x="596" y="1298"/>
                    </a:cubicBezTo>
                    <a:cubicBezTo>
                      <a:pt x="549" y="1453"/>
                      <a:pt x="501" y="1608"/>
                      <a:pt x="453" y="1763"/>
                    </a:cubicBezTo>
                    <a:cubicBezTo>
                      <a:pt x="370" y="2108"/>
                      <a:pt x="275" y="2441"/>
                      <a:pt x="179" y="2775"/>
                    </a:cubicBezTo>
                    <a:cubicBezTo>
                      <a:pt x="96" y="3108"/>
                      <a:pt x="1" y="3465"/>
                      <a:pt x="25" y="3811"/>
                    </a:cubicBezTo>
                    <a:cubicBezTo>
                      <a:pt x="41" y="3972"/>
                      <a:pt x="161" y="4068"/>
                      <a:pt x="293" y="4068"/>
                    </a:cubicBezTo>
                    <a:cubicBezTo>
                      <a:pt x="355" y="4068"/>
                      <a:pt x="420" y="4047"/>
                      <a:pt x="477" y="4001"/>
                    </a:cubicBezTo>
                    <a:cubicBezTo>
                      <a:pt x="739" y="3775"/>
                      <a:pt x="930" y="3465"/>
                      <a:pt x="1084" y="3156"/>
                    </a:cubicBezTo>
                    <a:cubicBezTo>
                      <a:pt x="1251" y="2811"/>
                      <a:pt x="1394" y="2453"/>
                      <a:pt x="1537" y="2096"/>
                    </a:cubicBezTo>
                    <a:cubicBezTo>
                      <a:pt x="1608" y="1941"/>
                      <a:pt x="1668" y="1775"/>
                      <a:pt x="1715" y="1608"/>
                    </a:cubicBezTo>
                    <a:cubicBezTo>
                      <a:pt x="1775" y="1406"/>
                      <a:pt x="1882" y="1179"/>
                      <a:pt x="1846" y="977"/>
                    </a:cubicBezTo>
                    <a:cubicBezTo>
                      <a:pt x="1834" y="870"/>
                      <a:pt x="1823" y="870"/>
                      <a:pt x="1834" y="787"/>
                    </a:cubicBezTo>
                    <a:cubicBezTo>
                      <a:pt x="1846" y="679"/>
                      <a:pt x="1823" y="572"/>
                      <a:pt x="1799" y="465"/>
                    </a:cubicBezTo>
                    <a:cubicBezTo>
                      <a:pt x="1763" y="310"/>
                      <a:pt x="1715" y="191"/>
                      <a:pt x="1620" y="48"/>
                    </a:cubicBezTo>
                    <a:cubicBezTo>
                      <a:pt x="1596" y="17"/>
                      <a:pt x="1562" y="1"/>
                      <a:pt x="152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8"/>
              <p:cNvSpPr/>
              <p:nvPr/>
            </p:nvSpPr>
            <p:spPr>
              <a:xfrm>
                <a:off x="6155225" y="1629750"/>
                <a:ext cx="53600" cy="54900"/>
              </a:xfrm>
              <a:custGeom>
                <a:avLst/>
                <a:gdLst/>
                <a:ahLst/>
                <a:cxnLst/>
                <a:rect l="l" t="t" r="r" b="b"/>
                <a:pathLst>
                  <a:path w="2144" h="2196" extrusionOk="0">
                    <a:moveTo>
                      <a:pt x="1712" y="1"/>
                    </a:moveTo>
                    <a:cubicBezTo>
                      <a:pt x="1659" y="1"/>
                      <a:pt x="1613" y="15"/>
                      <a:pt x="1572" y="23"/>
                    </a:cubicBezTo>
                    <a:cubicBezTo>
                      <a:pt x="1536" y="35"/>
                      <a:pt x="1512" y="35"/>
                      <a:pt x="1488" y="47"/>
                    </a:cubicBezTo>
                    <a:cubicBezTo>
                      <a:pt x="1357" y="83"/>
                      <a:pt x="1238" y="178"/>
                      <a:pt x="1179" y="309"/>
                    </a:cubicBezTo>
                    <a:cubicBezTo>
                      <a:pt x="1143" y="368"/>
                      <a:pt x="1107" y="440"/>
                      <a:pt x="1072" y="499"/>
                    </a:cubicBezTo>
                    <a:cubicBezTo>
                      <a:pt x="1000" y="630"/>
                      <a:pt x="917" y="749"/>
                      <a:pt x="834" y="868"/>
                    </a:cubicBezTo>
                    <a:cubicBezTo>
                      <a:pt x="822" y="904"/>
                      <a:pt x="786" y="952"/>
                      <a:pt x="762" y="987"/>
                    </a:cubicBezTo>
                    <a:cubicBezTo>
                      <a:pt x="762" y="987"/>
                      <a:pt x="750" y="999"/>
                      <a:pt x="738" y="1011"/>
                    </a:cubicBezTo>
                    <a:cubicBezTo>
                      <a:pt x="726" y="1023"/>
                      <a:pt x="714" y="1035"/>
                      <a:pt x="703" y="1059"/>
                    </a:cubicBezTo>
                    <a:cubicBezTo>
                      <a:pt x="670" y="1103"/>
                      <a:pt x="637" y="1146"/>
                      <a:pt x="604" y="1190"/>
                    </a:cubicBezTo>
                    <a:lnTo>
                      <a:pt x="604" y="1190"/>
                    </a:lnTo>
                    <a:cubicBezTo>
                      <a:pt x="595" y="1192"/>
                      <a:pt x="595" y="1202"/>
                      <a:pt x="595" y="1202"/>
                    </a:cubicBezTo>
                    <a:lnTo>
                      <a:pt x="583" y="1214"/>
                    </a:lnTo>
                    <a:cubicBezTo>
                      <a:pt x="583" y="1214"/>
                      <a:pt x="583" y="1214"/>
                      <a:pt x="572" y="1226"/>
                    </a:cubicBezTo>
                    <a:cubicBezTo>
                      <a:pt x="548" y="1261"/>
                      <a:pt x="524" y="1285"/>
                      <a:pt x="500" y="1309"/>
                    </a:cubicBezTo>
                    <a:cubicBezTo>
                      <a:pt x="476" y="1345"/>
                      <a:pt x="441" y="1380"/>
                      <a:pt x="405" y="1428"/>
                    </a:cubicBezTo>
                    <a:cubicBezTo>
                      <a:pt x="381" y="1452"/>
                      <a:pt x="369" y="1476"/>
                      <a:pt x="357" y="1511"/>
                    </a:cubicBezTo>
                    <a:cubicBezTo>
                      <a:pt x="372" y="1489"/>
                      <a:pt x="383" y="1480"/>
                      <a:pt x="385" y="1480"/>
                    </a:cubicBezTo>
                    <a:lnTo>
                      <a:pt x="385" y="1480"/>
                    </a:lnTo>
                    <a:cubicBezTo>
                      <a:pt x="387" y="1480"/>
                      <a:pt x="385" y="1483"/>
                      <a:pt x="381" y="1487"/>
                    </a:cubicBezTo>
                    <a:cubicBezTo>
                      <a:pt x="369" y="1499"/>
                      <a:pt x="369" y="1499"/>
                      <a:pt x="357" y="1511"/>
                    </a:cubicBezTo>
                    <a:cubicBezTo>
                      <a:pt x="357" y="1511"/>
                      <a:pt x="357" y="1511"/>
                      <a:pt x="357" y="1523"/>
                    </a:cubicBezTo>
                    <a:cubicBezTo>
                      <a:pt x="333" y="1535"/>
                      <a:pt x="322" y="1559"/>
                      <a:pt x="298" y="1571"/>
                    </a:cubicBezTo>
                    <a:cubicBezTo>
                      <a:pt x="262" y="1618"/>
                      <a:pt x="226" y="1678"/>
                      <a:pt x="214" y="1726"/>
                    </a:cubicBezTo>
                    <a:cubicBezTo>
                      <a:pt x="191" y="1749"/>
                      <a:pt x="167" y="1761"/>
                      <a:pt x="131" y="1785"/>
                    </a:cubicBezTo>
                    <a:cubicBezTo>
                      <a:pt x="48" y="1845"/>
                      <a:pt x="0" y="1952"/>
                      <a:pt x="48" y="2059"/>
                    </a:cubicBezTo>
                    <a:cubicBezTo>
                      <a:pt x="78" y="2140"/>
                      <a:pt x="160" y="2195"/>
                      <a:pt x="250" y="2195"/>
                    </a:cubicBezTo>
                    <a:cubicBezTo>
                      <a:pt x="266" y="2195"/>
                      <a:pt x="282" y="2193"/>
                      <a:pt x="298" y="2190"/>
                    </a:cubicBezTo>
                    <a:cubicBezTo>
                      <a:pt x="345" y="2166"/>
                      <a:pt x="405" y="2154"/>
                      <a:pt x="453" y="2130"/>
                    </a:cubicBezTo>
                    <a:cubicBezTo>
                      <a:pt x="494" y="2139"/>
                      <a:pt x="535" y="2152"/>
                      <a:pt x="576" y="2152"/>
                    </a:cubicBezTo>
                    <a:cubicBezTo>
                      <a:pt x="594" y="2152"/>
                      <a:pt x="613" y="2150"/>
                      <a:pt x="631" y="2142"/>
                    </a:cubicBezTo>
                    <a:cubicBezTo>
                      <a:pt x="679" y="2118"/>
                      <a:pt x="726" y="2107"/>
                      <a:pt x="786" y="2107"/>
                    </a:cubicBezTo>
                    <a:lnTo>
                      <a:pt x="774" y="2107"/>
                    </a:lnTo>
                    <a:cubicBezTo>
                      <a:pt x="810" y="2107"/>
                      <a:pt x="845" y="2071"/>
                      <a:pt x="881" y="2059"/>
                    </a:cubicBezTo>
                    <a:cubicBezTo>
                      <a:pt x="929" y="2035"/>
                      <a:pt x="964" y="2011"/>
                      <a:pt x="1012" y="1976"/>
                    </a:cubicBezTo>
                    <a:cubicBezTo>
                      <a:pt x="1084" y="1940"/>
                      <a:pt x="1143" y="1892"/>
                      <a:pt x="1203" y="1845"/>
                    </a:cubicBezTo>
                    <a:cubicBezTo>
                      <a:pt x="1357" y="1737"/>
                      <a:pt x="1488" y="1618"/>
                      <a:pt x="1607" y="1476"/>
                    </a:cubicBezTo>
                    <a:cubicBezTo>
                      <a:pt x="1738" y="1333"/>
                      <a:pt x="1846" y="1190"/>
                      <a:pt x="1929" y="1023"/>
                    </a:cubicBezTo>
                    <a:cubicBezTo>
                      <a:pt x="1965" y="952"/>
                      <a:pt x="2000" y="880"/>
                      <a:pt x="2036" y="809"/>
                    </a:cubicBezTo>
                    <a:cubicBezTo>
                      <a:pt x="2096" y="678"/>
                      <a:pt x="2143" y="547"/>
                      <a:pt x="2096" y="392"/>
                    </a:cubicBezTo>
                    <a:cubicBezTo>
                      <a:pt x="2084" y="333"/>
                      <a:pt x="2048" y="285"/>
                      <a:pt x="2012" y="237"/>
                    </a:cubicBezTo>
                    <a:cubicBezTo>
                      <a:pt x="2012" y="213"/>
                      <a:pt x="2000" y="190"/>
                      <a:pt x="2000" y="178"/>
                    </a:cubicBezTo>
                    <a:cubicBezTo>
                      <a:pt x="1965" y="106"/>
                      <a:pt x="1857" y="23"/>
                      <a:pt x="1786" y="11"/>
                    </a:cubicBezTo>
                    <a:cubicBezTo>
                      <a:pt x="1760" y="4"/>
                      <a:pt x="1735" y="1"/>
                      <a:pt x="171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8"/>
              <p:cNvSpPr/>
              <p:nvPr/>
            </p:nvSpPr>
            <p:spPr>
              <a:xfrm>
                <a:off x="6234400" y="1577725"/>
                <a:ext cx="59550" cy="41700"/>
              </a:xfrm>
              <a:custGeom>
                <a:avLst/>
                <a:gdLst/>
                <a:ahLst/>
                <a:cxnLst/>
                <a:rect l="l" t="t" r="r" b="b"/>
                <a:pathLst>
                  <a:path w="2382" h="1668" extrusionOk="0">
                    <a:moveTo>
                      <a:pt x="1927" y="0"/>
                    </a:moveTo>
                    <a:cubicBezTo>
                      <a:pt x="1893" y="0"/>
                      <a:pt x="1858" y="3"/>
                      <a:pt x="1822" y="8"/>
                    </a:cubicBezTo>
                    <a:cubicBezTo>
                      <a:pt x="1631" y="32"/>
                      <a:pt x="1417" y="139"/>
                      <a:pt x="1262" y="247"/>
                    </a:cubicBezTo>
                    <a:cubicBezTo>
                      <a:pt x="1107" y="342"/>
                      <a:pt x="953" y="425"/>
                      <a:pt x="822" y="532"/>
                    </a:cubicBezTo>
                    <a:cubicBezTo>
                      <a:pt x="655" y="651"/>
                      <a:pt x="488" y="759"/>
                      <a:pt x="345" y="901"/>
                    </a:cubicBezTo>
                    <a:cubicBezTo>
                      <a:pt x="203" y="1056"/>
                      <a:pt x="60" y="1211"/>
                      <a:pt x="36" y="1425"/>
                    </a:cubicBezTo>
                    <a:cubicBezTo>
                      <a:pt x="12" y="1473"/>
                      <a:pt x="0" y="1509"/>
                      <a:pt x="0" y="1556"/>
                    </a:cubicBezTo>
                    <a:cubicBezTo>
                      <a:pt x="0" y="1580"/>
                      <a:pt x="12" y="1592"/>
                      <a:pt x="24" y="1604"/>
                    </a:cubicBezTo>
                    <a:cubicBezTo>
                      <a:pt x="72" y="1628"/>
                      <a:pt x="107" y="1628"/>
                      <a:pt x="155" y="1628"/>
                    </a:cubicBezTo>
                    <a:cubicBezTo>
                      <a:pt x="214" y="1663"/>
                      <a:pt x="274" y="1663"/>
                      <a:pt x="345" y="1663"/>
                    </a:cubicBezTo>
                    <a:cubicBezTo>
                      <a:pt x="369" y="1666"/>
                      <a:pt x="394" y="1668"/>
                      <a:pt x="418" y="1668"/>
                    </a:cubicBezTo>
                    <a:cubicBezTo>
                      <a:pt x="596" y="1668"/>
                      <a:pt x="771" y="1595"/>
                      <a:pt x="929" y="1532"/>
                    </a:cubicBezTo>
                    <a:cubicBezTo>
                      <a:pt x="1084" y="1461"/>
                      <a:pt x="1238" y="1390"/>
                      <a:pt x="1381" y="1306"/>
                    </a:cubicBezTo>
                    <a:cubicBezTo>
                      <a:pt x="1524" y="1223"/>
                      <a:pt x="1679" y="1140"/>
                      <a:pt x="1810" y="1044"/>
                    </a:cubicBezTo>
                    <a:cubicBezTo>
                      <a:pt x="1881" y="997"/>
                      <a:pt x="1941" y="949"/>
                      <a:pt x="2000" y="901"/>
                    </a:cubicBezTo>
                    <a:cubicBezTo>
                      <a:pt x="2048" y="866"/>
                      <a:pt x="2108" y="830"/>
                      <a:pt x="2155" y="782"/>
                    </a:cubicBezTo>
                    <a:cubicBezTo>
                      <a:pt x="2203" y="735"/>
                      <a:pt x="2239" y="663"/>
                      <a:pt x="2286" y="604"/>
                    </a:cubicBezTo>
                    <a:cubicBezTo>
                      <a:pt x="2381" y="473"/>
                      <a:pt x="2346" y="270"/>
                      <a:pt x="2250" y="151"/>
                    </a:cubicBezTo>
                    <a:cubicBezTo>
                      <a:pt x="2166" y="39"/>
                      <a:pt x="2053" y="0"/>
                      <a:pt x="192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01" name="Google Shape;601;p38"/>
            <p:cNvSpPr/>
            <p:nvPr/>
          </p:nvSpPr>
          <p:spPr>
            <a:xfrm>
              <a:off x="1086891" y="2292589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2" name="Google Shape;602;p38"/>
            <p:cNvSpPr/>
            <p:nvPr/>
          </p:nvSpPr>
          <p:spPr>
            <a:xfrm rot="8916479">
              <a:off x="3845230" y="2292589"/>
              <a:ext cx="760317" cy="762146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rgbClr val="657A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3" name="Google Shape;603;p38"/>
            <p:cNvSpPr/>
            <p:nvPr/>
          </p:nvSpPr>
          <p:spPr>
            <a:xfrm>
              <a:off x="2468666" y="3202978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rgbClr val="F0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4" name="Google Shape;604;p38"/>
            <p:cNvSpPr/>
            <p:nvPr/>
          </p:nvSpPr>
          <p:spPr>
            <a:xfrm>
              <a:off x="5208826" y="3202978"/>
              <a:ext cx="760314" cy="762145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rgbClr val="73AA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5" name="Google Shape;605;p38"/>
            <p:cNvSpPr/>
            <p:nvPr/>
          </p:nvSpPr>
          <p:spPr>
            <a:xfrm rot="9709936">
              <a:off x="6574641" y="2292590"/>
              <a:ext cx="760314" cy="762144"/>
            </a:xfrm>
            <a:custGeom>
              <a:avLst/>
              <a:gdLst/>
              <a:ahLst/>
              <a:cxnLst/>
              <a:rect l="l" t="t" r="r" b="b"/>
              <a:pathLst>
                <a:path w="5017" h="5029" extrusionOk="0">
                  <a:moveTo>
                    <a:pt x="2089" y="1"/>
                  </a:moveTo>
                  <a:cubicBezTo>
                    <a:pt x="1260" y="1"/>
                    <a:pt x="726" y="924"/>
                    <a:pt x="426" y="1612"/>
                  </a:cubicBezTo>
                  <a:cubicBezTo>
                    <a:pt x="123" y="2312"/>
                    <a:pt x="1" y="3132"/>
                    <a:pt x="335" y="3801"/>
                  </a:cubicBezTo>
                  <a:cubicBezTo>
                    <a:pt x="639" y="4409"/>
                    <a:pt x="1217" y="4834"/>
                    <a:pt x="1885" y="4986"/>
                  </a:cubicBezTo>
                  <a:cubicBezTo>
                    <a:pt x="2035" y="5015"/>
                    <a:pt x="2188" y="5028"/>
                    <a:pt x="2340" y="5028"/>
                  </a:cubicBezTo>
                  <a:cubicBezTo>
                    <a:pt x="3174" y="5028"/>
                    <a:pt x="4006" y="4617"/>
                    <a:pt x="4469" y="3923"/>
                  </a:cubicBezTo>
                  <a:cubicBezTo>
                    <a:pt x="5016" y="3071"/>
                    <a:pt x="5016" y="1916"/>
                    <a:pt x="4439" y="1096"/>
                  </a:cubicBezTo>
                  <a:cubicBezTo>
                    <a:pt x="3922" y="397"/>
                    <a:pt x="2980" y="2"/>
                    <a:pt x="2129" y="2"/>
                  </a:cubicBezTo>
                  <a:cubicBezTo>
                    <a:pt x="2115" y="1"/>
                    <a:pt x="2102" y="1"/>
                    <a:pt x="2089" y="1"/>
                  </a:cubicBezTo>
                  <a:close/>
                </a:path>
              </a:pathLst>
            </a:custGeom>
            <a:solidFill>
              <a:srgbClr val="EED8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06" name="Google Shape;606;p38"/>
          <p:cNvSpPr/>
          <p:nvPr/>
        </p:nvSpPr>
        <p:spPr>
          <a:xfrm>
            <a:off x="5763883" y="3228974"/>
            <a:ext cx="367261" cy="366364"/>
          </a:xfrm>
          <a:custGeom>
            <a:avLst/>
            <a:gdLst/>
            <a:ahLst/>
            <a:cxnLst/>
            <a:rect l="l" t="t" r="r" b="b"/>
            <a:pathLst>
              <a:path w="12697" h="12666" extrusionOk="0">
                <a:moveTo>
                  <a:pt x="6301" y="1356"/>
                </a:moveTo>
                <a:cubicBezTo>
                  <a:pt x="6522" y="1356"/>
                  <a:pt x="6711" y="1576"/>
                  <a:pt x="6711" y="1797"/>
                </a:cubicBezTo>
                <a:lnTo>
                  <a:pt x="6711" y="2269"/>
                </a:lnTo>
                <a:cubicBezTo>
                  <a:pt x="7656" y="2458"/>
                  <a:pt x="8349" y="3309"/>
                  <a:pt x="8349" y="4285"/>
                </a:cubicBezTo>
                <a:cubicBezTo>
                  <a:pt x="8349" y="4538"/>
                  <a:pt x="8160" y="4727"/>
                  <a:pt x="7971" y="4727"/>
                </a:cubicBezTo>
                <a:cubicBezTo>
                  <a:pt x="7719" y="4727"/>
                  <a:pt x="7530" y="4538"/>
                  <a:pt x="7530" y="4285"/>
                </a:cubicBezTo>
                <a:cubicBezTo>
                  <a:pt x="7530" y="3624"/>
                  <a:pt x="6994" y="3057"/>
                  <a:pt x="6301" y="3057"/>
                </a:cubicBezTo>
                <a:cubicBezTo>
                  <a:pt x="5640" y="3057"/>
                  <a:pt x="5073" y="3624"/>
                  <a:pt x="5073" y="4285"/>
                </a:cubicBezTo>
                <a:cubicBezTo>
                  <a:pt x="5073" y="4947"/>
                  <a:pt x="5829" y="5483"/>
                  <a:pt x="6585" y="6018"/>
                </a:cubicBezTo>
                <a:cubicBezTo>
                  <a:pt x="7435" y="6648"/>
                  <a:pt x="8412" y="7310"/>
                  <a:pt x="8412" y="8413"/>
                </a:cubicBezTo>
                <a:cubicBezTo>
                  <a:pt x="8412" y="9421"/>
                  <a:pt x="7687" y="10271"/>
                  <a:pt x="6742" y="10429"/>
                </a:cubicBezTo>
                <a:lnTo>
                  <a:pt x="6742" y="10901"/>
                </a:lnTo>
                <a:cubicBezTo>
                  <a:pt x="6742" y="11154"/>
                  <a:pt x="6553" y="11311"/>
                  <a:pt x="6364" y="11311"/>
                </a:cubicBezTo>
                <a:cubicBezTo>
                  <a:pt x="6144" y="11311"/>
                  <a:pt x="5955" y="11091"/>
                  <a:pt x="5955" y="10901"/>
                </a:cubicBezTo>
                <a:lnTo>
                  <a:pt x="5955" y="10429"/>
                </a:lnTo>
                <a:cubicBezTo>
                  <a:pt x="5010" y="10240"/>
                  <a:pt x="4316" y="9421"/>
                  <a:pt x="4316" y="8413"/>
                </a:cubicBezTo>
                <a:cubicBezTo>
                  <a:pt x="4316" y="8192"/>
                  <a:pt x="4505" y="8035"/>
                  <a:pt x="4694" y="8035"/>
                </a:cubicBezTo>
                <a:cubicBezTo>
                  <a:pt x="4884" y="8035"/>
                  <a:pt x="5136" y="8224"/>
                  <a:pt x="5136" y="8413"/>
                </a:cubicBezTo>
                <a:cubicBezTo>
                  <a:pt x="5136" y="9106"/>
                  <a:pt x="5671" y="9641"/>
                  <a:pt x="6364" y="9641"/>
                </a:cubicBezTo>
                <a:cubicBezTo>
                  <a:pt x="7026" y="9641"/>
                  <a:pt x="7561" y="9106"/>
                  <a:pt x="7561" y="8413"/>
                </a:cubicBezTo>
                <a:cubicBezTo>
                  <a:pt x="7561" y="7751"/>
                  <a:pt x="6868" y="7247"/>
                  <a:pt x="6081" y="6680"/>
                </a:cubicBezTo>
                <a:cubicBezTo>
                  <a:pt x="5199" y="6050"/>
                  <a:pt x="4253" y="5388"/>
                  <a:pt x="4253" y="4285"/>
                </a:cubicBezTo>
                <a:cubicBezTo>
                  <a:pt x="4253" y="3309"/>
                  <a:pt x="4978" y="2427"/>
                  <a:pt x="5923" y="2269"/>
                </a:cubicBezTo>
                <a:lnTo>
                  <a:pt x="5923" y="1797"/>
                </a:lnTo>
                <a:cubicBezTo>
                  <a:pt x="5923" y="1576"/>
                  <a:pt x="6112" y="1356"/>
                  <a:pt x="6301" y="1356"/>
                </a:cubicBezTo>
                <a:close/>
                <a:moveTo>
                  <a:pt x="6333" y="1"/>
                </a:moveTo>
                <a:cubicBezTo>
                  <a:pt x="2836" y="1"/>
                  <a:pt x="0" y="2836"/>
                  <a:pt x="0" y="6333"/>
                </a:cubicBezTo>
                <a:cubicBezTo>
                  <a:pt x="0" y="9830"/>
                  <a:pt x="2836" y="12666"/>
                  <a:pt x="6333" y="12666"/>
                </a:cubicBezTo>
                <a:cubicBezTo>
                  <a:pt x="9861" y="12666"/>
                  <a:pt x="12697" y="9830"/>
                  <a:pt x="12697" y="6333"/>
                </a:cubicBezTo>
                <a:cubicBezTo>
                  <a:pt x="12697" y="2836"/>
                  <a:pt x="9861" y="1"/>
                  <a:pt x="6333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607" name="Google Shape;607;p38"/>
          <p:cNvGrpSpPr/>
          <p:nvPr/>
        </p:nvGrpSpPr>
        <p:grpSpPr>
          <a:xfrm>
            <a:off x="1629168" y="2335026"/>
            <a:ext cx="366364" cy="359075"/>
            <a:chOff x="-60988625" y="3740800"/>
            <a:chExt cx="316650" cy="310350"/>
          </a:xfrm>
        </p:grpSpPr>
        <p:sp>
          <p:nvSpPr>
            <p:cNvPr id="608" name="Google Shape;608;p38"/>
            <p:cNvSpPr/>
            <p:nvPr/>
          </p:nvSpPr>
          <p:spPr>
            <a:xfrm>
              <a:off x="-60988625" y="3740800"/>
              <a:ext cx="311125" cy="310350"/>
            </a:xfrm>
            <a:custGeom>
              <a:avLst/>
              <a:gdLst/>
              <a:ahLst/>
              <a:cxnLst/>
              <a:rect l="l" t="t" r="r" b="b"/>
              <a:pathLst>
                <a:path w="12445" h="12414" extrusionOk="0">
                  <a:moveTo>
                    <a:pt x="7026" y="1670"/>
                  </a:moveTo>
                  <a:cubicBezTo>
                    <a:pt x="7278" y="1670"/>
                    <a:pt x="7467" y="1859"/>
                    <a:pt x="7467" y="2111"/>
                  </a:cubicBezTo>
                  <a:cubicBezTo>
                    <a:pt x="7467" y="2332"/>
                    <a:pt x="7278" y="2490"/>
                    <a:pt x="7026" y="2490"/>
                  </a:cubicBezTo>
                  <a:lnTo>
                    <a:pt x="2080" y="2490"/>
                  </a:lnTo>
                  <a:cubicBezTo>
                    <a:pt x="1828" y="2490"/>
                    <a:pt x="1639" y="2300"/>
                    <a:pt x="1639" y="2111"/>
                  </a:cubicBezTo>
                  <a:cubicBezTo>
                    <a:pt x="1639" y="1828"/>
                    <a:pt x="1828" y="1670"/>
                    <a:pt x="2080" y="1670"/>
                  </a:cubicBezTo>
                  <a:close/>
                  <a:moveTo>
                    <a:pt x="7026" y="4159"/>
                  </a:moveTo>
                  <a:cubicBezTo>
                    <a:pt x="7278" y="4159"/>
                    <a:pt x="7467" y="4348"/>
                    <a:pt x="7467" y="4537"/>
                  </a:cubicBezTo>
                  <a:cubicBezTo>
                    <a:pt x="7467" y="4789"/>
                    <a:pt x="7278" y="4978"/>
                    <a:pt x="7026" y="4978"/>
                  </a:cubicBezTo>
                  <a:lnTo>
                    <a:pt x="2080" y="4978"/>
                  </a:lnTo>
                  <a:cubicBezTo>
                    <a:pt x="1828" y="4978"/>
                    <a:pt x="1639" y="4789"/>
                    <a:pt x="1639" y="4537"/>
                  </a:cubicBezTo>
                  <a:cubicBezTo>
                    <a:pt x="1639" y="4317"/>
                    <a:pt x="1828" y="4159"/>
                    <a:pt x="2080" y="4159"/>
                  </a:cubicBezTo>
                  <a:close/>
                  <a:moveTo>
                    <a:pt x="7026" y="6648"/>
                  </a:moveTo>
                  <a:cubicBezTo>
                    <a:pt x="7278" y="6648"/>
                    <a:pt x="7467" y="6837"/>
                    <a:pt x="7467" y="7058"/>
                  </a:cubicBezTo>
                  <a:cubicBezTo>
                    <a:pt x="7467" y="7310"/>
                    <a:pt x="7278" y="7467"/>
                    <a:pt x="7026" y="7467"/>
                  </a:cubicBezTo>
                  <a:lnTo>
                    <a:pt x="2080" y="7467"/>
                  </a:lnTo>
                  <a:cubicBezTo>
                    <a:pt x="1828" y="7467"/>
                    <a:pt x="1639" y="7278"/>
                    <a:pt x="1639" y="7058"/>
                  </a:cubicBezTo>
                  <a:cubicBezTo>
                    <a:pt x="1639" y="6806"/>
                    <a:pt x="1828" y="6648"/>
                    <a:pt x="2080" y="6648"/>
                  </a:cubicBezTo>
                  <a:close/>
                  <a:moveTo>
                    <a:pt x="7026" y="9106"/>
                  </a:moveTo>
                  <a:cubicBezTo>
                    <a:pt x="7278" y="9106"/>
                    <a:pt x="7467" y="9295"/>
                    <a:pt x="7467" y="9515"/>
                  </a:cubicBezTo>
                  <a:cubicBezTo>
                    <a:pt x="7467" y="9736"/>
                    <a:pt x="7278" y="9893"/>
                    <a:pt x="7026" y="9893"/>
                  </a:cubicBezTo>
                  <a:lnTo>
                    <a:pt x="2080" y="9893"/>
                  </a:lnTo>
                  <a:cubicBezTo>
                    <a:pt x="1828" y="9893"/>
                    <a:pt x="1639" y="9704"/>
                    <a:pt x="1639" y="9515"/>
                  </a:cubicBezTo>
                  <a:cubicBezTo>
                    <a:pt x="1639" y="9263"/>
                    <a:pt x="1828" y="9106"/>
                    <a:pt x="2080" y="9106"/>
                  </a:cubicBezTo>
                  <a:close/>
                  <a:moveTo>
                    <a:pt x="11500" y="10775"/>
                  </a:moveTo>
                  <a:cubicBezTo>
                    <a:pt x="11342" y="11248"/>
                    <a:pt x="10870" y="11594"/>
                    <a:pt x="10303" y="11594"/>
                  </a:cubicBezTo>
                  <a:cubicBezTo>
                    <a:pt x="9767" y="11594"/>
                    <a:pt x="9326" y="11248"/>
                    <a:pt x="9137" y="10775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29"/>
                  </a:cubicBezTo>
                  <a:lnTo>
                    <a:pt x="32" y="10334"/>
                  </a:lnTo>
                  <a:cubicBezTo>
                    <a:pt x="0" y="11468"/>
                    <a:pt x="946" y="12414"/>
                    <a:pt x="2080" y="12414"/>
                  </a:cubicBezTo>
                  <a:lnTo>
                    <a:pt x="10334" y="12414"/>
                  </a:lnTo>
                  <a:cubicBezTo>
                    <a:pt x="11500" y="12414"/>
                    <a:pt x="12445" y="11468"/>
                    <a:pt x="12445" y="10334"/>
                  </a:cubicBezTo>
                  <a:cubicBezTo>
                    <a:pt x="12445" y="10082"/>
                    <a:pt x="12224" y="9893"/>
                    <a:pt x="12004" y="9893"/>
                  </a:cubicBezTo>
                  <a:lnTo>
                    <a:pt x="9074" y="9893"/>
                  </a:lnTo>
                  <a:lnTo>
                    <a:pt x="9074" y="1229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9" name="Google Shape;609;p38"/>
            <p:cNvSpPr/>
            <p:nvPr/>
          </p:nvSpPr>
          <p:spPr>
            <a:xfrm>
              <a:off x="-60742097" y="3920375"/>
              <a:ext cx="68550" cy="55175"/>
            </a:xfrm>
            <a:custGeom>
              <a:avLst/>
              <a:gdLst/>
              <a:ahLst/>
              <a:cxnLst/>
              <a:rect l="l" t="t" r="r" b="b"/>
              <a:pathLst>
                <a:path w="2742" h="2207" extrusionOk="0">
                  <a:moveTo>
                    <a:pt x="0" y="1"/>
                  </a:moveTo>
                  <a:lnTo>
                    <a:pt x="0" y="32"/>
                  </a:lnTo>
                  <a:lnTo>
                    <a:pt x="1009" y="1986"/>
                  </a:lnTo>
                  <a:cubicBezTo>
                    <a:pt x="1103" y="2080"/>
                    <a:pt x="1261" y="2206"/>
                    <a:pt x="1418" y="2206"/>
                  </a:cubicBezTo>
                  <a:cubicBezTo>
                    <a:pt x="1576" y="2206"/>
                    <a:pt x="1733" y="2143"/>
                    <a:pt x="1796" y="1986"/>
                  </a:cubicBezTo>
                  <a:lnTo>
                    <a:pt x="2741" y="32"/>
                  </a:lnTo>
                  <a:lnTo>
                    <a:pt x="274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10" name="Google Shape;610;p38"/>
            <p:cNvSpPr/>
            <p:nvPr/>
          </p:nvSpPr>
          <p:spPr>
            <a:xfrm>
              <a:off x="-60740522" y="3741600"/>
              <a:ext cx="68550" cy="158325"/>
            </a:xfrm>
            <a:custGeom>
              <a:avLst/>
              <a:gdLst/>
              <a:ahLst/>
              <a:cxnLst/>
              <a:rect l="l" t="t" r="r" b="b"/>
              <a:pathLst>
                <a:path w="2742" h="6333" extrusionOk="0">
                  <a:moveTo>
                    <a:pt x="1796" y="819"/>
                  </a:moveTo>
                  <a:cubicBezTo>
                    <a:pt x="1891" y="819"/>
                    <a:pt x="1922" y="882"/>
                    <a:pt x="1922" y="945"/>
                  </a:cubicBezTo>
                  <a:lnTo>
                    <a:pt x="1922" y="1638"/>
                  </a:lnTo>
                  <a:lnTo>
                    <a:pt x="820" y="1638"/>
                  </a:lnTo>
                  <a:lnTo>
                    <a:pt x="820" y="945"/>
                  </a:lnTo>
                  <a:cubicBezTo>
                    <a:pt x="820" y="851"/>
                    <a:pt x="883" y="819"/>
                    <a:pt x="977" y="819"/>
                  </a:cubicBezTo>
                  <a:close/>
                  <a:moveTo>
                    <a:pt x="977" y="0"/>
                  </a:moveTo>
                  <a:cubicBezTo>
                    <a:pt x="410" y="0"/>
                    <a:pt x="1" y="410"/>
                    <a:pt x="1" y="945"/>
                  </a:cubicBezTo>
                  <a:lnTo>
                    <a:pt x="1" y="6333"/>
                  </a:lnTo>
                  <a:lnTo>
                    <a:pt x="2741" y="6333"/>
                  </a:lnTo>
                  <a:lnTo>
                    <a:pt x="2741" y="945"/>
                  </a:lnTo>
                  <a:cubicBezTo>
                    <a:pt x="2741" y="410"/>
                    <a:pt x="2300" y="0"/>
                    <a:pt x="17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11" name="Google Shape;611;p38"/>
          <p:cNvGrpSpPr/>
          <p:nvPr/>
        </p:nvGrpSpPr>
        <p:grpSpPr>
          <a:xfrm>
            <a:off x="7142739" y="2306860"/>
            <a:ext cx="359972" cy="366480"/>
            <a:chOff x="-62148802" y="3377700"/>
            <a:chExt cx="311125" cy="316750"/>
          </a:xfrm>
        </p:grpSpPr>
        <p:sp>
          <p:nvSpPr>
            <p:cNvPr id="612" name="Google Shape;612;p38"/>
            <p:cNvSpPr/>
            <p:nvPr/>
          </p:nvSpPr>
          <p:spPr>
            <a:xfrm>
              <a:off x="-62085773" y="3653375"/>
              <a:ext cx="185875" cy="41075"/>
            </a:xfrm>
            <a:custGeom>
              <a:avLst/>
              <a:gdLst/>
              <a:ahLst/>
              <a:cxnLst/>
              <a:rect l="l" t="t" r="r" b="b"/>
              <a:pathLst>
                <a:path w="7435" h="1643" extrusionOk="0">
                  <a:moveTo>
                    <a:pt x="819" y="1"/>
                  </a:moveTo>
                  <a:cubicBezTo>
                    <a:pt x="347" y="1"/>
                    <a:pt x="0" y="347"/>
                    <a:pt x="0" y="851"/>
                  </a:cubicBezTo>
                  <a:lnTo>
                    <a:pt x="0" y="1229"/>
                  </a:lnTo>
                  <a:cubicBezTo>
                    <a:pt x="0" y="1481"/>
                    <a:pt x="189" y="1639"/>
                    <a:pt x="410" y="1639"/>
                  </a:cubicBezTo>
                  <a:lnTo>
                    <a:pt x="7026" y="1639"/>
                  </a:lnTo>
                  <a:cubicBezTo>
                    <a:pt x="7044" y="1641"/>
                    <a:pt x="7062" y="1642"/>
                    <a:pt x="7080" y="1642"/>
                  </a:cubicBezTo>
                  <a:cubicBezTo>
                    <a:pt x="7300" y="1642"/>
                    <a:pt x="7435" y="1463"/>
                    <a:pt x="7435" y="1229"/>
                  </a:cubicBezTo>
                  <a:lnTo>
                    <a:pt x="7435" y="851"/>
                  </a:lnTo>
                  <a:cubicBezTo>
                    <a:pt x="7435" y="379"/>
                    <a:pt x="7089" y="1"/>
                    <a:pt x="661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13" name="Google Shape;613;p38"/>
            <p:cNvSpPr/>
            <p:nvPr/>
          </p:nvSpPr>
          <p:spPr>
            <a:xfrm>
              <a:off x="-62148802" y="3377700"/>
              <a:ext cx="311125" cy="254425"/>
            </a:xfrm>
            <a:custGeom>
              <a:avLst/>
              <a:gdLst/>
              <a:ahLst/>
              <a:cxnLst/>
              <a:rect l="l" t="t" r="r" b="b"/>
              <a:pathLst>
                <a:path w="12445" h="10177" extrusionOk="0">
                  <a:moveTo>
                    <a:pt x="11626" y="1608"/>
                  </a:moveTo>
                  <a:lnTo>
                    <a:pt x="11626" y="2899"/>
                  </a:lnTo>
                  <a:cubicBezTo>
                    <a:pt x="11626" y="3939"/>
                    <a:pt x="10807" y="4853"/>
                    <a:pt x="9767" y="4916"/>
                  </a:cubicBezTo>
                  <a:cubicBezTo>
                    <a:pt x="9893" y="4538"/>
                    <a:pt x="9956" y="4128"/>
                    <a:pt x="9956" y="3718"/>
                  </a:cubicBezTo>
                  <a:lnTo>
                    <a:pt x="9956" y="1608"/>
                  </a:lnTo>
                  <a:close/>
                  <a:moveTo>
                    <a:pt x="2521" y="1639"/>
                  </a:moveTo>
                  <a:lnTo>
                    <a:pt x="2521" y="3718"/>
                  </a:lnTo>
                  <a:cubicBezTo>
                    <a:pt x="2521" y="4160"/>
                    <a:pt x="2616" y="4538"/>
                    <a:pt x="2710" y="4947"/>
                  </a:cubicBezTo>
                  <a:cubicBezTo>
                    <a:pt x="1702" y="4853"/>
                    <a:pt x="883" y="4002"/>
                    <a:pt x="883" y="2899"/>
                  </a:cubicBezTo>
                  <a:lnTo>
                    <a:pt x="883" y="1639"/>
                  </a:lnTo>
                  <a:close/>
                  <a:moveTo>
                    <a:pt x="6176" y="1576"/>
                  </a:moveTo>
                  <a:cubicBezTo>
                    <a:pt x="6333" y="1576"/>
                    <a:pt x="6491" y="1671"/>
                    <a:pt x="6554" y="1828"/>
                  </a:cubicBezTo>
                  <a:lnTo>
                    <a:pt x="6932" y="2647"/>
                  </a:lnTo>
                  <a:lnTo>
                    <a:pt x="7845" y="2773"/>
                  </a:lnTo>
                  <a:cubicBezTo>
                    <a:pt x="8003" y="2805"/>
                    <a:pt x="8129" y="2899"/>
                    <a:pt x="8160" y="3025"/>
                  </a:cubicBezTo>
                  <a:cubicBezTo>
                    <a:pt x="8349" y="3214"/>
                    <a:pt x="8318" y="3403"/>
                    <a:pt x="8192" y="3466"/>
                  </a:cubicBezTo>
                  <a:lnTo>
                    <a:pt x="7530" y="4097"/>
                  </a:lnTo>
                  <a:lnTo>
                    <a:pt x="7688" y="5010"/>
                  </a:lnTo>
                  <a:cubicBezTo>
                    <a:pt x="7719" y="5168"/>
                    <a:pt x="7656" y="5325"/>
                    <a:pt x="7530" y="5420"/>
                  </a:cubicBezTo>
                  <a:cubicBezTo>
                    <a:pt x="7452" y="5459"/>
                    <a:pt x="7363" y="5486"/>
                    <a:pt x="7268" y="5486"/>
                  </a:cubicBezTo>
                  <a:cubicBezTo>
                    <a:pt x="7210" y="5486"/>
                    <a:pt x="7149" y="5475"/>
                    <a:pt x="7089" y="5451"/>
                  </a:cubicBezTo>
                  <a:lnTo>
                    <a:pt x="6270" y="5010"/>
                  </a:lnTo>
                  <a:lnTo>
                    <a:pt x="5451" y="5451"/>
                  </a:lnTo>
                  <a:cubicBezTo>
                    <a:pt x="5380" y="5480"/>
                    <a:pt x="5309" y="5495"/>
                    <a:pt x="5241" y="5495"/>
                  </a:cubicBezTo>
                  <a:cubicBezTo>
                    <a:pt x="5158" y="5495"/>
                    <a:pt x="5079" y="5472"/>
                    <a:pt x="5010" y="5420"/>
                  </a:cubicBezTo>
                  <a:cubicBezTo>
                    <a:pt x="4884" y="5325"/>
                    <a:pt x="4821" y="5168"/>
                    <a:pt x="4852" y="5010"/>
                  </a:cubicBezTo>
                  <a:lnTo>
                    <a:pt x="5010" y="4097"/>
                  </a:lnTo>
                  <a:lnTo>
                    <a:pt x="4348" y="3466"/>
                  </a:lnTo>
                  <a:cubicBezTo>
                    <a:pt x="4222" y="3340"/>
                    <a:pt x="4191" y="3214"/>
                    <a:pt x="4222" y="3025"/>
                  </a:cubicBezTo>
                  <a:cubicBezTo>
                    <a:pt x="4254" y="2899"/>
                    <a:pt x="4411" y="2773"/>
                    <a:pt x="4537" y="2773"/>
                  </a:cubicBezTo>
                  <a:lnTo>
                    <a:pt x="5451" y="2647"/>
                  </a:lnTo>
                  <a:lnTo>
                    <a:pt x="5829" y="1828"/>
                  </a:lnTo>
                  <a:cubicBezTo>
                    <a:pt x="5924" y="1671"/>
                    <a:pt x="6018" y="1576"/>
                    <a:pt x="6176" y="1576"/>
                  </a:cubicBezTo>
                  <a:close/>
                  <a:moveTo>
                    <a:pt x="2931" y="1"/>
                  </a:moveTo>
                  <a:cubicBezTo>
                    <a:pt x="2679" y="1"/>
                    <a:pt x="2521" y="190"/>
                    <a:pt x="2521" y="410"/>
                  </a:cubicBezTo>
                  <a:lnTo>
                    <a:pt x="2521" y="852"/>
                  </a:lnTo>
                  <a:lnTo>
                    <a:pt x="442" y="852"/>
                  </a:lnTo>
                  <a:cubicBezTo>
                    <a:pt x="190" y="852"/>
                    <a:pt x="1" y="1041"/>
                    <a:pt x="1" y="1230"/>
                  </a:cubicBezTo>
                  <a:lnTo>
                    <a:pt x="1" y="2899"/>
                  </a:lnTo>
                  <a:cubicBezTo>
                    <a:pt x="1" y="4506"/>
                    <a:pt x="1292" y="5766"/>
                    <a:pt x="2931" y="5766"/>
                  </a:cubicBezTo>
                  <a:lnTo>
                    <a:pt x="3120" y="5766"/>
                  </a:lnTo>
                  <a:cubicBezTo>
                    <a:pt x="3561" y="6428"/>
                    <a:pt x="4222" y="6932"/>
                    <a:pt x="4978" y="7216"/>
                  </a:cubicBezTo>
                  <a:lnTo>
                    <a:pt x="4978" y="8507"/>
                  </a:lnTo>
                  <a:cubicBezTo>
                    <a:pt x="4506" y="8507"/>
                    <a:pt x="4128" y="8854"/>
                    <a:pt x="4128" y="9358"/>
                  </a:cubicBezTo>
                  <a:lnTo>
                    <a:pt x="4128" y="10177"/>
                  </a:lnTo>
                  <a:lnTo>
                    <a:pt x="8286" y="10177"/>
                  </a:lnTo>
                  <a:lnTo>
                    <a:pt x="8286" y="9358"/>
                  </a:lnTo>
                  <a:cubicBezTo>
                    <a:pt x="8286" y="8885"/>
                    <a:pt x="7908" y="8507"/>
                    <a:pt x="7436" y="8507"/>
                  </a:cubicBezTo>
                  <a:lnTo>
                    <a:pt x="7436" y="7216"/>
                  </a:lnTo>
                  <a:cubicBezTo>
                    <a:pt x="8192" y="6932"/>
                    <a:pt x="8854" y="6428"/>
                    <a:pt x="9295" y="5766"/>
                  </a:cubicBezTo>
                  <a:lnTo>
                    <a:pt x="9484" y="5766"/>
                  </a:lnTo>
                  <a:cubicBezTo>
                    <a:pt x="11122" y="5766"/>
                    <a:pt x="12414" y="4475"/>
                    <a:pt x="12414" y="2899"/>
                  </a:cubicBezTo>
                  <a:lnTo>
                    <a:pt x="12414" y="1230"/>
                  </a:lnTo>
                  <a:cubicBezTo>
                    <a:pt x="12445" y="978"/>
                    <a:pt x="12288" y="852"/>
                    <a:pt x="12067" y="852"/>
                  </a:cubicBezTo>
                  <a:lnTo>
                    <a:pt x="9956" y="852"/>
                  </a:lnTo>
                  <a:lnTo>
                    <a:pt x="9956" y="410"/>
                  </a:lnTo>
                  <a:cubicBezTo>
                    <a:pt x="9956" y="158"/>
                    <a:pt x="9767" y="1"/>
                    <a:pt x="95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14" name="Google Shape;614;p38"/>
          <p:cNvGrpSpPr/>
          <p:nvPr/>
        </p:nvGrpSpPr>
        <p:grpSpPr>
          <a:xfrm>
            <a:off x="4369172" y="2287407"/>
            <a:ext cx="368157" cy="367290"/>
            <a:chOff x="-62154302" y="3743950"/>
            <a:chExt cx="318200" cy="317450"/>
          </a:xfrm>
        </p:grpSpPr>
        <p:sp>
          <p:nvSpPr>
            <p:cNvPr id="615" name="Google Shape;615;p38"/>
            <p:cNvSpPr/>
            <p:nvPr/>
          </p:nvSpPr>
          <p:spPr>
            <a:xfrm>
              <a:off x="-61992849" y="3743950"/>
              <a:ext cx="63825" cy="69150"/>
            </a:xfrm>
            <a:custGeom>
              <a:avLst/>
              <a:gdLst/>
              <a:ahLst/>
              <a:cxnLst/>
              <a:rect l="l" t="t" r="r" b="b"/>
              <a:pathLst>
                <a:path w="2553" h="2766" extrusionOk="0">
                  <a:moveTo>
                    <a:pt x="1261" y="1"/>
                  </a:moveTo>
                  <a:cubicBezTo>
                    <a:pt x="1009" y="1"/>
                    <a:pt x="851" y="221"/>
                    <a:pt x="851" y="410"/>
                  </a:cubicBezTo>
                  <a:lnTo>
                    <a:pt x="851" y="1355"/>
                  </a:lnTo>
                  <a:lnTo>
                    <a:pt x="725" y="1229"/>
                  </a:lnTo>
                  <a:cubicBezTo>
                    <a:pt x="646" y="1151"/>
                    <a:pt x="544" y="1111"/>
                    <a:pt x="442" y="1111"/>
                  </a:cubicBezTo>
                  <a:cubicBezTo>
                    <a:pt x="339" y="1111"/>
                    <a:pt x="237" y="1151"/>
                    <a:pt x="158" y="1229"/>
                  </a:cubicBezTo>
                  <a:cubicBezTo>
                    <a:pt x="1" y="1387"/>
                    <a:pt x="1" y="1670"/>
                    <a:pt x="158" y="1828"/>
                  </a:cubicBezTo>
                  <a:lnTo>
                    <a:pt x="977" y="2647"/>
                  </a:lnTo>
                  <a:cubicBezTo>
                    <a:pt x="1056" y="2726"/>
                    <a:pt x="1166" y="2765"/>
                    <a:pt x="1277" y="2765"/>
                  </a:cubicBezTo>
                  <a:cubicBezTo>
                    <a:pt x="1387" y="2765"/>
                    <a:pt x="1497" y="2726"/>
                    <a:pt x="1576" y="2647"/>
                  </a:cubicBezTo>
                  <a:lnTo>
                    <a:pt x="2395" y="1828"/>
                  </a:lnTo>
                  <a:cubicBezTo>
                    <a:pt x="2553" y="1670"/>
                    <a:pt x="2553" y="1387"/>
                    <a:pt x="2395" y="1229"/>
                  </a:cubicBezTo>
                  <a:cubicBezTo>
                    <a:pt x="2316" y="1151"/>
                    <a:pt x="2206" y="1111"/>
                    <a:pt x="2096" y="1111"/>
                  </a:cubicBezTo>
                  <a:cubicBezTo>
                    <a:pt x="1985" y="1111"/>
                    <a:pt x="1875" y="1151"/>
                    <a:pt x="1796" y="1229"/>
                  </a:cubicBezTo>
                  <a:lnTo>
                    <a:pt x="1670" y="1355"/>
                  </a:lnTo>
                  <a:lnTo>
                    <a:pt x="1670" y="410"/>
                  </a:lnTo>
                  <a:cubicBezTo>
                    <a:pt x="1670" y="221"/>
                    <a:pt x="1481" y="1"/>
                    <a:pt x="126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16" name="Google Shape;616;p38"/>
            <p:cNvSpPr/>
            <p:nvPr/>
          </p:nvSpPr>
          <p:spPr>
            <a:xfrm>
              <a:off x="-62154302" y="3785700"/>
              <a:ext cx="318200" cy="275700"/>
            </a:xfrm>
            <a:custGeom>
              <a:avLst/>
              <a:gdLst/>
              <a:ahLst/>
              <a:cxnLst/>
              <a:rect l="l" t="t" r="r" b="b"/>
              <a:pathLst>
                <a:path w="12727" h="11028" extrusionOk="0">
                  <a:moveTo>
                    <a:pt x="5261" y="3560"/>
                  </a:moveTo>
                  <a:cubicBezTo>
                    <a:pt x="5513" y="3560"/>
                    <a:pt x="5671" y="3781"/>
                    <a:pt x="5671" y="4002"/>
                  </a:cubicBezTo>
                  <a:lnTo>
                    <a:pt x="5671" y="5671"/>
                  </a:lnTo>
                  <a:cubicBezTo>
                    <a:pt x="5671" y="5892"/>
                    <a:pt x="5450" y="6112"/>
                    <a:pt x="5261" y="6112"/>
                  </a:cubicBezTo>
                  <a:cubicBezTo>
                    <a:pt x="5072" y="6112"/>
                    <a:pt x="4820" y="5892"/>
                    <a:pt x="4820" y="5671"/>
                  </a:cubicBezTo>
                  <a:lnTo>
                    <a:pt x="4820" y="4002"/>
                  </a:lnTo>
                  <a:cubicBezTo>
                    <a:pt x="4820" y="3781"/>
                    <a:pt x="5041" y="3560"/>
                    <a:pt x="5261" y="3560"/>
                  </a:cubicBezTo>
                  <a:close/>
                  <a:moveTo>
                    <a:pt x="7719" y="3560"/>
                  </a:moveTo>
                  <a:cubicBezTo>
                    <a:pt x="7908" y="3560"/>
                    <a:pt x="8128" y="3781"/>
                    <a:pt x="8128" y="4002"/>
                  </a:cubicBezTo>
                  <a:lnTo>
                    <a:pt x="8128" y="5671"/>
                  </a:lnTo>
                  <a:cubicBezTo>
                    <a:pt x="8128" y="5892"/>
                    <a:pt x="7939" y="6112"/>
                    <a:pt x="7719" y="6112"/>
                  </a:cubicBezTo>
                  <a:cubicBezTo>
                    <a:pt x="7467" y="6112"/>
                    <a:pt x="7309" y="5892"/>
                    <a:pt x="7309" y="5671"/>
                  </a:cubicBezTo>
                  <a:lnTo>
                    <a:pt x="7309" y="4002"/>
                  </a:lnTo>
                  <a:cubicBezTo>
                    <a:pt x="7309" y="3781"/>
                    <a:pt x="7498" y="3560"/>
                    <a:pt x="7719" y="3560"/>
                  </a:cubicBezTo>
                  <a:close/>
                  <a:moveTo>
                    <a:pt x="10239" y="3560"/>
                  </a:moveTo>
                  <a:cubicBezTo>
                    <a:pt x="10460" y="3560"/>
                    <a:pt x="10617" y="3781"/>
                    <a:pt x="10617" y="4002"/>
                  </a:cubicBezTo>
                  <a:lnTo>
                    <a:pt x="10617" y="5671"/>
                  </a:lnTo>
                  <a:cubicBezTo>
                    <a:pt x="10617" y="5892"/>
                    <a:pt x="10428" y="6112"/>
                    <a:pt x="10239" y="6112"/>
                  </a:cubicBezTo>
                  <a:cubicBezTo>
                    <a:pt x="9987" y="6112"/>
                    <a:pt x="9798" y="5892"/>
                    <a:pt x="9798" y="5671"/>
                  </a:cubicBezTo>
                  <a:lnTo>
                    <a:pt x="9798" y="4002"/>
                  </a:lnTo>
                  <a:cubicBezTo>
                    <a:pt x="9798" y="3781"/>
                    <a:pt x="9987" y="3560"/>
                    <a:pt x="10239" y="3560"/>
                  </a:cubicBezTo>
                  <a:close/>
                  <a:moveTo>
                    <a:pt x="5230" y="9357"/>
                  </a:moveTo>
                  <a:cubicBezTo>
                    <a:pt x="5450" y="9357"/>
                    <a:pt x="5608" y="9578"/>
                    <a:pt x="5608" y="9767"/>
                  </a:cubicBezTo>
                  <a:cubicBezTo>
                    <a:pt x="5608" y="9987"/>
                    <a:pt x="5419" y="10208"/>
                    <a:pt x="5230" y="10208"/>
                  </a:cubicBezTo>
                  <a:cubicBezTo>
                    <a:pt x="5041" y="10208"/>
                    <a:pt x="4789" y="9987"/>
                    <a:pt x="4789" y="9767"/>
                  </a:cubicBezTo>
                  <a:cubicBezTo>
                    <a:pt x="4820" y="9578"/>
                    <a:pt x="5041" y="9357"/>
                    <a:pt x="5230" y="9357"/>
                  </a:cubicBezTo>
                  <a:close/>
                  <a:moveTo>
                    <a:pt x="9924" y="9357"/>
                  </a:moveTo>
                  <a:cubicBezTo>
                    <a:pt x="10145" y="9357"/>
                    <a:pt x="10302" y="9578"/>
                    <a:pt x="10302" y="9767"/>
                  </a:cubicBezTo>
                  <a:cubicBezTo>
                    <a:pt x="10302" y="9987"/>
                    <a:pt x="10113" y="10208"/>
                    <a:pt x="9924" y="10208"/>
                  </a:cubicBezTo>
                  <a:cubicBezTo>
                    <a:pt x="9704" y="10208"/>
                    <a:pt x="9515" y="9987"/>
                    <a:pt x="9515" y="9767"/>
                  </a:cubicBezTo>
                  <a:cubicBezTo>
                    <a:pt x="9515" y="9578"/>
                    <a:pt x="9704" y="9357"/>
                    <a:pt x="9924" y="9357"/>
                  </a:cubicBezTo>
                  <a:close/>
                  <a:moveTo>
                    <a:pt x="441" y="0"/>
                  </a:moveTo>
                  <a:cubicBezTo>
                    <a:pt x="189" y="0"/>
                    <a:pt x="0" y="189"/>
                    <a:pt x="0" y="378"/>
                  </a:cubicBezTo>
                  <a:cubicBezTo>
                    <a:pt x="0" y="599"/>
                    <a:pt x="347" y="820"/>
                    <a:pt x="536" y="820"/>
                  </a:cubicBezTo>
                  <a:lnTo>
                    <a:pt x="2111" y="820"/>
                  </a:lnTo>
                  <a:cubicBezTo>
                    <a:pt x="2174" y="1103"/>
                    <a:pt x="3245" y="6711"/>
                    <a:pt x="3308" y="6994"/>
                  </a:cubicBezTo>
                  <a:cubicBezTo>
                    <a:pt x="2867" y="7184"/>
                    <a:pt x="2584" y="7625"/>
                    <a:pt x="2584" y="8097"/>
                  </a:cubicBezTo>
                  <a:cubicBezTo>
                    <a:pt x="2584" y="8759"/>
                    <a:pt x="3151" y="9326"/>
                    <a:pt x="3812" y="9326"/>
                  </a:cubicBezTo>
                  <a:lnTo>
                    <a:pt x="4001" y="9326"/>
                  </a:lnTo>
                  <a:cubicBezTo>
                    <a:pt x="3970" y="9452"/>
                    <a:pt x="3938" y="9609"/>
                    <a:pt x="3938" y="9767"/>
                  </a:cubicBezTo>
                  <a:cubicBezTo>
                    <a:pt x="3938" y="10429"/>
                    <a:pt x="4474" y="11027"/>
                    <a:pt x="5167" y="11027"/>
                  </a:cubicBezTo>
                  <a:cubicBezTo>
                    <a:pt x="5829" y="11027"/>
                    <a:pt x="6364" y="10460"/>
                    <a:pt x="6364" y="9767"/>
                  </a:cubicBezTo>
                  <a:cubicBezTo>
                    <a:pt x="6364" y="9609"/>
                    <a:pt x="6333" y="9483"/>
                    <a:pt x="6301" y="9326"/>
                  </a:cubicBezTo>
                  <a:lnTo>
                    <a:pt x="8664" y="9326"/>
                  </a:lnTo>
                  <a:cubicBezTo>
                    <a:pt x="8632" y="9452"/>
                    <a:pt x="8569" y="9609"/>
                    <a:pt x="8569" y="9767"/>
                  </a:cubicBezTo>
                  <a:cubicBezTo>
                    <a:pt x="8569" y="10429"/>
                    <a:pt x="9137" y="11027"/>
                    <a:pt x="9798" y="11027"/>
                  </a:cubicBezTo>
                  <a:cubicBezTo>
                    <a:pt x="10460" y="11027"/>
                    <a:pt x="11027" y="10460"/>
                    <a:pt x="11027" y="9767"/>
                  </a:cubicBezTo>
                  <a:cubicBezTo>
                    <a:pt x="11027" y="9609"/>
                    <a:pt x="10995" y="9483"/>
                    <a:pt x="10932" y="9357"/>
                  </a:cubicBezTo>
                  <a:lnTo>
                    <a:pt x="11562" y="9357"/>
                  </a:lnTo>
                  <a:cubicBezTo>
                    <a:pt x="11814" y="9357"/>
                    <a:pt x="12003" y="9168"/>
                    <a:pt x="12003" y="8979"/>
                  </a:cubicBezTo>
                  <a:cubicBezTo>
                    <a:pt x="12003" y="8727"/>
                    <a:pt x="11814" y="8538"/>
                    <a:pt x="11562" y="8538"/>
                  </a:cubicBezTo>
                  <a:lnTo>
                    <a:pt x="3749" y="8538"/>
                  </a:lnTo>
                  <a:cubicBezTo>
                    <a:pt x="3497" y="8538"/>
                    <a:pt x="3308" y="8349"/>
                    <a:pt x="3308" y="8160"/>
                  </a:cubicBezTo>
                  <a:cubicBezTo>
                    <a:pt x="3308" y="7940"/>
                    <a:pt x="3497" y="7719"/>
                    <a:pt x="3749" y="7719"/>
                  </a:cubicBezTo>
                  <a:lnTo>
                    <a:pt x="11468" y="7719"/>
                  </a:lnTo>
                  <a:cubicBezTo>
                    <a:pt x="11657" y="7719"/>
                    <a:pt x="11846" y="7562"/>
                    <a:pt x="11846" y="7373"/>
                  </a:cubicBezTo>
                  <a:lnTo>
                    <a:pt x="12665" y="2395"/>
                  </a:lnTo>
                  <a:cubicBezTo>
                    <a:pt x="12728" y="2143"/>
                    <a:pt x="12508" y="1922"/>
                    <a:pt x="12287" y="1922"/>
                  </a:cubicBezTo>
                  <a:lnTo>
                    <a:pt x="3056" y="1922"/>
                  </a:lnTo>
                  <a:lnTo>
                    <a:pt x="2741" y="347"/>
                  </a:lnTo>
                  <a:cubicBezTo>
                    <a:pt x="2710" y="158"/>
                    <a:pt x="2552" y="0"/>
                    <a:pt x="236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17" name="Google Shape;617;p38"/>
          <p:cNvSpPr/>
          <p:nvPr/>
        </p:nvSpPr>
        <p:spPr>
          <a:xfrm>
            <a:off x="3012994" y="3268630"/>
            <a:ext cx="368186" cy="287081"/>
          </a:xfrm>
          <a:custGeom>
            <a:avLst/>
            <a:gdLst/>
            <a:ahLst/>
            <a:cxnLst/>
            <a:rect l="l" t="t" r="r" b="b"/>
            <a:pathLst>
              <a:path w="12729" h="9925" extrusionOk="0">
                <a:moveTo>
                  <a:pt x="925" y="3644"/>
                </a:moveTo>
                <a:cubicBezTo>
                  <a:pt x="944" y="3644"/>
                  <a:pt x="963" y="3648"/>
                  <a:pt x="978" y="3655"/>
                </a:cubicBezTo>
                <a:lnTo>
                  <a:pt x="1608" y="3970"/>
                </a:lnTo>
                <a:lnTo>
                  <a:pt x="1608" y="5924"/>
                </a:lnTo>
                <a:lnTo>
                  <a:pt x="978" y="6239"/>
                </a:lnTo>
                <a:cubicBezTo>
                  <a:pt x="960" y="6256"/>
                  <a:pt x="937" y="6264"/>
                  <a:pt x="914" y="6264"/>
                </a:cubicBezTo>
                <a:cubicBezTo>
                  <a:pt x="854" y="6264"/>
                  <a:pt x="788" y="6212"/>
                  <a:pt x="788" y="6144"/>
                </a:cubicBezTo>
                <a:lnTo>
                  <a:pt x="788" y="3781"/>
                </a:lnTo>
                <a:cubicBezTo>
                  <a:pt x="788" y="3685"/>
                  <a:pt x="862" y="3644"/>
                  <a:pt x="925" y="3644"/>
                </a:cubicBezTo>
                <a:close/>
                <a:moveTo>
                  <a:pt x="4128" y="7184"/>
                </a:moveTo>
                <a:lnTo>
                  <a:pt x="6963" y="8035"/>
                </a:lnTo>
                <a:cubicBezTo>
                  <a:pt x="6648" y="8507"/>
                  <a:pt x="6176" y="8759"/>
                  <a:pt x="5640" y="8759"/>
                </a:cubicBezTo>
                <a:cubicBezTo>
                  <a:pt x="4821" y="8759"/>
                  <a:pt x="4097" y="8066"/>
                  <a:pt x="4128" y="7184"/>
                </a:cubicBezTo>
                <a:close/>
                <a:moveTo>
                  <a:pt x="11374" y="820"/>
                </a:moveTo>
                <a:cubicBezTo>
                  <a:pt x="11626" y="820"/>
                  <a:pt x="11815" y="1009"/>
                  <a:pt x="11815" y="1198"/>
                </a:cubicBezTo>
                <a:lnTo>
                  <a:pt x="11815" y="8665"/>
                </a:lnTo>
                <a:cubicBezTo>
                  <a:pt x="11815" y="8885"/>
                  <a:pt x="11626" y="9043"/>
                  <a:pt x="11374" y="9043"/>
                </a:cubicBezTo>
                <a:cubicBezTo>
                  <a:pt x="11154" y="9043"/>
                  <a:pt x="10996" y="8854"/>
                  <a:pt x="10996" y="8665"/>
                </a:cubicBezTo>
                <a:lnTo>
                  <a:pt x="10996" y="1198"/>
                </a:lnTo>
                <a:cubicBezTo>
                  <a:pt x="10996" y="977"/>
                  <a:pt x="11185" y="820"/>
                  <a:pt x="11374" y="820"/>
                </a:cubicBezTo>
                <a:close/>
                <a:moveTo>
                  <a:pt x="11437" y="1"/>
                </a:moveTo>
                <a:cubicBezTo>
                  <a:pt x="10870" y="1"/>
                  <a:pt x="10366" y="379"/>
                  <a:pt x="10240" y="883"/>
                </a:cubicBezTo>
                <a:lnTo>
                  <a:pt x="2080" y="3246"/>
                </a:lnTo>
                <a:lnTo>
                  <a:pt x="1387" y="2899"/>
                </a:lnTo>
                <a:cubicBezTo>
                  <a:pt x="1251" y="2831"/>
                  <a:pt x="1109" y="2800"/>
                  <a:pt x="970" y="2800"/>
                </a:cubicBezTo>
                <a:cubicBezTo>
                  <a:pt x="466" y="2800"/>
                  <a:pt x="1" y="3213"/>
                  <a:pt x="1" y="3781"/>
                </a:cubicBezTo>
                <a:lnTo>
                  <a:pt x="1" y="6144"/>
                </a:lnTo>
                <a:cubicBezTo>
                  <a:pt x="1" y="6687"/>
                  <a:pt x="465" y="7095"/>
                  <a:pt x="983" y="7095"/>
                </a:cubicBezTo>
                <a:cubicBezTo>
                  <a:pt x="1127" y="7095"/>
                  <a:pt x="1275" y="7063"/>
                  <a:pt x="1419" y="6995"/>
                </a:cubicBezTo>
                <a:lnTo>
                  <a:pt x="2143" y="6648"/>
                </a:lnTo>
                <a:lnTo>
                  <a:pt x="3340" y="6995"/>
                </a:lnTo>
                <a:cubicBezTo>
                  <a:pt x="3151" y="8444"/>
                  <a:pt x="4286" y="9641"/>
                  <a:pt x="5672" y="9641"/>
                </a:cubicBezTo>
                <a:cubicBezTo>
                  <a:pt x="6585" y="9641"/>
                  <a:pt x="7405" y="9074"/>
                  <a:pt x="7814" y="8287"/>
                </a:cubicBezTo>
                <a:lnTo>
                  <a:pt x="10271" y="9011"/>
                </a:lnTo>
                <a:cubicBezTo>
                  <a:pt x="10429" y="9515"/>
                  <a:pt x="10902" y="9925"/>
                  <a:pt x="11469" y="9925"/>
                </a:cubicBezTo>
                <a:cubicBezTo>
                  <a:pt x="12130" y="9925"/>
                  <a:pt x="12729" y="9358"/>
                  <a:pt x="12729" y="8696"/>
                </a:cubicBezTo>
                <a:lnTo>
                  <a:pt x="12729" y="1261"/>
                </a:lnTo>
                <a:cubicBezTo>
                  <a:pt x="12634" y="536"/>
                  <a:pt x="12099" y="1"/>
                  <a:pt x="11437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18" name="Google Shape;618;p38"/>
          <p:cNvSpPr txBox="1"/>
          <p:nvPr/>
        </p:nvSpPr>
        <p:spPr>
          <a:xfrm>
            <a:off x="1366550" y="2988690"/>
            <a:ext cx="8916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3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01</a:t>
            </a:r>
            <a:endParaRPr sz="2200" b="1" dirty="0">
              <a:solidFill>
                <a:schemeClr val="accent3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19" name="Google Shape;619;p38"/>
          <p:cNvSpPr txBox="1"/>
          <p:nvPr/>
        </p:nvSpPr>
        <p:spPr>
          <a:xfrm>
            <a:off x="2751300" y="2660814"/>
            <a:ext cx="8916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3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02</a:t>
            </a:r>
            <a:endParaRPr sz="2200" b="1" dirty="0">
              <a:solidFill>
                <a:schemeClr val="accent3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20" name="Google Shape;620;p38"/>
          <p:cNvSpPr txBox="1"/>
          <p:nvPr/>
        </p:nvSpPr>
        <p:spPr>
          <a:xfrm>
            <a:off x="4126725" y="2974974"/>
            <a:ext cx="8916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3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03</a:t>
            </a:r>
            <a:endParaRPr sz="2200" b="1" dirty="0">
              <a:solidFill>
                <a:schemeClr val="accent3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5501725" y="2658300"/>
            <a:ext cx="8916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3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04</a:t>
            </a:r>
            <a:endParaRPr sz="2200" b="1" dirty="0">
              <a:solidFill>
                <a:schemeClr val="accent3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22" name="Google Shape;622;p38"/>
          <p:cNvSpPr txBox="1"/>
          <p:nvPr/>
        </p:nvSpPr>
        <p:spPr>
          <a:xfrm>
            <a:off x="6934375" y="2974402"/>
            <a:ext cx="891600" cy="2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3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05</a:t>
            </a:r>
            <a:endParaRPr sz="2200" b="1" dirty="0">
              <a:solidFill>
                <a:schemeClr val="accent3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9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KPI DASHBOARD</a:t>
            </a:r>
          </a:p>
        </p:txBody>
      </p:sp>
      <p:pic>
        <p:nvPicPr>
          <p:cNvPr id="628" name="Google Shape;628;p39" title="Gráfico">
            <a:hlinkClick r:id="rId3"/>
          </p:cNvPr>
          <p:cNvPicPr preferRelativeResize="0"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02713" y="1624188"/>
            <a:ext cx="3228975" cy="2204374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39"/>
          <p:cNvSpPr txBox="1"/>
          <p:nvPr/>
        </p:nvSpPr>
        <p:spPr>
          <a:xfrm>
            <a:off x="4627250" y="4186250"/>
            <a:ext cx="3802200" cy="4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If you want to modify this graph, click on it, follow the link, change the data and replace it</a:t>
            </a:r>
            <a:endParaRPr sz="1200"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630" name="Google Shape;630;p39"/>
          <p:cNvSpPr txBox="1"/>
          <p:nvPr/>
        </p:nvSpPr>
        <p:spPr>
          <a:xfrm>
            <a:off x="5142788" y="3791930"/>
            <a:ext cx="8907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MARS</a:t>
            </a:r>
            <a:endParaRPr sz="120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631" name="Google Shape;631;p39"/>
          <p:cNvSpPr txBox="1"/>
          <p:nvPr/>
        </p:nvSpPr>
        <p:spPr>
          <a:xfrm>
            <a:off x="6271850" y="3791930"/>
            <a:ext cx="8907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JUPITER</a:t>
            </a:r>
            <a:endParaRPr sz="120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632" name="Google Shape;632;p39"/>
          <p:cNvSpPr txBox="1"/>
          <p:nvPr/>
        </p:nvSpPr>
        <p:spPr>
          <a:xfrm>
            <a:off x="7400938" y="3791930"/>
            <a:ext cx="8907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VENUS</a:t>
            </a:r>
            <a:endParaRPr sz="120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633" name="Google Shape;633;p39"/>
          <p:cNvSpPr/>
          <p:nvPr/>
        </p:nvSpPr>
        <p:spPr>
          <a:xfrm>
            <a:off x="5129250" y="1437625"/>
            <a:ext cx="153000" cy="153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39"/>
          <p:cNvSpPr txBox="1"/>
          <p:nvPr/>
        </p:nvSpPr>
        <p:spPr>
          <a:xfrm>
            <a:off x="5282300" y="1437625"/>
            <a:ext cx="9468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SATURN</a:t>
            </a:r>
            <a:endParaRPr sz="120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grpSp>
        <p:nvGrpSpPr>
          <p:cNvPr id="635" name="Google Shape;635;p39"/>
          <p:cNvGrpSpPr/>
          <p:nvPr/>
        </p:nvGrpSpPr>
        <p:grpSpPr>
          <a:xfrm>
            <a:off x="938355" y="1758674"/>
            <a:ext cx="730890" cy="730890"/>
            <a:chOff x="6134100" y="1390650"/>
            <a:chExt cx="900000" cy="900000"/>
          </a:xfrm>
        </p:grpSpPr>
        <p:sp>
          <p:nvSpPr>
            <p:cNvPr id="636" name="Google Shape;636;p39"/>
            <p:cNvSpPr/>
            <p:nvPr/>
          </p:nvSpPr>
          <p:spPr>
            <a:xfrm>
              <a:off x="6134100" y="1390650"/>
              <a:ext cx="900000" cy="900000"/>
            </a:xfrm>
            <a:prstGeom prst="blockArc">
              <a:avLst>
                <a:gd name="adj1" fmla="val 16179418"/>
                <a:gd name="adj2" fmla="val 10716845"/>
                <a:gd name="adj3" fmla="val 16923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7" name="Google Shape;637;p39"/>
            <p:cNvSpPr/>
            <p:nvPr/>
          </p:nvSpPr>
          <p:spPr>
            <a:xfrm>
              <a:off x="6134100" y="1390650"/>
              <a:ext cx="900000" cy="900000"/>
            </a:xfrm>
            <a:prstGeom prst="blockArc">
              <a:avLst>
                <a:gd name="adj1" fmla="val 10707559"/>
                <a:gd name="adj2" fmla="val 16259065"/>
                <a:gd name="adj3" fmla="val 16943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38" name="Google Shape;638;p39"/>
          <p:cNvSpPr txBox="1"/>
          <p:nvPr/>
        </p:nvSpPr>
        <p:spPr>
          <a:xfrm>
            <a:off x="938400" y="2572659"/>
            <a:ext cx="7308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25 %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grpSp>
        <p:nvGrpSpPr>
          <p:cNvPr id="639" name="Google Shape;639;p39"/>
          <p:cNvGrpSpPr/>
          <p:nvPr/>
        </p:nvGrpSpPr>
        <p:grpSpPr>
          <a:xfrm>
            <a:off x="2146969" y="1758674"/>
            <a:ext cx="730890" cy="730890"/>
            <a:chOff x="6134100" y="1390650"/>
            <a:chExt cx="900000" cy="900000"/>
          </a:xfrm>
        </p:grpSpPr>
        <p:sp>
          <p:nvSpPr>
            <p:cNvPr id="640" name="Google Shape;640;p39"/>
            <p:cNvSpPr/>
            <p:nvPr/>
          </p:nvSpPr>
          <p:spPr>
            <a:xfrm>
              <a:off x="6134100" y="1390650"/>
              <a:ext cx="900000" cy="900000"/>
            </a:xfrm>
            <a:prstGeom prst="blockArc">
              <a:avLst>
                <a:gd name="adj1" fmla="val 16179418"/>
                <a:gd name="adj2" fmla="val 10716845"/>
                <a:gd name="adj3" fmla="val 16923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41" name="Google Shape;641;p39"/>
            <p:cNvSpPr/>
            <p:nvPr/>
          </p:nvSpPr>
          <p:spPr>
            <a:xfrm>
              <a:off x="6134100" y="1390650"/>
              <a:ext cx="900000" cy="900000"/>
            </a:xfrm>
            <a:prstGeom prst="blockArc">
              <a:avLst>
                <a:gd name="adj1" fmla="val 10707559"/>
                <a:gd name="adj2" fmla="val 16259065"/>
                <a:gd name="adj3" fmla="val 16943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42" name="Google Shape;642;p39"/>
          <p:cNvSpPr txBox="1"/>
          <p:nvPr/>
        </p:nvSpPr>
        <p:spPr>
          <a:xfrm>
            <a:off x="2147014" y="2572659"/>
            <a:ext cx="7308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75 %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grpSp>
        <p:nvGrpSpPr>
          <p:cNvPr id="643" name="Google Shape;643;p39"/>
          <p:cNvGrpSpPr/>
          <p:nvPr/>
        </p:nvGrpSpPr>
        <p:grpSpPr>
          <a:xfrm>
            <a:off x="3381465" y="1758674"/>
            <a:ext cx="730890" cy="730890"/>
            <a:chOff x="6134100" y="1390650"/>
            <a:chExt cx="900000" cy="900000"/>
          </a:xfrm>
        </p:grpSpPr>
        <p:sp>
          <p:nvSpPr>
            <p:cNvPr id="644" name="Google Shape;644;p39"/>
            <p:cNvSpPr/>
            <p:nvPr/>
          </p:nvSpPr>
          <p:spPr>
            <a:xfrm>
              <a:off x="6134100" y="1390650"/>
              <a:ext cx="900000" cy="900000"/>
            </a:xfrm>
            <a:prstGeom prst="blockArc">
              <a:avLst>
                <a:gd name="adj1" fmla="val 21557661"/>
                <a:gd name="adj2" fmla="val 11568526"/>
                <a:gd name="adj3" fmla="val 16333"/>
              </a:avLst>
            </a:prstGeom>
            <a:solidFill>
              <a:srgbClr val="73AA8E">
                <a:alpha val="477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45" name="Google Shape;645;p39"/>
            <p:cNvSpPr/>
            <p:nvPr/>
          </p:nvSpPr>
          <p:spPr>
            <a:xfrm>
              <a:off x="6134100" y="1390650"/>
              <a:ext cx="900000" cy="900000"/>
            </a:xfrm>
            <a:prstGeom prst="blockArc">
              <a:avLst>
                <a:gd name="adj1" fmla="val 10802810"/>
                <a:gd name="adj2" fmla="val 54959"/>
                <a:gd name="adj3" fmla="val 16511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46" name="Google Shape;646;p39"/>
          <p:cNvSpPr txBox="1"/>
          <p:nvPr/>
        </p:nvSpPr>
        <p:spPr>
          <a:xfrm>
            <a:off x="3381510" y="2572669"/>
            <a:ext cx="7308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50 %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grpSp>
        <p:nvGrpSpPr>
          <p:cNvPr id="647" name="Google Shape;647;p39"/>
          <p:cNvGrpSpPr/>
          <p:nvPr/>
        </p:nvGrpSpPr>
        <p:grpSpPr>
          <a:xfrm>
            <a:off x="1163554" y="1994161"/>
            <a:ext cx="280493" cy="238762"/>
            <a:chOff x="5645200" y="879425"/>
            <a:chExt cx="478575" cy="407375"/>
          </a:xfrm>
        </p:grpSpPr>
        <p:sp>
          <p:nvSpPr>
            <p:cNvPr id="648" name="Google Shape;648;p39"/>
            <p:cNvSpPr/>
            <p:nvPr/>
          </p:nvSpPr>
          <p:spPr>
            <a:xfrm>
              <a:off x="6004200" y="1075025"/>
              <a:ext cx="86075" cy="93450"/>
            </a:xfrm>
            <a:custGeom>
              <a:avLst/>
              <a:gdLst/>
              <a:ahLst/>
              <a:cxnLst/>
              <a:rect l="l" t="t" r="r" b="b"/>
              <a:pathLst>
                <a:path w="3442" h="3738" extrusionOk="0">
                  <a:moveTo>
                    <a:pt x="1" y="0"/>
                  </a:moveTo>
                  <a:lnTo>
                    <a:pt x="1" y="3737"/>
                  </a:lnTo>
                  <a:lnTo>
                    <a:pt x="1907" y="3737"/>
                  </a:lnTo>
                  <a:cubicBezTo>
                    <a:pt x="2157" y="3737"/>
                    <a:pt x="2377" y="3574"/>
                    <a:pt x="2449" y="3334"/>
                  </a:cubicBezTo>
                  <a:lnTo>
                    <a:pt x="344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49" name="Google Shape;649;p39"/>
            <p:cNvSpPr/>
            <p:nvPr/>
          </p:nvSpPr>
          <p:spPr>
            <a:xfrm>
              <a:off x="5880900" y="953275"/>
              <a:ext cx="95100" cy="93525"/>
            </a:xfrm>
            <a:custGeom>
              <a:avLst/>
              <a:gdLst/>
              <a:ahLst/>
              <a:cxnLst/>
              <a:rect l="l" t="t" r="r" b="b"/>
              <a:pathLst>
                <a:path w="3804" h="3741" extrusionOk="0">
                  <a:moveTo>
                    <a:pt x="0" y="1"/>
                  </a:moveTo>
                  <a:lnTo>
                    <a:pt x="0" y="3741"/>
                  </a:lnTo>
                  <a:lnTo>
                    <a:pt x="3804" y="3741"/>
                  </a:lnTo>
                  <a:lnTo>
                    <a:pt x="3804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0" name="Google Shape;650;p39"/>
            <p:cNvSpPr/>
            <p:nvPr/>
          </p:nvSpPr>
          <p:spPr>
            <a:xfrm>
              <a:off x="6004200" y="953275"/>
              <a:ext cx="119575" cy="93525"/>
            </a:xfrm>
            <a:custGeom>
              <a:avLst/>
              <a:gdLst/>
              <a:ahLst/>
              <a:cxnLst/>
              <a:rect l="l" t="t" r="r" b="b"/>
              <a:pathLst>
                <a:path w="4783" h="3741" extrusionOk="0">
                  <a:moveTo>
                    <a:pt x="1" y="1"/>
                  </a:moveTo>
                  <a:lnTo>
                    <a:pt x="1" y="3741"/>
                  </a:lnTo>
                  <a:lnTo>
                    <a:pt x="3777" y="3741"/>
                  </a:lnTo>
                  <a:lnTo>
                    <a:pt x="4674" y="727"/>
                  </a:lnTo>
                  <a:cubicBezTo>
                    <a:pt x="4783" y="365"/>
                    <a:pt x="4512" y="1"/>
                    <a:pt x="413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1" name="Google Shape;651;p39"/>
            <p:cNvSpPr/>
            <p:nvPr/>
          </p:nvSpPr>
          <p:spPr>
            <a:xfrm>
              <a:off x="5880900" y="1075025"/>
              <a:ext cx="95100" cy="93450"/>
            </a:xfrm>
            <a:custGeom>
              <a:avLst/>
              <a:gdLst/>
              <a:ahLst/>
              <a:cxnLst/>
              <a:rect l="l" t="t" r="r" b="b"/>
              <a:pathLst>
                <a:path w="3804" h="3738" extrusionOk="0">
                  <a:moveTo>
                    <a:pt x="0" y="0"/>
                  </a:moveTo>
                  <a:lnTo>
                    <a:pt x="0" y="3737"/>
                  </a:lnTo>
                  <a:lnTo>
                    <a:pt x="3804" y="3737"/>
                  </a:lnTo>
                  <a:lnTo>
                    <a:pt x="380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2" name="Google Shape;652;p39"/>
            <p:cNvSpPr/>
            <p:nvPr/>
          </p:nvSpPr>
          <p:spPr>
            <a:xfrm>
              <a:off x="5645200" y="879425"/>
              <a:ext cx="207500" cy="167375"/>
            </a:xfrm>
            <a:custGeom>
              <a:avLst/>
              <a:gdLst/>
              <a:ahLst/>
              <a:cxnLst/>
              <a:rect l="l" t="t" r="r" b="b"/>
              <a:pathLst>
                <a:path w="8300" h="6695" extrusionOk="0">
                  <a:moveTo>
                    <a:pt x="563" y="1"/>
                  </a:moveTo>
                  <a:cubicBezTo>
                    <a:pt x="253" y="1"/>
                    <a:pt x="0" y="254"/>
                    <a:pt x="0" y="564"/>
                  </a:cubicBezTo>
                  <a:cubicBezTo>
                    <a:pt x="0" y="877"/>
                    <a:pt x="253" y="1130"/>
                    <a:pt x="563" y="1130"/>
                  </a:cubicBezTo>
                  <a:lnTo>
                    <a:pt x="2403" y="1130"/>
                  </a:lnTo>
                  <a:lnTo>
                    <a:pt x="3159" y="3672"/>
                  </a:lnTo>
                  <a:cubicBezTo>
                    <a:pt x="3162" y="3678"/>
                    <a:pt x="3162" y="3687"/>
                    <a:pt x="3165" y="3696"/>
                  </a:cubicBezTo>
                  <a:lnTo>
                    <a:pt x="4059" y="6695"/>
                  </a:lnTo>
                  <a:lnTo>
                    <a:pt x="8299" y="6695"/>
                  </a:lnTo>
                  <a:lnTo>
                    <a:pt x="8299" y="2955"/>
                  </a:lnTo>
                  <a:lnTo>
                    <a:pt x="4123" y="2955"/>
                  </a:lnTo>
                  <a:lnTo>
                    <a:pt x="3364" y="404"/>
                  </a:lnTo>
                  <a:cubicBezTo>
                    <a:pt x="3295" y="163"/>
                    <a:pt x="3072" y="1"/>
                    <a:pt x="282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653" name="Google Shape;653;p39"/>
            <p:cNvSpPr/>
            <p:nvPr/>
          </p:nvSpPr>
          <p:spPr>
            <a:xfrm>
              <a:off x="5722500" y="1075025"/>
              <a:ext cx="370875" cy="211775"/>
            </a:xfrm>
            <a:custGeom>
              <a:avLst/>
              <a:gdLst/>
              <a:ahLst/>
              <a:cxnLst/>
              <a:rect l="l" t="t" r="r" b="b"/>
              <a:pathLst>
                <a:path w="14835" h="8471" extrusionOk="0">
                  <a:moveTo>
                    <a:pt x="1305" y="0"/>
                  </a:moveTo>
                  <a:lnTo>
                    <a:pt x="2082" y="2614"/>
                  </a:lnTo>
                  <a:cubicBezTo>
                    <a:pt x="901" y="2701"/>
                    <a:pt x="1" y="3704"/>
                    <a:pt x="40" y="4887"/>
                  </a:cubicBezTo>
                  <a:cubicBezTo>
                    <a:pt x="82" y="6071"/>
                    <a:pt x="1049" y="7010"/>
                    <a:pt x="2232" y="7019"/>
                  </a:cubicBezTo>
                  <a:lnTo>
                    <a:pt x="2795" y="7019"/>
                  </a:lnTo>
                  <a:cubicBezTo>
                    <a:pt x="3045" y="7878"/>
                    <a:pt x="3834" y="8471"/>
                    <a:pt x="4731" y="8471"/>
                  </a:cubicBezTo>
                  <a:cubicBezTo>
                    <a:pt x="5629" y="8471"/>
                    <a:pt x="6418" y="7878"/>
                    <a:pt x="6671" y="7019"/>
                  </a:cubicBezTo>
                  <a:lnTo>
                    <a:pt x="9667" y="7019"/>
                  </a:lnTo>
                  <a:cubicBezTo>
                    <a:pt x="9917" y="7878"/>
                    <a:pt x="10709" y="8471"/>
                    <a:pt x="11606" y="8471"/>
                  </a:cubicBezTo>
                  <a:cubicBezTo>
                    <a:pt x="12500" y="8471"/>
                    <a:pt x="13292" y="7878"/>
                    <a:pt x="13542" y="7019"/>
                  </a:cubicBezTo>
                  <a:lnTo>
                    <a:pt x="14271" y="7019"/>
                  </a:lnTo>
                  <a:cubicBezTo>
                    <a:pt x="14581" y="7019"/>
                    <a:pt x="14834" y="6766"/>
                    <a:pt x="14834" y="6453"/>
                  </a:cubicBezTo>
                  <a:cubicBezTo>
                    <a:pt x="14834" y="6140"/>
                    <a:pt x="14581" y="5890"/>
                    <a:pt x="14271" y="5890"/>
                  </a:cubicBezTo>
                  <a:lnTo>
                    <a:pt x="13542" y="5890"/>
                  </a:lnTo>
                  <a:cubicBezTo>
                    <a:pt x="13292" y="5029"/>
                    <a:pt x="12500" y="4436"/>
                    <a:pt x="11606" y="4436"/>
                  </a:cubicBezTo>
                  <a:cubicBezTo>
                    <a:pt x="10709" y="4436"/>
                    <a:pt x="9917" y="5029"/>
                    <a:pt x="9667" y="5890"/>
                  </a:cubicBezTo>
                  <a:lnTo>
                    <a:pt x="6671" y="5890"/>
                  </a:lnTo>
                  <a:cubicBezTo>
                    <a:pt x="6418" y="5029"/>
                    <a:pt x="5629" y="4436"/>
                    <a:pt x="4731" y="4436"/>
                  </a:cubicBezTo>
                  <a:cubicBezTo>
                    <a:pt x="3834" y="4436"/>
                    <a:pt x="3045" y="5029"/>
                    <a:pt x="2792" y="5890"/>
                  </a:cubicBezTo>
                  <a:lnTo>
                    <a:pt x="2232" y="5890"/>
                  </a:lnTo>
                  <a:cubicBezTo>
                    <a:pt x="1639" y="5890"/>
                    <a:pt x="1157" y="5408"/>
                    <a:pt x="1157" y="4815"/>
                  </a:cubicBezTo>
                  <a:cubicBezTo>
                    <a:pt x="1157" y="4219"/>
                    <a:pt x="1639" y="3737"/>
                    <a:pt x="2232" y="3737"/>
                  </a:cubicBezTo>
                  <a:lnTo>
                    <a:pt x="5207" y="3737"/>
                  </a:lnTo>
                  <a:lnTo>
                    <a:pt x="5207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654" name="Google Shape;654;p39"/>
          <p:cNvSpPr/>
          <p:nvPr/>
        </p:nvSpPr>
        <p:spPr>
          <a:xfrm>
            <a:off x="3592894" y="1960488"/>
            <a:ext cx="308031" cy="306129"/>
          </a:xfrm>
          <a:custGeom>
            <a:avLst/>
            <a:gdLst/>
            <a:ahLst/>
            <a:cxnLst/>
            <a:rect l="l" t="t" r="r" b="b"/>
            <a:pathLst>
              <a:path w="12792" h="12713" extrusionOk="0">
                <a:moveTo>
                  <a:pt x="8633" y="1229"/>
                </a:moveTo>
                <a:cubicBezTo>
                  <a:pt x="8854" y="1229"/>
                  <a:pt x="9011" y="1418"/>
                  <a:pt x="9011" y="1607"/>
                </a:cubicBezTo>
                <a:lnTo>
                  <a:pt x="9011" y="1890"/>
                </a:lnTo>
                <a:cubicBezTo>
                  <a:pt x="9484" y="2048"/>
                  <a:pt x="9831" y="2520"/>
                  <a:pt x="9831" y="3088"/>
                </a:cubicBezTo>
                <a:cubicBezTo>
                  <a:pt x="9831" y="3308"/>
                  <a:pt x="9641" y="3497"/>
                  <a:pt x="9452" y="3497"/>
                </a:cubicBezTo>
                <a:cubicBezTo>
                  <a:pt x="9200" y="3497"/>
                  <a:pt x="9011" y="3308"/>
                  <a:pt x="9011" y="3088"/>
                </a:cubicBezTo>
                <a:cubicBezTo>
                  <a:pt x="9011" y="2835"/>
                  <a:pt x="8822" y="2678"/>
                  <a:pt x="8633" y="2678"/>
                </a:cubicBezTo>
                <a:cubicBezTo>
                  <a:pt x="8413" y="2678"/>
                  <a:pt x="8192" y="2867"/>
                  <a:pt x="8192" y="3088"/>
                </a:cubicBezTo>
                <a:cubicBezTo>
                  <a:pt x="8224" y="3308"/>
                  <a:pt x="8570" y="3529"/>
                  <a:pt x="8885" y="3781"/>
                </a:cubicBezTo>
                <a:cubicBezTo>
                  <a:pt x="9326" y="4096"/>
                  <a:pt x="9894" y="4505"/>
                  <a:pt x="9894" y="5167"/>
                </a:cubicBezTo>
                <a:cubicBezTo>
                  <a:pt x="9894" y="5702"/>
                  <a:pt x="9515" y="6143"/>
                  <a:pt x="9043" y="6333"/>
                </a:cubicBezTo>
                <a:lnTo>
                  <a:pt x="9043" y="6616"/>
                </a:lnTo>
                <a:cubicBezTo>
                  <a:pt x="9043" y="6868"/>
                  <a:pt x="8854" y="7026"/>
                  <a:pt x="8665" y="7026"/>
                </a:cubicBezTo>
                <a:cubicBezTo>
                  <a:pt x="8476" y="7026"/>
                  <a:pt x="8224" y="6805"/>
                  <a:pt x="8224" y="6616"/>
                </a:cubicBezTo>
                <a:lnTo>
                  <a:pt x="8224" y="6333"/>
                </a:lnTo>
                <a:cubicBezTo>
                  <a:pt x="7751" y="6175"/>
                  <a:pt x="7405" y="5702"/>
                  <a:pt x="7405" y="5167"/>
                </a:cubicBezTo>
                <a:cubicBezTo>
                  <a:pt x="7405" y="4915"/>
                  <a:pt x="7594" y="4757"/>
                  <a:pt x="7783" y="4757"/>
                </a:cubicBezTo>
                <a:cubicBezTo>
                  <a:pt x="8003" y="4757"/>
                  <a:pt x="8192" y="4978"/>
                  <a:pt x="8192" y="5167"/>
                </a:cubicBezTo>
                <a:cubicBezTo>
                  <a:pt x="8192" y="5387"/>
                  <a:pt x="8381" y="5608"/>
                  <a:pt x="8633" y="5608"/>
                </a:cubicBezTo>
                <a:cubicBezTo>
                  <a:pt x="8854" y="5608"/>
                  <a:pt x="9011" y="5387"/>
                  <a:pt x="9011" y="5167"/>
                </a:cubicBezTo>
                <a:cubicBezTo>
                  <a:pt x="9011" y="4915"/>
                  <a:pt x="8696" y="4694"/>
                  <a:pt x="8350" y="4442"/>
                </a:cubicBezTo>
                <a:cubicBezTo>
                  <a:pt x="7909" y="4127"/>
                  <a:pt x="7373" y="3749"/>
                  <a:pt x="7373" y="3088"/>
                </a:cubicBezTo>
                <a:cubicBezTo>
                  <a:pt x="7373" y="2520"/>
                  <a:pt x="7720" y="2079"/>
                  <a:pt x="8192" y="1890"/>
                </a:cubicBezTo>
                <a:lnTo>
                  <a:pt x="8192" y="1607"/>
                </a:lnTo>
                <a:cubicBezTo>
                  <a:pt x="8192" y="1386"/>
                  <a:pt x="8381" y="1229"/>
                  <a:pt x="8633" y="1229"/>
                </a:cubicBezTo>
                <a:close/>
                <a:moveTo>
                  <a:pt x="6050" y="6616"/>
                </a:moveTo>
                <a:lnTo>
                  <a:pt x="5073" y="10239"/>
                </a:lnTo>
                <a:lnTo>
                  <a:pt x="4853" y="9388"/>
                </a:lnTo>
                <a:cubicBezTo>
                  <a:pt x="4793" y="9168"/>
                  <a:pt x="4617" y="9049"/>
                  <a:pt x="4433" y="9049"/>
                </a:cubicBezTo>
                <a:cubicBezTo>
                  <a:pt x="4328" y="9049"/>
                  <a:pt x="4220" y="9088"/>
                  <a:pt x="4128" y="9168"/>
                </a:cubicBezTo>
                <a:lnTo>
                  <a:pt x="1450" y="11846"/>
                </a:lnTo>
                <a:lnTo>
                  <a:pt x="852" y="11279"/>
                </a:lnTo>
                <a:lnTo>
                  <a:pt x="3530" y="8601"/>
                </a:lnTo>
                <a:cubicBezTo>
                  <a:pt x="3782" y="8349"/>
                  <a:pt x="3656" y="7939"/>
                  <a:pt x="3341" y="7876"/>
                </a:cubicBezTo>
                <a:lnTo>
                  <a:pt x="2490" y="7624"/>
                </a:lnTo>
                <a:lnTo>
                  <a:pt x="6050" y="6616"/>
                </a:lnTo>
                <a:close/>
                <a:moveTo>
                  <a:pt x="8665" y="0"/>
                </a:moveTo>
                <a:cubicBezTo>
                  <a:pt x="6365" y="0"/>
                  <a:pt x="4538" y="1859"/>
                  <a:pt x="4538" y="4127"/>
                </a:cubicBezTo>
                <a:cubicBezTo>
                  <a:pt x="4538" y="4852"/>
                  <a:pt x="4695" y="5513"/>
                  <a:pt x="5042" y="6112"/>
                </a:cubicBezTo>
                <a:lnTo>
                  <a:pt x="820" y="7341"/>
                </a:lnTo>
                <a:cubicBezTo>
                  <a:pt x="442" y="7435"/>
                  <a:pt x="442" y="8034"/>
                  <a:pt x="820" y="8128"/>
                </a:cubicBezTo>
                <a:lnTo>
                  <a:pt x="2490" y="8538"/>
                </a:lnTo>
                <a:lnTo>
                  <a:pt x="316" y="10712"/>
                </a:lnTo>
                <a:cubicBezTo>
                  <a:pt x="1" y="11027"/>
                  <a:pt x="1" y="11594"/>
                  <a:pt x="316" y="11909"/>
                </a:cubicBezTo>
                <a:lnTo>
                  <a:pt x="915" y="12476"/>
                </a:lnTo>
                <a:cubicBezTo>
                  <a:pt x="1072" y="12633"/>
                  <a:pt x="1285" y="12712"/>
                  <a:pt x="1497" y="12712"/>
                </a:cubicBezTo>
                <a:cubicBezTo>
                  <a:pt x="1710" y="12712"/>
                  <a:pt x="1923" y="12633"/>
                  <a:pt x="2080" y="12476"/>
                </a:cubicBezTo>
                <a:lnTo>
                  <a:pt x="4254" y="10334"/>
                </a:lnTo>
                <a:lnTo>
                  <a:pt x="4695" y="11972"/>
                </a:lnTo>
                <a:cubicBezTo>
                  <a:pt x="4759" y="12180"/>
                  <a:pt x="4930" y="12291"/>
                  <a:pt x="5098" y="12291"/>
                </a:cubicBezTo>
                <a:cubicBezTo>
                  <a:pt x="5261" y="12291"/>
                  <a:pt x="5421" y="12188"/>
                  <a:pt x="5483" y="11972"/>
                </a:cubicBezTo>
                <a:lnTo>
                  <a:pt x="6712" y="7750"/>
                </a:lnTo>
                <a:cubicBezTo>
                  <a:pt x="7279" y="8065"/>
                  <a:pt x="7972" y="8286"/>
                  <a:pt x="8665" y="8286"/>
                </a:cubicBezTo>
                <a:cubicBezTo>
                  <a:pt x="10965" y="8286"/>
                  <a:pt x="12792" y="6427"/>
                  <a:pt x="12792" y="4127"/>
                </a:cubicBezTo>
                <a:cubicBezTo>
                  <a:pt x="12760" y="1859"/>
                  <a:pt x="10902" y="0"/>
                  <a:pt x="86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655" name="Google Shape;655;p39"/>
          <p:cNvGrpSpPr/>
          <p:nvPr/>
        </p:nvGrpSpPr>
        <p:grpSpPr>
          <a:xfrm>
            <a:off x="2366711" y="1967982"/>
            <a:ext cx="291407" cy="291436"/>
            <a:chOff x="2037825" y="3254050"/>
            <a:chExt cx="296175" cy="296175"/>
          </a:xfrm>
        </p:grpSpPr>
        <p:sp>
          <p:nvSpPr>
            <p:cNvPr id="656" name="Google Shape;656;p39"/>
            <p:cNvSpPr/>
            <p:nvPr/>
          </p:nvSpPr>
          <p:spPr>
            <a:xfrm>
              <a:off x="2063825" y="3254050"/>
              <a:ext cx="86675" cy="86675"/>
            </a:xfrm>
            <a:custGeom>
              <a:avLst/>
              <a:gdLst/>
              <a:ahLst/>
              <a:cxnLst/>
              <a:rect l="l" t="t" r="r" b="b"/>
              <a:pathLst>
                <a:path w="3467" h="3467" extrusionOk="0">
                  <a:moveTo>
                    <a:pt x="1733" y="1"/>
                  </a:moveTo>
                  <a:cubicBezTo>
                    <a:pt x="788" y="1"/>
                    <a:pt x="1" y="788"/>
                    <a:pt x="1" y="1733"/>
                  </a:cubicBezTo>
                  <a:cubicBezTo>
                    <a:pt x="1" y="2679"/>
                    <a:pt x="788" y="3466"/>
                    <a:pt x="1733" y="3466"/>
                  </a:cubicBezTo>
                  <a:cubicBezTo>
                    <a:pt x="2678" y="3466"/>
                    <a:pt x="3466" y="2679"/>
                    <a:pt x="3466" y="1733"/>
                  </a:cubicBezTo>
                  <a:cubicBezTo>
                    <a:pt x="3466" y="788"/>
                    <a:pt x="2678" y="1"/>
                    <a:pt x="1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57" name="Google Shape;657;p39"/>
            <p:cNvSpPr/>
            <p:nvPr/>
          </p:nvSpPr>
          <p:spPr>
            <a:xfrm>
              <a:off x="2178025" y="3289500"/>
              <a:ext cx="104000" cy="67950"/>
            </a:xfrm>
            <a:custGeom>
              <a:avLst/>
              <a:gdLst/>
              <a:ahLst/>
              <a:cxnLst/>
              <a:rect l="l" t="t" r="r" b="b"/>
              <a:pathLst>
                <a:path w="4160" h="2718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95" y="662"/>
                    <a:pt x="316" y="662"/>
                  </a:cubicBezTo>
                  <a:lnTo>
                    <a:pt x="2395" y="662"/>
                  </a:lnTo>
                  <a:cubicBezTo>
                    <a:pt x="2584" y="662"/>
                    <a:pt x="2742" y="820"/>
                    <a:pt x="2742" y="1009"/>
                  </a:cubicBezTo>
                  <a:lnTo>
                    <a:pt x="2742" y="1576"/>
                  </a:lnTo>
                  <a:lnTo>
                    <a:pt x="2616" y="1450"/>
                  </a:lnTo>
                  <a:cubicBezTo>
                    <a:pt x="2568" y="1387"/>
                    <a:pt x="2482" y="1355"/>
                    <a:pt x="2391" y="1355"/>
                  </a:cubicBezTo>
                  <a:cubicBezTo>
                    <a:pt x="2301" y="1355"/>
                    <a:pt x="2206" y="1387"/>
                    <a:pt x="2143" y="1450"/>
                  </a:cubicBezTo>
                  <a:cubicBezTo>
                    <a:pt x="2049" y="1576"/>
                    <a:pt x="2049" y="1796"/>
                    <a:pt x="2143" y="1922"/>
                  </a:cubicBezTo>
                  <a:lnTo>
                    <a:pt x="2868" y="2647"/>
                  </a:lnTo>
                  <a:cubicBezTo>
                    <a:pt x="2931" y="2694"/>
                    <a:pt x="3017" y="2718"/>
                    <a:pt x="3104" y="2718"/>
                  </a:cubicBezTo>
                  <a:cubicBezTo>
                    <a:pt x="3191" y="2718"/>
                    <a:pt x="3277" y="2694"/>
                    <a:pt x="3340" y="2647"/>
                  </a:cubicBezTo>
                  <a:lnTo>
                    <a:pt x="4033" y="1922"/>
                  </a:lnTo>
                  <a:cubicBezTo>
                    <a:pt x="4159" y="1796"/>
                    <a:pt x="4159" y="1576"/>
                    <a:pt x="4033" y="1450"/>
                  </a:cubicBezTo>
                  <a:cubicBezTo>
                    <a:pt x="3986" y="1387"/>
                    <a:pt x="3899" y="1355"/>
                    <a:pt x="3809" y="1355"/>
                  </a:cubicBezTo>
                  <a:cubicBezTo>
                    <a:pt x="3718" y="1355"/>
                    <a:pt x="3624" y="1387"/>
                    <a:pt x="3561" y="1450"/>
                  </a:cubicBezTo>
                  <a:lnTo>
                    <a:pt x="3466" y="1576"/>
                  </a:lnTo>
                  <a:lnTo>
                    <a:pt x="3466" y="1009"/>
                  </a:lnTo>
                  <a:cubicBezTo>
                    <a:pt x="3466" y="441"/>
                    <a:pt x="2994" y="0"/>
                    <a:pt x="24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58" name="Google Shape;658;p39"/>
            <p:cNvSpPr/>
            <p:nvPr/>
          </p:nvSpPr>
          <p:spPr>
            <a:xfrm>
              <a:off x="2070125" y="3444225"/>
              <a:ext cx="106350" cy="69075"/>
            </a:xfrm>
            <a:custGeom>
              <a:avLst/>
              <a:gdLst/>
              <a:ahLst/>
              <a:cxnLst/>
              <a:rect l="l" t="t" r="r" b="b"/>
              <a:pathLst>
                <a:path w="4254" h="2763" extrusionOk="0">
                  <a:moveTo>
                    <a:pt x="1095" y="0"/>
                  </a:moveTo>
                  <a:cubicBezTo>
                    <a:pt x="1002" y="0"/>
                    <a:pt x="904" y="28"/>
                    <a:pt x="820" y="112"/>
                  </a:cubicBezTo>
                  <a:lnTo>
                    <a:pt x="127" y="805"/>
                  </a:lnTo>
                  <a:cubicBezTo>
                    <a:pt x="1" y="931"/>
                    <a:pt x="1" y="1184"/>
                    <a:pt x="127" y="1278"/>
                  </a:cubicBezTo>
                  <a:cubicBezTo>
                    <a:pt x="190" y="1341"/>
                    <a:pt x="276" y="1373"/>
                    <a:pt x="363" y="1373"/>
                  </a:cubicBezTo>
                  <a:cubicBezTo>
                    <a:pt x="449" y="1373"/>
                    <a:pt x="536" y="1341"/>
                    <a:pt x="599" y="1278"/>
                  </a:cubicBezTo>
                  <a:lnTo>
                    <a:pt x="725" y="1184"/>
                  </a:lnTo>
                  <a:lnTo>
                    <a:pt x="725" y="1719"/>
                  </a:lnTo>
                  <a:cubicBezTo>
                    <a:pt x="725" y="2318"/>
                    <a:pt x="1198" y="2759"/>
                    <a:pt x="1733" y="2759"/>
                  </a:cubicBezTo>
                  <a:lnTo>
                    <a:pt x="3813" y="2759"/>
                  </a:lnTo>
                  <a:cubicBezTo>
                    <a:pt x="3837" y="2761"/>
                    <a:pt x="3861" y="2763"/>
                    <a:pt x="3883" y="2763"/>
                  </a:cubicBezTo>
                  <a:cubicBezTo>
                    <a:pt x="4122" y="2763"/>
                    <a:pt x="4254" y="2616"/>
                    <a:pt x="4254" y="2444"/>
                  </a:cubicBezTo>
                  <a:cubicBezTo>
                    <a:pt x="4254" y="2223"/>
                    <a:pt x="4096" y="2066"/>
                    <a:pt x="3907" y="2066"/>
                  </a:cubicBezTo>
                  <a:lnTo>
                    <a:pt x="1828" y="2066"/>
                  </a:lnTo>
                  <a:cubicBezTo>
                    <a:pt x="1639" y="2066"/>
                    <a:pt x="1481" y="1908"/>
                    <a:pt x="1481" y="1719"/>
                  </a:cubicBezTo>
                  <a:lnTo>
                    <a:pt x="1481" y="1184"/>
                  </a:lnTo>
                  <a:lnTo>
                    <a:pt x="1576" y="1278"/>
                  </a:lnTo>
                  <a:cubicBezTo>
                    <a:pt x="1639" y="1341"/>
                    <a:pt x="1733" y="1373"/>
                    <a:pt x="1824" y="1373"/>
                  </a:cubicBezTo>
                  <a:cubicBezTo>
                    <a:pt x="1914" y="1373"/>
                    <a:pt x="2001" y="1341"/>
                    <a:pt x="2048" y="1278"/>
                  </a:cubicBezTo>
                  <a:cubicBezTo>
                    <a:pt x="2174" y="1184"/>
                    <a:pt x="2174" y="931"/>
                    <a:pt x="2048" y="805"/>
                  </a:cubicBezTo>
                  <a:lnTo>
                    <a:pt x="1355" y="112"/>
                  </a:lnTo>
                  <a:cubicBezTo>
                    <a:pt x="1292" y="81"/>
                    <a:pt x="1261" y="81"/>
                    <a:pt x="1229" y="18"/>
                  </a:cubicBezTo>
                  <a:cubicBezTo>
                    <a:pt x="1187" y="7"/>
                    <a:pt x="1142" y="0"/>
                    <a:pt x="10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59" name="Google Shape;659;p39"/>
            <p:cNvSpPr/>
            <p:nvPr/>
          </p:nvSpPr>
          <p:spPr>
            <a:xfrm>
              <a:off x="2219775" y="3375350"/>
              <a:ext cx="89025" cy="85875"/>
            </a:xfrm>
            <a:custGeom>
              <a:avLst/>
              <a:gdLst/>
              <a:ahLst/>
              <a:cxnLst/>
              <a:rect l="l" t="t" r="r" b="b"/>
              <a:pathLst>
                <a:path w="3560" h="3435" extrusionOk="0">
                  <a:moveTo>
                    <a:pt x="1796" y="0"/>
                  </a:moveTo>
                  <a:cubicBezTo>
                    <a:pt x="788" y="0"/>
                    <a:pt x="0" y="788"/>
                    <a:pt x="0" y="1733"/>
                  </a:cubicBezTo>
                  <a:cubicBezTo>
                    <a:pt x="0" y="2647"/>
                    <a:pt x="788" y="3434"/>
                    <a:pt x="1796" y="3434"/>
                  </a:cubicBezTo>
                  <a:cubicBezTo>
                    <a:pt x="2741" y="3434"/>
                    <a:pt x="3561" y="2647"/>
                    <a:pt x="3561" y="1733"/>
                  </a:cubicBezTo>
                  <a:cubicBezTo>
                    <a:pt x="3561" y="788"/>
                    <a:pt x="2773" y="0"/>
                    <a:pt x="179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60" name="Google Shape;660;p39"/>
            <p:cNvSpPr/>
            <p:nvPr/>
          </p:nvSpPr>
          <p:spPr>
            <a:xfrm>
              <a:off x="2037825" y="3339125"/>
              <a:ext cx="138650" cy="88225"/>
            </a:xfrm>
            <a:custGeom>
              <a:avLst/>
              <a:gdLst/>
              <a:ahLst/>
              <a:cxnLst/>
              <a:rect l="l" t="t" r="r" b="b"/>
              <a:pathLst>
                <a:path w="5546" h="3529" extrusionOk="0">
                  <a:moveTo>
                    <a:pt x="1072" y="0"/>
                  </a:moveTo>
                  <a:cubicBezTo>
                    <a:pt x="442" y="536"/>
                    <a:pt x="32" y="1292"/>
                    <a:pt x="32" y="2143"/>
                  </a:cubicBezTo>
                  <a:lnTo>
                    <a:pt x="32" y="3182"/>
                  </a:lnTo>
                  <a:cubicBezTo>
                    <a:pt x="1" y="3371"/>
                    <a:pt x="158" y="3529"/>
                    <a:pt x="347" y="3529"/>
                  </a:cubicBezTo>
                  <a:lnTo>
                    <a:pt x="5199" y="3529"/>
                  </a:lnTo>
                  <a:cubicBezTo>
                    <a:pt x="5388" y="3529"/>
                    <a:pt x="5546" y="3371"/>
                    <a:pt x="5546" y="3182"/>
                  </a:cubicBezTo>
                  <a:lnTo>
                    <a:pt x="5546" y="2143"/>
                  </a:lnTo>
                  <a:cubicBezTo>
                    <a:pt x="5546" y="1292"/>
                    <a:pt x="5168" y="536"/>
                    <a:pt x="4538" y="0"/>
                  </a:cubicBezTo>
                  <a:cubicBezTo>
                    <a:pt x="4096" y="473"/>
                    <a:pt x="3466" y="756"/>
                    <a:pt x="2805" y="756"/>
                  </a:cubicBezTo>
                  <a:cubicBezTo>
                    <a:pt x="2143" y="756"/>
                    <a:pt x="1513" y="504"/>
                    <a:pt x="107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61" name="Google Shape;661;p39"/>
            <p:cNvSpPr/>
            <p:nvPr/>
          </p:nvSpPr>
          <p:spPr>
            <a:xfrm>
              <a:off x="2193775" y="3460400"/>
              <a:ext cx="140225" cy="89825"/>
            </a:xfrm>
            <a:custGeom>
              <a:avLst/>
              <a:gdLst/>
              <a:ahLst/>
              <a:cxnLst/>
              <a:rect l="l" t="t" r="r" b="b"/>
              <a:pathLst>
                <a:path w="5609" h="3593" extrusionOk="0">
                  <a:moveTo>
                    <a:pt x="1009" y="1"/>
                  </a:moveTo>
                  <a:cubicBezTo>
                    <a:pt x="379" y="537"/>
                    <a:pt x="1" y="1261"/>
                    <a:pt x="1" y="2143"/>
                  </a:cubicBezTo>
                  <a:lnTo>
                    <a:pt x="1" y="3246"/>
                  </a:lnTo>
                  <a:cubicBezTo>
                    <a:pt x="1" y="3435"/>
                    <a:pt x="158" y="3592"/>
                    <a:pt x="347" y="3592"/>
                  </a:cubicBezTo>
                  <a:lnTo>
                    <a:pt x="5262" y="3592"/>
                  </a:lnTo>
                  <a:cubicBezTo>
                    <a:pt x="5451" y="3592"/>
                    <a:pt x="5609" y="3435"/>
                    <a:pt x="5609" y="3246"/>
                  </a:cubicBezTo>
                  <a:lnTo>
                    <a:pt x="5609" y="2143"/>
                  </a:lnTo>
                  <a:cubicBezTo>
                    <a:pt x="5577" y="1261"/>
                    <a:pt x="5199" y="537"/>
                    <a:pt x="4569" y="1"/>
                  </a:cubicBezTo>
                  <a:cubicBezTo>
                    <a:pt x="4128" y="474"/>
                    <a:pt x="3498" y="757"/>
                    <a:pt x="2773" y="757"/>
                  </a:cubicBezTo>
                  <a:cubicBezTo>
                    <a:pt x="2080" y="757"/>
                    <a:pt x="1450" y="474"/>
                    <a:pt x="100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62" name="Google Shape;662;p39"/>
          <p:cNvSpPr txBox="1"/>
          <p:nvPr/>
        </p:nvSpPr>
        <p:spPr>
          <a:xfrm>
            <a:off x="659894" y="1399486"/>
            <a:ext cx="1375849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MARKET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63" name="Google Shape;663;p39"/>
          <p:cNvSpPr txBox="1"/>
          <p:nvPr/>
        </p:nvSpPr>
        <p:spPr>
          <a:xfrm>
            <a:off x="1928509" y="1399486"/>
            <a:ext cx="1234446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PEOPLE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64" name="Google Shape;664;p39"/>
          <p:cNvSpPr txBox="1"/>
          <p:nvPr/>
        </p:nvSpPr>
        <p:spPr>
          <a:xfrm>
            <a:off x="3223110" y="1399486"/>
            <a:ext cx="1047600" cy="2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SALES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65" name="Google Shape;665;p39"/>
          <p:cNvSpPr/>
          <p:nvPr/>
        </p:nvSpPr>
        <p:spPr>
          <a:xfrm>
            <a:off x="716300" y="3200688"/>
            <a:ext cx="1737439" cy="1287967"/>
          </a:xfrm>
          <a:custGeom>
            <a:avLst/>
            <a:gdLst/>
            <a:ahLst/>
            <a:cxnLst/>
            <a:rect l="l" t="t" r="r" b="b"/>
            <a:pathLst>
              <a:path w="33827" h="31839" extrusionOk="0">
                <a:moveTo>
                  <a:pt x="22462" y="0"/>
                </a:moveTo>
                <a:cubicBezTo>
                  <a:pt x="17798" y="0"/>
                  <a:pt x="11240" y="2417"/>
                  <a:pt x="7174" y="4139"/>
                </a:cubicBezTo>
                <a:cubicBezTo>
                  <a:pt x="3131" y="5841"/>
                  <a:pt x="365" y="9640"/>
                  <a:pt x="183" y="14017"/>
                </a:cubicBezTo>
                <a:cubicBezTo>
                  <a:pt x="183" y="14078"/>
                  <a:pt x="183" y="14139"/>
                  <a:pt x="183" y="14200"/>
                </a:cubicBezTo>
                <a:cubicBezTo>
                  <a:pt x="1" y="20491"/>
                  <a:pt x="548" y="31282"/>
                  <a:pt x="18603" y="31829"/>
                </a:cubicBezTo>
                <a:cubicBezTo>
                  <a:pt x="18813" y="31835"/>
                  <a:pt x="19020" y="31838"/>
                  <a:pt x="19224" y="31838"/>
                </a:cubicBezTo>
                <a:cubicBezTo>
                  <a:pt x="33181" y="31838"/>
                  <a:pt x="33827" y="17676"/>
                  <a:pt x="33527" y="12193"/>
                </a:cubicBezTo>
                <a:cubicBezTo>
                  <a:pt x="33466" y="10734"/>
                  <a:pt x="33102" y="9275"/>
                  <a:pt x="32433" y="7938"/>
                </a:cubicBezTo>
                <a:cubicBezTo>
                  <a:pt x="31004" y="5050"/>
                  <a:pt x="27843" y="126"/>
                  <a:pt x="22797" y="5"/>
                </a:cubicBezTo>
                <a:cubicBezTo>
                  <a:pt x="22687" y="2"/>
                  <a:pt x="22575" y="0"/>
                  <a:pt x="224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6" name="Google Shape;666;p39"/>
          <p:cNvSpPr/>
          <p:nvPr/>
        </p:nvSpPr>
        <p:spPr>
          <a:xfrm flipH="1">
            <a:off x="2703398" y="3200687"/>
            <a:ext cx="1737439" cy="1287967"/>
          </a:xfrm>
          <a:custGeom>
            <a:avLst/>
            <a:gdLst/>
            <a:ahLst/>
            <a:cxnLst/>
            <a:rect l="l" t="t" r="r" b="b"/>
            <a:pathLst>
              <a:path w="33827" h="31839" extrusionOk="0">
                <a:moveTo>
                  <a:pt x="22462" y="0"/>
                </a:moveTo>
                <a:cubicBezTo>
                  <a:pt x="17798" y="0"/>
                  <a:pt x="11240" y="2417"/>
                  <a:pt x="7174" y="4139"/>
                </a:cubicBezTo>
                <a:cubicBezTo>
                  <a:pt x="3131" y="5841"/>
                  <a:pt x="365" y="9640"/>
                  <a:pt x="183" y="14017"/>
                </a:cubicBezTo>
                <a:cubicBezTo>
                  <a:pt x="183" y="14078"/>
                  <a:pt x="183" y="14139"/>
                  <a:pt x="183" y="14200"/>
                </a:cubicBezTo>
                <a:cubicBezTo>
                  <a:pt x="1" y="20491"/>
                  <a:pt x="548" y="31282"/>
                  <a:pt x="18603" y="31829"/>
                </a:cubicBezTo>
                <a:cubicBezTo>
                  <a:pt x="18813" y="31835"/>
                  <a:pt x="19020" y="31838"/>
                  <a:pt x="19224" y="31838"/>
                </a:cubicBezTo>
                <a:cubicBezTo>
                  <a:pt x="33181" y="31838"/>
                  <a:pt x="33827" y="17676"/>
                  <a:pt x="33527" y="12193"/>
                </a:cubicBezTo>
                <a:cubicBezTo>
                  <a:pt x="33466" y="10734"/>
                  <a:pt x="33102" y="9275"/>
                  <a:pt x="32433" y="7938"/>
                </a:cubicBezTo>
                <a:cubicBezTo>
                  <a:pt x="31004" y="5050"/>
                  <a:pt x="27843" y="126"/>
                  <a:pt x="22797" y="5"/>
                </a:cubicBezTo>
                <a:cubicBezTo>
                  <a:pt x="22687" y="2"/>
                  <a:pt x="22575" y="0"/>
                  <a:pt x="224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7" name="Google Shape;667;p39"/>
          <p:cNvSpPr txBox="1"/>
          <p:nvPr/>
        </p:nvSpPr>
        <p:spPr>
          <a:xfrm>
            <a:off x="1030638" y="3455625"/>
            <a:ext cx="1108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$28.87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68" name="Google Shape;668;p39"/>
          <p:cNvSpPr txBox="1"/>
          <p:nvPr/>
        </p:nvSpPr>
        <p:spPr>
          <a:xfrm>
            <a:off x="2986090" y="3455625"/>
            <a:ext cx="1108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30 DAYS</a:t>
            </a:r>
            <a:endParaRPr sz="18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669" name="Google Shape;669;p39"/>
          <p:cNvSpPr txBox="1"/>
          <p:nvPr/>
        </p:nvSpPr>
        <p:spPr>
          <a:xfrm>
            <a:off x="1030650" y="3698700"/>
            <a:ext cx="11088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avg. price per unit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670" name="Google Shape;670;p39"/>
          <p:cNvSpPr txBox="1"/>
          <p:nvPr/>
        </p:nvSpPr>
        <p:spPr>
          <a:xfrm>
            <a:off x="2986090" y="3698700"/>
            <a:ext cx="11088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avg. days on market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671" name="Google Shape;671;p39"/>
          <p:cNvSpPr/>
          <p:nvPr/>
        </p:nvSpPr>
        <p:spPr>
          <a:xfrm>
            <a:off x="6222599" y="1437625"/>
            <a:ext cx="153000" cy="153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2" name="Google Shape;672;p39"/>
          <p:cNvSpPr txBox="1"/>
          <p:nvPr/>
        </p:nvSpPr>
        <p:spPr>
          <a:xfrm>
            <a:off x="6375649" y="1437625"/>
            <a:ext cx="9468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NEPTUNE</a:t>
            </a:r>
            <a:endParaRPr sz="120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673" name="Google Shape;673;p39"/>
          <p:cNvSpPr/>
          <p:nvPr/>
        </p:nvSpPr>
        <p:spPr>
          <a:xfrm>
            <a:off x="7315949" y="1437625"/>
            <a:ext cx="153000" cy="15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4" name="Google Shape;674;p39"/>
          <p:cNvSpPr txBox="1"/>
          <p:nvPr/>
        </p:nvSpPr>
        <p:spPr>
          <a:xfrm>
            <a:off x="7468998" y="1437625"/>
            <a:ext cx="946800" cy="1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MERCURY</a:t>
            </a:r>
            <a:endParaRPr sz="120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0"/>
          <p:cNvSpPr txBox="1">
            <a:spLocks noGrp="1"/>
          </p:cNvSpPr>
          <p:nvPr>
            <p:ph type="title"/>
          </p:nvPr>
        </p:nvSpPr>
        <p:spPr>
          <a:xfrm>
            <a:off x="720000" y="1719900"/>
            <a:ext cx="7704000" cy="140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40,499,000</a:t>
            </a:r>
          </a:p>
        </p:txBody>
      </p:sp>
      <p:sp>
        <p:nvSpPr>
          <p:cNvPr id="680" name="Google Shape;680;p40"/>
          <p:cNvSpPr txBox="1">
            <a:spLocks noGrp="1"/>
          </p:cNvSpPr>
          <p:nvPr>
            <p:ph type="body" idx="1"/>
          </p:nvPr>
        </p:nvSpPr>
        <p:spPr>
          <a:xfrm>
            <a:off x="720000" y="3073800"/>
            <a:ext cx="7704000" cy="34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Big numbers catch your audience’s attention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1"/>
          <p:cNvSpPr txBox="1">
            <a:spLocks noGrp="1"/>
          </p:cNvSpPr>
          <p:nvPr>
            <p:ph type="title"/>
          </p:nvPr>
        </p:nvSpPr>
        <p:spPr>
          <a:xfrm>
            <a:off x="2447850" y="3428311"/>
            <a:ext cx="4248000" cy="6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386,000 km</a:t>
            </a:r>
          </a:p>
        </p:txBody>
      </p:sp>
      <p:sp>
        <p:nvSpPr>
          <p:cNvPr id="686" name="Google Shape;686;p41"/>
          <p:cNvSpPr txBox="1">
            <a:spLocks noGrp="1"/>
          </p:cNvSpPr>
          <p:nvPr>
            <p:ph type="body" idx="1"/>
          </p:nvPr>
        </p:nvSpPr>
        <p:spPr>
          <a:xfrm>
            <a:off x="1984950" y="4057281"/>
            <a:ext cx="51741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is the distance between the Earth and the Moon</a:t>
            </a:r>
          </a:p>
        </p:txBody>
      </p:sp>
      <p:sp>
        <p:nvSpPr>
          <p:cNvPr id="687" name="Google Shape;687;p41"/>
          <p:cNvSpPr txBox="1">
            <a:spLocks noGrp="1"/>
          </p:cNvSpPr>
          <p:nvPr>
            <p:ph type="title" idx="2"/>
          </p:nvPr>
        </p:nvSpPr>
        <p:spPr>
          <a:xfrm>
            <a:off x="2447850" y="686888"/>
            <a:ext cx="4248000" cy="64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333,000</a:t>
            </a:r>
          </a:p>
        </p:txBody>
      </p:sp>
      <p:sp>
        <p:nvSpPr>
          <p:cNvPr id="688" name="Google Shape;688;p41"/>
          <p:cNvSpPr txBox="1">
            <a:spLocks noGrp="1"/>
          </p:cNvSpPr>
          <p:nvPr>
            <p:ph type="body" idx="3"/>
          </p:nvPr>
        </p:nvSpPr>
        <p:spPr>
          <a:xfrm>
            <a:off x="2218488" y="1328939"/>
            <a:ext cx="47070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earths is the Sun’s mass</a:t>
            </a:r>
          </a:p>
        </p:txBody>
      </p:sp>
      <p:sp>
        <p:nvSpPr>
          <p:cNvPr id="689" name="Google Shape;689;p41"/>
          <p:cNvSpPr txBox="1">
            <a:spLocks noGrp="1"/>
          </p:cNvSpPr>
          <p:nvPr>
            <p:ph type="title" idx="4"/>
          </p:nvPr>
        </p:nvSpPr>
        <p:spPr>
          <a:xfrm>
            <a:off x="2447925" y="2043158"/>
            <a:ext cx="4248000" cy="67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24h 37m 23s</a:t>
            </a:r>
          </a:p>
        </p:txBody>
      </p:sp>
      <p:sp>
        <p:nvSpPr>
          <p:cNvPr id="690" name="Google Shape;690;p41"/>
          <p:cNvSpPr txBox="1">
            <a:spLocks noGrp="1"/>
          </p:cNvSpPr>
          <p:nvPr>
            <p:ph type="body" idx="5"/>
          </p:nvPr>
        </p:nvSpPr>
        <p:spPr>
          <a:xfrm>
            <a:off x="2218488" y="2700021"/>
            <a:ext cx="4707000" cy="40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is Jupiter’s rotation period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2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STATUS REPORT</a:t>
            </a:r>
          </a:p>
        </p:txBody>
      </p:sp>
      <p:sp>
        <p:nvSpPr>
          <p:cNvPr id="696" name="Google Shape;696;p42"/>
          <p:cNvSpPr/>
          <p:nvPr/>
        </p:nvSpPr>
        <p:spPr>
          <a:xfrm rot="10800000" flipH="1">
            <a:off x="905612" y="1962909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697" name="Google Shape;697;p42"/>
          <p:cNvSpPr/>
          <p:nvPr/>
        </p:nvSpPr>
        <p:spPr>
          <a:xfrm rot="10800000" flipH="1">
            <a:off x="905612" y="2410584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698" name="Google Shape;698;p42"/>
          <p:cNvSpPr/>
          <p:nvPr/>
        </p:nvSpPr>
        <p:spPr>
          <a:xfrm rot="10800000" flipH="1">
            <a:off x="905612" y="2858259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699" name="Google Shape;699;p42"/>
          <p:cNvSpPr/>
          <p:nvPr/>
        </p:nvSpPr>
        <p:spPr>
          <a:xfrm rot="10800000" flipH="1">
            <a:off x="905612" y="3305934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700" name="Google Shape;700;p42"/>
          <p:cNvSpPr/>
          <p:nvPr/>
        </p:nvSpPr>
        <p:spPr>
          <a:xfrm rot="10800000" flipH="1">
            <a:off x="905612" y="3753609"/>
            <a:ext cx="5953949" cy="44932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701" name="Google Shape;701;p42"/>
          <p:cNvSpPr/>
          <p:nvPr/>
        </p:nvSpPr>
        <p:spPr>
          <a:xfrm>
            <a:off x="2990828" y="1763853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2" name="Google Shape;702;p42"/>
          <p:cNvSpPr/>
          <p:nvPr/>
        </p:nvSpPr>
        <p:spPr>
          <a:xfrm>
            <a:off x="3286103" y="1763853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42"/>
          <p:cNvSpPr/>
          <p:nvPr/>
        </p:nvSpPr>
        <p:spPr>
          <a:xfrm>
            <a:off x="3581378" y="1763853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4" name="Google Shape;704;p42"/>
          <p:cNvSpPr/>
          <p:nvPr/>
        </p:nvSpPr>
        <p:spPr>
          <a:xfrm>
            <a:off x="2990828" y="214334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5" name="Google Shape;705;p42"/>
          <p:cNvSpPr/>
          <p:nvPr/>
        </p:nvSpPr>
        <p:spPr>
          <a:xfrm>
            <a:off x="3286103" y="2143328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6" name="Google Shape;706;p42"/>
          <p:cNvSpPr/>
          <p:nvPr/>
        </p:nvSpPr>
        <p:spPr>
          <a:xfrm>
            <a:off x="3581378" y="214334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7" name="Google Shape;707;p42"/>
          <p:cNvSpPr/>
          <p:nvPr/>
        </p:nvSpPr>
        <p:spPr>
          <a:xfrm>
            <a:off x="2990828" y="2591016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8" name="Google Shape;708;p42"/>
          <p:cNvSpPr/>
          <p:nvPr/>
        </p:nvSpPr>
        <p:spPr>
          <a:xfrm>
            <a:off x="3286103" y="2591016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9" name="Google Shape;709;p42"/>
          <p:cNvSpPr/>
          <p:nvPr/>
        </p:nvSpPr>
        <p:spPr>
          <a:xfrm>
            <a:off x="3581378" y="2591016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0" name="Google Shape;710;p42"/>
          <p:cNvSpPr/>
          <p:nvPr/>
        </p:nvSpPr>
        <p:spPr>
          <a:xfrm>
            <a:off x="2990828" y="303869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42"/>
          <p:cNvSpPr/>
          <p:nvPr/>
        </p:nvSpPr>
        <p:spPr>
          <a:xfrm>
            <a:off x="3286103" y="303869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3581378" y="303869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3" name="Google Shape;713;p42"/>
          <p:cNvSpPr/>
          <p:nvPr/>
        </p:nvSpPr>
        <p:spPr>
          <a:xfrm>
            <a:off x="2990828" y="3486353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4" name="Google Shape;714;p42"/>
          <p:cNvSpPr/>
          <p:nvPr/>
        </p:nvSpPr>
        <p:spPr>
          <a:xfrm>
            <a:off x="3286103" y="3486353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5" name="Google Shape;715;p42"/>
          <p:cNvSpPr/>
          <p:nvPr/>
        </p:nvSpPr>
        <p:spPr>
          <a:xfrm>
            <a:off x="3581378" y="3486353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6" name="Google Shape;716;p42"/>
          <p:cNvSpPr/>
          <p:nvPr/>
        </p:nvSpPr>
        <p:spPr>
          <a:xfrm>
            <a:off x="2990828" y="394204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7" name="Google Shape;717;p42"/>
          <p:cNvSpPr/>
          <p:nvPr/>
        </p:nvSpPr>
        <p:spPr>
          <a:xfrm>
            <a:off x="3286103" y="394204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8" name="Google Shape;718;p42"/>
          <p:cNvSpPr/>
          <p:nvPr/>
        </p:nvSpPr>
        <p:spPr>
          <a:xfrm>
            <a:off x="3581378" y="3942041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9" name="Google Shape;719;p42"/>
          <p:cNvSpPr txBox="1"/>
          <p:nvPr/>
        </p:nvSpPr>
        <p:spPr>
          <a:xfrm>
            <a:off x="896917" y="1567875"/>
            <a:ext cx="2047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SCHEDULE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720" name="Google Shape;720;p42"/>
          <p:cNvSpPr txBox="1"/>
          <p:nvPr/>
        </p:nvSpPr>
        <p:spPr>
          <a:xfrm>
            <a:off x="896917" y="1989227"/>
            <a:ext cx="2047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4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RESOURCING</a:t>
            </a:r>
            <a:endParaRPr sz="2200" b="1" dirty="0">
              <a:solidFill>
                <a:schemeClr val="accent4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721" name="Google Shape;721;p42"/>
          <p:cNvSpPr txBox="1"/>
          <p:nvPr/>
        </p:nvSpPr>
        <p:spPr>
          <a:xfrm>
            <a:off x="896917" y="2436904"/>
            <a:ext cx="2047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BUDGET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722" name="Google Shape;722;p42"/>
          <p:cNvSpPr txBox="1"/>
          <p:nvPr/>
        </p:nvSpPr>
        <p:spPr>
          <a:xfrm>
            <a:off x="896917" y="2858256"/>
            <a:ext cx="2047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4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RISKS</a:t>
            </a:r>
            <a:endParaRPr sz="2200" b="1" dirty="0">
              <a:solidFill>
                <a:schemeClr val="accent4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723" name="Google Shape;723;p42"/>
          <p:cNvSpPr txBox="1"/>
          <p:nvPr/>
        </p:nvSpPr>
        <p:spPr>
          <a:xfrm>
            <a:off x="896917" y="3319096"/>
            <a:ext cx="2047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ISSUES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724" name="Google Shape;724;p42"/>
          <p:cNvSpPr txBox="1"/>
          <p:nvPr/>
        </p:nvSpPr>
        <p:spPr>
          <a:xfrm>
            <a:off x="896917" y="3740448"/>
            <a:ext cx="20478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4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BENEFITS</a:t>
            </a:r>
            <a:endParaRPr sz="2200" b="1" dirty="0">
              <a:solidFill>
                <a:schemeClr val="accent4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725" name="Google Shape;725;p42"/>
          <p:cNvSpPr txBox="1"/>
          <p:nvPr/>
        </p:nvSpPr>
        <p:spPr>
          <a:xfrm>
            <a:off x="3983017" y="1653600"/>
            <a:ext cx="28956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The project schedule is on track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26" name="Google Shape;726;p42"/>
          <p:cNvSpPr txBox="1"/>
          <p:nvPr/>
        </p:nvSpPr>
        <p:spPr>
          <a:xfrm>
            <a:off x="3983017" y="1998275"/>
            <a:ext cx="28956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Resourcing is adequate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27" name="Google Shape;727;p42"/>
          <p:cNvSpPr txBox="1"/>
          <p:nvPr/>
        </p:nvSpPr>
        <p:spPr>
          <a:xfrm>
            <a:off x="3983017" y="2436899"/>
            <a:ext cx="28956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Project is within budget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28" name="Google Shape;728;p42"/>
          <p:cNvSpPr txBox="1"/>
          <p:nvPr/>
        </p:nvSpPr>
        <p:spPr>
          <a:xfrm>
            <a:off x="3983017" y="2912411"/>
            <a:ext cx="28956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All project risks are under control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29" name="Google Shape;729;p42"/>
          <p:cNvSpPr txBox="1"/>
          <p:nvPr/>
        </p:nvSpPr>
        <p:spPr>
          <a:xfrm>
            <a:off x="3983017" y="3328099"/>
            <a:ext cx="28956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Project issues need to be solved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30" name="Google Shape;730;p42"/>
          <p:cNvSpPr txBox="1"/>
          <p:nvPr/>
        </p:nvSpPr>
        <p:spPr>
          <a:xfrm>
            <a:off x="3983017" y="3803611"/>
            <a:ext cx="28956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Do not meet the expectations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31" name="Google Shape;731;p42"/>
          <p:cNvSpPr/>
          <p:nvPr/>
        </p:nvSpPr>
        <p:spPr>
          <a:xfrm rot="5400000">
            <a:off x="7101178" y="1710828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32" name="Google Shape;732;p42"/>
          <p:cNvSpPr/>
          <p:nvPr/>
        </p:nvSpPr>
        <p:spPr>
          <a:xfrm rot="5400000">
            <a:off x="7101178" y="2006103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33" name="Google Shape;733;p42"/>
          <p:cNvSpPr/>
          <p:nvPr/>
        </p:nvSpPr>
        <p:spPr>
          <a:xfrm rot="5400000">
            <a:off x="7101178" y="2301378"/>
            <a:ext cx="139278" cy="13175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34" name="Google Shape;734;p42"/>
          <p:cNvSpPr txBox="1"/>
          <p:nvPr/>
        </p:nvSpPr>
        <p:spPr>
          <a:xfrm>
            <a:off x="7310992" y="1614875"/>
            <a:ext cx="9471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Great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35" name="Google Shape;735;p42"/>
          <p:cNvSpPr txBox="1"/>
          <p:nvPr/>
        </p:nvSpPr>
        <p:spPr>
          <a:xfrm>
            <a:off x="7310992" y="1910138"/>
            <a:ext cx="9471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Good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736" name="Google Shape;736;p42"/>
          <p:cNvSpPr txBox="1"/>
          <p:nvPr/>
        </p:nvSpPr>
        <p:spPr>
          <a:xfrm>
            <a:off x="7310992" y="2205413"/>
            <a:ext cx="947100" cy="3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Bad</a:t>
            </a:r>
            <a:endParaRPr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43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RAID SUMMARY</a:t>
            </a:r>
          </a:p>
        </p:txBody>
      </p:sp>
      <p:grpSp>
        <p:nvGrpSpPr>
          <p:cNvPr id="742" name="Google Shape;742;p43"/>
          <p:cNvGrpSpPr/>
          <p:nvPr/>
        </p:nvGrpSpPr>
        <p:grpSpPr>
          <a:xfrm>
            <a:off x="729512" y="1672325"/>
            <a:ext cx="7684983" cy="1429057"/>
            <a:chOff x="729525" y="2034275"/>
            <a:chExt cx="7684983" cy="1429057"/>
          </a:xfrm>
        </p:grpSpPr>
        <p:grpSp>
          <p:nvGrpSpPr>
            <p:cNvPr id="743" name="Google Shape;743;p43"/>
            <p:cNvGrpSpPr/>
            <p:nvPr/>
          </p:nvGrpSpPr>
          <p:grpSpPr>
            <a:xfrm>
              <a:off x="729525" y="2034275"/>
              <a:ext cx="1690534" cy="1392336"/>
              <a:chOff x="729525" y="2034275"/>
              <a:chExt cx="1690534" cy="1392336"/>
            </a:xfrm>
          </p:grpSpPr>
          <p:sp>
            <p:nvSpPr>
              <p:cNvPr id="744" name="Google Shape;744;p43"/>
              <p:cNvSpPr/>
              <p:nvPr/>
            </p:nvSpPr>
            <p:spPr>
              <a:xfrm>
                <a:off x="729525" y="2908175"/>
                <a:ext cx="1690534" cy="518436"/>
              </a:xfrm>
              <a:custGeom>
                <a:avLst/>
                <a:gdLst/>
                <a:ahLst/>
                <a:cxnLst/>
                <a:rect l="l" t="t" r="r" b="b"/>
                <a:pathLst>
                  <a:path w="55737" h="12021" extrusionOk="0">
                    <a:moveTo>
                      <a:pt x="32616" y="0"/>
                    </a:moveTo>
                    <a:cubicBezTo>
                      <a:pt x="32585" y="136"/>
                      <a:pt x="32526" y="271"/>
                      <a:pt x="32408" y="271"/>
                    </a:cubicBezTo>
                    <a:cubicBezTo>
                      <a:pt x="32392" y="271"/>
                      <a:pt x="32373" y="268"/>
                      <a:pt x="32354" y="262"/>
                    </a:cubicBezTo>
                    <a:cubicBezTo>
                      <a:pt x="32175" y="203"/>
                      <a:pt x="31997" y="197"/>
                      <a:pt x="31817" y="197"/>
                    </a:cubicBezTo>
                    <a:cubicBezTo>
                      <a:pt x="31772" y="197"/>
                      <a:pt x="31727" y="197"/>
                      <a:pt x="31681" y="197"/>
                    </a:cubicBezTo>
                    <a:cubicBezTo>
                      <a:pt x="31546" y="197"/>
                      <a:pt x="31409" y="194"/>
                      <a:pt x="31271" y="167"/>
                    </a:cubicBezTo>
                    <a:cubicBezTo>
                      <a:pt x="31185" y="146"/>
                      <a:pt x="31090" y="103"/>
                      <a:pt x="30985" y="103"/>
                    </a:cubicBezTo>
                    <a:cubicBezTo>
                      <a:pt x="30915" y="103"/>
                      <a:pt x="30839" y="122"/>
                      <a:pt x="30759" y="179"/>
                    </a:cubicBezTo>
                    <a:cubicBezTo>
                      <a:pt x="30719" y="208"/>
                      <a:pt x="30646" y="216"/>
                      <a:pt x="30558" y="216"/>
                    </a:cubicBezTo>
                    <a:cubicBezTo>
                      <a:pt x="30473" y="216"/>
                      <a:pt x="30374" y="209"/>
                      <a:pt x="30280" y="209"/>
                    </a:cubicBezTo>
                    <a:cubicBezTo>
                      <a:pt x="30235" y="209"/>
                      <a:pt x="30192" y="210"/>
                      <a:pt x="30151" y="215"/>
                    </a:cubicBezTo>
                    <a:cubicBezTo>
                      <a:pt x="30138" y="216"/>
                      <a:pt x="30125" y="217"/>
                      <a:pt x="30112" y="217"/>
                    </a:cubicBezTo>
                    <a:cubicBezTo>
                      <a:pt x="29962" y="217"/>
                      <a:pt x="29779" y="125"/>
                      <a:pt x="29650" y="125"/>
                    </a:cubicBezTo>
                    <a:cubicBezTo>
                      <a:pt x="29619" y="125"/>
                      <a:pt x="29591" y="130"/>
                      <a:pt x="29568" y="143"/>
                    </a:cubicBezTo>
                    <a:cubicBezTo>
                      <a:pt x="29327" y="282"/>
                      <a:pt x="29077" y="321"/>
                      <a:pt x="28831" y="321"/>
                    </a:cubicBezTo>
                    <a:cubicBezTo>
                      <a:pt x="28613" y="321"/>
                      <a:pt x="28400" y="291"/>
                      <a:pt x="28199" y="274"/>
                    </a:cubicBezTo>
                    <a:cubicBezTo>
                      <a:pt x="28065" y="261"/>
                      <a:pt x="27931" y="256"/>
                      <a:pt x="27798" y="256"/>
                    </a:cubicBezTo>
                    <a:cubicBezTo>
                      <a:pt x="27357" y="256"/>
                      <a:pt x="26918" y="311"/>
                      <a:pt x="26484" y="311"/>
                    </a:cubicBezTo>
                    <a:cubicBezTo>
                      <a:pt x="26453" y="311"/>
                      <a:pt x="26421" y="311"/>
                      <a:pt x="26389" y="310"/>
                    </a:cubicBezTo>
                    <a:cubicBezTo>
                      <a:pt x="26030" y="294"/>
                      <a:pt x="24254" y="286"/>
                      <a:pt x="22298" y="286"/>
                    </a:cubicBezTo>
                    <a:cubicBezTo>
                      <a:pt x="19772" y="286"/>
                      <a:pt x="16946" y="300"/>
                      <a:pt x="16483" y="334"/>
                    </a:cubicBezTo>
                    <a:cubicBezTo>
                      <a:pt x="16019" y="369"/>
                      <a:pt x="11089" y="369"/>
                      <a:pt x="10637" y="417"/>
                    </a:cubicBezTo>
                    <a:cubicBezTo>
                      <a:pt x="9958" y="488"/>
                      <a:pt x="9280" y="584"/>
                      <a:pt x="8589" y="631"/>
                    </a:cubicBezTo>
                    <a:cubicBezTo>
                      <a:pt x="8550" y="633"/>
                      <a:pt x="8510" y="634"/>
                      <a:pt x="8470" y="634"/>
                    </a:cubicBezTo>
                    <a:cubicBezTo>
                      <a:pt x="8210" y="634"/>
                      <a:pt x="7941" y="596"/>
                      <a:pt x="7687" y="596"/>
                    </a:cubicBezTo>
                    <a:cubicBezTo>
                      <a:pt x="7532" y="596"/>
                      <a:pt x="7383" y="610"/>
                      <a:pt x="7244" y="655"/>
                    </a:cubicBezTo>
                    <a:cubicBezTo>
                      <a:pt x="6613" y="858"/>
                      <a:pt x="5946" y="917"/>
                      <a:pt x="5315" y="1072"/>
                    </a:cubicBezTo>
                    <a:cubicBezTo>
                      <a:pt x="4803" y="1203"/>
                      <a:pt x="4243" y="1215"/>
                      <a:pt x="3719" y="1381"/>
                    </a:cubicBezTo>
                    <a:cubicBezTo>
                      <a:pt x="3196" y="1536"/>
                      <a:pt x="2696" y="1774"/>
                      <a:pt x="2219" y="2024"/>
                    </a:cubicBezTo>
                    <a:cubicBezTo>
                      <a:pt x="1457" y="2417"/>
                      <a:pt x="957" y="3096"/>
                      <a:pt x="636" y="3906"/>
                    </a:cubicBezTo>
                    <a:cubicBezTo>
                      <a:pt x="529" y="4168"/>
                      <a:pt x="588" y="4453"/>
                      <a:pt x="386" y="4727"/>
                    </a:cubicBezTo>
                    <a:cubicBezTo>
                      <a:pt x="219" y="4953"/>
                      <a:pt x="433" y="5394"/>
                      <a:pt x="124" y="5656"/>
                    </a:cubicBezTo>
                    <a:cubicBezTo>
                      <a:pt x="100" y="5680"/>
                      <a:pt x="112" y="5763"/>
                      <a:pt x="136" y="5811"/>
                    </a:cubicBezTo>
                    <a:cubicBezTo>
                      <a:pt x="207" y="6096"/>
                      <a:pt x="243" y="6406"/>
                      <a:pt x="231" y="6704"/>
                    </a:cubicBezTo>
                    <a:cubicBezTo>
                      <a:pt x="183" y="7489"/>
                      <a:pt x="207" y="8263"/>
                      <a:pt x="100" y="9049"/>
                    </a:cubicBezTo>
                    <a:cubicBezTo>
                      <a:pt x="5" y="9811"/>
                      <a:pt x="207" y="10585"/>
                      <a:pt x="64" y="11359"/>
                    </a:cubicBezTo>
                    <a:cubicBezTo>
                      <a:pt x="1" y="11731"/>
                      <a:pt x="214" y="12020"/>
                      <a:pt x="499" y="12020"/>
                    </a:cubicBezTo>
                    <a:cubicBezTo>
                      <a:pt x="587" y="12020"/>
                      <a:pt x="683" y="11992"/>
                      <a:pt x="779" y="11930"/>
                    </a:cubicBezTo>
                    <a:cubicBezTo>
                      <a:pt x="1033" y="11763"/>
                      <a:pt x="1298" y="11738"/>
                      <a:pt x="1566" y="11738"/>
                    </a:cubicBezTo>
                    <a:cubicBezTo>
                      <a:pt x="1678" y="11738"/>
                      <a:pt x="1791" y="11743"/>
                      <a:pt x="1904" y="11743"/>
                    </a:cubicBezTo>
                    <a:cubicBezTo>
                      <a:pt x="2077" y="11743"/>
                      <a:pt x="2251" y="11732"/>
                      <a:pt x="2422" y="11680"/>
                    </a:cubicBezTo>
                    <a:cubicBezTo>
                      <a:pt x="2922" y="11526"/>
                      <a:pt x="3565" y="11621"/>
                      <a:pt x="4124" y="11561"/>
                    </a:cubicBezTo>
                    <a:cubicBezTo>
                      <a:pt x="4874" y="11478"/>
                      <a:pt x="5636" y="11537"/>
                      <a:pt x="6375" y="11347"/>
                    </a:cubicBezTo>
                    <a:cubicBezTo>
                      <a:pt x="6450" y="11330"/>
                      <a:pt x="6580" y="11313"/>
                      <a:pt x="6683" y="11313"/>
                    </a:cubicBezTo>
                    <a:cubicBezTo>
                      <a:pt x="6725" y="11313"/>
                      <a:pt x="6763" y="11316"/>
                      <a:pt x="6791" y="11323"/>
                    </a:cubicBezTo>
                    <a:cubicBezTo>
                      <a:pt x="6925" y="11359"/>
                      <a:pt x="7059" y="11372"/>
                      <a:pt x="7192" y="11372"/>
                    </a:cubicBezTo>
                    <a:cubicBezTo>
                      <a:pt x="7548" y="11372"/>
                      <a:pt x="7902" y="11279"/>
                      <a:pt x="8259" y="11279"/>
                    </a:cubicBezTo>
                    <a:cubicBezTo>
                      <a:pt x="8349" y="11279"/>
                      <a:pt x="8439" y="11285"/>
                      <a:pt x="8530" y="11299"/>
                    </a:cubicBezTo>
                    <a:cubicBezTo>
                      <a:pt x="8598" y="11310"/>
                      <a:pt x="8667" y="11314"/>
                      <a:pt x="8737" y="11314"/>
                    </a:cubicBezTo>
                    <a:cubicBezTo>
                      <a:pt x="8989" y="11314"/>
                      <a:pt x="9249" y="11261"/>
                      <a:pt x="9500" y="11261"/>
                    </a:cubicBezTo>
                    <a:cubicBezTo>
                      <a:pt x="9571" y="11261"/>
                      <a:pt x="9640" y="11265"/>
                      <a:pt x="9708" y="11276"/>
                    </a:cubicBezTo>
                    <a:cubicBezTo>
                      <a:pt x="9970" y="11312"/>
                      <a:pt x="10872" y="11319"/>
                      <a:pt x="11928" y="11319"/>
                    </a:cubicBezTo>
                    <a:cubicBezTo>
                      <a:pt x="12605" y="11319"/>
                      <a:pt x="13345" y="11316"/>
                      <a:pt x="14021" y="11316"/>
                    </a:cubicBezTo>
                    <a:cubicBezTo>
                      <a:pt x="15077" y="11316"/>
                      <a:pt x="15976" y="11323"/>
                      <a:pt x="16233" y="11359"/>
                    </a:cubicBezTo>
                    <a:cubicBezTo>
                      <a:pt x="16396" y="11381"/>
                      <a:pt x="17282" y="11387"/>
                      <a:pt x="18441" y="11387"/>
                    </a:cubicBezTo>
                    <a:cubicBezTo>
                      <a:pt x="19850" y="11387"/>
                      <a:pt x="21662" y="11378"/>
                      <a:pt x="23069" y="11378"/>
                    </a:cubicBezTo>
                    <a:cubicBezTo>
                      <a:pt x="24227" y="11378"/>
                      <a:pt x="25111" y="11384"/>
                      <a:pt x="25270" y="11406"/>
                    </a:cubicBezTo>
                    <a:cubicBezTo>
                      <a:pt x="25969" y="11490"/>
                      <a:pt x="26687" y="11528"/>
                      <a:pt x="27391" y="11528"/>
                    </a:cubicBezTo>
                    <a:cubicBezTo>
                      <a:pt x="27490" y="11528"/>
                      <a:pt x="27589" y="11527"/>
                      <a:pt x="27687" y="11526"/>
                    </a:cubicBezTo>
                    <a:cubicBezTo>
                      <a:pt x="27893" y="11521"/>
                      <a:pt x="28098" y="11520"/>
                      <a:pt x="28304" y="11520"/>
                    </a:cubicBezTo>
                    <a:cubicBezTo>
                      <a:pt x="28814" y="11520"/>
                      <a:pt x="29324" y="11529"/>
                      <a:pt x="29834" y="11529"/>
                    </a:cubicBezTo>
                    <a:cubicBezTo>
                      <a:pt x="30238" y="11529"/>
                      <a:pt x="30641" y="11523"/>
                      <a:pt x="31044" y="11502"/>
                    </a:cubicBezTo>
                    <a:cubicBezTo>
                      <a:pt x="31445" y="11472"/>
                      <a:pt x="31849" y="11467"/>
                      <a:pt x="32255" y="11467"/>
                    </a:cubicBezTo>
                    <a:cubicBezTo>
                      <a:pt x="32462" y="11467"/>
                      <a:pt x="32671" y="11468"/>
                      <a:pt x="32878" y="11468"/>
                    </a:cubicBezTo>
                    <a:cubicBezTo>
                      <a:pt x="33241" y="11468"/>
                      <a:pt x="33603" y="11464"/>
                      <a:pt x="33961" y="11442"/>
                    </a:cubicBezTo>
                    <a:cubicBezTo>
                      <a:pt x="34102" y="11435"/>
                      <a:pt x="34719" y="11432"/>
                      <a:pt x="35621" y="11432"/>
                    </a:cubicBezTo>
                    <a:cubicBezTo>
                      <a:pt x="39231" y="11432"/>
                      <a:pt x="47413" y="11478"/>
                      <a:pt x="47975" y="11478"/>
                    </a:cubicBezTo>
                    <a:cubicBezTo>
                      <a:pt x="48324" y="11478"/>
                      <a:pt x="48684" y="11483"/>
                      <a:pt x="49037" y="11483"/>
                    </a:cubicBezTo>
                    <a:cubicBezTo>
                      <a:pt x="49213" y="11483"/>
                      <a:pt x="49388" y="11482"/>
                      <a:pt x="49559" y="11478"/>
                    </a:cubicBezTo>
                    <a:cubicBezTo>
                      <a:pt x="49606" y="11477"/>
                      <a:pt x="49653" y="11477"/>
                      <a:pt x="49700" y="11477"/>
                    </a:cubicBezTo>
                    <a:cubicBezTo>
                      <a:pt x="50096" y="11477"/>
                      <a:pt x="50491" y="11506"/>
                      <a:pt x="50883" y="11506"/>
                    </a:cubicBezTo>
                    <a:cubicBezTo>
                      <a:pt x="51034" y="11506"/>
                      <a:pt x="51183" y="11502"/>
                      <a:pt x="51333" y="11490"/>
                    </a:cubicBezTo>
                    <a:cubicBezTo>
                      <a:pt x="51486" y="11480"/>
                      <a:pt x="51655" y="11448"/>
                      <a:pt x="51820" y="11448"/>
                    </a:cubicBezTo>
                    <a:cubicBezTo>
                      <a:pt x="51860" y="11448"/>
                      <a:pt x="51900" y="11449"/>
                      <a:pt x="51940" y="11454"/>
                    </a:cubicBezTo>
                    <a:cubicBezTo>
                      <a:pt x="52511" y="11490"/>
                      <a:pt x="53071" y="11502"/>
                      <a:pt x="53642" y="11526"/>
                    </a:cubicBezTo>
                    <a:cubicBezTo>
                      <a:pt x="54095" y="11549"/>
                      <a:pt x="54547" y="11537"/>
                      <a:pt x="55000" y="11621"/>
                    </a:cubicBezTo>
                    <a:cubicBezTo>
                      <a:pt x="55073" y="11636"/>
                      <a:pt x="55162" y="11650"/>
                      <a:pt x="55250" y="11650"/>
                    </a:cubicBezTo>
                    <a:cubicBezTo>
                      <a:pt x="55433" y="11650"/>
                      <a:pt x="55607" y="11589"/>
                      <a:pt x="55607" y="11347"/>
                    </a:cubicBezTo>
                    <a:cubicBezTo>
                      <a:pt x="55607" y="11037"/>
                      <a:pt x="55678" y="10740"/>
                      <a:pt x="55655" y="10430"/>
                    </a:cubicBezTo>
                    <a:cubicBezTo>
                      <a:pt x="55631" y="9954"/>
                      <a:pt x="55547" y="9454"/>
                      <a:pt x="55631" y="9001"/>
                    </a:cubicBezTo>
                    <a:cubicBezTo>
                      <a:pt x="55738" y="8406"/>
                      <a:pt x="55643" y="7823"/>
                      <a:pt x="55666" y="7227"/>
                    </a:cubicBezTo>
                    <a:cubicBezTo>
                      <a:pt x="55702" y="6692"/>
                      <a:pt x="55464" y="6156"/>
                      <a:pt x="55559" y="5608"/>
                    </a:cubicBezTo>
                    <a:cubicBezTo>
                      <a:pt x="55559" y="5549"/>
                      <a:pt x="55559" y="5489"/>
                      <a:pt x="55464" y="5477"/>
                    </a:cubicBezTo>
                    <a:cubicBezTo>
                      <a:pt x="55309" y="5453"/>
                      <a:pt x="55345" y="5346"/>
                      <a:pt x="55369" y="5227"/>
                    </a:cubicBezTo>
                    <a:cubicBezTo>
                      <a:pt x="55393" y="5132"/>
                      <a:pt x="55488" y="5037"/>
                      <a:pt x="55428" y="4930"/>
                    </a:cubicBezTo>
                    <a:cubicBezTo>
                      <a:pt x="55190" y="4513"/>
                      <a:pt x="55143" y="4013"/>
                      <a:pt x="54797" y="3632"/>
                    </a:cubicBezTo>
                    <a:cubicBezTo>
                      <a:pt x="54559" y="3382"/>
                      <a:pt x="54321" y="3155"/>
                      <a:pt x="54047" y="2953"/>
                    </a:cubicBezTo>
                    <a:cubicBezTo>
                      <a:pt x="53690" y="2703"/>
                      <a:pt x="53392" y="2382"/>
                      <a:pt x="53047" y="2120"/>
                    </a:cubicBezTo>
                    <a:cubicBezTo>
                      <a:pt x="52714" y="1870"/>
                      <a:pt x="52392" y="1584"/>
                      <a:pt x="51940" y="1548"/>
                    </a:cubicBezTo>
                    <a:cubicBezTo>
                      <a:pt x="51868" y="1536"/>
                      <a:pt x="51904" y="1465"/>
                      <a:pt x="51880" y="1429"/>
                    </a:cubicBezTo>
                    <a:cubicBezTo>
                      <a:pt x="51838" y="1344"/>
                      <a:pt x="51801" y="1241"/>
                      <a:pt x="51723" y="1241"/>
                    </a:cubicBezTo>
                    <a:cubicBezTo>
                      <a:pt x="51692" y="1241"/>
                      <a:pt x="51654" y="1257"/>
                      <a:pt x="51606" y="1298"/>
                    </a:cubicBezTo>
                    <a:cubicBezTo>
                      <a:pt x="51559" y="1342"/>
                      <a:pt x="51520" y="1359"/>
                      <a:pt x="51488" y="1359"/>
                    </a:cubicBezTo>
                    <a:cubicBezTo>
                      <a:pt x="51415" y="1359"/>
                      <a:pt x="51374" y="1273"/>
                      <a:pt x="51333" y="1215"/>
                    </a:cubicBezTo>
                    <a:cubicBezTo>
                      <a:pt x="51273" y="1131"/>
                      <a:pt x="51249" y="1012"/>
                      <a:pt x="51106" y="977"/>
                    </a:cubicBezTo>
                    <a:lnTo>
                      <a:pt x="51106" y="977"/>
                    </a:lnTo>
                    <a:cubicBezTo>
                      <a:pt x="51130" y="1155"/>
                      <a:pt x="51071" y="1215"/>
                      <a:pt x="50868" y="1215"/>
                    </a:cubicBezTo>
                    <a:cubicBezTo>
                      <a:pt x="50689" y="1204"/>
                      <a:pt x="50605" y="1034"/>
                      <a:pt x="50486" y="1034"/>
                    </a:cubicBezTo>
                    <a:cubicBezTo>
                      <a:pt x="50479" y="1034"/>
                      <a:pt x="50471" y="1035"/>
                      <a:pt x="50463" y="1036"/>
                    </a:cubicBezTo>
                    <a:cubicBezTo>
                      <a:pt x="50403" y="1047"/>
                      <a:pt x="50345" y="1052"/>
                      <a:pt x="50288" y="1052"/>
                    </a:cubicBezTo>
                    <a:cubicBezTo>
                      <a:pt x="50097" y="1052"/>
                      <a:pt x="49918" y="999"/>
                      <a:pt x="49725" y="953"/>
                    </a:cubicBezTo>
                    <a:cubicBezTo>
                      <a:pt x="49284" y="851"/>
                      <a:pt x="48864" y="642"/>
                      <a:pt x="48394" y="642"/>
                    </a:cubicBezTo>
                    <a:cubicBezTo>
                      <a:pt x="48370" y="642"/>
                      <a:pt x="48345" y="642"/>
                      <a:pt x="48320" y="643"/>
                    </a:cubicBezTo>
                    <a:cubicBezTo>
                      <a:pt x="48307" y="644"/>
                      <a:pt x="48294" y="644"/>
                      <a:pt x="48280" y="644"/>
                    </a:cubicBezTo>
                    <a:cubicBezTo>
                      <a:pt x="47961" y="644"/>
                      <a:pt x="47653" y="512"/>
                      <a:pt x="47344" y="512"/>
                    </a:cubicBezTo>
                    <a:cubicBezTo>
                      <a:pt x="46951" y="500"/>
                      <a:pt x="34652" y="441"/>
                      <a:pt x="34259" y="417"/>
                    </a:cubicBezTo>
                    <a:cubicBezTo>
                      <a:pt x="34033" y="393"/>
                      <a:pt x="33818" y="358"/>
                      <a:pt x="33592" y="322"/>
                    </a:cubicBezTo>
                    <a:cubicBezTo>
                      <a:pt x="33411" y="303"/>
                      <a:pt x="33183" y="161"/>
                      <a:pt x="33045" y="161"/>
                    </a:cubicBezTo>
                    <a:cubicBezTo>
                      <a:pt x="33011" y="161"/>
                      <a:pt x="32982" y="170"/>
                      <a:pt x="32961" y="191"/>
                    </a:cubicBezTo>
                    <a:cubicBezTo>
                      <a:pt x="32864" y="294"/>
                      <a:pt x="32807" y="333"/>
                      <a:pt x="32771" y="333"/>
                    </a:cubicBezTo>
                    <a:cubicBezTo>
                      <a:pt x="32678" y="333"/>
                      <a:pt x="32727" y="77"/>
                      <a:pt x="326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2200" b="1" dirty="0">
                  <a:solidFill>
                    <a:schemeClr val="accent6"/>
                  </a:solidFill>
                  <a:latin typeface="Aharoni" panose="02010803020104030203" pitchFamily="2" charset="-79"/>
                  <a:ea typeface="Fresca" panose="02000506000000020003"/>
                  <a:cs typeface="Aharoni" panose="02010803020104030203" pitchFamily="2" charset="-79"/>
                  <a:sym typeface="Fresca" panose="02000506000000020003"/>
                </a:endParaRPr>
              </a:p>
            </p:txBody>
          </p:sp>
          <p:sp>
            <p:nvSpPr>
              <p:cNvPr id="745" name="Google Shape;745;p43"/>
              <p:cNvSpPr/>
              <p:nvPr/>
            </p:nvSpPr>
            <p:spPr>
              <a:xfrm>
                <a:off x="1201392" y="2034275"/>
                <a:ext cx="746770" cy="684628"/>
              </a:xfrm>
              <a:custGeom>
                <a:avLst/>
                <a:gdLst/>
                <a:ahLst/>
                <a:cxnLst/>
                <a:rect l="l" t="t" r="r" b="b"/>
                <a:pathLst>
                  <a:path w="23889" h="22504" extrusionOk="0">
                    <a:moveTo>
                      <a:pt x="15859" y="0"/>
                    </a:moveTo>
                    <a:cubicBezTo>
                      <a:pt x="12558" y="0"/>
                      <a:pt x="7921" y="1707"/>
                      <a:pt x="5046" y="2922"/>
                    </a:cubicBezTo>
                    <a:cubicBezTo>
                      <a:pt x="2219" y="4107"/>
                      <a:pt x="244" y="6812"/>
                      <a:pt x="122" y="9913"/>
                    </a:cubicBezTo>
                    <a:cubicBezTo>
                      <a:pt x="122" y="9943"/>
                      <a:pt x="122" y="10004"/>
                      <a:pt x="122" y="10034"/>
                    </a:cubicBezTo>
                    <a:cubicBezTo>
                      <a:pt x="1" y="14472"/>
                      <a:pt x="365" y="22101"/>
                      <a:pt x="13132" y="22496"/>
                    </a:cubicBezTo>
                    <a:cubicBezTo>
                      <a:pt x="13282" y="22501"/>
                      <a:pt x="13430" y="22503"/>
                      <a:pt x="13576" y="22503"/>
                    </a:cubicBezTo>
                    <a:cubicBezTo>
                      <a:pt x="23449" y="22503"/>
                      <a:pt x="23889" y="12499"/>
                      <a:pt x="23679" y="8606"/>
                    </a:cubicBezTo>
                    <a:cubicBezTo>
                      <a:pt x="23648" y="7572"/>
                      <a:pt x="23375" y="6569"/>
                      <a:pt x="22919" y="5627"/>
                    </a:cubicBezTo>
                    <a:cubicBezTo>
                      <a:pt x="21916" y="3560"/>
                      <a:pt x="19667" y="95"/>
                      <a:pt x="16110" y="4"/>
                    </a:cubicBezTo>
                    <a:cubicBezTo>
                      <a:pt x="16028" y="1"/>
                      <a:pt x="15944" y="0"/>
                      <a:pt x="1585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46" name="Google Shape;746;p43"/>
            <p:cNvGrpSpPr/>
            <p:nvPr/>
          </p:nvGrpSpPr>
          <p:grpSpPr>
            <a:xfrm>
              <a:off x="2723875" y="2034275"/>
              <a:ext cx="1690576" cy="1415146"/>
              <a:chOff x="2723875" y="2034275"/>
              <a:chExt cx="1690576" cy="1415146"/>
            </a:xfrm>
          </p:grpSpPr>
          <p:sp>
            <p:nvSpPr>
              <p:cNvPr id="747" name="Google Shape;747;p43"/>
              <p:cNvSpPr/>
              <p:nvPr/>
            </p:nvSpPr>
            <p:spPr>
              <a:xfrm>
                <a:off x="2723875" y="2931000"/>
                <a:ext cx="1690576" cy="518421"/>
              </a:xfrm>
              <a:custGeom>
                <a:avLst/>
                <a:gdLst/>
                <a:ahLst/>
                <a:cxnLst/>
                <a:rect l="l" t="t" r="r" b="b"/>
                <a:pathLst>
                  <a:path w="56156" h="12306" extrusionOk="0">
                    <a:moveTo>
                      <a:pt x="31685" y="1"/>
                    </a:moveTo>
                    <a:cubicBezTo>
                      <a:pt x="31661" y="1"/>
                      <a:pt x="31634" y="10"/>
                      <a:pt x="31605" y="22"/>
                    </a:cubicBezTo>
                    <a:cubicBezTo>
                      <a:pt x="31262" y="152"/>
                      <a:pt x="29925" y="187"/>
                      <a:pt x="28732" y="187"/>
                    </a:cubicBezTo>
                    <a:cubicBezTo>
                      <a:pt x="27849" y="187"/>
                      <a:pt x="27046" y="168"/>
                      <a:pt x="26783" y="153"/>
                    </a:cubicBezTo>
                    <a:cubicBezTo>
                      <a:pt x="26649" y="153"/>
                      <a:pt x="26498" y="112"/>
                      <a:pt x="26367" y="112"/>
                    </a:cubicBezTo>
                    <a:cubicBezTo>
                      <a:pt x="26310" y="112"/>
                      <a:pt x="26257" y="119"/>
                      <a:pt x="26211" y="141"/>
                    </a:cubicBezTo>
                    <a:cubicBezTo>
                      <a:pt x="26075" y="212"/>
                      <a:pt x="25946" y="235"/>
                      <a:pt x="25819" y="235"/>
                    </a:cubicBezTo>
                    <a:cubicBezTo>
                      <a:pt x="25668" y="235"/>
                      <a:pt x="25521" y="202"/>
                      <a:pt x="25366" y="176"/>
                    </a:cubicBezTo>
                    <a:cubicBezTo>
                      <a:pt x="25272" y="159"/>
                      <a:pt x="25153" y="117"/>
                      <a:pt x="25067" y="117"/>
                    </a:cubicBezTo>
                    <a:cubicBezTo>
                      <a:pt x="25033" y="117"/>
                      <a:pt x="25005" y="124"/>
                      <a:pt x="24985" y="141"/>
                    </a:cubicBezTo>
                    <a:cubicBezTo>
                      <a:pt x="24857" y="247"/>
                      <a:pt x="24723" y="277"/>
                      <a:pt x="24587" y="277"/>
                    </a:cubicBezTo>
                    <a:cubicBezTo>
                      <a:pt x="24405" y="277"/>
                      <a:pt x="24218" y="223"/>
                      <a:pt x="24034" y="223"/>
                    </a:cubicBezTo>
                    <a:cubicBezTo>
                      <a:pt x="23969" y="223"/>
                      <a:pt x="23905" y="230"/>
                      <a:pt x="23842" y="248"/>
                    </a:cubicBezTo>
                    <a:cubicBezTo>
                      <a:pt x="23774" y="268"/>
                      <a:pt x="22535" y="273"/>
                      <a:pt x="20907" y="273"/>
                    </a:cubicBezTo>
                    <a:cubicBezTo>
                      <a:pt x="19047" y="273"/>
                      <a:pt x="16680" y="266"/>
                      <a:pt x="14976" y="266"/>
                    </a:cubicBezTo>
                    <a:cubicBezTo>
                      <a:pt x="13699" y="266"/>
                      <a:pt x="12794" y="270"/>
                      <a:pt x="12757" y="283"/>
                    </a:cubicBezTo>
                    <a:cubicBezTo>
                      <a:pt x="12305" y="474"/>
                      <a:pt x="11840" y="295"/>
                      <a:pt x="11388" y="510"/>
                    </a:cubicBezTo>
                    <a:cubicBezTo>
                      <a:pt x="11242" y="577"/>
                      <a:pt x="11087" y="594"/>
                      <a:pt x="10926" y="594"/>
                    </a:cubicBezTo>
                    <a:cubicBezTo>
                      <a:pt x="10763" y="594"/>
                      <a:pt x="10594" y="576"/>
                      <a:pt x="10427" y="576"/>
                    </a:cubicBezTo>
                    <a:cubicBezTo>
                      <a:pt x="10234" y="576"/>
                      <a:pt x="10043" y="599"/>
                      <a:pt x="9864" y="700"/>
                    </a:cubicBezTo>
                    <a:cubicBezTo>
                      <a:pt x="9755" y="759"/>
                      <a:pt x="9636" y="770"/>
                      <a:pt x="9514" y="770"/>
                    </a:cubicBezTo>
                    <a:cubicBezTo>
                      <a:pt x="9437" y="770"/>
                      <a:pt x="9359" y="765"/>
                      <a:pt x="9281" y="765"/>
                    </a:cubicBezTo>
                    <a:cubicBezTo>
                      <a:pt x="9107" y="765"/>
                      <a:pt x="8937" y="788"/>
                      <a:pt x="8792" y="938"/>
                    </a:cubicBezTo>
                    <a:cubicBezTo>
                      <a:pt x="8788" y="946"/>
                      <a:pt x="8780" y="949"/>
                      <a:pt x="8770" y="949"/>
                    </a:cubicBezTo>
                    <a:cubicBezTo>
                      <a:pt x="8746" y="949"/>
                      <a:pt x="8710" y="935"/>
                      <a:pt x="8685" y="926"/>
                    </a:cubicBezTo>
                    <a:cubicBezTo>
                      <a:pt x="8647" y="920"/>
                      <a:pt x="8608" y="917"/>
                      <a:pt x="8570" y="917"/>
                    </a:cubicBezTo>
                    <a:cubicBezTo>
                      <a:pt x="8321" y="917"/>
                      <a:pt x="8069" y="1039"/>
                      <a:pt x="7819" y="1039"/>
                    </a:cubicBezTo>
                    <a:cubicBezTo>
                      <a:pt x="7698" y="1039"/>
                      <a:pt x="7578" y="1011"/>
                      <a:pt x="7459" y="926"/>
                    </a:cubicBezTo>
                    <a:cubicBezTo>
                      <a:pt x="7457" y="925"/>
                      <a:pt x="7456" y="925"/>
                      <a:pt x="7453" y="925"/>
                    </a:cubicBezTo>
                    <a:cubicBezTo>
                      <a:pt x="7435" y="925"/>
                      <a:pt x="7386" y="966"/>
                      <a:pt x="7375" y="998"/>
                    </a:cubicBezTo>
                    <a:cubicBezTo>
                      <a:pt x="7314" y="1120"/>
                      <a:pt x="7244" y="1129"/>
                      <a:pt x="7128" y="1129"/>
                    </a:cubicBezTo>
                    <a:cubicBezTo>
                      <a:pt x="7109" y="1129"/>
                      <a:pt x="7088" y="1129"/>
                      <a:pt x="7066" y="1129"/>
                    </a:cubicBezTo>
                    <a:cubicBezTo>
                      <a:pt x="7040" y="1128"/>
                      <a:pt x="7015" y="1128"/>
                      <a:pt x="6990" y="1128"/>
                    </a:cubicBezTo>
                    <a:cubicBezTo>
                      <a:pt x="6305" y="1128"/>
                      <a:pt x="5671" y="1429"/>
                      <a:pt x="4982" y="1486"/>
                    </a:cubicBezTo>
                    <a:cubicBezTo>
                      <a:pt x="4482" y="1534"/>
                      <a:pt x="3958" y="1665"/>
                      <a:pt x="3506" y="1950"/>
                    </a:cubicBezTo>
                    <a:cubicBezTo>
                      <a:pt x="3208" y="2141"/>
                      <a:pt x="2839" y="2188"/>
                      <a:pt x="2565" y="2427"/>
                    </a:cubicBezTo>
                    <a:cubicBezTo>
                      <a:pt x="2160" y="2796"/>
                      <a:pt x="1756" y="3153"/>
                      <a:pt x="1351" y="3510"/>
                    </a:cubicBezTo>
                    <a:cubicBezTo>
                      <a:pt x="970" y="3832"/>
                      <a:pt x="565" y="4177"/>
                      <a:pt x="482" y="4689"/>
                    </a:cubicBezTo>
                    <a:cubicBezTo>
                      <a:pt x="386" y="5236"/>
                      <a:pt x="398" y="5784"/>
                      <a:pt x="232" y="6344"/>
                    </a:cubicBezTo>
                    <a:cubicBezTo>
                      <a:pt x="17" y="7058"/>
                      <a:pt x="113" y="7832"/>
                      <a:pt x="77" y="8582"/>
                    </a:cubicBezTo>
                    <a:cubicBezTo>
                      <a:pt x="41" y="9701"/>
                      <a:pt x="136" y="10820"/>
                      <a:pt x="29" y="11940"/>
                    </a:cubicBezTo>
                    <a:cubicBezTo>
                      <a:pt x="0" y="12181"/>
                      <a:pt x="97" y="12305"/>
                      <a:pt x="268" y="12305"/>
                    </a:cubicBezTo>
                    <a:cubicBezTo>
                      <a:pt x="307" y="12305"/>
                      <a:pt x="351" y="12298"/>
                      <a:pt x="398" y="12285"/>
                    </a:cubicBezTo>
                    <a:cubicBezTo>
                      <a:pt x="810" y="12180"/>
                      <a:pt x="1222" y="12161"/>
                      <a:pt x="1634" y="12161"/>
                    </a:cubicBezTo>
                    <a:cubicBezTo>
                      <a:pt x="1864" y="12161"/>
                      <a:pt x="2094" y="12167"/>
                      <a:pt x="2324" y="12167"/>
                    </a:cubicBezTo>
                    <a:cubicBezTo>
                      <a:pt x="2384" y="12167"/>
                      <a:pt x="2445" y="12167"/>
                      <a:pt x="2506" y="12166"/>
                    </a:cubicBezTo>
                    <a:cubicBezTo>
                      <a:pt x="2732" y="12163"/>
                      <a:pt x="2959" y="12161"/>
                      <a:pt x="3185" y="12161"/>
                    </a:cubicBezTo>
                    <a:cubicBezTo>
                      <a:pt x="3804" y="12161"/>
                      <a:pt x="4423" y="12172"/>
                      <a:pt x="5042" y="12190"/>
                    </a:cubicBezTo>
                    <a:cubicBezTo>
                      <a:pt x="5137" y="12192"/>
                      <a:pt x="5232" y="12193"/>
                      <a:pt x="5327" y="12193"/>
                    </a:cubicBezTo>
                    <a:cubicBezTo>
                      <a:pt x="5728" y="12193"/>
                      <a:pt x="6123" y="12176"/>
                      <a:pt x="6518" y="12166"/>
                    </a:cubicBezTo>
                    <a:cubicBezTo>
                      <a:pt x="6576" y="12164"/>
                      <a:pt x="6635" y="12164"/>
                      <a:pt x="6694" y="12164"/>
                    </a:cubicBezTo>
                    <a:cubicBezTo>
                      <a:pt x="6871" y="12164"/>
                      <a:pt x="7051" y="12169"/>
                      <a:pt x="7229" y="12169"/>
                    </a:cubicBezTo>
                    <a:cubicBezTo>
                      <a:pt x="7468" y="12169"/>
                      <a:pt x="7703" y="12160"/>
                      <a:pt x="7923" y="12118"/>
                    </a:cubicBezTo>
                    <a:cubicBezTo>
                      <a:pt x="8064" y="12094"/>
                      <a:pt x="8205" y="12086"/>
                      <a:pt x="8344" y="12086"/>
                    </a:cubicBezTo>
                    <a:cubicBezTo>
                      <a:pt x="8637" y="12086"/>
                      <a:pt x="8926" y="12122"/>
                      <a:pt x="9215" y="12122"/>
                    </a:cubicBezTo>
                    <a:cubicBezTo>
                      <a:pt x="9264" y="12122"/>
                      <a:pt x="9314" y="12121"/>
                      <a:pt x="9364" y="12118"/>
                    </a:cubicBezTo>
                    <a:cubicBezTo>
                      <a:pt x="9388" y="12117"/>
                      <a:pt x="9413" y="12117"/>
                      <a:pt x="9438" y="12117"/>
                    </a:cubicBezTo>
                    <a:cubicBezTo>
                      <a:pt x="9665" y="12117"/>
                      <a:pt x="9907" y="12148"/>
                      <a:pt x="10132" y="12148"/>
                    </a:cubicBezTo>
                    <a:cubicBezTo>
                      <a:pt x="10242" y="12148"/>
                      <a:pt x="10349" y="12140"/>
                      <a:pt x="10447" y="12118"/>
                    </a:cubicBezTo>
                    <a:cubicBezTo>
                      <a:pt x="10995" y="12011"/>
                      <a:pt x="11543" y="12059"/>
                      <a:pt x="12078" y="12035"/>
                    </a:cubicBezTo>
                    <a:cubicBezTo>
                      <a:pt x="12673" y="12014"/>
                      <a:pt x="21563" y="11974"/>
                      <a:pt x="23952" y="11974"/>
                    </a:cubicBezTo>
                    <a:cubicBezTo>
                      <a:pt x="24242" y="11974"/>
                      <a:pt x="24436" y="11974"/>
                      <a:pt x="24508" y="11975"/>
                    </a:cubicBezTo>
                    <a:cubicBezTo>
                      <a:pt x="24530" y="11976"/>
                      <a:pt x="24551" y="11976"/>
                      <a:pt x="24573" y="11976"/>
                    </a:cubicBezTo>
                    <a:cubicBezTo>
                      <a:pt x="24960" y="11976"/>
                      <a:pt x="25376" y="11880"/>
                      <a:pt x="25782" y="11880"/>
                    </a:cubicBezTo>
                    <a:cubicBezTo>
                      <a:pt x="30447" y="11869"/>
                      <a:pt x="35090" y="11543"/>
                      <a:pt x="34826" y="11543"/>
                    </a:cubicBezTo>
                    <a:cubicBezTo>
                      <a:pt x="34809" y="11543"/>
                      <a:pt x="34771" y="11544"/>
                      <a:pt x="34712" y="11547"/>
                    </a:cubicBezTo>
                    <a:cubicBezTo>
                      <a:pt x="35581" y="11499"/>
                      <a:pt x="45380" y="11416"/>
                      <a:pt x="46261" y="11356"/>
                    </a:cubicBezTo>
                    <a:cubicBezTo>
                      <a:pt x="47071" y="11285"/>
                      <a:pt x="47880" y="11285"/>
                      <a:pt x="48678" y="11201"/>
                    </a:cubicBezTo>
                    <a:cubicBezTo>
                      <a:pt x="49250" y="11142"/>
                      <a:pt x="49821" y="11154"/>
                      <a:pt x="50393" y="11082"/>
                    </a:cubicBezTo>
                    <a:cubicBezTo>
                      <a:pt x="50655" y="11051"/>
                      <a:pt x="50932" y="11035"/>
                      <a:pt x="51208" y="11035"/>
                    </a:cubicBezTo>
                    <a:cubicBezTo>
                      <a:pt x="51346" y="11035"/>
                      <a:pt x="51484" y="11039"/>
                      <a:pt x="51619" y="11047"/>
                    </a:cubicBezTo>
                    <a:cubicBezTo>
                      <a:pt x="51641" y="11047"/>
                      <a:pt x="51662" y="11048"/>
                      <a:pt x="51685" y="11048"/>
                    </a:cubicBezTo>
                    <a:cubicBezTo>
                      <a:pt x="51884" y="11048"/>
                      <a:pt x="52099" y="11024"/>
                      <a:pt x="52299" y="11024"/>
                    </a:cubicBezTo>
                    <a:cubicBezTo>
                      <a:pt x="52479" y="11024"/>
                      <a:pt x="52646" y="11043"/>
                      <a:pt x="52774" y="11118"/>
                    </a:cubicBezTo>
                    <a:cubicBezTo>
                      <a:pt x="52963" y="11223"/>
                      <a:pt x="53153" y="11247"/>
                      <a:pt x="53340" y="11247"/>
                    </a:cubicBezTo>
                    <a:cubicBezTo>
                      <a:pt x="53495" y="11247"/>
                      <a:pt x="53649" y="11231"/>
                      <a:pt x="53800" y="11231"/>
                    </a:cubicBezTo>
                    <a:cubicBezTo>
                      <a:pt x="53880" y="11231"/>
                      <a:pt x="53958" y="11235"/>
                      <a:pt x="54036" y="11249"/>
                    </a:cubicBezTo>
                    <a:cubicBezTo>
                      <a:pt x="54147" y="11270"/>
                      <a:pt x="54266" y="11279"/>
                      <a:pt x="54390" y="11279"/>
                    </a:cubicBezTo>
                    <a:cubicBezTo>
                      <a:pt x="54755" y="11279"/>
                      <a:pt x="55162" y="11201"/>
                      <a:pt x="55536" y="11130"/>
                    </a:cubicBezTo>
                    <a:cubicBezTo>
                      <a:pt x="55631" y="11118"/>
                      <a:pt x="55822" y="11142"/>
                      <a:pt x="55798" y="10963"/>
                    </a:cubicBezTo>
                    <a:cubicBezTo>
                      <a:pt x="55774" y="10761"/>
                      <a:pt x="55881" y="10559"/>
                      <a:pt x="55846" y="10368"/>
                    </a:cubicBezTo>
                    <a:cubicBezTo>
                      <a:pt x="55679" y="9737"/>
                      <a:pt x="55929" y="9094"/>
                      <a:pt x="55786" y="8451"/>
                    </a:cubicBezTo>
                    <a:cubicBezTo>
                      <a:pt x="55703" y="8094"/>
                      <a:pt x="55881" y="7689"/>
                      <a:pt x="55810" y="7356"/>
                    </a:cubicBezTo>
                    <a:cubicBezTo>
                      <a:pt x="55679" y="6713"/>
                      <a:pt x="56155" y="6106"/>
                      <a:pt x="55917" y="5701"/>
                    </a:cubicBezTo>
                    <a:cubicBezTo>
                      <a:pt x="55762" y="4855"/>
                      <a:pt x="55846" y="4201"/>
                      <a:pt x="55381" y="3677"/>
                    </a:cubicBezTo>
                    <a:cubicBezTo>
                      <a:pt x="55334" y="3617"/>
                      <a:pt x="55274" y="3546"/>
                      <a:pt x="55262" y="3474"/>
                    </a:cubicBezTo>
                    <a:cubicBezTo>
                      <a:pt x="55215" y="3022"/>
                      <a:pt x="54941" y="2712"/>
                      <a:pt x="54667" y="2391"/>
                    </a:cubicBezTo>
                    <a:cubicBezTo>
                      <a:pt x="54346" y="2010"/>
                      <a:pt x="53893" y="1819"/>
                      <a:pt x="53488" y="1593"/>
                    </a:cubicBezTo>
                    <a:cubicBezTo>
                      <a:pt x="53344" y="1516"/>
                      <a:pt x="53136" y="1392"/>
                      <a:pt x="52873" y="1392"/>
                    </a:cubicBezTo>
                    <a:cubicBezTo>
                      <a:pt x="52811" y="1392"/>
                      <a:pt x="52746" y="1399"/>
                      <a:pt x="52679" y="1415"/>
                    </a:cubicBezTo>
                    <a:cubicBezTo>
                      <a:pt x="52572" y="1439"/>
                      <a:pt x="52448" y="1455"/>
                      <a:pt x="52319" y="1455"/>
                    </a:cubicBezTo>
                    <a:cubicBezTo>
                      <a:pt x="52073" y="1455"/>
                      <a:pt x="51811" y="1396"/>
                      <a:pt x="51631" y="1224"/>
                    </a:cubicBezTo>
                    <a:cubicBezTo>
                      <a:pt x="51440" y="1063"/>
                      <a:pt x="51274" y="1004"/>
                      <a:pt x="51076" y="1004"/>
                    </a:cubicBezTo>
                    <a:cubicBezTo>
                      <a:pt x="51040" y="1004"/>
                      <a:pt x="51003" y="1006"/>
                      <a:pt x="50964" y="1010"/>
                    </a:cubicBezTo>
                    <a:cubicBezTo>
                      <a:pt x="50954" y="1011"/>
                      <a:pt x="50944" y="1011"/>
                      <a:pt x="50934" y="1011"/>
                    </a:cubicBezTo>
                    <a:cubicBezTo>
                      <a:pt x="50815" y="1011"/>
                      <a:pt x="50706" y="949"/>
                      <a:pt x="50607" y="938"/>
                    </a:cubicBezTo>
                    <a:cubicBezTo>
                      <a:pt x="50265" y="900"/>
                      <a:pt x="49946" y="688"/>
                      <a:pt x="49596" y="688"/>
                    </a:cubicBezTo>
                    <a:cubicBezTo>
                      <a:pt x="49507" y="688"/>
                      <a:pt x="49415" y="702"/>
                      <a:pt x="49321" y="736"/>
                    </a:cubicBezTo>
                    <a:cubicBezTo>
                      <a:pt x="49265" y="755"/>
                      <a:pt x="49209" y="773"/>
                      <a:pt x="49158" y="773"/>
                    </a:cubicBezTo>
                    <a:cubicBezTo>
                      <a:pt x="49112" y="773"/>
                      <a:pt x="49069" y="758"/>
                      <a:pt x="49035" y="712"/>
                    </a:cubicBezTo>
                    <a:cubicBezTo>
                      <a:pt x="48945" y="597"/>
                      <a:pt x="48837" y="573"/>
                      <a:pt x="48720" y="573"/>
                    </a:cubicBezTo>
                    <a:cubicBezTo>
                      <a:pt x="48668" y="573"/>
                      <a:pt x="48614" y="577"/>
                      <a:pt x="48559" y="581"/>
                    </a:cubicBezTo>
                    <a:cubicBezTo>
                      <a:pt x="48548" y="582"/>
                      <a:pt x="48537" y="582"/>
                      <a:pt x="48525" y="582"/>
                    </a:cubicBezTo>
                    <a:cubicBezTo>
                      <a:pt x="48313" y="582"/>
                      <a:pt x="48106" y="441"/>
                      <a:pt x="47892" y="441"/>
                    </a:cubicBezTo>
                    <a:cubicBezTo>
                      <a:pt x="47795" y="441"/>
                      <a:pt x="47696" y="471"/>
                      <a:pt x="47595" y="557"/>
                    </a:cubicBezTo>
                    <a:cubicBezTo>
                      <a:pt x="47591" y="561"/>
                      <a:pt x="47584" y="562"/>
                      <a:pt x="47575" y="562"/>
                    </a:cubicBezTo>
                    <a:cubicBezTo>
                      <a:pt x="47549" y="562"/>
                      <a:pt x="47508" y="551"/>
                      <a:pt x="47499" y="534"/>
                    </a:cubicBezTo>
                    <a:cubicBezTo>
                      <a:pt x="47470" y="429"/>
                      <a:pt x="47408" y="401"/>
                      <a:pt x="47341" y="401"/>
                    </a:cubicBezTo>
                    <a:cubicBezTo>
                      <a:pt x="47271" y="401"/>
                      <a:pt x="47197" y="432"/>
                      <a:pt x="47154" y="438"/>
                    </a:cubicBezTo>
                    <a:cubicBezTo>
                      <a:pt x="46937" y="452"/>
                      <a:pt x="46719" y="466"/>
                      <a:pt x="46502" y="466"/>
                    </a:cubicBezTo>
                    <a:cubicBezTo>
                      <a:pt x="46159" y="466"/>
                      <a:pt x="45820" y="431"/>
                      <a:pt x="45499" y="307"/>
                    </a:cubicBezTo>
                    <a:cubicBezTo>
                      <a:pt x="45259" y="225"/>
                      <a:pt x="42493" y="213"/>
                      <a:pt x="39888" y="213"/>
                    </a:cubicBezTo>
                    <a:cubicBezTo>
                      <a:pt x="38859" y="213"/>
                      <a:pt x="37855" y="215"/>
                      <a:pt x="37041" y="215"/>
                    </a:cubicBezTo>
                    <a:cubicBezTo>
                      <a:pt x="36039" y="215"/>
                      <a:pt x="35326" y="212"/>
                      <a:pt x="35212" y="200"/>
                    </a:cubicBezTo>
                    <a:cubicBezTo>
                      <a:pt x="35006" y="172"/>
                      <a:pt x="34797" y="164"/>
                      <a:pt x="34586" y="164"/>
                    </a:cubicBezTo>
                    <a:cubicBezTo>
                      <a:pt x="34305" y="164"/>
                      <a:pt x="34021" y="179"/>
                      <a:pt x="33736" y="179"/>
                    </a:cubicBezTo>
                    <a:cubicBezTo>
                      <a:pt x="33593" y="179"/>
                      <a:pt x="33450" y="175"/>
                      <a:pt x="33307" y="164"/>
                    </a:cubicBezTo>
                    <a:cubicBezTo>
                      <a:pt x="33144" y="150"/>
                      <a:pt x="32972" y="119"/>
                      <a:pt x="32794" y="119"/>
                    </a:cubicBezTo>
                    <a:cubicBezTo>
                      <a:pt x="32673" y="119"/>
                      <a:pt x="32551" y="133"/>
                      <a:pt x="32426" y="176"/>
                    </a:cubicBezTo>
                    <a:cubicBezTo>
                      <a:pt x="32353" y="196"/>
                      <a:pt x="32258" y="215"/>
                      <a:pt x="32159" y="215"/>
                    </a:cubicBezTo>
                    <a:cubicBezTo>
                      <a:pt x="32015" y="215"/>
                      <a:pt x="31860" y="174"/>
                      <a:pt x="31747" y="33"/>
                    </a:cubicBezTo>
                    <a:cubicBezTo>
                      <a:pt x="31730" y="10"/>
                      <a:pt x="31709" y="1"/>
                      <a:pt x="316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48" name="Google Shape;748;p43"/>
              <p:cNvSpPr/>
              <p:nvPr/>
            </p:nvSpPr>
            <p:spPr>
              <a:xfrm>
                <a:off x="3166757" y="2034275"/>
                <a:ext cx="746770" cy="684628"/>
              </a:xfrm>
              <a:custGeom>
                <a:avLst/>
                <a:gdLst/>
                <a:ahLst/>
                <a:cxnLst/>
                <a:rect l="l" t="t" r="r" b="b"/>
                <a:pathLst>
                  <a:path w="23889" h="22504" extrusionOk="0">
                    <a:moveTo>
                      <a:pt x="15859" y="0"/>
                    </a:moveTo>
                    <a:cubicBezTo>
                      <a:pt x="12558" y="0"/>
                      <a:pt x="7921" y="1707"/>
                      <a:pt x="5046" y="2922"/>
                    </a:cubicBezTo>
                    <a:cubicBezTo>
                      <a:pt x="2219" y="4107"/>
                      <a:pt x="244" y="6812"/>
                      <a:pt x="122" y="9913"/>
                    </a:cubicBezTo>
                    <a:cubicBezTo>
                      <a:pt x="122" y="9943"/>
                      <a:pt x="122" y="10004"/>
                      <a:pt x="122" y="10034"/>
                    </a:cubicBezTo>
                    <a:cubicBezTo>
                      <a:pt x="1" y="14472"/>
                      <a:pt x="365" y="22101"/>
                      <a:pt x="13132" y="22496"/>
                    </a:cubicBezTo>
                    <a:cubicBezTo>
                      <a:pt x="13282" y="22501"/>
                      <a:pt x="13430" y="22503"/>
                      <a:pt x="13576" y="22503"/>
                    </a:cubicBezTo>
                    <a:cubicBezTo>
                      <a:pt x="23449" y="22503"/>
                      <a:pt x="23889" y="12499"/>
                      <a:pt x="23679" y="8606"/>
                    </a:cubicBezTo>
                    <a:cubicBezTo>
                      <a:pt x="23648" y="7572"/>
                      <a:pt x="23375" y="6569"/>
                      <a:pt x="22919" y="5627"/>
                    </a:cubicBezTo>
                    <a:cubicBezTo>
                      <a:pt x="21916" y="3560"/>
                      <a:pt x="19667" y="95"/>
                      <a:pt x="16110" y="4"/>
                    </a:cubicBezTo>
                    <a:cubicBezTo>
                      <a:pt x="16028" y="1"/>
                      <a:pt x="15944" y="0"/>
                      <a:pt x="1585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49" name="Google Shape;749;p43"/>
            <p:cNvGrpSpPr/>
            <p:nvPr/>
          </p:nvGrpSpPr>
          <p:grpSpPr>
            <a:xfrm>
              <a:off x="4718250" y="2034275"/>
              <a:ext cx="1690434" cy="1429057"/>
              <a:chOff x="4718250" y="2034275"/>
              <a:chExt cx="1690434" cy="1429057"/>
            </a:xfrm>
          </p:grpSpPr>
          <p:sp>
            <p:nvSpPr>
              <p:cNvPr id="750" name="Google Shape;750;p43"/>
              <p:cNvSpPr/>
              <p:nvPr/>
            </p:nvSpPr>
            <p:spPr>
              <a:xfrm>
                <a:off x="4718250" y="2944900"/>
                <a:ext cx="1690434" cy="518432"/>
              </a:xfrm>
              <a:custGeom>
                <a:avLst/>
                <a:gdLst/>
                <a:ahLst/>
                <a:cxnLst/>
                <a:rect l="l" t="t" r="r" b="b"/>
                <a:pathLst>
                  <a:path w="55970" h="11522" extrusionOk="0">
                    <a:moveTo>
                      <a:pt x="32072" y="1"/>
                    </a:moveTo>
                    <a:cubicBezTo>
                      <a:pt x="31843" y="1"/>
                      <a:pt x="31614" y="33"/>
                      <a:pt x="31409" y="154"/>
                    </a:cubicBezTo>
                    <a:cubicBezTo>
                      <a:pt x="31270" y="54"/>
                      <a:pt x="31125" y="24"/>
                      <a:pt x="30976" y="24"/>
                    </a:cubicBezTo>
                    <a:cubicBezTo>
                      <a:pt x="30749" y="24"/>
                      <a:pt x="30512" y="94"/>
                      <a:pt x="30276" y="94"/>
                    </a:cubicBezTo>
                    <a:cubicBezTo>
                      <a:pt x="30189" y="94"/>
                      <a:pt x="30102" y="85"/>
                      <a:pt x="30016" y="59"/>
                    </a:cubicBezTo>
                    <a:cubicBezTo>
                      <a:pt x="29965" y="45"/>
                      <a:pt x="29913" y="39"/>
                      <a:pt x="29859" y="39"/>
                    </a:cubicBezTo>
                    <a:cubicBezTo>
                      <a:pt x="29662" y="39"/>
                      <a:pt x="29442" y="114"/>
                      <a:pt x="29203" y="114"/>
                    </a:cubicBezTo>
                    <a:cubicBezTo>
                      <a:pt x="29123" y="114"/>
                      <a:pt x="29041" y="105"/>
                      <a:pt x="28956" y="83"/>
                    </a:cubicBezTo>
                    <a:cubicBezTo>
                      <a:pt x="28904" y="72"/>
                      <a:pt x="28848" y="67"/>
                      <a:pt x="28789" y="67"/>
                    </a:cubicBezTo>
                    <a:cubicBezTo>
                      <a:pt x="28576" y="67"/>
                      <a:pt x="28324" y="125"/>
                      <a:pt x="28069" y="125"/>
                    </a:cubicBezTo>
                    <a:cubicBezTo>
                      <a:pt x="28024" y="125"/>
                      <a:pt x="27978" y="123"/>
                      <a:pt x="27932" y="119"/>
                    </a:cubicBezTo>
                    <a:cubicBezTo>
                      <a:pt x="27832" y="109"/>
                      <a:pt x="27728" y="106"/>
                      <a:pt x="27623" y="106"/>
                    </a:cubicBezTo>
                    <a:cubicBezTo>
                      <a:pt x="27519" y="106"/>
                      <a:pt x="27413" y="109"/>
                      <a:pt x="27307" y="109"/>
                    </a:cubicBezTo>
                    <a:cubicBezTo>
                      <a:pt x="27139" y="109"/>
                      <a:pt x="26969" y="102"/>
                      <a:pt x="26801" y="71"/>
                    </a:cubicBezTo>
                    <a:cubicBezTo>
                      <a:pt x="26789" y="68"/>
                      <a:pt x="26777" y="67"/>
                      <a:pt x="26766" y="67"/>
                    </a:cubicBezTo>
                    <a:cubicBezTo>
                      <a:pt x="26661" y="67"/>
                      <a:pt x="26582" y="173"/>
                      <a:pt x="26485" y="173"/>
                    </a:cubicBezTo>
                    <a:cubicBezTo>
                      <a:pt x="26457" y="173"/>
                      <a:pt x="26428" y="164"/>
                      <a:pt x="26397" y="142"/>
                    </a:cubicBezTo>
                    <a:cubicBezTo>
                      <a:pt x="26265" y="62"/>
                      <a:pt x="26126" y="41"/>
                      <a:pt x="25984" y="41"/>
                    </a:cubicBezTo>
                    <a:cubicBezTo>
                      <a:pt x="25831" y="41"/>
                      <a:pt x="25676" y="65"/>
                      <a:pt x="25526" y="65"/>
                    </a:cubicBezTo>
                    <a:cubicBezTo>
                      <a:pt x="25487" y="65"/>
                      <a:pt x="25447" y="63"/>
                      <a:pt x="25408" y="59"/>
                    </a:cubicBezTo>
                    <a:cubicBezTo>
                      <a:pt x="25393" y="57"/>
                      <a:pt x="25377" y="57"/>
                      <a:pt x="25361" y="57"/>
                    </a:cubicBezTo>
                    <a:cubicBezTo>
                      <a:pt x="25206" y="57"/>
                      <a:pt x="25028" y="126"/>
                      <a:pt x="24863" y="126"/>
                    </a:cubicBezTo>
                    <a:cubicBezTo>
                      <a:pt x="24796" y="126"/>
                      <a:pt x="24731" y="115"/>
                      <a:pt x="24670" y="83"/>
                    </a:cubicBezTo>
                    <a:cubicBezTo>
                      <a:pt x="24646" y="69"/>
                      <a:pt x="24626" y="64"/>
                      <a:pt x="24608" y="64"/>
                    </a:cubicBezTo>
                    <a:cubicBezTo>
                      <a:pt x="24516" y="64"/>
                      <a:pt x="24512" y="227"/>
                      <a:pt x="24480" y="227"/>
                    </a:cubicBezTo>
                    <a:cubicBezTo>
                      <a:pt x="24471" y="227"/>
                      <a:pt x="24460" y="213"/>
                      <a:pt x="24444" y="178"/>
                    </a:cubicBezTo>
                    <a:cubicBezTo>
                      <a:pt x="24393" y="77"/>
                      <a:pt x="24333" y="49"/>
                      <a:pt x="24269" y="49"/>
                    </a:cubicBezTo>
                    <a:cubicBezTo>
                      <a:pt x="24188" y="49"/>
                      <a:pt x="24102" y="94"/>
                      <a:pt x="24026" y="94"/>
                    </a:cubicBezTo>
                    <a:cubicBezTo>
                      <a:pt x="23992" y="94"/>
                      <a:pt x="23960" y="85"/>
                      <a:pt x="23932" y="59"/>
                    </a:cubicBezTo>
                    <a:cubicBezTo>
                      <a:pt x="23870" y="197"/>
                      <a:pt x="23791" y="240"/>
                      <a:pt x="23705" y="240"/>
                    </a:cubicBezTo>
                    <a:cubicBezTo>
                      <a:pt x="23560" y="240"/>
                      <a:pt x="23395" y="119"/>
                      <a:pt x="23253" y="119"/>
                    </a:cubicBezTo>
                    <a:cubicBezTo>
                      <a:pt x="23249" y="119"/>
                      <a:pt x="23245" y="119"/>
                      <a:pt x="23241" y="119"/>
                    </a:cubicBezTo>
                    <a:cubicBezTo>
                      <a:pt x="23191" y="119"/>
                      <a:pt x="23143" y="77"/>
                      <a:pt x="23080" y="77"/>
                    </a:cubicBezTo>
                    <a:cubicBezTo>
                      <a:pt x="23044" y="77"/>
                      <a:pt x="23004" y="90"/>
                      <a:pt x="22956" y="131"/>
                    </a:cubicBezTo>
                    <a:cubicBezTo>
                      <a:pt x="22907" y="179"/>
                      <a:pt x="22823" y="211"/>
                      <a:pt x="22735" y="211"/>
                    </a:cubicBezTo>
                    <a:cubicBezTo>
                      <a:pt x="22671" y="211"/>
                      <a:pt x="22606" y="194"/>
                      <a:pt x="22551" y="154"/>
                    </a:cubicBezTo>
                    <a:cubicBezTo>
                      <a:pt x="22502" y="115"/>
                      <a:pt x="22459" y="102"/>
                      <a:pt x="22417" y="102"/>
                    </a:cubicBezTo>
                    <a:cubicBezTo>
                      <a:pt x="22357" y="102"/>
                      <a:pt x="22299" y="128"/>
                      <a:pt x="22229" y="142"/>
                    </a:cubicBezTo>
                    <a:cubicBezTo>
                      <a:pt x="22197" y="146"/>
                      <a:pt x="22165" y="147"/>
                      <a:pt x="22132" y="147"/>
                    </a:cubicBezTo>
                    <a:cubicBezTo>
                      <a:pt x="22052" y="147"/>
                      <a:pt x="21971" y="139"/>
                      <a:pt x="21891" y="139"/>
                    </a:cubicBezTo>
                    <a:cubicBezTo>
                      <a:pt x="21780" y="139"/>
                      <a:pt x="21670" y="154"/>
                      <a:pt x="21563" y="226"/>
                    </a:cubicBezTo>
                    <a:cubicBezTo>
                      <a:pt x="21461" y="99"/>
                      <a:pt x="20052" y="56"/>
                      <a:pt x="18260" y="56"/>
                    </a:cubicBezTo>
                    <a:cubicBezTo>
                      <a:pt x="14991" y="56"/>
                      <a:pt x="10452" y="199"/>
                      <a:pt x="10275" y="238"/>
                    </a:cubicBezTo>
                    <a:cubicBezTo>
                      <a:pt x="10092" y="278"/>
                      <a:pt x="9921" y="323"/>
                      <a:pt x="9752" y="323"/>
                    </a:cubicBezTo>
                    <a:cubicBezTo>
                      <a:pt x="9625" y="323"/>
                      <a:pt x="9499" y="298"/>
                      <a:pt x="9371" y="226"/>
                    </a:cubicBezTo>
                    <a:cubicBezTo>
                      <a:pt x="9310" y="199"/>
                      <a:pt x="9257" y="176"/>
                      <a:pt x="9208" y="176"/>
                    </a:cubicBezTo>
                    <a:cubicBezTo>
                      <a:pt x="9169" y="176"/>
                      <a:pt x="9133" y="190"/>
                      <a:pt x="9097" y="226"/>
                    </a:cubicBezTo>
                    <a:cubicBezTo>
                      <a:pt x="8983" y="332"/>
                      <a:pt x="8855" y="351"/>
                      <a:pt x="8722" y="351"/>
                    </a:cubicBezTo>
                    <a:cubicBezTo>
                      <a:pt x="8645" y="351"/>
                      <a:pt x="8567" y="345"/>
                      <a:pt x="8490" y="345"/>
                    </a:cubicBezTo>
                    <a:cubicBezTo>
                      <a:pt x="8262" y="345"/>
                      <a:pt x="8035" y="334"/>
                      <a:pt x="7811" y="334"/>
                    </a:cubicBezTo>
                    <a:cubicBezTo>
                      <a:pt x="7625" y="334"/>
                      <a:pt x="7442" y="342"/>
                      <a:pt x="7263" y="369"/>
                    </a:cubicBezTo>
                    <a:cubicBezTo>
                      <a:pt x="6847" y="440"/>
                      <a:pt x="6430" y="546"/>
                      <a:pt x="6014" y="546"/>
                    </a:cubicBezTo>
                    <a:cubicBezTo>
                      <a:pt x="5942" y="546"/>
                      <a:pt x="5870" y="542"/>
                      <a:pt x="5799" y="535"/>
                    </a:cubicBezTo>
                    <a:cubicBezTo>
                      <a:pt x="5739" y="530"/>
                      <a:pt x="5676" y="527"/>
                      <a:pt x="5614" y="527"/>
                    </a:cubicBezTo>
                    <a:cubicBezTo>
                      <a:pt x="5394" y="527"/>
                      <a:pt x="5180" y="564"/>
                      <a:pt x="5096" y="666"/>
                    </a:cubicBezTo>
                    <a:cubicBezTo>
                      <a:pt x="4918" y="916"/>
                      <a:pt x="4680" y="869"/>
                      <a:pt x="4429" y="893"/>
                    </a:cubicBezTo>
                    <a:cubicBezTo>
                      <a:pt x="4377" y="884"/>
                      <a:pt x="4299" y="856"/>
                      <a:pt x="4242" y="856"/>
                    </a:cubicBezTo>
                    <a:cubicBezTo>
                      <a:pt x="4221" y="856"/>
                      <a:pt x="4204" y="859"/>
                      <a:pt x="4191" y="869"/>
                    </a:cubicBezTo>
                    <a:cubicBezTo>
                      <a:pt x="3834" y="1107"/>
                      <a:pt x="3322" y="1119"/>
                      <a:pt x="3001" y="1345"/>
                    </a:cubicBezTo>
                    <a:cubicBezTo>
                      <a:pt x="2489" y="1702"/>
                      <a:pt x="1786" y="1821"/>
                      <a:pt x="1512" y="2488"/>
                    </a:cubicBezTo>
                    <a:cubicBezTo>
                      <a:pt x="1381" y="2821"/>
                      <a:pt x="1108" y="3131"/>
                      <a:pt x="1108" y="3512"/>
                    </a:cubicBezTo>
                    <a:cubicBezTo>
                      <a:pt x="1108" y="3821"/>
                      <a:pt x="822" y="4012"/>
                      <a:pt x="762" y="4298"/>
                    </a:cubicBezTo>
                    <a:cubicBezTo>
                      <a:pt x="643" y="4798"/>
                      <a:pt x="643" y="5310"/>
                      <a:pt x="572" y="5810"/>
                    </a:cubicBezTo>
                    <a:cubicBezTo>
                      <a:pt x="512" y="6191"/>
                      <a:pt x="453" y="6584"/>
                      <a:pt x="500" y="6953"/>
                    </a:cubicBezTo>
                    <a:cubicBezTo>
                      <a:pt x="524" y="7143"/>
                      <a:pt x="215" y="7143"/>
                      <a:pt x="369" y="7262"/>
                    </a:cubicBezTo>
                    <a:cubicBezTo>
                      <a:pt x="715" y="7560"/>
                      <a:pt x="131" y="7834"/>
                      <a:pt x="358" y="8143"/>
                    </a:cubicBezTo>
                    <a:cubicBezTo>
                      <a:pt x="381" y="8191"/>
                      <a:pt x="238" y="8417"/>
                      <a:pt x="381" y="8608"/>
                    </a:cubicBezTo>
                    <a:cubicBezTo>
                      <a:pt x="619" y="8894"/>
                      <a:pt x="286" y="9155"/>
                      <a:pt x="238" y="9441"/>
                    </a:cubicBezTo>
                    <a:cubicBezTo>
                      <a:pt x="179" y="9941"/>
                      <a:pt x="227" y="10453"/>
                      <a:pt x="24" y="10953"/>
                    </a:cubicBezTo>
                    <a:cubicBezTo>
                      <a:pt x="0" y="11037"/>
                      <a:pt x="131" y="11239"/>
                      <a:pt x="96" y="11418"/>
                    </a:cubicBezTo>
                    <a:cubicBezTo>
                      <a:pt x="88" y="11495"/>
                      <a:pt x="155" y="11522"/>
                      <a:pt x="226" y="11522"/>
                    </a:cubicBezTo>
                    <a:cubicBezTo>
                      <a:pt x="264" y="11522"/>
                      <a:pt x="304" y="11514"/>
                      <a:pt x="334" y="11501"/>
                    </a:cubicBezTo>
                    <a:cubicBezTo>
                      <a:pt x="641" y="11376"/>
                      <a:pt x="955" y="11344"/>
                      <a:pt x="1271" y="11344"/>
                    </a:cubicBezTo>
                    <a:cubicBezTo>
                      <a:pt x="1594" y="11344"/>
                      <a:pt x="1920" y="11378"/>
                      <a:pt x="2242" y="11378"/>
                    </a:cubicBezTo>
                    <a:cubicBezTo>
                      <a:pt x="2325" y="11378"/>
                      <a:pt x="2407" y="11375"/>
                      <a:pt x="2489" y="11370"/>
                    </a:cubicBezTo>
                    <a:cubicBezTo>
                      <a:pt x="2571" y="11365"/>
                      <a:pt x="2655" y="11363"/>
                      <a:pt x="2738" y="11363"/>
                    </a:cubicBezTo>
                    <a:cubicBezTo>
                      <a:pt x="3244" y="11363"/>
                      <a:pt x="3764" y="11443"/>
                      <a:pt x="4275" y="11453"/>
                    </a:cubicBezTo>
                    <a:cubicBezTo>
                      <a:pt x="4414" y="11455"/>
                      <a:pt x="4553" y="11456"/>
                      <a:pt x="4692" y="11456"/>
                    </a:cubicBezTo>
                    <a:cubicBezTo>
                      <a:pt x="5339" y="11456"/>
                      <a:pt x="5988" y="11435"/>
                      <a:pt x="6644" y="11406"/>
                    </a:cubicBezTo>
                    <a:cubicBezTo>
                      <a:pt x="6917" y="11392"/>
                      <a:pt x="7190" y="11386"/>
                      <a:pt x="7463" y="11386"/>
                    </a:cubicBezTo>
                    <a:cubicBezTo>
                      <a:pt x="8369" y="11386"/>
                      <a:pt x="9277" y="11447"/>
                      <a:pt x="10192" y="11465"/>
                    </a:cubicBezTo>
                    <a:cubicBezTo>
                      <a:pt x="10304" y="11467"/>
                      <a:pt x="10578" y="11468"/>
                      <a:pt x="10975" y="11468"/>
                    </a:cubicBezTo>
                    <a:cubicBezTo>
                      <a:pt x="13750" y="11468"/>
                      <a:pt x="22509" y="11431"/>
                      <a:pt x="23301" y="11358"/>
                    </a:cubicBezTo>
                    <a:cubicBezTo>
                      <a:pt x="23932" y="11299"/>
                      <a:pt x="24587" y="11263"/>
                      <a:pt x="25230" y="11227"/>
                    </a:cubicBezTo>
                    <a:cubicBezTo>
                      <a:pt x="25754" y="11191"/>
                      <a:pt x="26278" y="11182"/>
                      <a:pt x="26803" y="11182"/>
                    </a:cubicBezTo>
                    <a:cubicBezTo>
                      <a:pt x="27266" y="11182"/>
                      <a:pt x="27730" y="11189"/>
                      <a:pt x="28194" y="11189"/>
                    </a:cubicBezTo>
                    <a:cubicBezTo>
                      <a:pt x="28579" y="11189"/>
                      <a:pt x="28963" y="11184"/>
                      <a:pt x="29349" y="11168"/>
                    </a:cubicBezTo>
                    <a:cubicBezTo>
                      <a:pt x="29790" y="11150"/>
                      <a:pt x="30233" y="11147"/>
                      <a:pt x="30678" y="11147"/>
                    </a:cubicBezTo>
                    <a:cubicBezTo>
                      <a:pt x="30901" y="11147"/>
                      <a:pt x="31124" y="11148"/>
                      <a:pt x="31347" y="11148"/>
                    </a:cubicBezTo>
                    <a:cubicBezTo>
                      <a:pt x="31570" y="11148"/>
                      <a:pt x="31793" y="11147"/>
                      <a:pt x="32016" y="11144"/>
                    </a:cubicBezTo>
                    <a:cubicBezTo>
                      <a:pt x="32282" y="11140"/>
                      <a:pt x="32547" y="11139"/>
                      <a:pt x="32811" y="11139"/>
                    </a:cubicBezTo>
                    <a:cubicBezTo>
                      <a:pt x="33339" y="11139"/>
                      <a:pt x="33866" y="11144"/>
                      <a:pt x="34398" y="11144"/>
                    </a:cubicBezTo>
                    <a:cubicBezTo>
                      <a:pt x="34695" y="11144"/>
                      <a:pt x="45423" y="11132"/>
                      <a:pt x="45720" y="11132"/>
                    </a:cubicBezTo>
                    <a:cubicBezTo>
                      <a:pt x="45780" y="11131"/>
                      <a:pt x="45839" y="11131"/>
                      <a:pt x="45899" y="11131"/>
                    </a:cubicBezTo>
                    <a:cubicBezTo>
                      <a:pt x="46377" y="11131"/>
                      <a:pt x="46858" y="11154"/>
                      <a:pt x="47336" y="11154"/>
                    </a:cubicBezTo>
                    <a:cubicBezTo>
                      <a:pt x="47657" y="11154"/>
                      <a:pt x="47976" y="11144"/>
                      <a:pt x="48292" y="11108"/>
                    </a:cubicBezTo>
                    <a:cubicBezTo>
                      <a:pt x="49268" y="11013"/>
                      <a:pt x="50245" y="11049"/>
                      <a:pt x="51209" y="11013"/>
                    </a:cubicBezTo>
                    <a:cubicBezTo>
                      <a:pt x="51665" y="10986"/>
                      <a:pt x="52113" y="10792"/>
                      <a:pt x="52575" y="10792"/>
                    </a:cubicBezTo>
                    <a:cubicBezTo>
                      <a:pt x="52729" y="10792"/>
                      <a:pt x="52885" y="10813"/>
                      <a:pt x="53043" y="10870"/>
                    </a:cubicBezTo>
                    <a:cubicBezTo>
                      <a:pt x="53055" y="10870"/>
                      <a:pt x="53102" y="10846"/>
                      <a:pt x="53114" y="10822"/>
                    </a:cubicBezTo>
                    <a:cubicBezTo>
                      <a:pt x="53144" y="10674"/>
                      <a:pt x="53243" y="10646"/>
                      <a:pt x="53349" y="10646"/>
                    </a:cubicBezTo>
                    <a:cubicBezTo>
                      <a:pt x="53412" y="10646"/>
                      <a:pt x="53477" y="10656"/>
                      <a:pt x="53531" y="10656"/>
                    </a:cubicBezTo>
                    <a:cubicBezTo>
                      <a:pt x="53609" y="10661"/>
                      <a:pt x="53688" y="10663"/>
                      <a:pt x="53766" y="10663"/>
                    </a:cubicBezTo>
                    <a:cubicBezTo>
                      <a:pt x="54185" y="10663"/>
                      <a:pt x="54600" y="10597"/>
                      <a:pt x="55018" y="10597"/>
                    </a:cubicBezTo>
                    <a:cubicBezTo>
                      <a:pt x="55196" y="10597"/>
                      <a:pt x="55375" y="10609"/>
                      <a:pt x="55555" y="10644"/>
                    </a:cubicBezTo>
                    <a:cubicBezTo>
                      <a:pt x="55587" y="10650"/>
                      <a:pt x="55622" y="10654"/>
                      <a:pt x="55656" y="10654"/>
                    </a:cubicBezTo>
                    <a:cubicBezTo>
                      <a:pt x="55812" y="10654"/>
                      <a:pt x="55969" y="10585"/>
                      <a:pt x="55960" y="10429"/>
                    </a:cubicBezTo>
                    <a:cubicBezTo>
                      <a:pt x="55936" y="10060"/>
                      <a:pt x="55936" y="9691"/>
                      <a:pt x="55912" y="9322"/>
                    </a:cubicBezTo>
                    <a:cubicBezTo>
                      <a:pt x="55876" y="8941"/>
                      <a:pt x="55841" y="8548"/>
                      <a:pt x="55805" y="8167"/>
                    </a:cubicBezTo>
                    <a:cubicBezTo>
                      <a:pt x="55745" y="7631"/>
                      <a:pt x="55710" y="7084"/>
                      <a:pt x="55650" y="6548"/>
                    </a:cubicBezTo>
                    <a:cubicBezTo>
                      <a:pt x="55603" y="6179"/>
                      <a:pt x="55543" y="5822"/>
                      <a:pt x="55460" y="5476"/>
                    </a:cubicBezTo>
                    <a:cubicBezTo>
                      <a:pt x="55376" y="5167"/>
                      <a:pt x="55519" y="4845"/>
                      <a:pt x="55376" y="4583"/>
                    </a:cubicBezTo>
                    <a:cubicBezTo>
                      <a:pt x="55245" y="4322"/>
                      <a:pt x="55233" y="4072"/>
                      <a:pt x="55210" y="3821"/>
                    </a:cubicBezTo>
                    <a:cubicBezTo>
                      <a:pt x="55210" y="3726"/>
                      <a:pt x="55245" y="3595"/>
                      <a:pt x="55174" y="3560"/>
                    </a:cubicBezTo>
                    <a:cubicBezTo>
                      <a:pt x="54864" y="3393"/>
                      <a:pt x="54852" y="3071"/>
                      <a:pt x="54698" y="2833"/>
                    </a:cubicBezTo>
                    <a:cubicBezTo>
                      <a:pt x="54424" y="2428"/>
                      <a:pt x="54198" y="2000"/>
                      <a:pt x="53781" y="1666"/>
                    </a:cubicBezTo>
                    <a:cubicBezTo>
                      <a:pt x="53567" y="1500"/>
                      <a:pt x="53269" y="1535"/>
                      <a:pt x="53090" y="1369"/>
                    </a:cubicBezTo>
                    <a:cubicBezTo>
                      <a:pt x="52686" y="1012"/>
                      <a:pt x="52138" y="964"/>
                      <a:pt x="51650" y="881"/>
                    </a:cubicBezTo>
                    <a:cubicBezTo>
                      <a:pt x="51114" y="785"/>
                      <a:pt x="50590" y="690"/>
                      <a:pt x="50054" y="595"/>
                    </a:cubicBezTo>
                    <a:cubicBezTo>
                      <a:pt x="49114" y="428"/>
                      <a:pt x="48161" y="309"/>
                      <a:pt x="47209" y="190"/>
                    </a:cubicBezTo>
                    <a:cubicBezTo>
                      <a:pt x="47202" y="190"/>
                      <a:pt x="47196" y="189"/>
                      <a:pt x="47190" y="189"/>
                    </a:cubicBezTo>
                    <a:cubicBezTo>
                      <a:pt x="47097" y="189"/>
                      <a:pt x="47019" y="244"/>
                      <a:pt x="46930" y="244"/>
                    </a:cubicBezTo>
                    <a:cubicBezTo>
                      <a:pt x="46891" y="244"/>
                      <a:pt x="46849" y="234"/>
                      <a:pt x="46804" y="202"/>
                    </a:cubicBezTo>
                    <a:cubicBezTo>
                      <a:pt x="46601" y="82"/>
                      <a:pt x="46351" y="23"/>
                      <a:pt x="46122" y="23"/>
                    </a:cubicBezTo>
                    <a:cubicBezTo>
                      <a:pt x="45988" y="23"/>
                      <a:pt x="45862" y="43"/>
                      <a:pt x="45756" y="83"/>
                    </a:cubicBezTo>
                    <a:cubicBezTo>
                      <a:pt x="45630" y="135"/>
                      <a:pt x="44608" y="154"/>
                      <a:pt x="43218" y="154"/>
                    </a:cubicBezTo>
                    <a:cubicBezTo>
                      <a:pt x="39882" y="154"/>
                      <a:pt x="34428" y="47"/>
                      <a:pt x="34159" y="47"/>
                    </a:cubicBezTo>
                    <a:cubicBezTo>
                      <a:pt x="33915" y="53"/>
                      <a:pt x="33662" y="59"/>
                      <a:pt x="33408" y="59"/>
                    </a:cubicBezTo>
                    <a:cubicBezTo>
                      <a:pt x="33153" y="59"/>
                      <a:pt x="32897" y="53"/>
                      <a:pt x="32647" y="35"/>
                    </a:cubicBezTo>
                    <a:cubicBezTo>
                      <a:pt x="32466" y="24"/>
                      <a:pt x="32269" y="1"/>
                      <a:pt x="3207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1" name="Google Shape;751;p43"/>
              <p:cNvSpPr/>
              <p:nvPr/>
            </p:nvSpPr>
            <p:spPr>
              <a:xfrm>
                <a:off x="5377247" y="2971105"/>
                <a:ext cx="3565" cy="2852"/>
              </a:xfrm>
              <a:custGeom>
                <a:avLst/>
                <a:gdLst/>
                <a:ahLst/>
                <a:cxnLst/>
                <a:rect l="l" t="t" r="r" b="b"/>
                <a:pathLst>
                  <a:path w="180" h="148" extrusionOk="0">
                    <a:moveTo>
                      <a:pt x="90" y="0"/>
                    </a:moveTo>
                    <a:cubicBezTo>
                      <a:pt x="54" y="0"/>
                      <a:pt x="35" y="30"/>
                      <a:pt x="25" y="50"/>
                    </a:cubicBezTo>
                    <a:cubicBezTo>
                      <a:pt x="1" y="98"/>
                      <a:pt x="37" y="121"/>
                      <a:pt x="72" y="145"/>
                    </a:cubicBezTo>
                    <a:cubicBezTo>
                      <a:pt x="79" y="147"/>
                      <a:pt x="85" y="148"/>
                      <a:pt x="90" y="148"/>
                    </a:cubicBezTo>
                    <a:cubicBezTo>
                      <a:pt x="126" y="148"/>
                      <a:pt x="145" y="117"/>
                      <a:pt x="156" y="86"/>
                    </a:cubicBezTo>
                    <a:cubicBezTo>
                      <a:pt x="180" y="50"/>
                      <a:pt x="144" y="14"/>
                      <a:pt x="108" y="2"/>
                    </a:cubicBezTo>
                    <a:cubicBezTo>
                      <a:pt x="102" y="1"/>
                      <a:pt x="96" y="0"/>
                      <a:pt x="90" y="0"/>
                    </a:cubicBezTo>
                    <a:close/>
                  </a:path>
                </a:pathLst>
              </a:custGeom>
              <a:solidFill>
                <a:srgbClr val="FCBD2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3"/>
              <p:cNvSpPr/>
              <p:nvPr/>
            </p:nvSpPr>
            <p:spPr>
              <a:xfrm>
                <a:off x="5132110" y="2034275"/>
                <a:ext cx="746770" cy="684628"/>
              </a:xfrm>
              <a:custGeom>
                <a:avLst/>
                <a:gdLst/>
                <a:ahLst/>
                <a:cxnLst/>
                <a:rect l="l" t="t" r="r" b="b"/>
                <a:pathLst>
                  <a:path w="23889" h="22504" extrusionOk="0">
                    <a:moveTo>
                      <a:pt x="15859" y="0"/>
                    </a:moveTo>
                    <a:cubicBezTo>
                      <a:pt x="12558" y="0"/>
                      <a:pt x="7921" y="1707"/>
                      <a:pt x="5046" y="2922"/>
                    </a:cubicBezTo>
                    <a:cubicBezTo>
                      <a:pt x="2219" y="4107"/>
                      <a:pt x="244" y="6812"/>
                      <a:pt x="122" y="9913"/>
                    </a:cubicBezTo>
                    <a:cubicBezTo>
                      <a:pt x="122" y="9943"/>
                      <a:pt x="122" y="10004"/>
                      <a:pt x="122" y="10034"/>
                    </a:cubicBezTo>
                    <a:cubicBezTo>
                      <a:pt x="1" y="14472"/>
                      <a:pt x="365" y="22101"/>
                      <a:pt x="13132" y="22496"/>
                    </a:cubicBezTo>
                    <a:cubicBezTo>
                      <a:pt x="13282" y="22501"/>
                      <a:pt x="13430" y="22503"/>
                      <a:pt x="13576" y="22503"/>
                    </a:cubicBezTo>
                    <a:cubicBezTo>
                      <a:pt x="23449" y="22503"/>
                      <a:pt x="23889" y="12499"/>
                      <a:pt x="23679" y="8606"/>
                    </a:cubicBezTo>
                    <a:cubicBezTo>
                      <a:pt x="23648" y="7572"/>
                      <a:pt x="23375" y="6569"/>
                      <a:pt x="22919" y="5627"/>
                    </a:cubicBezTo>
                    <a:cubicBezTo>
                      <a:pt x="21916" y="3560"/>
                      <a:pt x="19667" y="95"/>
                      <a:pt x="16110" y="4"/>
                    </a:cubicBezTo>
                    <a:cubicBezTo>
                      <a:pt x="16028" y="1"/>
                      <a:pt x="15944" y="0"/>
                      <a:pt x="158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753" name="Google Shape;753;p43"/>
            <p:cNvGrpSpPr/>
            <p:nvPr/>
          </p:nvGrpSpPr>
          <p:grpSpPr>
            <a:xfrm>
              <a:off x="6723900" y="2034275"/>
              <a:ext cx="1690608" cy="1384430"/>
              <a:chOff x="6723900" y="2034275"/>
              <a:chExt cx="1690608" cy="1384430"/>
            </a:xfrm>
          </p:grpSpPr>
          <p:sp>
            <p:nvSpPr>
              <p:cNvPr id="754" name="Google Shape;754;p43"/>
              <p:cNvSpPr/>
              <p:nvPr/>
            </p:nvSpPr>
            <p:spPr>
              <a:xfrm>
                <a:off x="6723900" y="2944875"/>
                <a:ext cx="1690608" cy="473830"/>
              </a:xfrm>
              <a:custGeom>
                <a:avLst/>
                <a:gdLst/>
                <a:ahLst/>
                <a:cxnLst/>
                <a:rect l="l" t="t" r="r" b="b"/>
                <a:pathLst>
                  <a:path w="54929" h="9873" extrusionOk="0">
                    <a:moveTo>
                      <a:pt x="30374" y="1"/>
                    </a:moveTo>
                    <a:cubicBezTo>
                      <a:pt x="30123" y="1"/>
                      <a:pt x="29871" y="15"/>
                      <a:pt x="29616" y="40"/>
                    </a:cubicBezTo>
                    <a:cubicBezTo>
                      <a:pt x="29462" y="55"/>
                      <a:pt x="29307" y="61"/>
                      <a:pt x="29152" y="61"/>
                    </a:cubicBezTo>
                    <a:cubicBezTo>
                      <a:pt x="28830" y="61"/>
                      <a:pt x="28506" y="38"/>
                      <a:pt x="28180" y="38"/>
                    </a:cubicBezTo>
                    <a:cubicBezTo>
                      <a:pt x="28048" y="38"/>
                      <a:pt x="27916" y="42"/>
                      <a:pt x="27783" y="52"/>
                    </a:cubicBezTo>
                    <a:cubicBezTo>
                      <a:pt x="27499" y="74"/>
                      <a:pt x="27208" y="85"/>
                      <a:pt x="26915" y="85"/>
                    </a:cubicBezTo>
                    <a:cubicBezTo>
                      <a:pt x="26555" y="85"/>
                      <a:pt x="26191" y="68"/>
                      <a:pt x="25830" y="28"/>
                    </a:cubicBezTo>
                    <a:cubicBezTo>
                      <a:pt x="25769" y="21"/>
                      <a:pt x="25707" y="18"/>
                      <a:pt x="25646" y="18"/>
                    </a:cubicBezTo>
                    <a:cubicBezTo>
                      <a:pt x="25368" y="18"/>
                      <a:pt x="25095" y="82"/>
                      <a:pt x="24803" y="82"/>
                    </a:cubicBezTo>
                    <a:cubicBezTo>
                      <a:pt x="24753" y="82"/>
                      <a:pt x="24703" y="80"/>
                      <a:pt x="24652" y="76"/>
                    </a:cubicBezTo>
                    <a:cubicBezTo>
                      <a:pt x="24154" y="30"/>
                      <a:pt x="23652" y="5"/>
                      <a:pt x="23147" y="5"/>
                    </a:cubicBezTo>
                    <a:cubicBezTo>
                      <a:pt x="22746" y="5"/>
                      <a:pt x="22343" y="21"/>
                      <a:pt x="21937" y="52"/>
                    </a:cubicBezTo>
                    <a:cubicBezTo>
                      <a:pt x="21752" y="71"/>
                      <a:pt x="21559" y="161"/>
                      <a:pt x="21343" y="161"/>
                    </a:cubicBezTo>
                    <a:cubicBezTo>
                      <a:pt x="21281" y="161"/>
                      <a:pt x="21217" y="154"/>
                      <a:pt x="21151" y="136"/>
                    </a:cubicBezTo>
                    <a:cubicBezTo>
                      <a:pt x="21025" y="102"/>
                      <a:pt x="15657" y="33"/>
                      <a:pt x="12450" y="33"/>
                    </a:cubicBezTo>
                    <a:cubicBezTo>
                      <a:pt x="11118" y="33"/>
                      <a:pt x="10158" y="45"/>
                      <a:pt x="10102" y="76"/>
                    </a:cubicBezTo>
                    <a:cubicBezTo>
                      <a:pt x="9904" y="180"/>
                      <a:pt x="9704" y="207"/>
                      <a:pt x="9503" y="207"/>
                    </a:cubicBezTo>
                    <a:cubicBezTo>
                      <a:pt x="9293" y="207"/>
                      <a:pt x="9083" y="178"/>
                      <a:pt x="8875" y="178"/>
                    </a:cubicBezTo>
                    <a:cubicBezTo>
                      <a:pt x="8828" y="178"/>
                      <a:pt x="8780" y="179"/>
                      <a:pt x="8733" y="183"/>
                    </a:cubicBezTo>
                    <a:cubicBezTo>
                      <a:pt x="8639" y="193"/>
                      <a:pt x="8553" y="276"/>
                      <a:pt x="8450" y="276"/>
                    </a:cubicBezTo>
                    <a:cubicBezTo>
                      <a:pt x="8423" y="276"/>
                      <a:pt x="8394" y="270"/>
                      <a:pt x="8364" y="255"/>
                    </a:cubicBezTo>
                    <a:cubicBezTo>
                      <a:pt x="8223" y="191"/>
                      <a:pt x="8077" y="170"/>
                      <a:pt x="7933" y="170"/>
                    </a:cubicBezTo>
                    <a:cubicBezTo>
                      <a:pt x="7724" y="170"/>
                      <a:pt x="7518" y="215"/>
                      <a:pt x="7328" y="243"/>
                    </a:cubicBezTo>
                    <a:cubicBezTo>
                      <a:pt x="7002" y="285"/>
                      <a:pt x="6619" y="429"/>
                      <a:pt x="6338" y="429"/>
                    </a:cubicBezTo>
                    <a:cubicBezTo>
                      <a:pt x="6301" y="429"/>
                      <a:pt x="6266" y="427"/>
                      <a:pt x="6233" y="421"/>
                    </a:cubicBezTo>
                    <a:cubicBezTo>
                      <a:pt x="6170" y="409"/>
                      <a:pt x="6108" y="403"/>
                      <a:pt x="6048" y="403"/>
                    </a:cubicBezTo>
                    <a:cubicBezTo>
                      <a:pt x="5689" y="403"/>
                      <a:pt x="5360" y="591"/>
                      <a:pt x="5007" y="591"/>
                    </a:cubicBezTo>
                    <a:cubicBezTo>
                      <a:pt x="4910" y="591"/>
                      <a:pt x="4811" y="577"/>
                      <a:pt x="4709" y="540"/>
                    </a:cubicBezTo>
                    <a:cubicBezTo>
                      <a:pt x="4687" y="532"/>
                      <a:pt x="4660" y="528"/>
                      <a:pt x="4631" y="528"/>
                    </a:cubicBezTo>
                    <a:cubicBezTo>
                      <a:pt x="4454" y="528"/>
                      <a:pt x="4159" y="661"/>
                      <a:pt x="3935" y="671"/>
                    </a:cubicBezTo>
                    <a:cubicBezTo>
                      <a:pt x="3747" y="680"/>
                      <a:pt x="3613" y="904"/>
                      <a:pt x="3437" y="904"/>
                    </a:cubicBezTo>
                    <a:cubicBezTo>
                      <a:pt x="3378" y="904"/>
                      <a:pt x="3315" y="879"/>
                      <a:pt x="3244" y="814"/>
                    </a:cubicBezTo>
                    <a:cubicBezTo>
                      <a:pt x="3244" y="814"/>
                      <a:pt x="3220" y="826"/>
                      <a:pt x="3220" y="838"/>
                    </a:cubicBezTo>
                    <a:cubicBezTo>
                      <a:pt x="2982" y="1302"/>
                      <a:pt x="2435" y="1243"/>
                      <a:pt x="2054" y="1457"/>
                    </a:cubicBezTo>
                    <a:cubicBezTo>
                      <a:pt x="1577" y="1731"/>
                      <a:pt x="1303" y="2148"/>
                      <a:pt x="1077" y="2517"/>
                    </a:cubicBezTo>
                    <a:cubicBezTo>
                      <a:pt x="613" y="3267"/>
                      <a:pt x="541" y="4184"/>
                      <a:pt x="399" y="5065"/>
                    </a:cubicBezTo>
                    <a:cubicBezTo>
                      <a:pt x="327" y="5493"/>
                      <a:pt x="327" y="5934"/>
                      <a:pt x="279" y="6363"/>
                    </a:cubicBezTo>
                    <a:cubicBezTo>
                      <a:pt x="160" y="7339"/>
                      <a:pt x="137" y="8327"/>
                      <a:pt x="89" y="9470"/>
                    </a:cubicBezTo>
                    <a:cubicBezTo>
                      <a:pt x="0" y="9716"/>
                      <a:pt x="99" y="9872"/>
                      <a:pt x="398" y="9872"/>
                    </a:cubicBezTo>
                    <a:cubicBezTo>
                      <a:pt x="460" y="9872"/>
                      <a:pt x="532" y="9866"/>
                      <a:pt x="613" y="9851"/>
                    </a:cubicBezTo>
                    <a:cubicBezTo>
                      <a:pt x="631" y="9848"/>
                      <a:pt x="650" y="9846"/>
                      <a:pt x="669" y="9846"/>
                    </a:cubicBezTo>
                    <a:cubicBezTo>
                      <a:pt x="720" y="9846"/>
                      <a:pt x="772" y="9856"/>
                      <a:pt x="822" y="9856"/>
                    </a:cubicBezTo>
                    <a:cubicBezTo>
                      <a:pt x="884" y="9856"/>
                      <a:pt x="943" y="9842"/>
                      <a:pt x="994" y="9780"/>
                    </a:cubicBezTo>
                    <a:cubicBezTo>
                      <a:pt x="1018" y="9768"/>
                      <a:pt x="1053" y="9768"/>
                      <a:pt x="1077" y="9768"/>
                    </a:cubicBezTo>
                    <a:cubicBezTo>
                      <a:pt x="1275" y="9738"/>
                      <a:pt x="1473" y="9733"/>
                      <a:pt x="1671" y="9733"/>
                    </a:cubicBezTo>
                    <a:cubicBezTo>
                      <a:pt x="1773" y="9733"/>
                      <a:pt x="1875" y="9734"/>
                      <a:pt x="1978" y="9734"/>
                    </a:cubicBezTo>
                    <a:cubicBezTo>
                      <a:pt x="2157" y="9734"/>
                      <a:pt x="2336" y="9730"/>
                      <a:pt x="2518" y="9708"/>
                    </a:cubicBezTo>
                    <a:cubicBezTo>
                      <a:pt x="2587" y="9699"/>
                      <a:pt x="2658" y="9695"/>
                      <a:pt x="2729" y="9695"/>
                    </a:cubicBezTo>
                    <a:cubicBezTo>
                      <a:pt x="3081" y="9695"/>
                      <a:pt x="3450" y="9792"/>
                      <a:pt x="3813" y="9792"/>
                    </a:cubicBezTo>
                    <a:cubicBezTo>
                      <a:pt x="3829" y="9792"/>
                      <a:pt x="3846" y="9792"/>
                      <a:pt x="3863" y="9792"/>
                    </a:cubicBezTo>
                    <a:cubicBezTo>
                      <a:pt x="4248" y="9792"/>
                      <a:pt x="4640" y="9756"/>
                      <a:pt x="5028" y="9756"/>
                    </a:cubicBezTo>
                    <a:cubicBezTo>
                      <a:pt x="5144" y="9756"/>
                      <a:pt x="5260" y="9759"/>
                      <a:pt x="5375" y="9768"/>
                    </a:cubicBezTo>
                    <a:cubicBezTo>
                      <a:pt x="5455" y="9775"/>
                      <a:pt x="5538" y="9779"/>
                      <a:pt x="5623" y="9779"/>
                    </a:cubicBezTo>
                    <a:cubicBezTo>
                      <a:pt x="5829" y="9779"/>
                      <a:pt x="6049" y="9755"/>
                      <a:pt x="6268" y="9696"/>
                    </a:cubicBezTo>
                    <a:cubicBezTo>
                      <a:pt x="6709" y="9577"/>
                      <a:pt x="7209" y="9649"/>
                      <a:pt x="7685" y="9589"/>
                    </a:cubicBezTo>
                    <a:cubicBezTo>
                      <a:pt x="7848" y="9572"/>
                      <a:pt x="8059" y="9563"/>
                      <a:pt x="8285" y="9563"/>
                    </a:cubicBezTo>
                    <a:cubicBezTo>
                      <a:pt x="8703" y="9563"/>
                      <a:pt x="9170" y="9595"/>
                      <a:pt x="9471" y="9672"/>
                    </a:cubicBezTo>
                    <a:cubicBezTo>
                      <a:pt x="9478" y="9676"/>
                      <a:pt x="9485" y="9677"/>
                      <a:pt x="9492" y="9677"/>
                    </a:cubicBezTo>
                    <a:cubicBezTo>
                      <a:pt x="9509" y="9677"/>
                      <a:pt x="9526" y="9669"/>
                      <a:pt x="9543" y="9661"/>
                    </a:cubicBezTo>
                    <a:cubicBezTo>
                      <a:pt x="9721" y="9530"/>
                      <a:pt x="9900" y="9518"/>
                      <a:pt x="10138" y="9518"/>
                    </a:cubicBezTo>
                    <a:cubicBezTo>
                      <a:pt x="10457" y="9518"/>
                      <a:pt x="14441" y="9487"/>
                      <a:pt x="17619" y="9487"/>
                    </a:cubicBezTo>
                    <a:cubicBezTo>
                      <a:pt x="19661" y="9487"/>
                      <a:pt x="21370" y="9500"/>
                      <a:pt x="21556" y="9541"/>
                    </a:cubicBezTo>
                    <a:cubicBezTo>
                      <a:pt x="21559" y="9545"/>
                      <a:pt x="21564" y="9546"/>
                      <a:pt x="21570" y="9546"/>
                    </a:cubicBezTo>
                    <a:cubicBezTo>
                      <a:pt x="21585" y="9546"/>
                      <a:pt x="21607" y="9535"/>
                      <a:pt x="21615" y="9518"/>
                    </a:cubicBezTo>
                    <a:cubicBezTo>
                      <a:pt x="21676" y="9330"/>
                      <a:pt x="21789" y="9287"/>
                      <a:pt x="21917" y="9287"/>
                    </a:cubicBezTo>
                    <a:cubicBezTo>
                      <a:pt x="22024" y="9287"/>
                      <a:pt x="22142" y="9317"/>
                      <a:pt x="22248" y="9317"/>
                    </a:cubicBezTo>
                    <a:cubicBezTo>
                      <a:pt x="22264" y="9317"/>
                      <a:pt x="22279" y="9317"/>
                      <a:pt x="22294" y="9315"/>
                    </a:cubicBezTo>
                    <a:cubicBezTo>
                      <a:pt x="22527" y="9286"/>
                      <a:pt x="22773" y="9253"/>
                      <a:pt x="23013" y="9253"/>
                    </a:cubicBezTo>
                    <a:cubicBezTo>
                      <a:pt x="23166" y="9253"/>
                      <a:pt x="23317" y="9266"/>
                      <a:pt x="23461" y="9303"/>
                    </a:cubicBezTo>
                    <a:cubicBezTo>
                      <a:pt x="23495" y="9311"/>
                      <a:pt x="23526" y="9314"/>
                      <a:pt x="23555" y="9314"/>
                    </a:cubicBezTo>
                    <a:cubicBezTo>
                      <a:pt x="23750" y="9314"/>
                      <a:pt x="23856" y="9171"/>
                      <a:pt x="24033" y="9171"/>
                    </a:cubicBezTo>
                    <a:cubicBezTo>
                      <a:pt x="24045" y="9171"/>
                      <a:pt x="24056" y="9171"/>
                      <a:pt x="24068" y="9172"/>
                    </a:cubicBezTo>
                    <a:cubicBezTo>
                      <a:pt x="24261" y="9199"/>
                      <a:pt x="24452" y="9212"/>
                      <a:pt x="24643" y="9212"/>
                    </a:cubicBezTo>
                    <a:cubicBezTo>
                      <a:pt x="24877" y="9212"/>
                      <a:pt x="25112" y="9193"/>
                      <a:pt x="25354" y="9160"/>
                    </a:cubicBezTo>
                    <a:cubicBezTo>
                      <a:pt x="25463" y="9143"/>
                      <a:pt x="25575" y="9137"/>
                      <a:pt x="25691" y="9137"/>
                    </a:cubicBezTo>
                    <a:cubicBezTo>
                      <a:pt x="25967" y="9137"/>
                      <a:pt x="26259" y="9172"/>
                      <a:pt x="26545" y="9172"/>
                    </a:cubicBezTo>
                    <a:cubicBezTo>
                      <a:pt x="26811" y="9172"/>
                      <a:pt x="27107" y="9213"/>
                      <a:pt x="27371" y="9213"/>
                    </a:cubicBezTo>
                    <a:cubicBezTo>
                      <a:pt x="27484" y="9213"/>
                      <a:pt x="27591" y="9206"/>
                      <a:pt x="27688" y="9184"/>
                    </a:cubicBezTo>
                    <a:cubicBezTo>
                      <a:pt x="27776" y="9165"/>
                      <a:pt x="27864" y="9158"/>
                      <a:pt x="27951" y="9158"/>
                    </a:cubicBezTo>
                    <a:cubicBezTo>
                      <a:pt x="28215" y="9158"/>
                      <a:pt x="28474" y="9225"/>
                      <a:pt x="28733" y="9225"/>
                    </a:cubicBezTo>
                    <a:cubicBezTo>
                      <a:pt x="28861" y="9225"/>
                      <a:pt x="28988" y="9209"/>
                      <a:pt x="29116" y="9160"/>
                    </a:cubicBezTo>
                    <a:cubicBezTo>
                      <a:pt x="29214" y="9122"/>
                      <a:pt x="29312" y="9111"/>
                      <a:pt x="29413" y="9111"/>
                    </a:cubicBezTo>
                    <a:cubicBezTo>
                      <a:pt x="29551" y="9111"/>
                      <a:pt x="29692" y="9132"/>
                      <a:pt x="29836" y="9132"/>
                    </a:cubicBezTo>
                    <a:cubicBezTo>
                      <a:pt x="29882" y="9132"/>
                      <a:pt x="29928" y="9130"/>
                      <a:pt x="29974" y="9125"/>
                    </a:cubicBezTo>
                    <a:cubicBezTo>
                      <a:pt x="30135" y="9109"/>
                      <a:pt x="30297" y="9103"/>
                      <a:pt x="30460" y="9103"/>
                    </a:cubicBezTo>
                    <a:cubicBezTo>
                      <a:pt x="30876" y="9103"/>
                      <a:pt x="31295" y="9141"/>
                      <a:pt x="31714" y="9141"/>
                    </a:cubicBezTo>
                    <a:cubicBezTo>
                      <a:pt x="31856" y="9141"/>
                      <a:pt x="31998" y="9136"/>
                      <a:pt x="32141" y="9125"/>
                    </a:cubicBezTo>
                    <a:cubicBezTo>
                      <a:pt x="32269" y="9112"/>
                      <a:pt x="32398" y="9108"/>
                      <a:pt x="32528" y="9108"/>
                    </a:cubicBezTo>
                    <a:cubicBezTo>
                      <a:pt x="32738" y="9108"/>
                      <a:pt x="32950" y="9118"/>
                      <a:pt x="33163" y="9118"/>
                    </a:cubicBezTo>
                    <a:cubicBezTo>
                      <a:pt x="33294" y="9118"/>
                      <a:pt x="33426" y="9114"/>
                      <a:pt x="33557" y="9101"/>
                    </a:cubicBezTo>
                    <a:cubicBezTo>
                      <a:pt x="34046" y="9065"/>
                      <a:pt x="34534" y="9041"/>
                      <a:pt x="35022" y="8994"/>
                    </a:cubicBezTo>
                    <a:cubicBezTo>
                      <a:pt x="35072" y="8987"/>
                      <a:pt x="35332" y="8985"/>
                      <a:pt x="35744" y="8985"/>
                    </a:cubicBezTo>
                    <a:cubicBezTo>
                      <a:pt x="37465" y="8985"/>
                      <a:pt x="41855" y="9029"/>
                      <a:pt x="44905" y="9029"/>
                    </a:cubicBezTo>
                    <a:cubicBezTo>
                      <a:pt x="46639" y="9029"/>
                      <a:pt x="47940" y="9015"/>
                      <a:pt x="48071" y="8970"/>
                    </a:cubicBezTo>
                    <a:cubicBezTo>
                      <a:pt x="48264" y="8908"/>
                      <a:pt x="48484" y="8891"/>
                      <a:pt x="48707" y="8891"/>
                    </a:cubicBezTo>
                    <a:cubicBezTo>
                      <a:pt x="48910" y="8891"/>
                      <a:pt x="49117" y="8905"/>
                      <a:pt x="49309" y="8910"/>
                    </a:cubicBezTo>
                    <a:cubicBezTo>
                      <a:pt x="49344" y="8911"/>
                      <a:pt x="49379" y="8912"/>
                      <a:pt x="49413" y="8912"/>
                    </a:cubicBezTo>
                    <a:cubicBezTo>
                      <a:pt x="49800" y="8912"/>
                      <a:pt x="50194" y="8866"/>
                      <a:pt x="50588" y="8866"/>
                    </a:cubicBezTo>
                    <a:cubicBezTo>
                      <a:pt x="50682" y="8866"/>
                      <a:pt x="50775" y="8868"/>
                      <a:pt x="50869" y="8875"/>
                    </a:cubicBezTo>
                    <a:cubicBezTo>
                      <a:pt x="51061" y="8885"/>
                      <a:pt x="51254" y="8888"/>
                      <a:pt x="51447" y="8888"/>
                    </a:cubicBezTo>
                    <a:cubicBezTo>
                      <a:pt x="51858" y="8888"/>
                      <a:pt x="52271" y="8873"/>
                      <a:pt x="52680" y="8873"/>
                    </a:cubicBezTo>
                    <a:cubicBezTo>
                      <a:pt x="52759" y="8873"/>
                      <a:pt x="52838" y="8873"/>
                      <a:pt x="52917" y="8875"/>
                    </a:cubicBezTo>
                    <a:cubicBezTo>
                      <a:pt x="52998" y="8875"/>
                      <a:pt x="53128" y="8784"/>
                      <a:pt x="53226" y="8784"/>
                    </a:cubicBezTo>
                    <a:cubicBezTo>
                      <a:pt x="53301" y="8784"/>
                      <a:pt x="53358" y="8838"/>
                      <a:pt x="53358" y="9030"/>
                    </a:cubicBezTo>
                    <a:cubicBezTo>
                      <a:pt x="53358" y="9030"/>
                      <a:pt x="53405" y="9040"/>
                      <a:pt x="53444" y="9040"/>
                    </a:cubicBezTo>
                    <a:cubicBezTo>
                      <a:pt x="53463" y="9040"/>
                      <a:pt x="53481" y="9037"/>
                      <a:pt x="53489" y="9030"/>
                    </a:cubicBezTo>
                    <a:cubicBezTo>
                      <a:pt x="53722" y="8828"/>
                      <a:pt x="53988" y="8796"/>
                      <a:pt x="54261" y="8796"/>
                    </a:cubicBezTo>
                    <a:cubicBezTo>
                      <a:pt x="54391" y="8796"/>
                      <a:pt x="54524" y="8803"/>
                      <a:pt x="54655" y="8803"/>
                    </a:cubicBezTo>
                    <a:cubicBezTo>
                      <a:pt x="54786" y="8803"/>
                      <a:pt x="54929" y="8696"/>
                      <a:pt x="54917" y="8577"/>
                    </a:cubicBezTo>
                    <a:cubicBezTo>
                      <a:pt x="54870" y="8125"/>
                      <a:pt x="54917" y="7672"/>
                      <a:pt x="54870" y="7232"/>
                    </a:cubicBezTo>
                    <a:cubicBezTo>
                      <a:pt x="54798" y="6636"/>
                      <a:pt x="54834" y="6041"/>
                      <a:pt x="54751" y="5446"/>
                    </a:cubicBezTo>
                    <a:cubicBezTo>
                      <a:pt x="54691" y="4946"/>
                      <a:pt x="54703" y="4446"/>
                      <a:pt x="54596" y="3969"/>
                    </a:cubicBezTo>
                    <a:cubicBezTo>
                      <a:pt x="54501" y="3565"/>
                      <a:pt x="54453" y="3148"/>
                      <a:pt x="54310" y="2767"/>
                    </a:cubicBezTo>
                    <a:cubicBezTo>
                      <a:pt x="54024" y="2005"/>
                      <a:pt x="53572" y="1374"/>
                      <a:pt x="52822" y="981"/>
                    </a:cubicBezTo>
                    <a:cubicBezTo>
                      <a:pt x="52369" y="743"/>
                      <a:pt x="51893" y="719"/>
                      <a:pt x="51429" y="648"/>
                    </a:cubicBezTo>
                    <a:cubicBezTo>
                      <a:pt x="50998" y="582"/>
                      <a:pt x="50574" y="479"/>
                      <a:pt x="50146" y="479"/>
                    </a:cubicBezTo>
                    <a:cubicBezTo>
                      <a:pt x="50030" y="479"/>
                      <a:pt x="49914" y="487"/>
                      <a:pt x="49798" y="505"/>
                    </a:cubicBezTo>
                    <a:cubicBezTo>
                      <a:pt x="49755" y="509"/>
                      <a:pt x="49711" y="511"/>
                      <a:pt x="49666" y="511"/>
                    </a:cubicBezTo>
                    <a:cubicBezTo>
                      <a:pt x="49463" y="511"/>
                      <a:pt x="49249" y="470"/>
                      <a:pt x="49083" y="421"/>
                    </a:cubicBezTo>
                    <a:cubicBezTo>
                      <a:pt x="48488" y="255"/>
                      <a:pt x="35974" y="338"/>
                      <a:pt x="35379" y="278"/>
                    </a:cubicBezTo>
                    <a:cubicBezTo>
                      <a:pt x="35144" y="262"/>
                      <a:pt x="34898" y="218"/>
                      <a:pt x="34644" y="218"/>
                    </a:cubicBezTo>
                    <a:cubicBezTo>
                      <a:pt x="34526" y="218"/>
                      <a:pt x="34405" y="228"/>
                      <a:pt x="34284" y="255"/>
                    </a:cubicBezTo>
                    <a:cubicBezTo>
                      <a:pt x="34200" y="273"/>
                      <a:pt x="34096" y="281"/>
                      <a:pt x="33989" y="281"/>
                    </a:cubicBezTo>
                    <a:cubicBezTo>
                      <a:pt x="33882" y="281"/>
                      <a:pt x="33772" y="273"/>
                      <a:pt x="33677" y="255"/>
                    </a:cubicBezTo>
                    <a:cubicBezTo>
                      <a:pt x="33141" y="159"/>
                      <a:pt x="32593" y="171"/>
                      <a:pt x="32057" y="136"/>
                    </a:cubicBezTo>
                    <a:cubicBezTo>
                      <a:pt x="32052" y="135"/>
                      <a:pt x="32047" y="135"/>
                      <a:pt x="32042" y="135"/>
                    </a:cubicBezTo>
                    <a:cubicBezTo>
                      <a:pt x="31977" y="135"/>
                      <a:pt x="31910" y="191"/>
                      <a:pt x="31819" y="191"/>
                    </a:cubicBezTo>
                    <a:cubicBezTo>
                      <a:pt x="31800" y="191"/>
                      <a:pt x="31780" y="189"/>
                      <a:pt x="31760" y="183"/>
                    </a:cubicBezTo>
                    <a:cubicBezTo>
                      <a:pt x="31303" y="52"/>
                      <a:pt x="30841" y="1"/>
                      <a:pt x="3037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endParaRPr>
                  <a:solidFill>
                    <a:srgbClr val="FFFFFF"/>
                  </a:solidFill>
                </a:endParaRPr>
              </a:p>
            </p:txBody>
          </p:sp>
          <p:sp>
            <p:nvSpPr>
              <p:cNvPr id="755" name="Google Shape;755;p43"/>
              <p:cNvSpPr/>
              <p:nvPr/>
            </p:nvSpPr>
            <p:spPr>
              <a:xfrm>
                <a:off x="7099388" y="2034275"/>
                <a:ext cx="746770" cy="684628"/>
              </a:xfrm>
              <a:custGeom>
                <a:avLst/>
                <a:gdLst/>
                <a:ahLst/>
                <a:cxnLst/>
                <a:rect l="l" t="t" r="r" b="b"/>
                <a:pathLst>
                  <a:path w="23889" h="22504" extrusionOk="0">
                    <a:moveTo>
                      <a:pt x="15859" y="0"/>
                    </a:moveTo>
                    <a:cubicBezTo>
                      <a:pt x="12558" y="0"/>
                      <a:pt x="7921" y="1707"/>
                      <a:pt x="5046" y="2922"/>
                    </a:cubicBezTo>
                    <a:cubicBezTo>
                      <a:pt x="2219" y="4107"/>
                      <a:pt x="244" y="6812"/>
                      <a:pt x="122" y="9913"/>
                    </a:cubicBezTo>
                    <a:cubicBezTo>
                      <a:pt x="122" y="9943"/>
                      <a:pt x="122" y="10004"/>
                      <a:pt x="122" y="10034"/>
                    </a:cubicBezTo>
                    <a:cubicBezTo>
                      <a:pt x="1" y="14472"/>
                      <a:pt x="365" y="22101"/>
                      <a:pt x="13132" y="22496"/>
                    </a:cubicBezTo>
                    <a:cubicBezTo>
                      <a:pt x="13282" y="22501"/>
                      <a:pt x="13430" y="22503"/>
                      <a:pt x="13576" y="22503"/>
                    </a:cubicBezTo>
                    <a:cubicBezTo>
                      <a:pt x="23449" y="22503"/>
                      <a:pt x="23889" y="12499"/>
                      <a:pt x="23679" y="8606"/>
                    </a:cubicBezTo>
                    <a:cubicBezTo>
                      <a:pt x="23648" y="7572"/>
                      <a:pt x="23375" y="6569"/>
                      <a:pt x="22919" y="5627"/>
                    </a:cubicBezTo>
                    <a:cubicBezTo>
                      <a:pt x="21916" y="3560"/>
                      <a:pt x="19667" y="95"/>
                      <a:pt x="16110" y="4"/>
                    </a:cubicBezTo>
                    <a:cubicBezTo>
                      <a:pt x="16028" y="1"/>
                      <a:pt x="15944" y="0"/>
                      <a:pt x="1585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56" name="Google Shape;756;p43"/>
          <p:cNvSpPr txBox="1">
            <a:spLocks noGrp="1"/>
          </p:cNvSpPr>
          <p:nvPr>
            <p:ph type="subTitle" idx="1"/>
          </p:nvPr>
        </p:nvSpPr>
        <p:spPr>
          <a:xfrm>
            <a:off x="729525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RISKS</a:t>
            </a:r>
          </a:p>
        </p:txBody>
      </p:sp>
      <p:sp>
        <p:nvSpPr>
          <p:cNvPr id="757" name="Google Shape;757;p43"/>
          <p:cNvSpPr txBox="1">
            <a:spLocks noGrp="1"/>
          </p:cNvSpPr>
          <p:nvPr>
            <p:ph type="subTitle" idx="2"/>
          </p:nvPr>
        </p:nvSpPr>
        <p:spPr>
          <a:xfrm>
            <a:off x="729513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Despite being red, Mars is a cold place, not hot</a:t>
            </a:r>
          </a:p>
        </p:txBody>
      </p:sp>
      <p:sp>
        <p:nvSpPr>
          <p:cNvPr id="758" name="Google Shape;758;p43"/>
          <p:cNvSpPr txBox="1">
            <a:spLocks noGrp="1"/>
          </p:cNvSpPr>
          <p:nvPr>
            <p:ph type="subTitle" idx="3"/>
          </p:nvPr>
        </p:nvSpPr>
        <p:spPr>
          <a:xfrm>
            <a:off x="2723887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dirty="0"/>
              <a:t>ASSUMPTIONS</a:t>
            </a:r>
          </a:p>
        </p:txBody>
      </p:sp>
      <p:sp>
        <p:nvSpPr>
          <p:cNvPr id="759" name="Google Shape;759;p43"/>
          <p:cNvSpPr txBox="1">
            <a:spLocks noGrp="1"/>
          </p:cNvSpPr>
          <p:nvPr>
            <p:ph type="subTitle" idx="4"/>
          </p:nvPr>
        </p:nvSpPr>
        <p:spPr>
          <a:xfrm>
            <a:off x="2723863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Jupiter is the biggest planet in our Solar System</a:t>
            </a:r>
          </a:p>
        </p:txBody>
      </p:sp>
      <p:sp>
        <p:nvSpPr>
          <p:cNvPr id="760" name="Google Shape;760;p43"/>
          <p:cNvSpPr txBox="1">
            <a:spLocks noGrp="1"/>
          </p:cNvSpPr>
          <p:nvPr>
            <p:ph type="subTitle" idx="5"/>
          </p:nvPr>
        </p:nvSpPr>
        <p:spPr>
          <a:xfrm>
            <a:off x="4718263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ISSUES</a:t>
            </a:r>
          </a:p>
        </p:txBody>
      </p:sp>
      <p:sp>
        <p:nvSpPr>
          <p:cNvPr id="761" name="Google Shape;761;p43"/>
          <p:cNvSpPr txBox="1">
            <a:spLocks noGrp="1"/>
          </p:cNvSpPr>
          <p:nvPr>
            <p:ph type="subTitle" idx="6"/>
          </p:nvPr>
        </p:nvSpPr>
        <p:spPr>
          <a:xfrm>
            <a:off x="4718238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It has a beautiful</a:t>
            </a:r>
          </a:p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name, but it’s terribly hot</a:t>
            </a:r>
          </a:p>
        </p:txBody>
      </p:sp>
      <p:sp>
        <p:nvSpPr>
          <p:cNvPr id="762" name="Google Shape;762;p43"/>
          <p:cNvSpPr txBox="1">
            <a:spLocks noGrp="1"/>
          </p:cNvSpPr>
          <p:nvPr>
            <p:ph type="subTitle" idx="7"/>
          </p:nvPr>
        </p:nvSpPr>
        <p:spPr>
          <a:xfrm>
            <a:off x="6723913" y="2609751"/>
            <a:ext cx="16905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DEPENDENCIES</a:t>
            </a:r>
          </a:p>
        </p:txBody>
      </p:sp>
      <p:sp>
        <p:nvSpPr>
          <p:cNvPr id="763" name="Google Shape;763;p43"/>
          <p:cNvSpPr txBox="1">
            <a:spLocks noGrp="1"/>
          </p:cNvSpPr>
          <p:nvPr>
            <p:ph type="subTitle" idx="8"/>
          </p:nvPr>
        </p:nvSpPr>
        <p:spPr>
          <a:xfrm>
            <a:off x="6723963" y="3056744"/>
            <a:ext cx="1690500" cy="8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Neptune is the farthest planet from the Sun</a:t>
            </a:r>
          </a:p>
        </p:txBody>
      </p:sp>
      <p:sp>
        <p:nvSpPr>
          <p:cNvPr id="764" name="Google Shape;764;p43"/>
          <p:cNvSpPr/>
          <p:nvPr/>
        </p:nvSpPr>
        <p:spPr>
          <a:xfrm>
            <a:off x="5331442" y="1848015"/>
            <a:ext cx="369083" cy="369112"/>
          </a:xfrm>
          <a:custGeom>
            <a:avLst/>
            <a:gdLst/>
            <a:ahLst/>
            <a:cxnLst/>
            <a:rect l="l" t="t" r="r" b="b"/>
            <a:pathLst>
              <a:path w="12759" h="12761" extrusionOk="0">
                <a:moveTo>
                  <a:pt x="6427" y="3592"/>
                </a:moveTo>
                <a:cubicBezTo>
                  <a:pt x="7939" y="3592"/>
                  <a:pt x="9168" y="4821"/>
                  <a:pt x="9168" y="6365"/>
                </a:cubicBezTo>
                <a:cubicBezTo>
                  <a:pt x="9168" y="7846"/>
                  <a:pt x="7908" y="9106"/>
                  <a:pt x="6427" y="9106"/>
                </a:cubicBezTo>
                <a:cubicBezTo>
                  <a:pt x="4883" y="9106"/>
                  <a:pt x="3655" y="7877"/>
                  <a:pt x="3655" y="6365"/>
                </a:cubicBezTo>
                <a:cubicBezTo>
                  <a:pt x="3655" y="4821"/>
                  <a:pt x="4883" y="3592"/>
                  <a:pt x="6427" y="3592"/>
                </a:cubicBezTo>
                <a:close/>
                <a:moveTo>
                  <a:pt x="5829" y="1"/>
                </a:moveTo>
                <a:cubicBezTo>
                  <a:pt x="5356" y="1"/>
                  <a:pt x="5009" y="347"/>
                  <a:pt x="5009" y="852"/>
                </a:cubicBezTo>
                <a:lnTo>
                  <a:pt x="5009" y="1576"/>
                </a:lnTo>
                <a:cubicBezTo>
                  <a:pt x="4631" y="1702"/>
                  <a:pt x="4285" y="1828"/>
                  <a:pt x="3970" y="2017"/>
                </a:cubicBezTo>
                <a:lnTo>
                  <a:pt x="3466" y="1513"/>
                </a:lnTo>
                <a:cubicBezTo>
                  <a:pt x="3308" y="1356"/>
                  <a:pt x="3088" y="1277"/>
                  <a:pt x="2867" y="1277"/>
                </a:cubicBezTo>
                <a:cubicBezTo>
                  <a:pt x="2647" y="1277"/>
                  <a:pt x="2426" y="1356"/>
                  <a:pt x="2269" y="1513"/>
                </a:cubicBezTo>
                <a:lnTo>
                  <a:pt x="1481" y="2301"/>
                </a:lnTo>
                <a:cubicBezTo>
                  <a:pt x="1166" y="2616"/>
                  <a:pt x="1166" y="3151"/>
                  <a:pt x="1481" y="3466"/>
                </a:cubicBezTo>
                <a:lnTo>
                  <a:pt x="2017" y="4002"/>
                </a:lnTo>
                <a:cubicBezTo>
                  <a:pt x="1796" y="4317"/>
                  <a:pt x="1701" y="4664"/>
                  <a:pt x="1575" y="5010"/>
                </a:cubicBezTo>
                <a:lnTo>
                  <a:pt x="819" y="5010"/>
                </a:lnTo>
                <a:cubicBezTo>
                  <a:pt x="347" y="5010"/>
                  <a:pt x="0" y="5357"/>
                  <a:pt x="0" y="5829"/>
                </a:cubicBezTo>
                <a:lnTo>
                  <a:pt x="0" y="6932"/>
                </a:lnTo>
                <a:cubicBezTo>
                  <a:pt x="0" y="7405"/>
                  <a:pt x="347" y="7783"/>
                  <a:pt x="819" y="7783"/>
                </a:cubicBezTo>
                <a:lnTo>
                  <a:pt x="1575" y="7783"/>
                </a:lnTo>
                <a:cubicBezTo>
                  <a:pt x="1701" y="8129"/>
                  <a:pt x="1796" y="8476"/>
                  <a:pt x="2017" y="8791"/>
                </a:cubicBezTo>
                <a:lnTo>
                  <a:pt x="1481" y="9295"/>
                </a:lnTo>
                <a:cubicBezTo>
                  <a:pt x="1166" y="9610"/>
                  <a:pt x="1166" y="10177"/>
                  <a:pt x="1481" y="10492"/>
                </a:cubicBezTo>
                <a:lnTo>
                  <a:pt x="2269" y="11280"/>
                </a:lnTo>
                <a:cubicBezTo>
                  <a:pt x="2426" y="11437"/>
                  <a:pt x="2647" y="11516"/>
                  <a:pt x="2867" y="11516"/>
                </a:cubicBezTo>
                <a:cubicBezTo>
                  <a:pt x="3088" y="11516"/>
                  <a:pt x="3308" y="11437"/>
                  <a:pt x="3466" y="11280"/>
                </a:cubicBezTo>
                <a:lnTo>
                  <a:pt x="3970" y="10776"/>
                </a:lnTo>
                <a:cubicBezTo>
                  <a:pt x="4285" y="10965"/>
                  <a:pt x="4631" y="11091"/>
                  <a:pt x="5009" y="11185"/>
                </a:cubicBezTo>
                <a:lnTo>
                  <a:pt x="5009" y="11941"/>
                </a:lnTo>
                <a:cubicBezTo>
                  <a:pt x="5009" y="12414"/>
                  <a:pt x="5356" y="12760"/>
                  <a:pt x="5829" y="12760"/>
                </a:cubicBezTo>
                <a:lnTo>
                  <a:pt x="6931" y="12760"/>
                </a:lnTo>
                <a:cubicBezTo>
                  <a:pt x="7404" y="12760"/>
                  <a:pt x="7750" y="12414"/>
                  <a:pt x="7750" y="11941"/>
                </a:cubicBezTo>
                <a:lnTo>
                  <a:pt x="7750" y="11185"/>
                </a:lnTo>
                <a:cubicBezTo>
                  <a:pt x="8097" y="11091"/>
                  <a:pt x="8475" y="10965"/>
                  <a:pt x="8790" y="10776"/>
                </a:cubicBezTo>
                <a:lnTo>
                  <a:pt x="9294" y="11280"/>
                </a:lnTo>
                <a:cubicBezTo>
                  <a:pt x="9452" y="11437"/>
                  <a:pt x="9664" y="11516"/>
                  <a:pt x="9877" y="11516"/>
                </a:cubicBezTo>
                <a:cubicBezTo>
                  <a:pt x="10090" y="11516"/>
                  <a:pt x="10302" y="11437"/>
                  <a:pt x="10460" y="11280"/>
                </a:cubicBezTo>
                <a:lnTo>
                  <a:pt x="11247" y="10492"/>
                </a:lnTo>
                <a:cubicBezTo>
                  <a:pt x="11563" y="10177"/>
                  <a:pt x="11563" y="9610"/>
                  <a:pt x="11247" y="9295"/>
                </a:cubicBezTo>
                <a:lnTo>
                  <a:pt x="10743" y="8791"/>
                </a:lnTo>
                <a:cubicBezTo>
                  <a:pt x="10932" y="8476"/>
                  <a:pt x="11058" y="8129"/>
                  <a:pt x="11184" y="7783"/>
                </a:cubicBezTo>
                <a:lnTo>
                  <a:pt x="11941" y="7783"/>
                </a:lnTo>
                <a:cubicBezTo>
                  <a:pt x="12413" y="7783"/>
                  <a:pt x="12760" y="7405"/>
                  <a:pt x="12760" y="6932"/>
                </a:cubicBezTo>
                <a:lnTo>
                  <a:pt x="12760" y="5829"/>
                </a:lnTo>
                <a:cubicBezTo>
                  <a:pt x="12760" y="5325"/>
                  <a:pt x="12350" y="4979"/>
                  <a:pt x="11941" y="4979"/>
                </a:cubicBezTo>
                <a:lnTo>
                  <a:pt x="11184" y="4979"/>
                </a:lnTo>
                <a:cubicBezTo>
                  <a:pt x="11058" y="4632"/>
                  <a:pt x="10932" y="4254"/>
                  <a:pt x="10743" y="3939"/>
                </a:cubicBezTo>
                <a:lnTo>
                  <a:pt x="11247" y="3435"/>
                </a:lnTo>
                <a:cubicBezTo>
                  <a:pt x="11563" y="3120"/>
                  <a:pt x="11563" y="2553"/>
                  <a:pt x="11247" y="2238"/>
                </a:cubicBezTo>
                <a:lnTo>
                  <a:pt x="10460" y="1450"/>
                </a:lnTo>
                <a:cubicBezTo>
                  <a:pt x="10302" y="1293"/>
                  <a:pt x="10090" y="1214"/>
                  <a:pt x="9877" y="1214"/>
                </a:cubicBezTo>
                <a:cubicBezTo>
                  <a:pt x="9664" y="1214"/>
                  <a:pt x="9452" y="1293"/>
                  <a:pt x="9294" y="1450"/>
                </a:cubicBezTo>
                <a:lnTo>
                  <a:pt x="8790" y="1986"/>
                </a:lnTo>
                <a:cubicBezTo>
                  <a:pt x="8475" y="1765"/>
                  <a:pt x="8097" y="1671"/>
                  <a:pt x="7750" y="1545"/>
                </a:cubicBezTo>
                <a:lnTo>
                  <a:pt x="7750" y="852"/>
                </a:lnTo>
                <a:cubicBezTo>
                  <a:pt x="7750" y="379"/>
                  <a:pt x="7404" y="1"/>
                  <a:pt x="6931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765" name="Google Shape;765;p43"/>
          <p:cNvGrpSpPr/>
          <p:nvPr/>
        </p:nvGrpSpPr>
        <p:grpSpPr>
          <a:xfrm>
            <a:off x="3356025" y="1849389"/>
            <a:ext cx="368186" cy="366364"/>
            <a:chOff x="-63679952" y="3360375"/>
            <a:chExt cx="318225" cy="316650"/>
          </a:xfrm>
        </p:grpSpPr>
        <p:sp>
          <p:nvSpPr>
            <p:cNvPr id="766" name="Google Shape;766;p43"/>
            <p:cNvSpPr/>
            <p:nvPr/>
          </p:nvSpPr>
          <p:spPr>
            <a:xfrm>
              <a:off x="-63497197" y="3423400"/>
              <a:ext cx="40975" cy="40975"/>
            </a:xfrm>
            <a:custGeom>
              <a:avLst/>
              <a:gdLst/>
              <a:ahLst/>
              <a:cxnLst/>
              <a:rect l="l" t="t" r="r" b="b"/>
              <a:pathLst>
                <a:path w="1639" h="1639" extrusionOk="0">
                  <a:moveTo>
                    <a:pt x="819" y="0"/>
                  </a:moveTo>
                  <a:cubicBezTo>
                    <a:pt x="378" y="0"/>
                    <a:pt x="0" y="378"/>
                    <a:pt x="0" y="819"/>
                  </a:cubicBezTo>
                  <a:cubicBezTo>
                    <a:pt x="0" y="1260"/>
                    <a:pt x="378" y="1638"/>
                    <a:pt x="819" y="1638"/>
                  </a:cubicBezTo>
                  <a:cubicBezTo>
                    <a:pt x="1260" y="1638"/>
                    <a:pt x="1638" y="1260"/>
                    <a:pt x="1638" y="819"/>
                  </a:cubicBezTo>
                  <a:cubicBezTo>
                    <a:pt x="1638" y="378"/>
                    <a:pt x="1260" y="0"/>
                    <a:pt x="8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67" name="Google Shape;767;p43"/>
            <p:cNvSpPr/>
            <p:nvPr/>
          </p:nvSpPr>
          <p:spPr>
            <a:xfrm>
              <a:off x="-63516898" y="3485625"/>
              <a:ext cx="79575" cy="29950"/>
            </a:xfrm>
            <a:custGeom>
              <a:avLst/>
              <a:gdLst/>
              <a:ahLst/>
              <a:cxnLst/>
              <a:rect l="l" t="t" r="r" b="b"/>
              <a:pathLst>
                <a:path w="3183" h="1198" extrusionOk="0">
                  <a:moveTo>
                    <a:pt x="1607" y="0"/>
                  </a:moveTo>
                  <a:cubicBezTo>
                    <a:pt x="820" y="0"/>
                    <a:pt x="190" y="504"/>
                    <a:pt x="1" y="1197"/>
                  </a:cubicBezTo>
                  <a:lnTo>
                    <a:pt x="3183" y="1197"/>
                  </a:lnTo>
                  <a:cubicBezTo>
                    <a:pt x="3025" y="504"/>
                    <a:pt x="2395" y="0"/>
                    <a:pt x="160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68" name="Google Shape;768;p43"/>
            <p:cNvSpPr/>
            <p:nvPr/>
          </p:nvSpPr>
          <p:spPr>
            <a:xfrm>
              <a:off x="-63618498" y="3360375"/>
              <a:ext cx="256775" cy="256600"/>
            </a:xfrm>
            <a:custGeom>
              <a:avLst/>
              <a:gdLst/>
              <a:ahLst/>
              <a:cxnLst/>
              <a:rect l="l" t="t" r="r" b="b"/>
              <a:pathLst>
                <a:path w="10271" h="10264" extrusionOk="0">
                  <a:moveTo>
                    <a:pt x="5703" y="1639"/>
                  </a:moveTo>
                  <a:cubicBezTo>
                    <a:pt x="6616" y="1639"/>
                    <a:pt x="7373" y="2395"/>
                    <a:pt x="7373" y="3309"/>
                  </a:cubicBezTo>
                  <a:cubicBezTo>
                    <a:pt x="7373" y="3750"/>
                    <a:pt x="7215" y="4128"/>
                    <a:pt x="6900" y="4443"/>
                  </a:cubicBezTo>
                  <a:cubicBezTo>
                    <a:pt x="7625" y="4884"/>
                    <a:pt x="8192" y="5672"/>
                    <a:pt x="8192" y="6617"/>
                  </a:cubicBezTo>
                  <a:cubicBezTo>
                    <a:pt x="8160" y="6900"/>
                    <a:pt x="8003" y="7058"/>
                    <a:pt x="7751" y="7058"/>
                  </a:cubicBezTo>
                  <a:lnTo>
                    <a:pt x="3623" y="7058"/>
                  </a:lnTo>
                  <a:cubicBezTo>
                    <a:pt x="3371" y="7058"/>
                    <a:pt x="3214" y="6837"/>
                    <a:pt x="3214" y="6617"/>
                  </a:cubicBezTo>
                  <a:cubicBezTo>
                    <a:pt x="3214" y="5672"/>
                    <a:pt x="3749" y="4884"/>
                    <a:pt x="4537" y="4443"/>
                  </a:cubicBezTo>
                  <a:cubicBezTo>
                    <a:pt x="4254" y="4128"/>
                    <a:pt x="4065" y="3718"/>
                    <a:pt x="4065" y="3309"/>
                  </a:cubicBezTo>
                  <a:cubicBezTo>
                    <a:pt x="4065" y="2395"/>
                    <a:pt x="4789" y="1639"/>
                    <a:pt x="5703" y="1639"/>
                  </a:cubicBezTo>
                  <a:close/>
                  <a:moveTo>
                    <a:pt x="5703" y="1"/>
                  </a:moveTo>
                  <a:cubicBezTo>
                    <a:pt x="3182" y="1"/>
                    <a:pt x="1135" y="2049"/>
                    <a:pt x="1135" y="4569"/>
                  </a:cubicBezTo>
                  <a:cubicBezTo>
                    <a:pt x="1135" y="5609"/>
                    <a:pt x="1481" y="6648"/>
                    <a:pt x="2206" y="7467"/>
                  </a:cubicBezTo>
                  <a:lnTo>
                    <a:pt x="1607" y="8066"/>
                  </a:lnTo>
                  <a:lnTo>
                    <a:pt x="756" y="7184"/>
                  </a:lnTo>
                  <a:cubicBezTo>
                    <a:pt x="678" y="7121"/>
                    <a:pt x="567" y="7089"/>
                    <a:pt x="457" y="7089"/>
                  </a:cubicBezTo>
                  <a:cubicBezTo>
                    <a:pt x="347" y="7089"/>
                    <a:pt x="237" y="7121"/>
                    <a:pt x="158" y="7184"/>
                  </a:cubicBezTo>
                  <a:cubicBezTo>
                    <a:pt x="0" y="7341"/>
                    <a:pt x="0" y="7625"/>
                    <a:pt x="158" y="7783"/>
                  </a:cubicBezTo>
                  <a:lnTo>
                    <a:pt x="1324" y="8980"/>
                  </a:lnTo>
                  <a:lnTo>
                    <a:pt x="2521" y="10145"/>
                  </a:lnTo>
                  <a:cubicBezTo>
                    <a:pt x="2600" y="10224"/>
                    <a:pt x="2710" y="10264"/>
                    <a:pt x="2820" y="10264"/>
                  </a:cubicBezTo>
                  <a:cubicBezTo>
                    <a:pt x="2930" y="10264"/>
                    <a:pt x="3041" y="10224"/>
                    <a:pt x="3119" y="10145"/>
                  </a:cubicBezTo>
                  <a:cubicBezTo>
                    <a:pt x="3277" y="9988"/>
                    <a:pt x="3277" y="9704"/>
                    <a:pt x="3119" y="9547"/>
                  </a:cubicBezTo>
                  <a:lnTo>
                    <a:pt x="2237" y="8696"/>
                  </a:lnTo>
                  <a:lnTo>
                    <a:pt x="2836" y="8098"/>
                  </a:lnTo>
                  <a:cubicBezTo>
                    <a:pt x="3655" y="8759"/>
                    <a:pt x="4695" y="9169"/>
                    <a:pt x="5734" y="9169"/>
                  </a:cubicBezTo>
                  <a:cubicBezTo>
                    <a:pt x="8255" y="9169"/>
                    <a:pt x="10271" y="7121"/>
                    <a:pt x="10271" y="4632"/>
                  </a:cubicBezTo>
                  <a:cubicBezTo>
                    <a:pt x="10239" y="2049"/>
                    <a:pt x="8223" y="1"/>
                    <a:pt x="57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69" name="Google Shape;769;p43"/>
            <p:cNvSpPr/>
            <p:nvPr/>
          </p:nvSpPr>
          <p:spPr>
            <a:xfrm>
              <a:off x="-63679952" y="3576200"/>
              <a:ext cx="102425" cy="100825"/>
            </a:xfrm>
            <a:custGeom>
              <a:avLst/>
              <a:gdLst/>
              <a:ahLst/>
              <a:cxnLst/>
              <a:rect l="l" t="t" r="r" b="b"/>
              <a:pathLst>
                <a:path w="4097" h="4033" extrusionOk="0">
                  <a:moveTo>
                    <a:pt x="2332" y="0"/>
                  </a:moveTo>
                  <a:lnTo>
                    <a:pt x="159" y="2142"/>
                  </a:lnTo>
                  <a:cubicBezTo>
                    <a:pt x="1" y="2300"/>
                    <a:pt x="1" y="2584"/>
                    <a:pt x="159" y="2741"/>
                  </a:cubicBezTo>
                  <a:lnTo>
                    <a:pt x="1356" y="3938"/>
                  </a:lnTo>
                  <a:cubicBezTo>
                    <a:pt x="1434" y="4001"/>
                    <a:pt x="1545" y="4033"/>
                    <a:pt x="1655" y="4033"/>
                  </a:cubicBezTo>
                  <a:cubicBezTo>
                    <a:pt x="1765" y="4033"/>
                    <a:pt x="1876" y="4001"/>
                    <a:pt x="1954" y="3938"/>
                  </a:cubicBezTo>
                  <a:lnTo>
                    <a:pt x="4097" y="1764"/>
                  </a:lnTo>
                  <a:lnTo>
                    <a:pt x="2332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770" name="Google Shape;770;p43"/>
          <p:cNvGrpSpPr/>
          <p:nvPr/>
        </p:nvGrpSpPr>
        <p:grpSpPr>
          <a:xfrm>
            <a:off x="7315317" y="1858004"/>
            <a:ext cx="351940" cy="349133"/>
            <a:chOff x="1672375" y="3982600"/>
            <a:chExt cx="297750" cy="295375"/>
          </a:xfrm>
        </p:grpSpPr>
        <p:sp>
          <p:nvSpPr>
            <p:cNvPr id="771" name="Google Shape;771;p43"/>
            <p:cNvSpPr/>
            <p:nvPr/>
          </p:nvSpPr>
          <p:spPr>
            <a:xfrm>
              <a:off x="1796825" y="3982600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8" y="1"/>
                  </a:moveTo>
                  <a:cubicBezTo>
                    <a:pt x="441" y="1"/>
                    <a:pt x="0" y="442"/>
                    <a:pt x="0" y="1009"/>
                  </a:cubicBezTo>
                  <a:cubicBezTo>
                    <a:pt x="0" y="1576"/>
                    <a:pt x="441" y="2048"/>
                    <a:pt x="1008" y="2048"/>
                  </a:cubicBezTo>
                  <a:cubicBezTo>
                    <a:pt x="1576" y="2048"/>
                    <a:pt x="2048" y="1576"/>
                    <a:pt x="2048" y="1009"/>
                  </a:cubicBezTo>
                  <a:cubicBezTo>
                    <a:pt x="2048" y="442"/>
                    <a:pt x="1576" y="1"/>
                    <a:pt x="100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2" name="Google Shape;772;p43"/>
            <p:cNvSpPr/>
            <p:nvPr/>
          </p:nvSpPr>
          <p:spPr>
            <a:xfrm>
              <a:off x="1672375" y="4092075"/>
              <a:ext cx="297750" cy="185900"/>
            </a:xfrm>
            <a:custGeom>
              <a:avLst/>
              <a:gdLst/>
              <a:ahLst/>
              <a:cxnLst/>
              <a:rect l="l" t="t" r="r" b="b"/>
              <a:pathLst>
                <a:path w="11910" h="7436" extrusionOk="0">
                  <a:moveTo>
                    <a:pt x="3498" y="1"/>
                  </a:moveTo>
                  <a:cubicBezTo>
                    <a:pt x="2174" y="316"/>
                    <a:pt x="1418" y="820"/>
                    <a:pt x="1418" y="1482"/>
                  </a:cubicBezTo>
                  <a:cubicBezTo>
                    <a:pt x="1418" y="2112"/>
                    <a:pt x="2080" y="2553"/>
                    <a:pt x="3088" y="2868"/>
                  </a:cubicBezTo>
                  <a:lnTo>
                    <a:pt x="1891" y="5357"/>
                  </a:lnTo>
                  <a:lnTo>
                    <a:pt x="1765" y="5357"/>
                  </a:lnTo>
                  <a:cubicBezTo>
                    <a:pt x="788" y="5357"/>
                    <a:pt x="1" y="5766"/>
                    <a:pt x="1" y="6365"/>
                  </a:cubicBezTo>
                  <a:cubicBezTo>
                    <a:pt x="1" y="6963"/>
                    <a:pt x="757" y="7404"/>
                    <a:pt x="1765" y="7404"/>
                  </a:cubicBezTo>
                  <a:cubicBezTo>
                    <a:pt x="2804" y="7404"/>
                    <a:pt x="3498" y="6963"/>
                    <a:pt x="3498" y="6365"/>
                  </a:cubicBezTo>
                  <a:cubicBezTo>
                    <a:pt x="3498" y="5987"/>
                    <a:pt x="3151" y="5609"/>
                    <a:pt x="2615" y="5451"/>
                  </a:cubicBezTo>
                  <a:lnTo>
                    <a:pt x="3781" y="3025"/>
                  </a:lnTo>
                  <a:cubicBezTo>
                    <a:pt x="4348" y="3151"/>
                    <a:pt x="4978" y="3183"/>
                    <a:pt x="5608" y="3214"/>
                  </a:cubicBezTo>
                  <a:lnTo>
                    <a:pt x="5608" y="5388"/>
                  </a:lnTo>
                  <a:cubicBezTo>
                    <a:pt x="4758" y="5451"/>
                    <a:pt x="4222" y="5892"/>
                    <a:pt x="4222" y="6396"/>
                  </a:cubicBezTo>
                  <a:cubicBezTo>
                    <a:pt x="4222" y="6995"/>
                    <a:pt x="4978" y="7436"/>
                    <a:pt x="5955" y="7436"/>
                  </a:cubicBezTo>
                  <a:cubicBezTo>
                    <a:pt x="6932" y="7436"/>
                    <a:pt x="7688" y="6995"/>
                    <a:pt x="7688" y="6396"/>
                  </a:cubicBezTo>
                  <a:cubicBezTo>
                    <a:pt x="7688" y="5892"/>
                    <a:pt x="7089" y="5451"/>
                    <a:pt x="6302" y="5388"/>
                  </a:cubicBezTo>
                  <a:lnTo>
                    <a:pt x="6302" y="3214"/>
                  </a:lnTo>
                  <a:cubicBezTo>
                    <a:pt x="6932" y="3214"/>
                    <a:pt x="7562" y="3151"/>
                    <a:pt x="8129" y="3025"/>
                  </a:cubicBezTo>
                  <a:lnTo>
                    <a:pt x="9295" y="5451"/>
                  </a:lnTo>
                  <a:cubicBezTo>
                    <a:pt x="8759" y="5609"/>
                    <a:pt x="8381" y="5987"/>
                    <a:pt x="8381" y="6365"/>
                  </a:cubicBezTo>
                  <a:cubicBezTo>
                    <a:pt x="8381" y="6963"/>
                    <a:pt x="9137" y="7404"/>
                    <a:pt x="10114" y="7404"/>
                  </a:cubicBezTo>
                  <a:cubicBezTo>
                    <a:pt x="11122" y="7404"/>
                    <a:pt x="11909" y="6963"/>
                    <a:pt x="11909" y="6365"/>
                  </a:cubicBezTo>
                  <a:cubicBezTo>
                    <a:pt x="11909" y="5766"/>
                    <a:pt x="11122" y="5357"/>
                    <a:pt x="10145" y="5357"/>
                  </a:cubicBezTo>
                  <a:lnTo>
                    <a:pt x="10019" y="5357"/>
                  </a:lnTo>
                  <a:lnTo>
                    <a:pt x="8822" y="2868"/>
                  </a:lnTo>
                  <a:cubicBezTo>
                    <a:pt x="9830" y="2584"/>
                    <a:pt x="10492" y="2112"/>
                    <a:pt x="10492" y="1482"/>
                  </a:cubicBezTo>
                  <a:cubicBezTo>
                    <a:pt x="10492" y="820"/>
                    <a:pt x="9736" y="316"/>
                    <a:pt x="8381" y="1"/>
                  </a:cubicBezTo>
                  <a:lnTo>
                    <a:pt x="8381" y="64"/>
                  </a:lnTo>
                  <a:lnTo>
                    <a:pt x="8381" y="1450"/>
                  </a:lnTo>
                  <a:cubicBezTo>
                    <a:pt x="8381" y="1639"/>
                    <a:pt x="8223" y="1797"/>
                    <a:pt x="8034" y="1797"/>
                  </a:cubicBezTo>
                  <a:lnTo>
                    <a:pt x="3876" y="1797"/>
                  </a:lnTo>
                  <a:cubicBezTo>
                    <a:pt x="3655" y="1797"/>
                    <a:pt x="3498" y="1639"/>
                    <a:pt x="3498" y="1450"/>
                  </a:cubicBezTo>
                  <a:lnTo>
                    <a:pt x="3498" y="64"/>
                  </a:lnTo>
                  <a:lnTo>
                    <a:pt x="349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3" name="Google Shape;773;p43"/>
            <p:cNvSpPr/>
            <p:nvPr/>
          </p:nvSpPr>
          <p:spPr>
            <a:xfrm>
              <a:off x="1778700" y="4051125"/>
              <a:ext cx="86675" cy="69325"/>
            </a:xfrm>
            <a:custGeom>
              <a:avLst/>
              <a:gdLst/>
              <a:ahLst/>
              <a:cxnLst/>
              <a:rect l="l" t="t" r="r" b="b"/>
              <a:pathLst>
                <a:path w="3467" h="2773" extrusionOk="0">
                  <a:moveTo>
                    <a:pt x="1733" y="1"/>
                  </a:moveTo>
                  <a:cubicBezTo>
                    <a:pt x="788" y="1"/>
                    <a:pt x="1" y="757"/>
                    <a:pt x="1" y="1733"/>
                  </a:cubicBezTo>
                  <a:lnTo>
                    <a:pt x="1" y="2773"/>
                  </a:lnTo>
                  <a:lnTo>
                    <a:pt x="3466" y="2773"/>
                  </a:lnTo>
                  <a:lnTo>
                    <a:pt x="3466" y="1733"/>
                  </a:lnTo>
                  <a:cubicBezTo>
                    <a:pt x="3466" y="788"/>
                    <a:pt x="2679" y="1"/>
                    <a:pt x="173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774" name="Google Shape;774;p43"/>
          <p:cNvGrpSpPr/>
          <p:nvPr/>
        </p:nvGrpSpPr>
        <p:grpSpPr>
          <a:xfrm>
            <a:off x="1403458" y="1919438"/>
            <a:ext cx="342632" cy="226264"/>
            <a:chOff x="5358450" y="4015675"/>
            <a:chExt cx="289875" cy="191425"/>
          </a:xfrm>
        </p:grpSpPr>
        <p:sp>
          <p:nvSpPr>
            <p:cNvPr id="775" name="Google Shape;775;p43"/>
            <p:cNvSpPr/>
            <p:nvPr/>
          </p:nvSpPr>
          <p:spPr>
            <a:xfrm>
              <a:off x="5358450" y="4015675"/>
              <a:ext cx="289875" cy="89025"/>
            </a:xfrm>
            <a:custGeom>
              <a:avLst/>
              <a:gdLst/>
              <a:ahLst/>
              <a:cxnLst/>
              <a:rect l="l" t="t" r="r" b="b"/>
              <a:pathLst>
                <a:path w="11595" h="3560" extrusionOk="0">
                  <a:moveTo>
                    <a:pt x="5798" y="1"/>
                  </a:moveTo>
                  <a:cubicBezTo>
                    <a:pt x="2773" y="1"/>
                    <a:pt x="316" y="3120"/>
                    <a:pt x="1" y="3561"/>
                  </a:cubicBezTo>
                  <a:cubicBezTo>
                    <a:pt x="1229" y="2679"/>
                    <a:pt x="3561" y="1734"/>
                    <a:pt x="5798" y="1734"/>
                  </a:cubicBezTo>
                  <a:cubicBezTo>
                    <a:pt x="7751" y="1734"/>
                    <a:pt x="10051" y="2490"/>
                    <a:pt x="11595" y="3561"/>
                  </a:cubicBezTo>
                  <a:cubicBezTo>
                    <a:pt x="11280" y="3120"/>
                    <a:pt x="8822" y="1"/>
                    <a:pt x="579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6" name="Google Shape;776;p43"/>
            <p:cNvSpPr/>
            <p:nvPr/>
          </p:nvSpPr>
          <p:spPr>
            <a:xfrm>
              <a:off x="5494725" y="4101525"/>
              <a:ext cx="17350" cy="18150"/>
            </a:xfrm>
            <a:custGeom>
              <a:avLst/>
              <a:gdLst/>
              <a:ahLst/>
              <a:cxnLst/>
              <a:rect l="l" t="t" r="r" b="b"/>
              <a:pathLst>
                <a:path w="694" h="726" extrusionOk="0">
                  <a:moveTo>
                    <a:pt x="347" y="1"/>
                  </a:moveTo>
                  <a:cubicBezTo>
                    <a:pt x="158" y="1"/>
                    <a:pt x="0" y="158"/>
                    <a:pt x="0" y="347"/>
                  </a:cubicBezTo>
                  <a:cubicBezTo>
                    <a:pt x="0" y="568"/>
                    <a:pt x="158" y="725"/>
                    <a:pt x="347" y="725"/>
                  </a:cubicBezTo>
                  <a:cubicBezTo>
                    <a:pt x="536" y="725"/>
                    <a:pt x="693" y="568"/>
                    <a:pt x="693" y="347"/>
                  </a:cubicBezTo>
                  <a:cubicBezTo>
                    <a:pt x="693" y="158"/>
                    <a:pt x="536" y="1"/>
                    <a:pt x="3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7" name="Google Shape;777;p43"/>
            <p:cNvSpPr/>
            <p:nvPr/>
          </p:nvSpPr>
          <p:spPr>
            <a:xfrm>
              <a:off x="5460050" y="4077125"/>
              <a:ext cx="86675" cy="78000"/>
            </a:xfrm>
            <a:custGeom>
              <a:avLst/>
              <a:gdLst/>
              <a:ahLst/>
              <a:cxnLst/>
              <a:rect l="l" t="t" r="r" b="b"/>
              <a:pathLst>
                <a:path w="3467" h="3120" extrusionOk="0">
                  <a:moveTo>
                    <a:pt x="1734" y="315"/>
                  </a:moveTo>
                  <a:cubicBezTo>
                    <a:pt x="2332" y="315"/>
                    <a:pt x="2773" y="788"/>
                    <a:pt x="2773" y="1323"/>
                  </a:cubicBezTo>
                  <a:cubicBezTo>
                    <a:pt x="2773" y="1922"/>
                    <a:pt x="2269" y="2363"/>
                    <a:pt x="1734" y="2363"/>
                  </a:cubicBezTo>
                  <a:cubicBezTo>
                    <a:pt x="1135" y="2363"/>
                    <a:pt x="694" y="1890"/>
                    <a:pt x="694" y="1323"/>
                  </a:cubicBezTo>
                  <a:cubicBezTo>
                    <a:pt x="663" y="788"/>
                    <a:pt x="1135" y="315"/>
                    <a:pt x="1734" y="315"/>
                  </a:cubicBezTo>
                  <a:close/>
                  <a:moveTo>
                    <a:pt x="1734" y="0"/>
                  </a:moveTo>
                  <a:cubicBezTo>
                    <a:pt x="1324" y="0"/>
                    <a:pt x="978" y="32"/>
                    <a:pt x="599" y="63"/>
                  </a:cubicBezTo>
                  <a:cubicBezTo>
                    <a:pt x="190" y="378"/>
                    <a:pt x="1" y="851"/>
                    <a:pt x="1" y="1386"/>
                  </a:cubicBezTo>
                  <a:cubicBezTo>
                    <a:pt x="1" y="2332"/>
                    <a:pt x="789" y="3119"/>
                    <a:pt x="1734" y="3119"/>
                  </a:cubicBezTo>
                  <a:cubicBezTo>
                    <a:pt x="2679" y="3119"/>
                    <a:pt x="3466" y="2332"/>
                    <a:pt x="3466" y="1386"/>
                  </a:cubicBezTo>
                  <a:cubicBezTo>
                    <a:pt x="3466" y="851"/>
                    <a:pt x="3214" y="378"/>
                    <a:pt x="2868" y="63"/>
                  </a:cubicBezTo>
                  <a:cubicBezTo>
                    <a:pt x="2521" y="32"/>
                    <a:pt x="2112" y="0"/>
                    <a:pt x="17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8" name="Google Shape;778;p43"/>
            <p:cNvSpPr/>
            <p:nvPr/>
          </p:nvSpPr>
          <p:spPr>
            <a:xfrm>
              <a:off x="5362400" y="4084200"/>
              <a:ext cx="282000" cy="122900"/>
            </a:xfrm>
            <a:custGeom>
              <a:avLst/>
              <a:gdLst/>
              <a:ahLst/>
              <a:cxnLst/>
              <a:rect l="l" t="t" r="r" b="b"/>
              <a:pathLst>
                <a:path w="11280" h="4916" extrusionOk="0">
                  <a:moveTo>
                    <a:pt x="3466" y="1"/>
                  </a:moveTo>
                  <a:lnTo>
                    <a:pt x="3466" y="1"/>
                  </a:lnTo>
                  <a:cubicBezTo>
                    <a:pt x="2332" y="253"/>
                    <a:pt x="1103" y="820"/>
                    <a:pt x="0" y="1576"/>
                  </a:cubicBezTo>
                  <a:cubicBezTo>
                    <a:pt x="693" y="2395"/>
                    <a:pt x="2899" y="4915"/>
                    <a:pt x="5640" y="4915"/>
                  </a:cubicBezTo>
                  <a:cubicBezTo>
                    <a:pt x="8349" y="4884"/>
                    <a:pt x="10617" y="2395"/>
                    <a:pt x="11279" y="1576"/>
                  </a:cubicBezTo>
                  <a:cubicBezTo>
                    <a:pt x="10176" y="820"/>
                    <a:pt x="8948" y="253"/>
                    <a:pt x="7814" y="1"/>
                  </a:cubicBezTo>
                  <a:lnTo>
                    <a:pt x="7814" y="1"/>
                  </a:lnTo>
                  <a:cubicBezTo>
                    <a:pt x="7971" y="347"/>
                    <a:pt x="8097" y="694"/>
                    <a:pt x="8097" y="1103"/>
                  </a:cubicBezTo>
                  <a:cubicBezTo>
                    <a:pt x="8097" y="2427"/>
                    <a:pt x="6994" y="3529"/>
                    <a:pt x="5640" y="3529"/>
                  </a:cubicBezTo>
                  <a:cubicBezTo>
                    <a:pt x="4316" y="3529"/>
                    <a:pt x="3214" y="2427"/>
                    <a:pt x="3214" y="1103"/>
                  </a:cubicBezTo>
                  <a:cubicBezTo>
                    <a:pt x="3214" y="694"/>
                    <a:pt x="3277" y="347"/>
                    <a:pt x="34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4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INFOGRAPHIC</a:t>
            </a:r>
          </a:p>
        </p:txBody>
      </p:sp>
      <p:sp>
        <p:nvSpPr>
          <p:cNvPr id="784" name="Google Shape;784;p44"/>
          <p:cNvSpPr/>
          <p:nvPr/>
        </p:nvSpPr>
        <p:spPr>
          <a:xfrm>
            <a:off x="5254495" y="1999702"/>
            <a:ext cx="61618" cy="165933"/>
          </a:xfrm>
          <a:custGeom>
            <a:avLst/>
            <a:gdLst/>
            <a:ahLst/>
            <a:cxnLst/>
            <a:rect l="l" t="t" r="r" b="b"/>
            <a:pathLst>
              <a:path w="612" h="1858" extrusionOk="0">
                <a:moveTo>
                  <a:pt x="45" y="0"/>
                </a:moveTo>
                <a:cubicBezTo>
                  <a:pt x="22" y="0"/>
                  <a:pt x="1" y="18"/>
                  <a:pt x="11" y="47"/>
                </a:cubicBezTo>
                <a:cubicBezTo>
                  <a:pt x="217" y="634"/>
                  <a:pt x="391" y="1230"/>
                  <a:pt x="532" y="1834"/>
                </a:cubicBezTo>
                <a:cubicBezTo>
                  <a:pt x="535" y="1850"/>
                  <a:pt x="548" y="1857"/>
                  <a:pt x="563" y="1857"/>
                </a:cubicBezTo>
                <a:cubicBezTo>
                  <a:pt x="586" y="1857"/>
                  <a:pt x="611" y="1839"/>
                  <a:pt x="606" y="1809"/>
                </a:cubicBezTo>
                <a:cubicBezTo>
                  <a:pt x="466" y="1205"/>
                  <a:pt x="292" y="609"/>
                  <a:pt x="85" y="30"/>
                </a:cubicBezTo>
                <a:cubicBezTo>
                  <a:pt x="78" y="9"/>
                  <a:pt x="61" y="0"/>
                  <a:pt x="45" y="0"/>
                </a:cubicBezTo>
                <a:close/>
              </a:path>
            </a:pathLst>
          </a:custGeom>
          <a:solidFill>
            <a:srgbClr val="3D6D7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785" name="Google Shape;785;p44"/>
          <p:cNvGrpSpPr/>
          <p:nvPr/>
        </p:nvGrpSpPr>
        <p:grpSpPr>
          <a:xfrm>
            <a:off x="1923372" y="2035617"/>
            <a:ext cx="1847877" cy="1854560"/>
            <a:chOff x="1736059" y="1856092"/>
            <a:chExt cx="1847877" cy="1854560"/>
          </a:xfrm>
        </p:grpSpPr>
        <p:sp>
          <p:nvSpPr>
            <p:cNvPr id="786" name="Google Shape;786;p44"/>
            <p:cNvSpPr/>
            <p:nvPr/>
          </p:nvSpPr>
          <p:spPr>
            <a:xfrm>
              <a:off x="1736059" y="1856092"/>
              <a:ext cx="1847877" cy="1854560"/>
            </a:xfrm>
            <a:custGeom>
              <a:avLst/>
              <a:gdLst/>
              <a:ahLst/>
              <a:cxnLst/>
              <a:rect l="l" t="t" r="r" b="b"/>
              <a:pathLst>
                <a:path w="17807" h="20766" extrusionOk="0">
                  <a:moveTo>
                    <a:pt x="7893" y="0"/>
                  </a:moveTo>
                  <a:cubicBezTo>
                    <a:pt x="7050" y="0"/>
                    <a:pt x="5810" y="272"/>
                    <a:pt x="5023" y="992"/>
                  </a:cubicBezTo>
                  <a:cubicBezTo>
                    <a:pt x="4519" y="1456"/>
                    <a:pt x="4146" y="2060"/>
                    <a:pt x="3807" y="2655"/>
                  </a:cubicBezTo>
                  <a:cubicBezTo>
                    <a:pt x="2615" y="4724"/>
                    <a:pt x="1581" y="6908"/>
                    <a:pt x="1118" y="9250"/>
                  </a:cubicBezTo>
                  <a:cubicBezTo>
                    <a:pt x="654" y="11592"/>
                    <a:pt x="1" y="13188"/>
                    <a:pt x="1043" y="15340"/>
                  </a:cubicBezTo>
                  <a:cubicBezTo>
                    <a:pt x="1292" y="15844"/>
                    <a:pt x="2227" y="17201"/>
                    <a:pt x="2781" y="17640"/>
                  </a:cubicBezTo>
                  <a:cubicBezTo>
                    <a:pt x="3236" y="18021"/>
                    <a:pt x="3724" y="18360"/>
                    <a:pt x="4229" y="18658"/>
                  </a:cubicBezTo>
                  <a:cubicBezTo>
                    <a:pt x="5710" y="19518"/>
                    <a:pt x="7232" y="20404"/>
                    <a:pt x="8920" y="20685"/>
                  </a:cubicBezTo>
                  <a:cubicBezTo>
                    <a:pt x="9241" y="20738"/>
                    <a:pt x="9571" y="20766"/>
                    <a:pt x="9901" y="20766"/>
                  </a:cubicBezTo>
                  <a:cubicBezTo>
                    <a:pt x="11307" y="20766"/>
                    <a:pt x="12726" y="20268"/>
                    <a:pt x="13571" y="19162"/>
                  </a:cubicBezTo>
                  <a:cubicBezTo>
                    <a:pt x="14009" y="18575"/>
                    <a:pt x="14257" y="17872"/>
                    <a:pt x="14530" y="17185"/>
                  </a:cubicBezTo>
                  <a:cubicBezTo>
                    <a:pt x="15060" y="15811"/>
                    <a:pt x="15680" y="14471"/>
                    <a:pt x="16375" y="13172"/>
                  </a:cubicBezTo>
                  <a:cubicBezTo>
                    <a:pt x="16855" y="12287"/>
                    <a:pt x="17377" y="11410"/>
                    <a:pt x="17584" y="10425"/>
                  </a:cubicBezTo>
                  <a:cubicBezTo>
                    <a:pt x="17807" y="9291"/>
                    <a:pt x="17592" y="8100"/>
                    <a:pt x="17128" y="7049"/>
                  </a:cubicBezTo>
                  <a:cubicBezTo>
                    <a:pt x="16665" y="5990"/>
                    <a:pt x="15970" y="5047"/>
                    <a:pt x="15225" y="4170"/>
                  </a:cubicBezTo>
                  <a:cubicBezTo>
                    <a:pt x="14770" y="3615"/>
                    <a:pt x="14274" y="3086"/>
                    <a:pt x="13736" y="2606"/>
                  </a:cubicBezTo>
                  <a:cubicBezTo>
                    <a:pt x="12247" y="1274"/>
                    <a:pt x="10410" y="388"/>
                    <a:pt x="8440" y="49"/>
                  </a:cubicBezTo>
                  <a:cubicBezTo>
                    <a:pt x="8292" y="17"/>
                    <a:pt x="8105" y="0"/>
                    <a:pt x="789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87" name="Google Shape;787;p44"/>
            <p:cNvSpPr txBox="1"/>
            <p:nvPr/>
          </p:nvSpPr>
          <p:spPr>
            <a:xfrm flipH="1">
              <a:off x="1896588" y="2693974"/>
              <a:ext cx="1484400" cy="628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chemeClr val="accent3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  <a:sym typeface="等线" panose="02010600030101010101" charset="-122"/>
                </a:rPr>
                <a:t>Venus is the second planet</a:t>
              </a:r>
              <a:endParaRPr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endParaRPr>
            </a:p>
          </p:txBody>
        </p:sp>
        <p:sp>
          <p:nvSpPr>
            <p:cNvPr id="788" name="Google Shape;788;p44"/>
            <p:cNvSpPr txBox="1"/>
            <p:nvPr/>
          </p:nvSpPr>
          <p:spPr>
            <a:xfrm flipH="1">
              <a:off x="1809138" y="2357518"/>
              <a:ext cx="16593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dirty="0">
                  <a:solidFill>
                    <a:schemeClr val="accent6"/>
                  </a:solidFill>
                  <a:latin typeface="Aharoni" panose="02010803020104030203" pitchFamily="2" charset="-79"/>
                  <a:ea typeface="Fresca" panose="02000506000000020003"/>
                  <a:cs typeface="Aharoni" panose="02010803020104030203" pitchFamily="2" charset="-79"/>
                  <a:sym typeface="Fresca" panose="02000506000000020003"/>
                </a:rPr>
                <a:t>VENUS</a:t>
              </a:r>
              <a:endParaRPr sz="2200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endParaRPr>
            </a:p>
          </p:txBody>
        </p:sp>
      </p:grpSp>
      <p:grpSp>
        <p:nvGrpSpPr>
          <p:cNvPr id="789" name="Google Shape;789;p44"/>
          <p:cNvGrpSpPr/>
          <p:nvPr/>
        </p:nvGrpSpPr>
        <p:grpSpPr>
          <a:xfrm>
            <a:off x="3563685" y="1298125"/>
            <a:ext cx="1980335" cy="1584507"/>
            <a:chOff x="3376373" y="1118600"/>
            <a:chExt cx="1980335" cy="1584507"/>
          </a:xfrm>
        </p:grpSpPr>
        <p:sp>
          <p:nvSpPr>
            <p:cNvPr id="790" name="Google Shape;790;p44"/>
            <p:cNvSpPr/>
            <p:nvPr/>
          </p:nvSpPr>
          <p:spPr>
            <a:xfrm>
              <a:off x="3376373" y="1118600"/>
              <a:ext cx="1980335" cy="1584507"/>
            </a:xfrm>
            <a:custGeom>
              <a:avLst/>
              <a:gdLst/>
              <a:ahLst/>
              <a:cxnLst/>
              <a:rect l="l" t="t" r="r" b="b"/>
              <a:pathLst>
                <a:path w="18353" h="17207" extrusionOk="0">
                  <a:moveTo>
                    <a:pt x="8972" y="0"/>
                  </a:moveTo>
                  <a:cubicBezTo>
                    <a:pt x="7793" y="0"/>
                    <a:pt x="6460" y="236"/>
                    <a:pt x="4858" y="706"/>
                  </a:cubicBezTo>
                  <a:lnTo>
                    <a:pt x="5002" y="669"/>
                  </a:lnTo>
                  <a:lnTo>
                    <a:pt x="5002" y="669"/>
                  </a:lnTo>
                  <a:cubicBezTo>
                    <a:pt x="3645" y="1033"/>
                    <a:pt x="2467" y="1996"/>
                    <a:pt x="1672" y="3205"/>
                  </a:cubicBezTo>
                  <a:cubicBezTo>
                    <a:pt x="861" y="4446"/>
                    <a:pt x="431" y="5919"/>
                    <a:pt x="265" y="7408"/>
                  </a:cubicBezTo>
                  <a:cubicBezTo>
                    <a:pt x="1" y="9816"/>
                    <a:pt x="538" y="12472"/>
                    <a:pt x="2284" y="14077"/>
                  </a:cubicBezTo>
                  <a:cubicBezTo>
                    <a:pt x="3757" y="15409"/>
                    <a:pt x="5668" y="16684"/>
                    <a:pt x="7588" y="16990"/>
                  </a:cubicBezTo>
                  <a:cubicBezTo>
                    <a:pt x="8536" y="17141"/>
                    <a:pt x="9644" y="17206"/>
                    <a:pt x="10730" y="17206"/>
                  </a:cubicBezTo>
                  <a:cubicBezTo>
                    <a:pt x="11065" y="17206"/>
                    <a:pt x="11399" y="17200"/>
                    <a:pt x="11725" y="17188"/>
                  </a:cubicBezTo>
                  <a:cubicBezTo>
                    <a:pt x="14555" y="17081"/>
                    <a:pt x="17228" y="14690"/>
                    <a:pt x="17724" y="13655"/>
                  </a:cubicBezTo>
                  <a:cubicBezTo>
                    <a:pt x="18047" y="12993"/>
                    <a:pt x="18146" y="12240"/>
                    <a:pt x="18187" y="11504"/>
                  </a:cubicBezTo>
                  <a:cubicBezTo>
                    <a:pt x="18353" y="7946"/>
                    <a:pt x="16921" y="4289"/>
                    <a:pt x="14241" y="2080"/>
                  </a:cubicBezTo>
                  <a:cubicBezTo>
                    <a:pt x="12554" y="691"/>
                    <a:pt x="10989" y="0"/>
                    <a:pt x="8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1" name="Google Shape;791;p44"/>
            <p:cNvSpPr txBox="1"/>
            <p:nvPr/>
          </p:nvSpPr>
          <p:spPr>
            <a:xfrm flipH="1">
              <a:off x="3773987" y="1771301"/>
              <a:ext cx="1106700" cy="6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dirty="0">
                  <a:solidFill>
                    <a:schemeClr val="accent3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  <a:sym typeface="等线" panose="02010600030101010101" charset="-122"/>
                </a:rPr>
                <a:t>Mars is a cold place</a:t>
              </a:r>
              <a:endParaRPr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endParaRPr>
            </a:p>
          </p:txBody>
        </p:sp>
        <p:sp>
          <p:nvSpPr>
            <p:cNvPr id="792" name="Google Shape;792;p44"/>
            <p:cNvSpPr txBox="1"/>
            <p:nvPr/>
          </p:nvSpPr>
          <p:spPr>
            <a:xfrm flipH="1">
              <a:off x="3802787" y="1427775"/>
              <a:ext cx="10491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b="1" dirty="0">
                  <a:solidFill>
                    <a:schemeClr val="accent6"/>
                  </a:solidFill>
                  <a:latin typeface="Aharoni" panose="02010803020104030203" pitchFamily="2" charset="-79"/>
                  <a:ea typeface="Fresca" panose="02000506000000020003"/>
                  <a:cs typeface="Aharoni" panose="02010803020104030203" pitchFamily="2" charset="-79"/>
                  <a:sym typeface="Fresca" panose="02000506000000020003"/>
                </a:rPr>
                <a:t>MARS</a:t>
              </a:r>
              <a:endParaRPr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endParaRPr>
            </a:p>
          </p:txBody>
        </p:sp>
      </p:grpSp>
      <p:grpSp>
        <p:nvGrpSpPr>
          <p:cNvPr id="793" name="Google Shape;793;p44"/>
          <p:cNvGrpSpPr/>
          <p:nvPr/>
        </p:nvGrpSpPr>
        <p:grpSpPr>
          <a:xfrm>
            <a:off x="5319112" y="2189545"/>
            <a:ext cx="2206327" cy="1811781"/>
            <a:chOff x="5131799" y="2010020"/>
            <a:chExt cx="2206327" cy="1811781"/>
          </a:xfrm>
        </p:grpSpPr>
        <p:sp>
          <p:nvSpPr>
            <p:cNvPr id="794" name="Google Shape;794;p44"/>
            <p:cNvSpPr/>
            <p:nvPr/>
          </p:nvSpPr>
          <p:spPr>
            <a:xfrm>
              <a:off x="5131799" y="2010020"/>
              <a:ext cx="2206327" cy="1811781"/>
            </a:xfrm>
            <a:custGeom>
              <a:avLst/>
              <a:gdLst/>
              <a:ahLst/>
              <a:cxnLst/>
              <a:rect l="l" t="t" r="r" b="b"/>
              <a:pathLst>
                <a:path w="15812" h="20287" extrusionOk="0">
                  <a:moveTo>
                    <a:pt x="13247" y="2685"/>
                  </a:moveTo>
                  <a:lnTo>
                    <a:pt x="13691" y="3565"/>
                  </a:lnTo>
                  <a:lnTo>
                    <a:pt x="13691" y="3565"/>
                  </a:lnTo>
                  <a:cubicBezTo>
                    <a:pt x="13551" y="3269"/>
                    <a:pt x="13403" y="2975"/>
                    <a:pt x="13247" y="2685"/>
                  </a:cubicBezTo>
                  <a:close/>
                  <a:moveTo>
                    <a:pt x="8694" y="1"/>
                  </a:moveTo>
                  <a:cubicBezTo>
                    <a:pt x="7898" y="1"/>
                    <a:pt x="7091" y="149"/>
                    <a:pt x="6347" y="410"/>
                  </a:cubicBezTo>
                  <a:cubicBezTo>
                    <a:pt x="5445" y="724"/>
                    <a:pt x="4576" y="1196"/>
                    <a:pt x="3906" y="1866"/>
                  </a:cubicBezTo>
                  <a:cubicBezTo>
                    <a:pt x="3417" y="2354"/>
                    <a:pt x="3037" y="2933"/>
                    <a:pt x="2664" y="3513"/>
                  </a:cubicBezTo>
                  <a:cubicBezTo>
                    <a:pt x="2226" y="4199"/>
                    <a:pt x="1796" y="4886"/>
                    <a:pt x="1374" y="5573"/>
                  </a:cubicBezTo>
                  <a:cubicBezTo>
                    <a:pt x="1084" y="6028"/>
                    <a:pt x="828" y="6499"/>
                    <a:pt x="604" y="6988"/>
                  </a:cubicBezTo>
                  <a:cubicBezTo>
                    <a:pt x="8" y="8386"/>
                    <a:pt x="0" y="9966"/>
                    <a:pt x="306" y="11456"/>
                  </a:cubicBezTo>
                  <a:cubicBezTo>
                    <a:pt x="612" y="12937"/>
                    <a:pt x="1233" y="14335"/>
                    <a:pt x="1870" y="15709"/>
                  </a:cubicBezTo>
                  <a:cubicBezTo>
                    <a:pt x="2292" y="16611"/>
                    <a:pt x="2722" y="17512"/>
                    <a:pt x="3326" y="18299"/>
                  </a:cubicBezTo>
                  <a:cubicBezTo>
                    <a:pt x="3939" y="19085"/>
                    <a:pt x="4733" y="19763"/>
                    <a:pt x="5676" y="20061"/>
                  </a:cubicBezTo>
                  <a:cubicBezTo>
                    <a:pt x="6226" y="20240"/>
                    <a:pt x="6804" y="20286"/>
                    <a:pt x="7383" y="20286"/>
                  </a:cubicBezTo>
                  <a:cubicBezTo>
                    <a:pt x="7631" y="20286"/>
                    <a:pt x="7879" y="20278"/>
                    <a:pt x="8125" y="20268"/>
                  </a:cubicBezTo>
                  <a:cubicBezTo>
                    <a:pt x="9102" y="20243"/>
                    <a:pt x="10086" y="20193"/>
                    <a:pt x="11021" y="19904"/>
                  </a:cubicBezTo>
                  <a:cubicBezTo>
                    <a:pt x="12461" y="19449"/>
                    <a:pt x="13661" y="18447"/>
                    <a:pt x="14372" y="17124"/>
                  </a:cubicBezTo>
                  <a:cubicBezTo>
                    <a:pt x="14811" y="16296"/>
                    <a:pt x="15043" y="15378"/>
                    <a:pt x="15200" y="14459"/>
                  </a:cubicBezTo>
                  <a:cubicBezTo>
                    <a:pt x="15812" y="10780"/>
                    <a:pt x="15293" y="7005"/>
                    <a:pt x="13724" y="3637"/>
                  </a:cubicBezTo>
                  <a:lnTo>
                    <a:pt x="13724" y="3637"/>
                  </a:lnTo>
                  <a:cubicBezTo>
                    <a:pt x="13742" y="3670"/>
                    <a:pt x="13759" y="3703"/>
                    <a:pt x="13777" y="3736"/>
                  </a:cubicBezTo>
                  <a:lnTo>
                    <a:pt x="13691" y="3565"/>
                  </a:lnTo>
                  <a:lnTo>
                    <a:pt x="13691" y="3565"/>
                  </a:lnTo>
                  <a:cubicBezTo>
                    <a:pt x="13702" y="3589"/>
                    <a:pt x="13713" y="3613"/>
                    <a:pt x="13724" y="3637"/>
                  </a:cubicBezTo>
                  <a:lnTo>
                    <a:pt x="13724" y="3637"/>
                  </a:lnTo>
                  <a:cubicBezTo>
                    <a:pt x="13210" y="2667"/>
                    <a:pt x="12655" y="1677"/>
                    <a:pt x="11791" y="989"/>
                  </a:cubicBezTo>
                  <a:cubicBezTo>
                    <a:pt x="10919" y="296"/>
                    <a:pt x="9818" y="1"/>
                    <a:pt x="86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5" name="Google Shape;795;p44"/>
            <p:cNvSpPr txBox="1"/>
            <p:nvPr/>
          </p:nvSpPr>
          <p:spPr>
            <a:xfrm flipH="1">
              <a:off x="5572738" y="2701474"/>
              <a:ext cx="1354200" cy="6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chemeClr val="accent3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  <a:sym typeface="等线" panose="02010600030101010101" charset="-122"/>
                </a:rPr>
                <a:t>Jupiter is the biggest planet</a:t>
              </a:r>
              <a:endParaRPr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endParaRPr>
            </a:p>
          </p:txBody>
        </p:sp>
        <p:sp>
          <p:nvSpPr>
            <p:cNvPr id="796" name="Google Shape;796;p44"/>
            <p:cNvSpPr txBox="1"/>
            <p:nvPr/>
          </p:nvSpPr>
          <p:spPr>
            <a:xfrm flipH="1">
              <a:off x="5376388" y="2357518"/>
              <a:ext cx="1746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b="1" dirty="0">
                  <a:solidFill>
                    <a:schemeClr val="accent6"/>
                  </a:solidFill>
                  <a:latin typeface="Aharoni" panose="02010803020104030203" pitchFamily="2" charset="-79"/>
                  <a:ea typeface="Fresca" panose="02000506000000020003"/>
                  <a:cs typeface="Aharoni" panose="02010803020104030203" pitchFamily="2" charset="-79"/>
                  <a:sym typeface="Fresca" panose="02000506000000020003"/>
                </a:rPr>
                <a:t>JUPITER</a:t>
              </a:r>
              <a:endParaRPr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endParaRPr>
            </a:p>
          </p:txBody>
        </p:sp>
      </p:grpSp>
      <p:grpSp>
        <p:nvGrpSpPr>
          <p:cNvPr id="797" name="Google Shape;797;p44"/>
          <p:cNvGrpSpPr/>
          <p:nvPr/>
        </p:nvGrpSpPr>
        <p:grpSpPr>
          <a:xfrm>
            <a:off x="3509487" y="3101782"/>
            <a:ext cx="1863635" cy="1584505"/>
            <a:chOff x="3322207" y="2918802"/>
            <a:chExt cx="1863635" cy="1687260"/>
          </a:xfrm>
        </p:grpSpPr>
        <p:sp>
          <p:nvSpPr>
            <p:cNvPr id="798" name="Google Shape;798;p44"/>
            <p:cNvSpPr/>
            <p:nvPr/>
          </p:nvSpPr>
          <p:spPr>
            <a:xfrm>
              <a:off x="3322207" y="2918802"/>
              <a:ext cx="1863635" cy="1687260"/>
            </a:xfrm>
            <a:custGeom>
              <a:avLst/>
              <a:gdLst/>
              <a:ahLst/>
              <a:cxnLst/>
              <a:rect l="l" t="t" r="r" b="b"/>
              <a:pathLst>
                <a:path w="17096" h="20282" extrusionOk="0">
                  <a:moveTo>
                    <a:pt x="8431" y="1"/>
                  </a:moveTo>
                  <a:cubicBezTo>
                    <a:pt x="6933" y="1"/>
                    <a:pt x="5496" y="575"/>
                    <a:pt x="4419" y="1612"/>
                  </a:cubicBezTo>
                  <a:cubicBezTo>
                    <a:pt x="3815" y="2208"/>
                    <a:pt x="3344" y="2928"/>
                    <a:pt x="2913" y="3656"/>
                  </a:cubicBezTo>
                  <a:cubicBezTo>
                    <a:pt x="1201" y="6577"/>
                    <a:pt x="1" y="9878"/>
                    <a:pt x="1" y="13262"/>
                  </a:cubicBezTo>
                  <a:cubicBezTo>
                    <a:pt x="1" y="14023"/>
                    <a:pt x="59" y="14801"/>
                    <a:pt x="332" y="15513"/>
                  </a:cubicBezTo>
                  <a:cubicBezTo>
                    <a:pt x="729" y="16564"/>
                    <a:pt x="1556" y="17416"/>
                    <a:pt x="2508" y="18020"/>
                  </a:cubicBezTo>
                  <a:cubicBezTo>
                    <a:pt x="3460" y="18624"/>
                    <a:pt x="4527" y="19013"/>
                    <a:pt x="5603" y="19369"/>
                  </a:cubicBezTo>
                  <a:cubicBezTo>
                    <a:pt x="7119" y="19863"/>
                    <a:pt x="8757" y="20281"/>
                    <a:pt x="10333" y="20281"/>
                  </a:cubicBezTo>
                  <a:cubicBezTo>
                    <a:pt x="11423" y="20281"/>
                    <a:pt x="12484" y="20081"/>
                    <a:pt x="13455" y="19567"/>
                  </a:cubicBezTo>
                  <a:cubicBezTo>
                    <a:pt x="14737" y="18889"/>
                    <a:pt x="15714" y="17705"/>
                    <a:pt x="16301" y="16373"/>
                  </a:cubicBezTo>
                  <a:cubicBezTo>
                    <a:pt x="16880" y="15049"/>
                    <a:pt x="17095" y="13577"/>
                    <a:pt x="17079" y="12129"/>
                  </a:cubicBezTo>
                  <a:cubicBezTo>
                    <a:pt x="17029" y="8116"/>
                    <a:pt x="15391" y="5311"/>
                    <a:pt x="12578" y="1827"/>
                  </a:cubicBezTo>
                  <a:cubicBezTo>
                    <a:pt x="11411" y="603"/>
                    <a:pt x="10269" y="90"/>
                    <a:pt x="8705" y="7"/>
                  </a:cubicBezTo>
                  <a:cubicBezTo>
                    <a:pt x="8614" y="3"/>
                    <a:pt x="8523" y="1"/>
                    <a:pt x="843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99" name="Google Shape;799;p44"/>
            <p:cNvSpPr txBox="1"/>
            <p:nvPr/>
          </p:nvSpPr>
          <p:spPr>
            <a:xfrm flipH="1">
              <a:off x="3779537" y="3629476"/>
              <a:ext cx="1095600" cy="60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>
                  <a:solidFill>
                    <a:schemeClr val="accent3"/>
                  </a:solidFill>
                  <a:latin typeface="Arial" panose="020B0604020202020204" pitchFamily="34" charset="0"/>
                  <a:ea typeface="等线" panose="02010600030101010101" charset="-122"/>
                  <a:cs typeface="Arial" panose="020B0604020202020204" pitchFamily="34" charset="0"/>
                  <a:sym typeface="等线" panose="02010600030101010101" charset="-122"/>
                </a:rPr>
                <a:t>Earth harbors life</a:t>
              </a:r>
              <a:endParaRPr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endParaRPr>
            </a:p>
          </p:txBody>
        </p:sp>
        <p:sp>
          <p:nvSpPr>
            <p:cNvPr id="800" name="Google Shape;800;p44"/>
            <p:cNvSpPr txBox="1"/>
            <p:nvPr/>
          </p:nvSpPr>
          <p:spPr>
            <a:xfrm flipH="1">
              <a:off x="3779537" y="3288175"/>
              <a:ext cx="1095600" cy="449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200" b="1" dirty="0">
                  <a:solidFill>
                    <a:schemeClr val="accent6"/>
                  </a:solidFill>
                  <a:latin typeface="Aharoni" panose="02010803020104030203" pitchFamily="2" charset="-79"/>
                  <a:ea typeface="Fresca" panose="02000506000000020003"/>
                  <a:cs typeface="Aharoni" panose="02010803020104030203" pitchFamily="2" charset="-79"/>
                  <a:sym typeface="Fresca" panose="02000506000000020003"/>
                </a:rPr>
                <a:t>EARTH</a:t>
              </a:r>
              <a:endParaRPr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endParaRPr>
            </a:p>
          </p:txBody>
        </p:sp>
      </p:grpSp>
      <p:grpSp>
        <p:nvGrpSpPr>
          <p:cNvPr id="801" name="Google Shape;801;p44"/>
          <p:cNvGrpSpPr/>
          <p:nvPr/>
        </p:nvGrpSpPr>
        <p:grpSpPr>
          <a:xfrm>
            <a:off x="5242211" y="1569419"/>
            <a:ext cx="771530" cy="676147"/>
            <a:chOff x="5054899" y="1389894"/>
            <a:chExt cx="771530" cy="676147"/>
          </a:xfrm>
        </p:grpSpPr>
        <p:sp>
          <p:nvSpPr>
            <p:cNvPr id="802" name="Google Shape;802;p44"/>
            <p:cNvSpPr/>
            <p:nvPr/>
          </p:nvSpPr>
          <p:spPr>
            <a:xfrm>
              <a:off x="5054899" y="1389894"/>
              <a:ext cx="771530" cy="676147"/>
            </a:xfrm>
            <a:custGeom>
              <a:avLst/>
              <a:gdLst/>
              <a:ahLst/>
              <a:cxnLst/>
              <a:rect l="l" t="t" r="r" b="b"/>
              <a:pathLst>
                <a:path w="7663" h="7571" extrusionOk="0">
                  <a:moveTo>
                    <a:pt x="3470" y="0"/>
                  </a:moveTo>
                  <a:cubicBezTo>
                    <a:pt x="2157" y="0"/>
                    <a:pt x="872" y="900"/>
                    <a:pt x="447" y="2151"/>
                  </a:cubicBezTo>
                  <a:cubicBezTo>
                    <a:pt x="0" y="3466"/>
                    <a:pt x="555" y="5047"/>
                    <a:pt x="1713" y="5808"/>
                  </a:cubicBezTo>
                  <a:cubicBezTo>
                    <a:pt x="2830" y="6528"/>
                    <a:pt x="4245" y="6495"/>
                    <a:pt x="5569" y="6619"/>
                  </a:cubicBezTo>
                  <a:cubicBezTo>
                    <a:pt x="6305" y="6693"/>
                    <a:pt x="7141" y="6900"/>
                    <a:pt x="7464" y="7570"/>
                  </a:cubicBezTo>
                  <a:lnTo>
                    <a:pt x="7538" y="7471"/>
                  </a:lnTo>
                  <a:cubicBezTo>
                    <a:pt x="7662" y="5676"/>
                    <a:pt x="7373" y="3872"/>
                    <a:pt x="6711" y="2209"/>
                  </a:cubicBezTo>
                  <a:cubicBezTo>
                    <a:pt x="6562" y="1812"/>
                    <a:pt x="6355" y="1447"/>
                    <a:pt x="6090" y="1125"/>
                  </a:cubicBezTo>
                  <a:cubicBezTo>
                    <a:pt x="5825" y="835"/>
                    <a:pt x="5511" y="612"/>
                    <a:pt x="5155" y="446"/>
                  </a:cubicBezTo>
                  <a:cubicBezTo>
                    <a:pt x="4700" y="206"/>
                    <a:pt x="4195" y="57"/>
                    <a:pt x="3674" y="8"/>
                  </a:cubicBezTo>
                  <a:cubicBezTo>
                    <a:pt x="3606" y="3"/>
                    <a:pt x="3538" y="0"/>
                    <a:pt x="34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rgbClr val="434343"/>
                </a:solidFill>
              </a:endParaRPr>
            </a:p>
          </p:txBody>
        </p:sp>
        <p:sp>
          <p:nvSpPr>
            <p:cNvPr id="803" name="Google Shape;803;p44"/>
            <p:cNvSpPr txBox="1"/>
            <p:nvPr/>
          </p:nvSpPr>
          <p:spPr>
            <a:xfrm flipH="1">
              <a:off x="5100663" y="1462838"/>
              <a:ext cx="6657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600">
                  <a:solidFill>
                    <a:schemeClr val="accent2"/>
                  </a:solidFill>
                  <a:latin typeface="Arial" panose="020B0604020202020204" pitchFamily="34" charset="0"/>
                  <a:ea typeface="思源黑体 CN Regular" panose="020B0500000000000000" charset="-122"/>
                  <a:cs typeface="Arial" panose="020B0604020202020204" pitchFamily="34" charset="0"/>
                  <a:sym typeface="思源黑体 CN Regular" panose="020B0500000000000000" charset="-122"/>
                </a:rPr>
                <a:t>01</a:t>
              </a:r>
              <a:endParaRPr sz="2600">
                <a:solidFill>
                  <a:schemeClr val="accent2"/>
                </a:solidFill>
                <a:latin typeface="Arial" panose="020B0604020202020204" pitchFamily="34" charset="0"/>
                <a:ea typeface="思源黑体 CN Regular" panose="020B0500000000000000" charset="-122"/>
                <a:cs typeface="Arial" panose="020B0604020202020204" pitchFamily="34" charset="0"/>
                <a:sym typeface="思源黑体 CN Regular" panose="020B0500000000000000" charset="-122"/>
              </a:endParaRPr>
            </a:p>
          </p:txBody>
        </p:sp>
      </p:grpSp>
      <p:grpSp>
        <p:nvGrpSpPr>
          <p:cNvPr id="804" name="Google Shape;804;p44"/>
          <p:cNvGrpSpPr/>
          <p:nvPr/>
        </p:nvGrpSpPr>
        <p:grpSpPr>
          <a:xfrm>
            <a:off x="3108438" y="3626256"/>
            <a:ext cx="665700" cy="659357"/>
            <a:chOff x="2921126" y="3446731"/>
            <a:chExt cx="665700" cy="659357"/>
          </a:xfrm>
        </p:grpSpPr>
        <p:sp>
          <p:nvSpPr>
            <p:cNvPr id="805" name="Google Shape;805;p44"/>
            <p:cNvSpPr/>
            <p:nvPr/>
          </p:nvSpPr>
          <p:spPr>
            <a:xfrm>
              <a:off x="2936244" y="3446731"/>
              <a:ext cx="639032" cy="659357"/>
            </a:xfrm>
            <a:custGeom>
              <a:avLst/>
              <a:gdLst/>
              <a:ahLst/>
              <a:cxnLst/>
              <a:rect l="l" t="t" r="r" b="b"/>
              <a:pathLst>
                <a:path w="6347" h="7381" extrusionOk="0">
                  <a:moveTo>
                    <a:pt x="348" y="1"/>
                  </a:moveTo>
                  <a:cubicBezTo>
                    <a:pt x="348" y="1"/>
                    <a:pt x="348" y="1"/>
                    <a:pt x="348" y="1"/>
                  </a:cubicBezTo>
                  <a:lnTo>
                    <a:pt x="348" y="1"/>
                  </a:lnTo>
                  <a:lnTo>
                    <a:pt x="299" y="919"/>
                  </a:lnTo>
                  <a:cubicBezTo>
                    <a:pt x="318" y="661"/>
                    <a:pt x="335" y="552"/>
                    <a:pt x="346" y="504"/>
                  </a:cubicBezTo>
                  <a:lnTo>
                    <a:pt x="346" y="504"/>
                  </a:lnTo>
                  <a:cubicBezTo>
                    <a:pt x="348" y="348"/>
                    <a:pt x="348" y="181"/>
                    <a:pt x="348" y="1"/>
                  </a:cubicBezTo>
                  <a:lnTo>
                    <a:pt x="348" y="1"/>
                  </a:lnTo>
                  <a:cubicBezTo>
                    <a:pt x="377" y="603"/>
                    <a:pt x="374" y="390"/>
                    <a:pt x="346" y="504"/>
                  </a:cubicBezTo>
                  <a:lnTo>
                    <a:pt x="346" y="504"/>
                  </a:lnTo>
                  <a:cubicBezTo>
                    <a:pt x="331" y="2346"/>
                    <a:pt x="231" y="2596"/>
                    <a:pt x="117" y="3641"/>
                  </a:cubicBezTo>
                  <a:cubicBezTo>
                    <a:pt x="1" y="4775"/>
                    <a:pt x="92" y="6090"/>
                    <a:pt x="869" y="6810"/>
                  </a:cubicBezTo>
                  <a:cubicBezTo>
                    <a:pt x="1353" y="7266"/>
                    <a:pt x="2003" y="7383"/>
                    <a:pt x="2638" y="7383"/>
                  </a:cubicBezTo>
                  <a:cubicBezTo>
                    <a:pt x="2753" y="7383"/>
                    <a:pt x="2867" y="7379"/>
                    <a:pt x="2979" y="7373"/>
                  </a:cubicBezTo>
                  <a:cubicBezTo>
                    <a:pt x="4072" y="7323"/>
                    <a:pt x="5280" y="6992"/>
                    <a:pt x="5859" y="5941"/>
                  </a:cubicBezTo>
                  <a:cubicBezTo>
                    <a:pt x="6231" y="5279"/>
                    <a:pt x="6322" y="4973"/>
                    <a:pt x="6248" y="4196"/>
                  </a:cubicBezTo>
                  <a:cubicBezTo>
                    <a:pt x="6206" y="3782"/>
                    <a:pt x="6347" y="3616"/>
                    <a:pt x="6157" y="3252"/>
                  </a:cubicBezTo>
                  <a:cubicBezTo>
                    <a:pt x="5718" y="2400"/>
                    <a:pt x="4568" y="1953"/>
                    <a:pt x="3741" y="1631"/>
                  </a:cubicBezTo>
                  <a:cubicBezTo>
                    <a:pt x="2425" y="1126"/>
                    <a:pt x="1051" y="1366"/>
                    <a:pt x="3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6" name="Google Shape;806;p44"/>
            <p:cNvSpPr txBox="1"/>
            <p:nvPr/>
          </p:nvSpPr>
          <p:spPr>
            <a:xfrm flipH="1">
              <a:off x="2921126" y="3623650"/>
              <a:ext cx="6657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600">
                  <a:solidFill>
                    <a:schemeClr val="lt2"/>
                  </a:solidFill>
                  <a:latin typeface="Arial" panose="020B0604020202020204" pitchFamily="34" charset="0"/>
                  <a:ea typeface="思源黑体 CN Regular" panose="020B0500000000000000" charset="-122"/>
                  <a:cs typeface="Arial" panose="020B0604020202020204" pitchFamily="34" charset="0"/>
                  <a:sym typeface="思源黑体 CN Regular" panose="020B0500000000000000" charset="-122"/>
                </a:rPr>
                <a:t>03</a:t>
              </a:r>
              <a:endParaRPr sz="2600">
                <a:solidFill>
                  <a:schemeClr val="lt2"/>
                </a:solidFill>
                <a:latin typeface="Arial" panose="020B0604020202020204" pitchFamily="34" charset="0"/>
                <a:ea typeface="思源黑体 CN Regular" panose="020B0500000000000000" charset="-122"/>
                <a:cs typeface="Arial" panose="020B0604020202020204" pitchFamily="34" charset="0"/>
                <a:sym typeface="思源黑体 CN Regular" panose="020B0500000000000000" charset="-122"/>
              </a:endParaRPr>
            </a:p>
          </p:txBody>
        </p:sp>
      </p:grpSp>
      <p:grpSp>
        <p:nvGrpSpPr>
          <p:cNvPr id="807" name="Google Shape;807;p44"/>
          <p:cNvGrpSpPr/>
          <p:nvPr/>
        </p:nvGrpSpPr>
        <p:grpSpPr>
          <a:xfrm>
            <a:off x="2745938" y="1841382"/>
            <a:ext cx="796496" cy="597914"/>
            <a:chOff x="2558626" y="1661857"/>
            <a:chExt cx="796496" cy="597914"/>
          </a:xfrm>
        </p:grpSpPr>
        <p:sp>
          <p:nvSpPr>
            <p:cNvPr id="808" name="Google Shape;808;p44"/>
            <p:cNvSpPr/>
            <p:nvPr/>
          </p:nvSpPr>
          <p:spPr>
            <a:xfrm>
              <a:off x="2577752" y="1661857"/>
              <a:ext cx="777370" cy="597914"/>
            </a:xfrm>
            <a:custGeom>
              <a:avLst/>
              <a:gdLst/>
              <a:ahLst/>
              <a:cxnLst/>
              <a:rect l="l" t="t" r="r" b="b"/>
              <a:pathLst>
                <a:path w="7721" h="6695" extrusionOk="0">
                  <a:moveTo>
                    <a:pt x="7721" y="2475"/>
                  </a:moveTo>
                  <a:cubicBezTo>
                    <a:pt x="7719" y="2476"/>
                    <a:pt x="7717" y="2477"/>
                    <a:pt x="7715" y="2478"/>
                  </a:cubicBezTo>
                  <a:lnTo>
                    <a:pt x="7715" y="2478"/>
                  </a:lnTo>
                  <a:cubicBezTo>
                    <a:pt x="7717" y="2480"/>
                    <a:pt x="7719" y="2481"/>
                    <a:pt x="7721" y="2483"/>
                  </a:cubicBezTo>
                  <a:lnTo>
                    <a:pt x="7721" y="2475"/>
                  </a:lnTo>
                  <a:close/>
                  <a:moveTo>
                    <a:pt x="2268" y="1"/>
                  </a:moveTo>
                  <a:cubicBezTo>
                    <a:pt x="1862" y="1"/>
                    <a:pt x="1432" y="42"/>
                    <a:pt x="1101" y="274"/>
                  </a:cubicBezTo>
                  <a:cubicBezTo>
                    <a:pt x="927" y="406"/>
                    <a:pt x="779" y="572"/>
                    <a:pt x="663" y="762"/>
                  </a:cubicBezTo>
                  <a:cubicBezTo>
                    <a:pt x="224" y="1457"/>
                    <a:pt x="100" y="2301"/>
                    <a:pt x="59" y="3120"/>
                  </a:cubicBezTo>
                  <a:cubicBezTo>
                    <a:pt x="1" y="4204"/>
                    <a:pt x="141" y="5420"/>
                    <a:pt x="961" y="6132"/>
                  </a:cubicBezTo>
                  <a:cubicBezTo>
                    <a:pt x="1414" y="6526"/>
                    <a:pt x="2005" y="6694"/>
                    <a:pt x="2610" y="6694"/>
                  </a:cubicBezTo>
                  <a:cubicBezTo>
                    <a:pt x="3021" y="6694"/>
                    <a:pt x="3439" y="6617"/>
                    <a:pt x="3823" y="6479"/>
                  </a:cubicBezTo>
                  <a:cubicBezTo>
                    <a:pt x="4163" y="6363"/>
                    <a:pt x="4477" y="6190"/>
                    <a:pt x="4742" y="5958"/>
                  </a:cubicBezTo>
                  <a:cubicBezTo>
                    <a:pt x="5123" y="5627"/>
                    <a:pt x="5362" y="5155"/>
                    <a:pt x="5644" y="4733"/>
                  </a:cubicBezTo>
                  <a:cubicBezTo>
                    <a:pt x="6180" y="3891"/>
                    <a:pt x="6882" y="3033"/>
                    <a:pt x="7715" y="2478"/>
                  </a:cubicBezTo>
                  <a:lnTo>
                    <a:pt x="7715" y="2478"/>
                  </a:lnTo>
                  <a:cubicBezTo>
                    <a:pt x="6202" y="1115"/>
                    <a:pt x="4301" y="25"/>
                    <a:pt x="226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09" name="Google Shape;809;p44"/>
            <p:cNvSpPr txBox="1"/>
            <p:nvPr/>
          </p:nvSpPr>
          <p:spPr>
            <a:xfrm flipH="1">
              <a:off x="2558626" y="1740675"/>
              <a:ext cx="6657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600">
                  <a:solidFill>
                    <a:schemeClr val="lt1"/>
                  </a:solidFill>
                  <a:latin typeface="Arial" panose="020B0604020202020204" pitchFamily="34" charset="0"/>
                  <a:ea typeface="思源黑体 CN Regular" panose="020B0500000000000000" charset="-122"/>
                  <a:cs typeface="Arial" panose="020B0604020202020204" pitchFamily="34" charset="0"/>
                  <a:sym typeface="思源黑体 CN Regular" panose="020B0500000000000000" charset="-122"/>
                </a:rPr>
                <a:t>04</a:t>
              </a:r>
              <a:endParaRPr sz="2600">
                <a:solidFill>
                  <a:schemeClr val="lt1"/>
                </a:solidFill>
                <a:latin typeface="Arial" panose="020B0604020202020204" pitchFamily="34" charset="0"/>
                <a:ea typeface="思源黑体 CN Regular" panose="020B0500000000000000" charset="-122"/>
                <a:cs typeface="Arial" panose="020B0604020202020204" pitchFamily="34" charset="0"/>
                <a:sym typeface="思源黑体 CN Regular" panose="020B0500000000000000" charset="-122"/>
              </a:endParaRPr>
            </a:p>
          </p:txBody>
        </p:sp>
      </p:grpSp>
      <p:grpSp>
        <p:nvGrpSpPr>
          <p:cNvPr id="810" name="Google Shape;810;p44"/>
          <p:cNvGrpSpPr/>
          <p:nvPr/>
        </p:nvGrpSpPr>
        <p:grpSpPr>
          <a:xfrm>
            <a:off x="5269339" y="3587796"/>
            <a:ext cx="828214" cy="582553"/>
            <a:chOff x="5082027" y="3408271"/>
            <a:chExt cx="828214" cy="582553"/>
          </a:xfrm>
        </p:grpSpPr>
        <p:sp>
          <p:nvSpPr>
            <p:cNvPr id="811" name="Google Shape;811;p44"/>
            <p:cNvSpPr/>
            <p:nvPr/>
          </p:nvSpPr>
          <p:spPr>
            <a:xfrm>
              <a:off x="5082027" y="3408271"/>
              <a:ext cx="828214" cy="582553"/>
            </a:xfrm>
            <a:custGeom>
              <a:avLst/>
              <a:gdLst/>
              <a:ahLst/>
              <a:cxnLst/>
              <a:rect l="l" t="t" r="r" b="b"/>
              <a:pathLst>
                <a:path w="8226" h="6522" extrusionOk="0">
                  <a:moveTo>
                    <a:pt x="4743" y="1"/>
                  </a:moveTo>
                  <a:cubicBezTo>
                    <a:pt x="4487" y="1"/>
                    <a:pt x="4237" y="25"/>
                    <a:pt x="4005" y="74"/>
                  </a:cubicBezTo>
                  <a:cubicBezTo>
                    <a:pt x="2814" y="322"/>
                    <a:pt x="2069" y="1472"/>
                    <a:pt x="1622" y="2581"/>
                  </a:cubicBezTo>
                  <a:cubicBezTo>
                    <a:pt x="1175" y="3690"/>
                    <a:pt x="861" y="4914"/>
                    <a:pt x="1" y="5750"/>
                  </a:cubicBezTo>
                  <a:lnTo>
                    <a:pt x="166" y="5676"/>
                  </a:lnTo>
                  <a:cubicBezTo>
                    <a:pt x="491" y="5638"/>
                    <a:pt x="817" y="5620"/>
                    <a:pt x="1143" y="5620"/>
                  </a:cubicBezTo>
                  <a:cubicBezTo>
                    <a:pt x="1902" y="5620"/>
                    <a:pt x="2660" y="5721"/>
                    <a:pt x="3401" y="5924"/>
                  </a:cubicBezTo>
                  <a:cubicBezTo>
                    <a:pt x="4207" y="6139"/>
                    <a:pt x="4806" y="6523"/>
                    <a:pt x="5533" y="6523"/>
                  </a:cubicBezTo>
                  <a:cubicBezTo>
                    <a:pt x="5702" y="6523"/>
                    <a:pt x="5878" y="6502"/>
                    <a:pt x="6066" y="6453"/>
                  </a:cubicBezTo>
                  <a:cubicBezTo>
                    <a:pt x="7166" y="6172"/>
                    <a:pt x="8225" y="4972"/>
                    <a:pt x="8209" y="3864"/>
                  </a:cubicBezTo>
                  <a:cubicBezTo>
                    <a:pt x="8192" y="2763"/>
                    <a:pt x="7861" y="1489"/>
                    <a:pt x="7017" y="744"/>
                  </a:cubicBezTo>
                  <a:cubicBezTo>
                    <a:pt x="6456" y="252"/>
                    <a:pt x="5567" y="1"/>
                    <a:pt x="47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12" name="Google Shape;812;p44"/>
            <p:cNvSpPr txBox="1"/>
            <p:nvPr/>
          </p:nvSpPr>
          <p:spPr>
            <a:xfrm flipH="1">
              <a:off x="5215651" y="3482125"/>
              <a:ext cx="6657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2600">
                  <a:solidFill>
                    <a:schemeClr val="dk2"/>
                  </a:solidFill>
                  <a:latin typeface="Arial" panose="020B0604020202020204" pitchFamily="34" charset="0"/>
                  <a:ea typeface="思源黑体 CN Regular" panose="020B0500000000000000" charset="-122"/>
                  <a:cs typeface="Arial" panose="020B0604020202020204" pitchFamily="34" charset="0"/>
                  <a:sym typeface="思源黑体 CN Regular" panose="020B0500000000000000" charset="-122"/>
                </a:rPr>
                <a:t>02</a:t>
              </a:r>
              <a:endParaRPr sz="2600">
                <a:solidFill>
                  <a:schemeClr val="dk2"/>
                </a:solidFill>
                <a:latin typeface="Arial" panose="020B0604020202020204" pitchFamily="34" charset="0"/>
                <a:ea typeface="思源黑体 CN Regular" panose="020B0500000000000000" charset="-122"/>
                <a:cs typeface="Arial" panose="020B0604020202020204" pitchFamily="34" charset="0"/>
                <a:sym typeface="思源黑体 CN Regular" panose="020B0500000000000000" charset="-122"/>
              </a:endParaRP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5"/>
          <p:cNvSpPr txBox="1">
            <a:spLocks noGrp="1"/>
          </p:cNvSpPr>
          <p:nvPr>
            <p:ph type="title"/>
          </p:nvPr>
        </p:nvSpPr>
        <p:spPr>
          <a:xfrm>
            <a:off x="2181300" y="1622250"/>
            <a:ext cx="4781400" cy="189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6600" dirty="0"/>
              <a:t>AWESOME </a:t>
            </a:r>
            <a:r>
              <a:rPr lang="en-GB" sz="6600" dirty="0">
                <a:solidFill>
                  <a:schemeClr val="accent6"/>
                </a:solidFill>
              </a:rPr>
              <a:t>WORDS</a:t>
            </a:r>
            <a:endParaRPr sz="66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6"/>
          <p:cNvSpPr txBox="1">
            <a:spLocks noGrp="1"/>
          </p:cNvSpPr>
          <p:nvPr>
            <p:ph type="title"/>
          </p:nvPr>
        </p:nvSpPr>
        <p:spPr>
          <a:xfrm>
            <a:off x="719998" y="749225"/>
            <a:ext cx="5909400" cy="75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WHAT WE ARE</a:t>
            </a:r>
          </a:p>
        </p:txBody>
      </p:sp>
      <p:sp>
        <p:nvSpPr>
          <p:cNvPr id="823" name="Google Shape;823;p46"/>
          <p:cNvSpPr txBox="1">
            <a:spLocks noGrp="1"/>
          </p:cNvSpPr>
          <p:nvPr>
            <p:ph type="body" idx="1"/>
          </p:nvPr>
        </p:nvSpPr>
        <p:spPr>
          <a:xfrm>
            <a:off x="719975" y="1504563"/>
            <a:ext cx="32631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Mercury is the closest planet to the Sun and the smallest one in the Solar System. It’s a bit larger than our Moon.</a:t>
            </a:r>
          </a:p>
        </p:txBody>
      </p:sp>
      <p:sp>
        <p:nvSpPr>
          <p:cNvPr id="824" name="Google Shape;824;p46"/>
          <p:cNvSpPr txBox="1">
            <a:spLocks noGrp="1"/>
          </p:cNvSpPr>
          <p:nvPr>
            <p:ph type="body" idx="2"/>
          </p:nvPr>
        </p:nvSpPr>
        <p:spPr>
          <a:xfrm>
            <a:off x="5160875" y="3517963"/>
            <a:ext cx="3263100" cy="87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Venus has a beautiful name and is the second planet from the Sun. It’s terribly hot, even hotter than Mercury.</a:t>
            </a:r>
          </a:p>
        </p:txBody>
      </p:sp>
      <p:sp>
        <p:nvSpPr>
          <p:cNvPr id="825" name="Google Shape;825;p46"/>
          <p:cNvSpPr txBox="1">
            <a:spLocks noGrp="1"/>
          </p:cNvSpPr>
          <p:nvPr>
            <p:ph type="title" idx="3"/>
          </p:nvPr>
        </p:nvSpPr>
        <p:spPr>
          <a:xfrm>
            <a:off x="2514613" y="2841775"/>
            <a:ext cx="5909400" cy="67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3600" dirty="0"/>
              <a:t>WHERE WE WANT TO BE</a:t>
            </a:r>
          </a:p>
        </p:txBody>
      </p:sp>
      <p:grpSp>
        <p:nvGrpSpPr>
          <p:cNvPr id="826" name="Google Shape;826;p46"/>
          <p:cNvGrpSpPr/>
          <p:nvPr/>
        </p:nvGrpSpPr>
        <p:grpSpPr>
          <a:xfrm>
            <a:off x="1151724" y="3276600"/>
            <a:ext cx="1704290" cy="1326899"/>
            <a:chOff x="1151724" y="3276600"/>
            <a:chExt cx="1704290" cy="1326899"/>
          </a:xfrm>
        </p:grpSpPr>
        <p:sp>
          <p:nvSpPr>
            <p:cNvPr id="827" name="Google Shape;827;p46"/>
            <p:cNvSpPr/>
            <p:nvPr/>
          </p:nvSpPr>
          <p:spPr>
            <a:xfrm>
              <a:off x="1151724" y="3435915"/>
              <a:ext cx="1213355" cy="1167583"/>
            </a:xfrm>
            <a:custGeom>
              <a:avLst/>
              <a:gdLst/>
              <a:ahLst/>
              <a:cxnLst/>
              <a:rect l="l" t="t" r="r" b="b"/>
              <a:pathLst>
                <a:path w="15442" h="14859" extrusionOk="0">
                  <a:moveTo>
                    <a:pt x="5271" y="1"/>
                  </a:moveTo>
                  <a:cubicBezTo>
                    <a:pt x="4355" y="1"/>
                    <a:pt x="3509" y="328"/>
                    <a:pt x="2858" y="1179"/>
                  </a:cubicBezTo>
                  <a:cubicBezTo>
                    <a:pt x="2858" y="1179"/>
                    <a:pt x="0" y="6681"/>
                    <a:pt x="4712" y="10936"/>
                  </a:cubicBezTo>
                  <a:cubicBezTo>
                    <a:pt x="8371" y="14263"/>
                    <a:pt x="10582" y="14859"/>
                    <a:pt x="11546" y="14859"/>
                  </a:cubicBezTo>
                  <a:cubicBezTo>
                    <a:pt x="11816" y="14859"/>
                    <a:pt x="11988" y="14812"/>
                    <a:pt x="12067" y="14766"/>
                  </a:cubicBezTo>
                  <a:cubicBezTo>
                    <a:pt x="12432" y="14553"/>
                    <a:pt x="15441" y="11088"/>
                    <a:pt x="15350" y="9903"/>
                  </a:cubicBezTo>
                  <a:cubicBezTo>
                    <a:pt x="15289" y="8748"/>
                    <a:pt x="12584" y="4036"/>
                    <a:pt x="12037" y="3519"/>
                  </a:cubicBezTo>
                  <a:cubicBezTo>
                    <a:pt x="11623" y="3152"/>
                    <a:pt x="8113" y="1"/>
                    <a:pt x="5271" y="1"/>
                  </a:cubicBezTo>
                  <a:close/>
                </a:path>
              </a:pathLst>
            </a:custGeom>
            <a:solidFill>
              <a:srgbClr val="F0C4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1536417" y="3276600"/>
              <a:ext cx="1011471" cy="684642"/>
            </a:xfrm>
            <a:custGeom>
              <a:avLst/>
              <a:gdLst/>
              <a:ahLst/>
              <a:cxnLst/>
              <a:rect l="l" t="t" r="r" b="b"/>
              <a:pathLst>
                <a:path w="15898" h="10761" extrusionOk="0">
                  <a:moveTo>
                    <a:pt x="9788" y="0"/>
                  </a:moveTo>
                  <a:lnTo>
                    <a:pt x="6961" y="5502"/>
                  </a:lnTo>
                  <a:lnTo>
                    <a:pt x="913" y="3769"/>
                  </a:lnTo>
                  <a:lnTo>
                    <a:pt x="1" y="10365"/>
                  </a:lnTo>
                  <a:lnTo>
                    <a:pt x="3344" y="10760"/>
                  </a:lnTo>
                  <a:lnTo>
                    <a:pt x="3587" y="7842"/>
                  </a:lnTo>
                  <a:lnTo>
                    <a:pt x="10092" y="9332"/>
                  </a:lnTo>
                  <a:lnTo>
                    <a:pt x="11429" y="4651"/>
                  </a:lnTo>
                  <a:lnTo>
                    <a:pt x="14651" y="5654"/>
                  </a:lnTo>
                  <a:lnTo>
                    <a:pt x="15898" y="3070"/>
                  </a:lnTo>
                  <a:lnTo>
                    <a:pt x="97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2426462" y="3778196"/>
              <a:ext cx="429552" cy="354585"/>
            </a:xfrm>
            <a:custGeom>
              <a:avLst/>
              <a:gdLst/>
              <a:ahLst/>
              <a:cxnLst/>
              <a:rect l="l" t="t" r="r" b="b"/>
              <a:pathLst>
                <a:path w="9028" h="7452" extrusionOk="0">
                  <a:moveTo>
                    <a:pt x="8060" y="0"/>
                  </a:moveTo>
                  <a:cubicBezTo>
                    <a:pt x="7821" y="0"/>
                    <a:pt x="7577" y="70"/>
                    <a:pt x="7356" y="162"/>
                  </a:cubicBezTo>
                  <a:cubicBezTo>
                    <a:pt x="6566" y="436"/>
                    <a:pt x="5836" y="770"/>
                    <a:pt x="5107" y="1226"/>
                  </a:cubicBezTo>
                  <a:cubicBezTo>
                    <a:pt x="3921" y="1986"/>
                    <a:pt x="2857" y="3019"/>
                    <a:pt x="2006" y="4175"/>
                  </a:cubicBezTo>
                  <a:cubicBezTo>
                    <a:pt x="1611" y="4752"/>
                    <a:pt x="0" y="7062"/>
                    <a:pt x="1398" y="7427"/>
                  </a:cubicBezTo>
                  <a:cubicBezTo>
                    <a:pt x="1465" y="7444"/>
                    <a:pt x="1533" y="7451"/>
                    <a:pt x="1602" y="7451"/>
                  </a:cubicBezTo>
                  <a:cubicBezTo>
                    <a:pt x="1906" y="7451"/>
                    <a:pt x="2220" y="7302"/>
                    <a:pt x="2493" y="7153"/>
                  </a:cubicBezTo>
                  <a:cubicBezTo>
                    <a:pt x="4043" y="6272"/>
                    <a:pt x="5593" y="5421"/>
                    <a:pt x="6900" y="4266"/>
                  </a:cubicBezTo>
                  <a:cubicBezTo>
                    <a:pt x="7751" y="3567"/>
                    <a:pt x="8481" y="2716"/>
                    <a:pt x="8845" y="1682"/>
                  </a:cubicBezTo>
                  <a:cubicBezTo>
                    <a:pt x="9028" y="1135"/>
                    <a:pt x="8997" y="405"/>
                    <a:pt x="8511" y="102"/>
                  </a:cubicBezTo>
                  <a:cubicBezTo>
                    <a:pt x="8367" y="30"/>
                    <a:pt x="8215" y="0"/>
                    <a:pt x="806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830" name="Google Shape;830;p46"/>
          <p:cNvGrpSpPr/>
          <p:nvPr/>
        </p:nvGrpSpPr>
        <p:grpSpPr>
          <a:xfrm>
            <a:off x="5779458" y="-524559"/>
            <a:ext cx="2751216" cy="2800384"/>
            <a:chOff x="5779458" y="-524559"/>
            <a:chExt cx="2751216" cy="2800384"/>
          </a:xfrm>
        </p:grpSpPr>
        <p:sp>
          <p:nvSpPr>
            <p:cNvPr id="831" name="Google Shape;831;p46"/>
            <p:cNvSpPr/>
            <p:nvPr/>
          </p:nvSpPr>
          <p:spPr>
            <a:xfrm rot="-1718280" flipH="1">
              <a:off x="6189198" y="-186862"/>
              <a:ext cx="1951619" cy="2124991"/>
            </a:xfrm>
            <a:custGeom>
              <a:avLst/>
              <a:gdLst/>
              <a:ahLst/>
              <a:cxnLst/>
              <a:rect l="l" t="t" r="r" b="b"/>
              <a:pathLst>
                <a:path w="9024" h="9826" extrusionOk="0">
                  <a:moveTo>
                    <a:pt x="8095" y="1"/>
                  </a:moveTo>
                  <a:cubicBezTo>
                    <a:pt x="8035" y="1"/>
                    <a:pt x="7971" y="7"/>
                    <a:pt x="7904" y="20"/>
                  </a:cubicBezTo>
                  <a:cubicBezTo>
                    <a:pt x="6992" y="202"/>
                    <a:pt x="6080" y="780"/>
                    <a:pt x="5350" y="1296"/>
                  </a:cubicBezTo>
                  <a:cubicBezTo>
                    <a:pt x="4986" y="1540"/>
                    <a:pt x="4621" y="1844"/>
                    <a:pt x="4378" y="2239"/>
                  </a:cubicBezTo>
                  <a:cubicBezTo>
                    <a:pt x="3861" y="3090"/>
                    <a:pt x="4043" y="4245"/>
                    <a:pt x="3466" y="5035"/>
                  </a:cubicBezTo>
                  <a:cubicBezTo>
                    <a:pt x="3131" y="5491"/>
                    <a:pt x="2645" y="5765"/>
                    <a:pt x="2159" y="6038"/>
                  </a:cubicBezTo>
                  <a:cubicBezTo>
                    <a:pt x="1612" y="6342"/>
                    <a:pt x="1065" y="6677"/>
                    <a:pt x="669" y="7132"/>
                  </a:cubicBezTo>
                  <a:cubicBezTo>
                    <a:pt x="244" y="7588"/>
                    <a:pt x="1" y="8227"/>
                    <a:pt x="153" y="8835"/>
                  </a:cubicBezTo>
                  <a:cubicBezTo>
                    <a:pt x="262" y="9355"/>
                    <a:pt x="766" y="9825"/>
                    <a:pt x="1309" y="9825"/>
                  </a:cubicBezTo>
                  <a:cubicBezTo>
                    <a:pt x="1369" y="9825"/>
                    <a:pt x="1429" y="9819"/>
                    <a:pt x="1490" y="9807"/>
                  </a:cubicBezTo>
                  <a:cubicBezTo>
                    <a:pt x="2037" y="9686"/>
                    <a:pt x="2372" y="9169"/>
                    <a:pt x="2584" y="8683"/>
                  </a:cubicBezTo>
                  <a:cubicBezTo>
                    <a:pt x="2827" y="8166"/>
                    <a:pt x="2979" y="7619"/>
                    <a:pt x="3375" y="7254"/>
                  </a:cubicBezTo>
                  <a:cubicBezTo>
                    <a:pt x="3831" y="6859"/>
                    <a:pt x="4499" y="6707"/>
                    <a:pt x="4864" y="6251"/>
                  </a:cubicBezTo>
                  <a:cubicBezTo>
                    <a:pt x="5350" y="5643"/>
                    <a:pt x="5138" y="4731"/>
                    <a:pt x="5442" y="4032"/>
                  </a:cubicBezTo>
                  <a:cubicBezTo>
                    <a:pt x="5715" y="3424"/>
                    <a:pt x="6323" y="3029"/>
                    <a:pt x="6931" y="2725"/>
                  </a:cubicBezTo>
                  <a:cubicBezTo>
                    <a:pt x="7539" y="2421"/>
                    <a:pt x="8177" y="2117"/>
                    <a:pt x="8572" y="1600"/>
                  </a:cubicBezTo>
                  <a:cubicBezTo>
                    <a:pt x="9024" y="1036"/>
                    <a:pt x="8873" y="1"/>
                    <a:pt x="80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2" name="Google Shape;832;p46"/>
            <p:cNvSpPr/>
            <p:nvPr/>
          </p:nvSpPr>
          <p:spPr>
            <a:xfrm rot="-1718363" flipH="1">
              <a:off x="5844853" y="820778"/>
              <a:ext cx="647221" cy="438113"/>
            </a:xfrm>
            <a:custGeom>
              <a:avLst/>
              <a:gdLst/>
              <a:ahLst/>
              <a:cxnLst/>
              <a:rect l="l" t="t" r="r" b="b"/>
              <a:pathLst>
                <a:path w="15898" h="10761" extrusionOk="0">
                  <a:moveTo>
                    <a:pt x="9788" y="0"/>
                  </a:moveTo>
                  <a:lnTo>
                    <a:pt x="6961" y="5502"/>
                  </a:lnTo>
                  <a:lnTo>
                    <a:pt x="913" y="3769"/>
                  </a:lnTo>
                  <a:lnTo>
                    <a:pt x="1" y="10365"/>
                  </a:lnTo>
                  <a:lnTo>
                    <a:pt x="3344" y="10760"/>
                  </a:lnTo>
                  <a:lnTo>
                    <a:pt x="3587" y="7842"/>
                  </a:lnTo>
                  <a:lnTo>
                    <a:pt x="10092" y="9332"/>
                  </a:lnTo>
                  <a:lnTo>
                    <a:pt x="11429" y="4651"/>
                  </a:lnTo>
                  <a:lnTo>
                    <a:pt x="14651" y="5654"/>
                  </a:lnTo>
                  <a:lnTo>
                    <a:pt x="15898" y="3070"/>
                  </a:lnTo>
                  <a:lnTo>
                    <a:pt x="978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33" name="Google Shape;833;p46"/>
            <p:cNvSpPr/>
            <p:nvPr/>
          </p:nvSpPr>
          <p:spPr>
            <a:xfrm rot="-10395601">
              <a:off x="7105941" y="915474"/>
              <a:ext cx="1008156" cy="842226"/>
            </a:xfrm>
            <a:custGeom>
              <a:avLst/>
              <a:gdLst/>
              <a:ahLst/>
              <a:cxnLst/>
              <a:rect l="l" t="t" r="r" b="b"/>
              <a:pathLst>
                <a:path w="31035" h="25927" extrusionOk="0">
                  <a:moveTo>
                    <a:pt x="15989" y="1"/>
                  </a:moveTo>
                  <a:lnTo>
                    <a:pt x="14895" y="17995"/>
                  </a:lnTo>
                  <a:cubicBezTo>
                    <a:pt x="14895" y="17995"/>
                    <a:pt x="11004" y="4165"/>
                    <a:pt x="11399" y="1"/>
                  </a:cubicBezTo>
                  <a:lnTo>
                    <a:pt x="11399" y="1"/>
                  </a:lnTo>
                  <a:lnTo>
                    <a:pt x="7205" y="913"/>
                  </a:lnTo>
                  <a:lnTo>
                    <a:pt x="9302" y="17600"/>
                  </a:lnTo>
                  <a:cubicBezTo>
                    <a:pt x="9302" y="17600"/>
                    <a:pt x="4651" y="10548"/>
                    <a:pt x="4104" y="2007"/>
                  </a:cubicBezTo>
                  <a:lnTo>
                    <a:pt x="1" y="2767"/>
                  </a:lnTo>
                  <a:cubicBezTo>
                    <a:pt x="1" y="2767"/>
                    <a:pt x="1588" y="25927"/>
                    <a:pt x="13578" y="25927"/>
                  </a:cubicBezTo>
                  <a:cubicBezTo>
                    <a:pt x="14004" y="25927"/>
                    <a:pt x="14443" y="25897"/>
                    <a:pt x="14895" y="25837"/>
                  </a:cubicBezTo>
                  <a:cubicBezTo>
                    <a:pt x="28087" y="24044"/>
                    <a:pt x="31035" y="2007"/>
                    <a:pt x="31035" y="2007"/>
                  </a:cubicBezTo>
                  <a:lnTo>
                    <a:pt x="27235" y="1369"/>
                  </a:lnTo>
                  <a:cubicBezTo>
                    <a:pt x="27235" y="1369"/>
                    <a:pt x="24834" y="17296"/>
                    <a:pt x="19333" y="19089"/>
                  </a:cubicBezTo>
                  <a:lnTo>
                    <a:pt x="21035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7"/>
          <p:cNvSpPr txBox="1">
            <a:spLocks noGrp="1"/>
          </p:cNvSpPr>
          <p:nvPr>
            <p:ph type="subTitle" idx="1"/>
          </p:nvPr>
        </p:nvSpPr>
        <p:spPr>
          <a:xfrm>
            <a:off x="764372" y="1813519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MARS</a:t>
            </a:r>
          </a:p>
        </p:txBody>
      </p:sp>
      <p:sp>
        <p:nvSpPr>
          <p:cNvPr id="839" name="Google Shape;839;p47"/>
          <p:cNvSpPr txBox="1">
            <a:spLocks noGrp="1"/>
          </p:cNvSpPr>
          <p:nvPr>
            <p:ph type="subTitle" idx="2"/>
          </p:nvPr>
        </p:nvSpPr>
        <p:spPr>
          <a:xfrm>
            <a:off x="764372" y="218527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Despite being red, Mars is a cold place</a:t>
            </a:r>
          </a:p>
        </p:txBody>
      </p:sp>
      <p:sp>
        <p:nvSpPr>
          <p:cNvPr id="840" name="Google Shape;840;p47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UPCOMING EVENTS</a:t>
            </a:r>
          </a:p>
        </p:txBody>
      </p:sp>
      <p:sp>
        <p:nvSpPr>
          <p:cNvPr id="841" name="Google Shape;841;p47"/>
          <p:cNvSpPr txBox="1">
            <a:spLocks noGrp="1"/>
          </p:cNvSpPr>
          <p:nvPr>
            <p:ph type="subTitle" idx="3"/>
          </p:nvPr>
        </p:nvSpPr>
        <p:spPr>
          <a:xfrm>
            <a:off x="764363" y="1529869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FEB 18</a:t>
            </a:r>
          </a:p>
        </p:txBody>
      </p:sp>
      <p:sp>
        <p:nvSpPr>
          <p:cNvPr id="842" name="Google Shape;842;p47"/>
          <p:cNvSpPr txBox="1">
            <a:spLocks noGrp="1"/>
          </p:cNvSpPr>
          <p:nvPr>
            <p:ph type="subTitle" idx="4"/>
          </p:nvPr>
        </p:nvSpPr>
        <p:spPr>
          <a:xfrm>
            <a:off x="3490948" y="1811138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JUPITER</a:t>
            </a:r>
          </a:p>
        </p:txBody>
      </p:sp>
      <p:sp>
        <p:nvSpPr>
          <p:cNvPr id="843" name="Google Shape;843;p47"/>
          <p:cNvSpPr txBox="1">
            <a:spLocks noGrp="1"/>
          </p:cNvSpPr>
          <p:nvPr>
            <p:ph type="subTitle" idx="5"/>
          </p:nvPr>
        </p:nvSpPr>
        <p:spPr>
          <a:xfrm>
            <a:off x="3490948" y="2182894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It’s the biggest planet in our Solar System</a:t>
            </a:r>
          </a:p>
        </p:txBody>
      </p:sp>
      <p:sp>
        <p:nvSpPr>
          <p:cNvPr id="844" name="Google Shape;844;p47"/>
          <p:cNvSpPr txBox="1">
            <a:spLocks noGrp="1"/>
          </p:cNvSpPr>
          <p:nvPr>
            <p:ph type="subTitle" idx="6"/>
          </p:nvPr>
        </p:nvSpPr>
        <p:spPr>
          <a:xfrm>
            <a:off x="3490939" y="1529869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MAR 22</a:t>
            </a:r>
          </a:p>
        </p:txBody>
      </p:sp>
      <p:sp>
        <p:nvSpPr>
          <p:cNvPr id="845" name="Google Shape;845;p47"/>
          <p:cNvSpPr txBox="1">
            <a:spLocks noGrp="1"/>
          </p:cNvSpPr>
          <p:nvPr>
            <p:ph type="subTitle" idx="7"/>
          </p:nvPr>
        </p:nvSpPr>
        <p:spPr>
          <a:xfrm>
            <a:off x="6217545" y="1811138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VENUS</a:t>
            </a:r>
          </a:p>
        </p:txBody>
      </p:sp>
      <p:sp>
        <p:nvSpPr>
          <p:cNvPr id="846" name="Google Shape;846;p47"/>
          <p:cNvSpPr txBox="1">
            <a:spLocks noGrp="1"/>
          </p:cNvSpPr>
          <p:nvPr>
            <p:ph type="subTitle" idx="8"/>
          </p:nvPr>
        </p:nvSpPr>
        <p:spPr>
          <a:xfrm>
            <a:off x="6217545" y="2182894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Venus is the second planet from the Sun</a:t>
            </a:r>
          </a:p>
        </p:txBody>
      </p:sp>
      <p:sp>
        <p:nvSpPr>
          <p:cNvPr id="847" name="Google Shape;847;p47"/>
          <p:cNvSpPr txBox="1">
            <a:spLocks noGrp="1"/>
          </p:cNvSpPr>
          <p:nvPr>
            <p:ph type="subTitle" idx="9"/>
          </p:nvPr>
        </p:nvSpPr>
        <p:spPr>
          <a:xfrm>
            <a:off x="6217537" y="1529869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APR 14</a:t>
            </a:r>
          </a:p>
        </p:txBody>
      </p:sp>
      <p:sp>
        <p:nvSpPr>
          <p:cNvPr id="848" name="Google Shape;848;p47"/>
          <p:cNvSpPr txBox="1">
            <a:spLocks noGrp="1"/>
          </p:cNvSpPr>
          <p:nvPr>
            <p:ph type="subTitle" idx="13"/>
          </p:nvPr>
        </p:nvSpPr>
        <p:spPr>
          <a:xfrm>
            <a:off x="764372" y="3423244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SATURN</a:t>
            </a:r>
          </a:p>
        </p:txBody>
      </p:sp>
      <p:sp>
        <p:nvSpPr>
          <p:cNvPr id="849" name="Google Shape;849;p47"/>
          <p:cNvSpPr txBox="1">
            <a:spLocks noGrp="1"/>
          </p:cNvSpPr>
          <p:nvPr>
            <p:ph type="subTitle" idx="14"/>
          </p:nvPr>
        </p:nvSpPr>
        <p:spPr>
          <a:xfrm>
            <a:off x="764372" y="379440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Saturn is composed of helium and hydrogen</a:t>
            </a:r>
          </a:p>
        </p:txBody>
      </p:sp>
      <p:sp>
        <p:nvSpPr>
          <p:cNvPr id="850" name="Google Shape;850;p47"/>
          <p:cNvSpPr txBox="1">
            <a:spLocks noGrp="1"/>
          </p:cNvSpPr>
          <p:nvPr>
            <p:ph type="subTitle" idx="15"/>
          </p:nvPr>
        </p:nvSpPr>
        <p:spPr>
          <a:xfrm>
            <a:off x="764363" y="3139594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15 JUN</a:t>
            </a:r>
          </a:p>
        </p:txBody>
      </p:sp>
      <p:sp>
        <p:nvSpPr>
          <p:cNvPr id="851" name="Google Shape;851;p47"/>
          <p:cNvSpPr txBox="1">
            <a:spLocks noGrp="1"/>
          </p:cNvSpPr>
          <p:nvPr>
            <p:ph type="subTitle" idx="16"/>
          </p:nvPr>
        </p:nvSpPr>
        <p:spPr>
          <a:xfrm>
            <a:off x="3490948" y="3423244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NEPTUNE</a:t>
            </a:r>
          </a:p>
        </p:txBody>
      </p:sp>
      <p:sp>
        <p:nvSpPr>
          <p:cNvPr id="852" name="Google Shape;852;p47"/>
          <p:cNvSpPr txBox="1">
            <a:spLocks noGrp="1"/>
          </p:cNvSpPr>
          <p:nvPr>
            <p:ph type="subTitle" idx="17"/>
          </p:nvPr>
        </p:nvSpPr>
        <p:spPr>
          <a:xfrm>
            <a:off x="3490948" y="379440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Neptune is the farthest planet from the Sun</a:t>
            </a:r>
          </a:p>
        </p:txBody>
      </p:sp>
      <p:sp>
        <p:nvSpPr>
          <p:cNvPr id="853" name="Google Shape;853;p47"/>
          <p:cNvSpPr txBox="1">
            <a:spLocks noGrp="1"/>
          </p:cNvSpPr>
          <p:nvPr>
            <p:ph type="subTitle" idx="18"/>
          </p:nvPr>
        </p:nvSpPr>
        <p:spPr>
          <a:xfrm>
            <a:off x="3490939" y="3139594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19 JUL</a:t>
            </a:r>
          </a:p>
        </p:txBody>
      </p:sp>
      <p:sp>
        <p:nvSpPr>
          <p:cNvPr id="854" name="Google Shape;854;p47"/>
          <p:cNvSpPr txBox="1">
            <a:spLocks noGrp="1"/>
          </p:cNvSpPr>
          <p:nvPr>
            <p:ph type="subTitle" idx="19"/>
          </p:nvPr>
        </p:nvSpPr>
        <p:spPr>
          <a:xfrm>
            <a:off x="6217545" y="3423244"/>
            <a:ext cx="21621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MERCURY</a:t>
            </a:r>
          </a:p>
        </p:txBody>
      </p:sp>
      <p:sp>
        <p:nvSpPr>
          <p:cNvPr id="855" name="Google Shape;855;p47"/>
          <p:cNvSpPr txBox="1">
            <a:spLocks noGrp="1"/>
          </p:cNvSpPr>
          <p:nvPr>
            <p:ph type="subTitle" idx="20"/>
          </p:nvPr>
        </p:nvSpPr>
        <p:spPr>
          <a:xfrm>
            <a:off x="6217545" y="3794405"/>
            <a:ext cx="2162100" cy="49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It’s the smallest planet in our Solar System</a:t>
            </a:r>
          </a:p>
        </p:txBody>
      </p:sp>
      <p:sp>
        <p:nvSpPr>
          <p:cNvPr id="856" name="Google Shape;856;p47"/>
          <p:cNvSpPr txBox="1">
            <a:spLocks noGrp="1"/>
          </p:cNvSpPr>
          <p:nvPr>
            <p:ph type="subTitle" idx="21"/>
          </p:nvPr>
        </p:nvSpPr>
        <p:spPr>
          <a:xfrm>
            <a:off x="6217537" y="3139594"/>
            <a:ext cx="2162100" cy="2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08 AUG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UPCOMING EVENTS</a:t>
            </a:r>
          </a:p>
        </p:txBody>
      </p:sp>
      <p:grpSp>
        <p:nvGrpSpPr>
          <p:cNvPr id="862" name="Google Shape;862;p48"/>
          <p:cNvGrpSpPr/>
          <p:nvPr/>
        </p:nvGrpSpPr>
        <p:grpSpPr>
          <a:xfrm>
            <a:off x="2280278" y="1436374"/>
            <a:ext cx="4583446" cy="3013952"/>
            <a:chOff x="235800" y="830650"/>
            <a:chExt cx="6978450" cy="4588844"/>
          </a:xfrm>
        </p:grpSpPr>
        <p:sp>
          <p:nvSpPr>
            <p:cNvPr id="863" name="Google Shape;863;p48"/>
            <p:cNvSpPr/>
            <p:nvPr/>
          </p:nvSpPr>
          <p:spPr>
            <a:xfrm>
              <a:off x="235800" y="1224769"/>
              <a:ext cx="2592225" cy="4194725"/>
            </a:xfrm>
            <a:custGeom>
              <a:avLst/>
              <a:gdLst/>
              <a:ahLst/>
              <a:cxnLst/>
              <a:rect l="l" t="t" r="r" b="b"/>
              <a:pathLst>
                <a:path w="103689" h="167789" extrusionOk="0">
                  <a:moveTo>
                    <a:pt x="13807" y="0"/>
                  </a:moveTo>
                  <a:cubicBezTo>
                    <a:pt x="11526" y="0"/>
                    <a:pt x="9194" y="921"/>
                    <a:pt x="7431" y="2357"/>
                  </a:cubicBezTo>
                  <a:cubicBezTo>
                    <a:pt x="6418" y="3183"/>
                    <a:pt x="7559" y="5231"/>
                    <a:pt x="8433" y="6203"/>
                  </a:cubicBezTo>
                  <a:cubicBezTo>
                    <a:pt x="9308" y="7175"/>
                    <a:pt x="10393" y="8259"/>
                    <a:pt x="10189" y="9549"/>
                  </a:cubicBezTo>
                  <a:cubicBezTo>
                    <a:pt x="9355" y="9975"/>
                    <a:pt x="8287" y="10084"/>
                    <a:pt x="7292" y="10084"/>
                  </a:cubicBezTo>
                  <a:cubicBezTo>
                    <a:pt x="7024" y="10084"/>
                    <a:pt x="6762" y="10076"/>
                    <a:pt x="6511" y="10065"/>
                  </a:cubicBezTo>
                  <a:cubicBezTo>
                    <a:pt x="6102" y="10046"/>
                    <a:pt x="5686" y="9992"/>
                    <a:pt x="5277" y="9992"/>
                  </a:cubicBezTo>
                  <a:cubicBezTo>
                    <a:pt x="4990" y="9992"/>
                    <a:pt x="4705" y="10019"/>
                    <a:pt x="4430" y="10104"/>
                  </a:cubicBezTo>
                  <a:cubicBezTo>
                    <a:pt x="3763" y="10310"/>
                    <a:pt x="3182" y="11034"/>
                    <a:pt x="3440" y="11683"/>
                  </a:cubicBezTo>
                  <a:cubicBezTo>
                    <a:pt x="2981" y="12481"/>
                    <a:pt x="2431" y="12899"/>
                    <a:pt x="2962" y="13650"/>
                  </a:cubicBezTo>
                  <a:cubicBezTo>
                    <a:pt x="3377" y="14235"/>
                    <a:pt x="4081" y="14716"/>
                    <a:pt x="4076" y="15434"/>
                  </a:cubicBezTo>
                  <a:cubicBezTo>
                    <a:pt x="4071" y="16003"/>
                    <a:pt x="3591" y="16462"/>
                    <a:pt x="3082" y="16719"/>
                  </a:cubicBezTo>
                  <a:cubicBezTo>
                    <a:pt x="2572" y="16973"/>
                    <a:pt x="2000" y="17102"/>
                    <a:pt x="1518" y="17408"/>
                  </a:cubicBezTo>
                  <a:cubicBezTo>
                    <a:pt x="13" y="18366"/>
                    <a:pt x="0" y="20519"/>
                    <a:pt x="159" y="22295"/>
                  </a:cubicBezTo>
                  <a:cubicBezTo>
                    <a:pt x="1133" y="23491"/>
                    <a:pt x="1285" y="25550"/>
                    <a:pt x="817" y="27017"/>
                  </a:cubicBezTo>
                  <a:cubicBezTo>
                    <a:pt x="639" y="27577"/>
                    <a:pt x="351" y="28172"/>
                    <a:pt x="552" y="28724"/>
                  </a:cubicBezTo>
                  <a:cubicBezTo>
                    <a:pt x="782" y="29356"/>
                    <a:pt x="1526" y="29605"/>
                    <a:pt x="2177" y="29773"/>
                  </a:cubicBezTo>
                  <a:cubicBezTo>
                    <a:pt x="2891" y="29958"/>
                    <a:pt x="3669" y="30130"/>
                    <a:pt x="4408" y="30130"/>
                  </a:cubicBezTo>
                  <a:cubicBezTo>
                    <a:pt x="5109" y="30130"/>
                    <a:pt x="5775" y="29975"/>
                    <a:pt x="6314" y="29528"/>
                  </a:cubicBezTo>
                  <a:cubicBezTo>
                    <a:pt x="7583" y="28478"/>
                    <a:pt x="9157" y="28121"/>
                    <a:pt x="10834" y="28121"/>
                  </a:cubicBezTo>
                  <a:cubicBezTo>
                    <a:pt x="13016" y="28121"/>
                    <a:pt x="15374" y="28725"/>
                    <a:pt x="17464" y="29196"/>
                  </a:cubicBezTo>
                  <a:cubicBezTo>
                    <a:pt x="18740" y="29482"/>
                    <a:pt x="20083" y="29952"/>
                    <a:pt x="20830" y="31028"/>
                  </a:cubicBezTo>
                  <a:cubicBezTo>
                    <a:pt x="21824" y="32461"/>
                    <a:pt x="21400" y="34451"/>
                    <a:pt x="20580" y="35993"/>
                  </a:cubicBezTo>
                  <a:cubicBezTo>
                    <a:pt x="19762" y="37533"/>
                    <a:pt x="18587" y="38903"/>
                    <a:pt x="18068" y="40567"/>
                  </a:cubicBezTo>
                  <a:cubicBezTo>
                    <a:pt x="17582" y="42129"/>
                    <a:pt x="17717" y="43806"/>
                    <a:pt x="17859" y="45436"/>
                  </a:cubicBezTo>
                  <a:cubicBezTo>
                    <a:pt x="18032" y="47441"/>
                    <a:pt x="18242" y="49554"/>
                    <a:pt x="19405" y="51198"/>
                  </a:cubicBezTo>
                  <a:cubicBezTo>
                    <a:pt x="20624" y="52922"/>
                    <a:pt x="21392" y="55494"/>
                    <a:pt x="21294" y="57601"/>
                  </a:cubicBezTo>
                  <a:cubicBezTo>
                    <a:pt x="21216" y="59294"/>
                    <a:pt x="20619" y="60958"/>
                    <a:pt x="20775" y="62645"/>
                  </a:cubicBezTo>
                  <a:cubicBezTo>
                    <a:pt x="21057" y="65704"/>
                    <a:pt x="23699" y="67999"/>
                    <a:pt x="26397" y="69471"/>
                  </a:cubicBezTo>
                  <a:cubicBezTo>
                    <a:pt x="29219" y="71013"/>
                    <a:pt x="31651" y="73637"/>
                    <a:pt x="32623" y="76701"/>
                  </a:cubicBezTo>
                  <a:cubicBezTo>
                    <a:pt x="33112" y="78241"/>
                    <a:pt x="33257" y="79868"/>
                    <a:pt x="33688" y="81425"/>
                  </a:cubicBezTo>
                  <a:cubicBezTo>
                    <a:pt x="34432" y="84119"/>
                    <a:pt x="36051" y="86565"/>
                    <a:pt x="38239" y="88307"/>
                  </a:cubicBezTo>
                  <a:cubicBezTo>
                    <a:pt x="39834" y="89575"/>
                    <a:pt x="42451" y="90023"/>
                    <a:pt x="44455" y="90388"/>
                  </a:cubicBezTo>
                  <a:cubicBezTo>
                    <a:pt x="45495" y="90578"/>
                    <a:pt x="46617" y="90728"/>
                    <a:pt x="47400" y="91437"/>
                  </a:cubicBezTo>
                  <a:cubicBezTo>
                    <a:pt x="47762" y="91764"/>
                    <a:pt x="48023" y="92187"/>
                    <a:pt x="48369" y="92530"/>
                  </a:cubicBezTo>
                  <a:cubicBezTo>
                    <a:pt x="50044" y="94188"/>
                    <a:pt x="53127" y="93507"/>
                    <a:pt x="54821" y="95145"/>
                  </a:cubicBezTo>
                  <a:cubicBezTo>
                    <a:pt x="55259" y="95566"/>
                    <a:pt x="55558" y="96107"/>
                    <a:pt x="55941" y="96579"/>
                  </a:cubicBezTo>
                  <a:cubicBezTo>
                    <a:pt x="56887" y="97736"/>
                    <a:pt x="58370" y="98428"/>
                    <a:pt x="59861" y="98428"/>
                  </a:cubicBezTo>
                  <a:cubicBezTo>
                    <a:pt x="60003" y="98428"/>
                    <a:pt x="60145" y="98421"/>
                    <a:pt x="60286" y="98409"/>
                  </a:cubicBezTo>
                  <a:lnTo>
                    <a:pt x="60286" y="98409"/>
                  </a:lnTo>
                  <a:cubicBezTo>
                    <a:pt x="59905" y="99653"/>
                    <a:pt x="61397" y="101114"/>
                    <a:pt x="60936" y="102330"/>
                  </a:cubicBezTo>
                  <a:cubicBezTo>
                    <a:pt x="60565" y="103312"/>
                    <a:pt x="59445" y="103741"/>
                    <a:pt x="58674" y="104452"/>
                  </a:cubicBezTo>
                  <a:cubicBezTo>
                    <a:pt x="57337" y="105685"/>
                    <a:pt x="57129" y="107795"/>
                    <a:pt x="57705" y="109521"/>
                  </a:cubicBezTo>
                  <a:cubicBezTo>
                    <a:pt x="58282" y="111246"/>
                    <a:pt x="59498" y="112671"/>
                    <a:pt x="60717" y="114022"/>
                  </a:cubicBezTo>
                  <a:cubicBezTo>
                    <a:pt x="62978" y="116530"/>
                    <a:pt x="65696" y="117746"/>
                    <a:pt x="68148" y="120066"/>
                  </a:cubicBezTo>
                  <a:cubicBezTo>
                    <a:pt x="70420" y="122216"/>
                    <a:pt x="70937" y="125696"/>
                    <a:pt x="70438" y="128784"/>
                  </a:cubicBezTo>
                  <a:cubicBezTo>
                    <a:pt x="69938" y="131872"/>
                    <a:pt x="68585" y="134744"/>
                    <a:pt x="67620" y="137718"/>
                  </a:cubicBezTo>
                  <a:cubicBezTo>
                    <a:pt x="65814" y="143276"/>
                    <a:pt x="65376" y="149382"/>
                    <a:pt x="67102" y="154963"/>
                  </a:cubicBezTo>
                  <a:cubicBezTo>
                    <a:pt x="68828" y="160546"/>
                    <a:pt x="72869" y="165522"/>
                    <a:pt x="78283" y="167717"/>
                  </a:cubicBezTo>
                  <a:cubicBezTo>
                    <a:pt x="78404" y="167766"/>
                    <a:pt x="78530" y="167788"/>
                    <a:pt x="78658" y="167788"/>
                  </a:cubicBezTo>
                  <a:cubicBezTo>
                    <a:pt x="79167" y="167788"/>
                    <a:pt x="79705" y="167444"/>
                    <a:pt x="80056" y="167066"/>
                  </a:cubicBezTo>
                  <a:cubicBezTo>
                    <a:pt x="80495" y="166591"/>
                    <a:pt x="80589" y="165833"/>
                    <a:pt x="80281" y="165265"/>
                  </a:cubicBezTo>
                  <a:cubicBezTo>
                    <a:pt x="79304" y="163467"/>
                    <a:pt x="77566" y="161932"/>
                    <a:pt x="76298" y="160326"/>
                  </a:cubicBezTo>
                  <a:cubicBezTo>
                    <a:pt x="75898" y="159821"/>
                    <a:pt x="75478" y="159248"/>
                    <a:pt x="75530" y="158607"/>
                  </a:cubicBezTo>
                  <a:cubicBezTo>
                    <a:pt x="75589" y="157886"/>
                    <a:pt x="76208" y="157367"/>
                    <a:pt x="76666" y="156807"/>
                  </a:cubicBezTo>
                  <a:cubicBezTo>
                    <a:pt x="77361" y="155947"/>
                    <a:pt x="77729" y="154867"/>
                    <a:pt x="77704" y="153762"/>
                  </a:cubicBezTo>
                  <a:cubicBezTo>
                    <a:pt x="77674" y="152733"/>
                    <a:pt x="77075" y="151726"/>
                    <a:pt x="77111" y="150697"/>
                  </a:cubicBezTo>
                  <a:cubicBezTo>
                    <a:pt x="77146" y="149667"/>
                    <a:pt x="77701" y="148583"/>
                    <a:pt x="78676" y="148251"/>
                  </a:cubicBezTo>
                  <a:cubicBezTo>
                    <a:pt x="79120" y="148100"/>
                    <a:pt x="79614" y="148115"/>
                    <a:pt x="80042" y="147926"/>
                  </a:cubicBezTo>
                  <a:cubicBezTo>
                    <a:pt x="81453" y="147303"/>
                    <a:pt x="81228" y="145153"/>
                    <a:pt x="82249" y="143996"/>
                  </a:cubicBezTo>
                  <a:cubicBezTo>
                    <a:pt x="82722" y="143460"/>
                    <a:pt x="83419" y="143193"/>
                    <a:pt x="84064" y="142883"/>
                  </a:cubicBezTo>
                  <a:cubicBezTo>
                    <a:pt x="86792" y="141571"/>
                    <a:pt x="89035" y="138972"/>
                    <a:pt x="89283" y="135957"/>
                  </a:cubicBezTo>
                  <a:cubicBezTo>
                    <a:pt x="89483" y="133544"/>
                    <a:pt x="88605" y="130615"/>
                    <a:pt x="90438" y="129034"/>
                  </a:cubicBezTo>
                  <a:cubicBezTo>
                    <a:pt x="91238" y="128344"/>
                    <a:pt x="92244" y="128199"/>
                    <a:pt x="93314" y="128199"/>
                  </a:cubicBezTo>
                  <a:cubicBezTo>
                    <a:pt x="94087" y="128199"/>
                    <a:pt x="94894" y="128275"/>
                    <a:pt x="95682" y="128275"/>
                  </a:cubicBezTo>
                  <a:cubicBezTo>
                    <a:pt x="96098" y="128275"/>
                    <a:pt x="96509" y="128254"/>
                    <a:pt x="96908" y="128189"/>
                  </a:cubicBezTo>
                  <a:cubicBezTo>
                    <a:pt x="97800" y="128044"/>
                    <a:pt x="98396" y="127214"/>
                    <a:pt x="98814" y="126412"/>
                  </a:cubicBezTo>
                  <a:cubicBezTo>
                    <a:pt x="99231" y="125609"/>
                    <a:pt x="99280" y="124658"/>
                    <a:pt x="99129" y="123766"/>
                  </a:cubicBezTo>
                  <a:cubicBezTo>
                    <a:pt x="98945" y="122668"/>
                    <a:pt x="98473" y="121597"/>
                    <a:pt x="98577" y="120489"/>
                  </a:cubicBezTo>
                  <a:cubicBezTo>
                    <a:pt x="98723" y="118930"/>
                    <a:pt x="99942" y="117730"/>
                    <a:pt x="100886" y="116480"/>
                  </a:cubicBezTo>
                  <a:cubicBezTo>
                    <a:pt x="102003" y="114998"/>
                    <a:pt x="102797" y="113297"/>
                    <a:pt x="103214" y="111488"/>
                  </a:cubicBezTo>
                  <a:cubicBezTo>
                    <a:pt x="103689" y="109429"/>
                    <a:pt x="102371" y="106997"/>
                    <a:pt x="100524" y="105970"/>
                  </a:cubicBezTo>
                  <a:cubicBezTo>
                    <a:pt x="98677" y="104943"/>
                    <a:pt x="96462" y="104915"/>
                    <a:pt x="94350" y="104853"/>
                  </a:cubicBezTo>
                  <a:cubicBezTo>
                    <a:pt x="92237" y="104794"/>
                    <a:pt x="89999" y="104633"/>
                    <a:pt x="88273" y="103414"/>
                  </a:cubicBezTo>
                  <a:cubicBezTo>
                    <a:pt x="86692" y="102296"/>
                    <a:pt x="85799" y="100469"/>
                    <a:pt x="84550" y="98991"/>
                  </a:cubicBezTo>
                  <a:cubicBezTo>
                    <a:pt x="82441" y="96497"/>
                    <a:pt x="79375" y="95057"/>
                    <a:pt x="76410" y="93690"/>
                  </a:cubicBezTo>
                  <a:cubicBezTo>
                    <a:pt x="75559" y="93298"/>
                    <a:pt x="74630" y="92901"/>
                    <a:pt x="73720" y="92901"/>
                  </a:cubicBezTo>
                  <a:cubicBezTo>
                    <a:pt x="73431" y="92901"/>
                    <a:pt x="73144" y="92941"/>
                    <a:pt x="72862" y="93034"/>
                  </a:cubicBezTo>
                  <a:cubicBezTo>
                    <a:pt x="72400" y="93185"/>
                    <a:pt x="71985" y="93473"/>
                    <a:pt x="71508" y="93564"/>
                  </a:cubicBezTo>
                  <a:cubicBezTo>
                    <a:pt x="71390" y="93586"/>
                    <a:pt x="71274" y="93597"/>
                    <a:pt x="71159" y="93597"/>
                  </a:cubicBezTo>
                  <a:cubicBezTo>
                    <a:pt x="70006" y="93597"/>
                    <a:pt x="69033" y="92520"/>
                    <a:pt x="67966" y="91944"/>
                  </a:cubicBezTo>
                  <a:cubicBezTo>
                    <a:pt x="67424" y="91651"/>
                    <a:pt x="66830" y="91518"/>
                    <a:pt x="66231" y="91518"/>
                  </a:cubicBezTo>
                  <a:cubicBezTo>
                    <a:pt x="64138" y="91518"/>
                    <a:pt x="61986" y="93147"/>
                    <a:pt x="61817" y="95293"/>
                  </a:cubicBezTo>
                  <a:cubicBezTo>
                    <a:pt x="61476" y="95410"/>
                    <a:pt x="61056" y="95468"/>
                    <a:pt x="60611" y="95468"/>
                  </a:cubicBezTo>
                  <a:cubicBezTo>
                    <a:pt x="59413" y="95468"/>
                    <a:pt x="58031" y="95047"/>
                    <a:pt x="57510" y="94228"/>
                  </a:cubicBezTo>
                  <a:cubicBezTo>
                    <a:pt x="56995" y="93419"/>
                    <a:pt x="56789" y="92287"/>
                    <a:pt x="55904" y="91918"/>
                  </a:cubicBezTo>
                  <a:cubicBezTo>
                    <a:pt x="55432" y="91722"/>
                    <a:pt x="54840" y="91796"/>
                    <a:pt x="54455" y="91458"/>
                  </a:cubicBezTo>
                  <a:cubicBezTo>
                    <a:pt x="53818" y="90898"/>
                    <a:pt x="54313" y="89881"/>
                    <a:pt x="54428" y="89040"/>
                  </a:cubicBezTo>
                  <a:cubicBezTo>
                    <a:pt x="54609" y="87696"/>
                    <a:pt x="53607" y="86419"/>
                    <a:pt x="52383" y="85834"/>
                  </a:cubicBezTo>
                  <a:cubicBezTo>
                    <a:pt x="51161" y="85249"/>
                    <a:pt x="49761" y="85202"/>
                    <a:pt x="48407" y="85159"/>
                  </a:cubicBezTo>
                  <a:cubicBezTo>
                    <a:pt x="47051" y="85115"/>
                    <a:pt x="45649" y="85054"/>
                    <a:pt x="44436" y="84447"/>
                  </a:cubicBezTo>
                  <a:cubicBezTo>
                    <a:pt x="42077" y="83264"/>
                    <a:pt x="41111" y="80063"/>
                    <a:pt x="42146" y="77635"/>
                  </a:cubicBezTo>
                  <a:cubicBezTo>
                    <a:pt x="43156" y="75267"/>
                    <a:pt x="45760" y="73783"/>
                    <a:pt x="48337" y="73783"/>
                  </a:cubicBezTo>
                  <a:cubicBezTo>
                    <a:pt x="48401" y="73783"/>
                    <a:pt x="48464" y="73784"/>
                    <a:pt x="48528" y="73786"/>
                  </a:cubicBezTo>
                  <a:cubicBezTo>
                    <a:pt x="51112" y="73862"/>
                    <a:pt x="53842" y="75749"/>
                    <a:pt x="53870" y="78335"/>
                  </a:cubicBezTo>
                  <a:cubicBezTo>
                    <a:pt x="53875" y="78746"/>
                    <a:pt x="54287" y="78928"/>
                    <a:pt x="54735" y="78928"/>
                  </a:cubicBezTo>
                  <a:cubicBezTo>
                    <a:pt x="55004" y="78928"/>
                    <a:pt x="55285" y="78863"/>
                    <a:pt x="55498" y="78741"/>
                  </a:cubicBezTo>
                  <a:cubicBezTo>
                    <a:pt x="56067" y="78416"/>
                    <a:pt x="56365" y="77760"/>
                    <a:pt x="56505" y="77119"/>
                  </a:cubicBezTo>
                  <a:cubicBezTo>
                    <a:pt x="56645" y="76478"/>
                    <a:pt x="56664" y="75812"/>
                    <a:pt x="56860" y="75186"/>
                  </a:cubicBezTo>
                  <a:cubicBezTo>
                    <a:pt x="57310" y="73749"/>
                    <a:pt x="58757" y="72690"/>
                    <a:pt x="60261" y="72690"/>
                  </a:cubicBezTo>
                  <a:cubicBezTo>
                    <a:pt x="60273" y="72690"/>
                    <a:pt x="60285" y="72690"/>
                    <a:pt x="60297" y="72690"/>
                  </a:cubicBezTo>
                  <a:cubicBezTo>
                    <a:pt x="60306" y="72690"/>
                    <a:pt x="60314" y="72690"/>
                    <a:pt x="60323" y="72690"/>
                  </a:cubicBezTo>
                  <a:cubicBezTo>
                    <a:pt x="61893" y="72690"/>
                    <a:pt x="62998" y="71122"/>
                    <a:pt x="64116" y="70013"/>
                  </a:cubicBezTo>
                  <a:cubicBezTo>
                    <a:pt x="65241" y="68896"/>
                    <a:pt x="65913" y="67214"/>
                    <a:pt x="65469" y="65693"/>
                  </a:cubicBezTo>
                  <a:cubicBezTo>
                    <a:pt x="65229" y="64873"/>
                    <a:pt x="64683" y="64046"/>
                    <a:pt x="64956" y="63238"/>
                  </a:cubicBezTo>
                  <a:cubicBezTo>
                    <a:pt x="65170" y="62604"/>
                    <a:pt x="65822" y="62237"/>
                    <a:pt x="66438" y="61978"/>
                  </a:cubicBezTo>
                  <a:cubicBezTo>
                    <a:pt x="67992" y="61328"/>
                    <a:pt x="69657" y="60995"/>
                    <a:pt x="71338" y="60995"/>
                  </a:cubicBezTo>
                  <a:cubicBezTo>
                    <a:pt x="71514" y="60995"/>
                    <a:pt x="71689" y="60998"/>
                    <a:pt x="71865" y="61005"/>
                  </a:cubicBezTo>
                  <a:cubicBezTo>
                    <a:pt x="71916" y="61008"/>
                    <a:pt x="71966" y="61009"/>
                    <a:pt x="72016" y="61009"/>
                  </a:cubicBezTo>
                  <a:cubicBezTo>
                    <a:pt x="73530" y="61009"/>
                    <a:pt x="74333" y="60016"/>
                    <a:pt x="75129" y="58671"/>
                  </a:cubicBezTo>
                  <a:cubicBezTo>
                    <a:pt x="75724" y="57667"/>
                    <a:pt x="75988" y="56400"/>
                    <a:pt x="76935" y="55719"/>
                  </a:cubicBezTo>
                  <a:cubicBezTo>
                    <a:pt x="77461" y="55341"/>
                    <a:pt x="78061" y="55227"/>
                    <a:pt x="78697" y="55227"/>
                  </a:cubicBezTo>
                  <a:cubicBezTo>
                    <a:pt x="79669" y="55227"/>
                    <a:pt x="80723" y="55493"/>
                    <a:pt x="81724" y="55493"/>
                  </a:cubicBezTo>
                  <a:cubicBezTo>
                    <a:pt x="81835" y="55493"/>
                    <a:pt x="81945" y="55490"/>
                    <a:pt x="82055" y="55483"/>
                  </a:cubicBezTo>
                  <a:cubicBezTo>
                    <a:pt x="84597" y="55311"/>
                    <a:pt x="86582" y="52458"/>
                    <a:pt x="85860" y="50015"/>
                  </a:cubicBezTo>
                  <a:cubicBezTo>
                    <a:pt x="85517" y="48852"/>
                    <a:pt x="84704" y="47901"/>
                    <a:pt x="84043" y="46884"/>
                  </a:cubicBezTo>
                  <a:cubicBezTo>
                    <a:pt x="83131" y="45481"/>
                    <a:pt x="82492" y="43918"/>
                    <a:pt x="82159" y="42277"/>
                  </a:cubicBezTo>
                  <a:cubicBezTo>
                    <a:pt x="81854" y="40773"/>
                    <a:pt x="81767" y="39118"/>
                    <a:pt x="80776" y="37947"/>
                  </a:cubicBezTo>
                  <a:cubicBezTo>
                    <a:pt x="79227" y="38020"/>
                    <a:pt x="77350" y="37975"/>
                    <a:pt x="75971" y="38686"/>
                  </a:cubicBezTo>
                  <a:cubicBezTo>
                    <a:pt x="75699" y="37108"/>
                    <a:pt x="75398" y="35461"/>
                    <a:pt x="74423" y="34192"/>
                  </a:cubicBezTo>
                  <a:cubicBezTo>
                    <a:pt x="73732" y="33291"/>
                    <a:pt x="72587" y="32657"/>
                    <a:pt x="71488" y="32657"/>
                  </a:cubicBezTo>
                  <a:cubicBezTo>
                    <a:pt x="71039" y="32657"/>
                    <a:pt x="70597" y="32763"/>
                    <a:pt x="70198" y="32999"/>
                  </a:cubicBezTo>
                  <a:cubicBezTo>
                    <a:pt x="68851" y="33794"/>
                    <a:pt x="68559" y="35642"/>
                    <a:pt x="68807" y="37187"/>
                  </a:cubicBezTo>
                  <a:cubicBezTo>
                    <a:pt x="69057" y="38731"/>
                    <a:pt x="69698" y="40227"/>
                    <a:pt x="69655" y="41791"/>
                  </a:cubicBezTo>
                  <a:cubicBezTo>
                    <a:pt x="69615" y="43336"/>
                    <a:pt x="68552" y="45042"/>
                    <a:pt x="67017" y="45042"/>
                  </a:cubicBezTo>
                  <a:cubicBezTo>
                    <a:pt x="66998" y="45042"/>
                    <a:pt x="66979" y="45041"/>
                    <a:pt x="66960" y="45041"/>
                  </a:cubicBezTo>
                  <a:cubicBezTo>
                    <a:pt x="66146" y="45019"/>
                    <a:pt x="65416" y="44522"/>
                    <a:pt x="64843" y="43941"/>
                  </a:cubicBezTo>
                  <a:cubicBezTo>
                    <a:pt x="64022" y="43112"/>
                    <a:pt x="63372" y="42052"/>
                    <a:pt x="62317" y="41553"/>
                  </a:cubicBezTo>
                  <a:cubicBezTo>
                    <a:pt x="61507" y="41171"/>
                    <a:pt x="60577" y="41179"/>
                    <a:pt x="59704" y="40982"/>
                  </a:cubicBezTo>
                  <a:cubicBezTo>
                    <a:pt x="56728" y="40316"/>
                    <a:pt x="54688" y="36902"/>
                    <a:pt x="55510" y="33965"/>
                  </a:cubicBezTo>
                  <a:cubicBezTo>
                    <a:pt x="56182" y="31564"/>
                    <a:pt x="58657" y="29882"/>
                    <a:pt x="61117" y="29882"/>
                  </a:cubicBezTo>
                  <a:cubicBezTo>
                    <a:pt x="61664" y="29882"/>
                    <a:pt x="62211" y="29966"/>
                    <a:pt x="62737" y="30143"/>
                  </a:cubicBezTo>
                  <a:cubicBezTo>
                    <a:pt x="66237" y="28861"/>
                    <a:pt x="67660" y="24447"/>
                    <a:pt x="66265" y="20991"/>
                  </a:cubicBezTo>
                  <a:cubicBezTo>
                    <a:pt x="64868" y="17535"/>
                    <a:pt x="61115" y="15389"/>
                    <a:pt x="57392" y="15226"/>
                  </a:cubicBezTo>
                  <a:cubicBezTo>
                    <a:pt x="56302" y="15179"/>
                    <a:pt x="55191" y="15275"/>
                    <a:pt x="54134" y="15007"/>
                  </a:cubicBezTo>
                  <a:cubicBezTo>
                    <a:pt x="51145" y="14251"/>
                    <a:pt x="49582" y="10965"/>
                    <a:pt x="46980" y="9310"/>
                  </a:cubicBezTo>
                  <a:cubicBezTo>
                    <a:pt x="46287" y="8869"/>
                    <a:pt x="45224" y="8778"/>
                    <a:pt x="44079" y="8778"/>
                  </a:cubicBezTo>
                  <a:cubicBezTo>
                    <a:pt x="43277" y="8778"/>
                    <a:pt x="42435" y="8823"/>
                    <a:pt x="41651" y="8823"/>
                  </a:cubicBezTo>
                  <a:cubicBezTo>
                    <a:pt x="40795" y="8823"/>
                    <a:pt x="40007" y="8769"/>
                    <a:pt x="39418" y="8547"/>
                  </a:cubicBezTo>
                  <a:cubicBezTo>
                    <a:pt x="38499" y="8200"/>
                    <a:pt x="37525" y="8023"/>
                    <a:pt x="36546" y="8023"/>
                  </a:cubicBezTo>
                  <a:cubicBezTo>
                    <a:pt x="36275" y="8023"/>
                    <a:pt x="36003" y="8037"/>
                    <a:pt x="35731" y="8064"/>
                  </a:cubicBezTo>
                  <a:cubicBezTo>
                    <a:pt x="34635" y="9104"/>
                    <a:pt x="32585" y="9398"/>
                    <a:pt x="31077" y="9499"/>
                  </a:cubicBezTo>
                  <a:cubicBezTo>
                    <a:pt x="29526" y="7990"/>
                    <a:pt x="27655" y="6585"/>
                    <a:pt x="25725" y="5605"/>
                  </a:cubicBezTo>
                  <a:cubicBezTo>
                    <a:pt x="24435" y="4951"/>
                    <a:pt x="22930" y="4260"/>
                    <a:pt x="22532" y="2870"/>
                  </a:cubicBezTo>
                  <a:cubicBezTo>
                    <a:pt x="22012" y="1053"/>
                    <a:pt x="19376" y="125"/>
                    <a:pt x="17200" y="125"/>
                  </a:cubicBezTo>
                  <a:cubicBezTo>
                    <a:pt x="16716" y="125"/>
                    <a:pt x="16254" y="171"/>
                    <a:pt x="15844" y="263"/>
                  </a:cubicBezTo>
                  <a:cubicBezTo>
                    <a:pt x="15181" y="84"/>
                    <a:pt x="14496" y="0"/>
                    <a:pt x="1380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4" name="Google Shape;864;p48"/>
            <p:cNvSpPr/>
            <p:nvPr/>
          </p:nvSpPr>
          <p:spPr>
            <a:xfrm>
              <a:off x="2370225" y="830650"/>
              <a:ext cx="1016975" cy="1158500"/>
            </a:xfrm>
            <a:custGeom>
              <a:avLst/>
              <a:gdLst/>
              <a:ahLst/>
              <a:cxnLst/>
              <a:rect l="l" t="t" r="r" b="b"/>
              <a:pathLst>
                <a:path w="40679" h="46340" extrusionOk="0">
                  <a:moveTo>
                    <a:pt x="15780" y="0"/>
                  </a:moveTo>
                  <a:cubicBezTo>
                    <a:pt x="14989" y="0"/>
                    <a:pt x="14213" y="109"/>
                    <a:pt x="13470" y="421"/>
                  </a:cubicBezTo>
                  <a:cubicBezTo>
                    <a:pt x="9879" y="1928"/>
                    <a:pt x="10933" y="5468"/>
                    <a:pt x="8580" y="7572"/>
                  </a:cubicBezTo>
                  <a:cubicBezTo>
                    <a:pt x="6546" y="9390"/>
                    <a:pt x="2788" y="7963"/>
                    <a:pt x="1150" y="10460"/>
                  </a:cubicBezTo>
                  <a:cubicBezTo>
                    <a:pt x="0" y="12215"/>
                    <a:pt x="1289" y="14606"/>
                    <a:pt x="2962" y="15871"/>
                  </a:cubicBezTo>
                  <a:cubicBezTo>
                    <a:pt x="4636" y="17135"/>
                    <a:pt x="6731" y="17894"/>
                    <a:pt x="8056" y="19522"/>
                  </a:cubicBezTo>
                  <a:cubicBezTo>
                    <a:pt x="10183" y="22136"/>
                    <a:pt x="9577" y="26004"/>
                    <a:pt x="8413" y="29169"/>
                  </a:cubicBezTo>
                  <a:cubicBezTo>
                    <a:pt x="7247" y="32332"/>
                    <a:pt x="5603" y="35532"/>
                    <a:pt x="6005" y="38881"/>
                  </a:cubicBezTo>
                  <a:cubicBezTo>
                    <a:pt x="6193" y="40459"/>
                    <a:pt x="6837" y="41956"/>
                    <a:pt x="7675" y="43307"/>
                  </a:cubicBezTo>
                  <a:cubicBezTo>
                    <a:pt x="8488" y="44615"/>
                    <a:pt x="9597" y="45873"/>
                    <a:pt x="11095" y="46235"/>
                  </a:cubicBezTo>
                  <a:cubicBezTo>
                    <a:pt x="11391" y="46306"/>
                    <a:pt x="11688" y="46339"/>
                    <a:pt x="11983" y="46339"/>
                  </a:cubicBezTo>
                  <a:cubicBezTo>
                    <a:pt x="13586" y="46339"/>
                    <a:pt x="15150" y="45367"/>
                    <a:pt x="16368" y="44250"/>
                  </a:cubicBezTo>
                  <a:cubicBezTo>
                    <a:pt x="17812" y="42927"/>
                    <a:pt x="19065" y="41325"/>
                    <a:pt x="20822" y="40465"/>
                  </a:cubicBezTo>
                  <a:cubicBezTo>
                    <a:pt x="23353" y="39224"/>
                    <a:pt x="26610" y="39686"/>
                    <a:pt x="28815" y="37929"/>
                  </a:cubicBezTo>
                  <a:cubicBezTo>
                    <a:pt x="31544" y="35754"/>
                    <a:pt x="31140" y="31606"/>
                    <a:pt x="31890" y="28199"/>
                  </a:cubicBezTo>
                  <a:cubicBezTo>
                    <a:pt x="33150" y="22476"/>
                    <a:pt x="38102" y="18249"/>
                    <a:pt x="40038" y="12718"/>
                  </a:cubicBezTo>
                  <a:cubicBezTo>
                    <a:pt x="40418" y="11636"/>
                    <a:pt x="40679" y="10499"/>
                    <a:pt x="40652" y="9352"/>
                  </a:cubicBezTo>
                  <a:cubicBezTo>
                    <a:pt x="40569" y="5649"/>
                    <a:pt x="37449" y="2571"/>
                    <a:pt x="33956" y="1339"/>
                  </a:cubicBezTo>
                  <a:cubicBezTo>
                    <a:pt x="31938" y="627"/>
                    <a:pt x="29911" y="457"/>
                    <a:pt x="27871" y="457"/>
                  </a:cubicBezTo>
                  <a:cubicBezTo>
                    <a:pt x="26007" y="457"/>
                    <a:pt x="24132" y="599"/>
                    <a:pt x="22245" y="599"/>
                  </a:cubicBezTo>
                  <a:cubicBezTo>
                    <a:pt x="21785" y="599"/>
                    <a:pt x="21325" y="591"/>
                    <a:pt x="20863" y="570"/>
                  </a:cubicBezTo>
                  <a:cubicBezTo>
                    <a:pt x="19225" y="496"/>
                    <a:pt x="17470" y="0"/>
                    <a:pt x="157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5" name="Google Shape;865;p48"/>
            <p:cNvSpPr/>
            <p:nvPr/>
          </p:nvSpPr>
          <p:spPr>
            <a:xfrm>
              <a:off x="3143325" y="1089650"/>
              <a:ext cx="4064350" cy="3503975"/>
            </a:xfrm>
            <a:custGeom>
              <a:avLst/>
              <a:gdLst/>
              <a:ahLst/>
              <a:cxnLst/>
              <a:rect l="l" t="t" r="r" b="b"/>
              <a:pathLst>
                <a:path w="162574" h="140159" extrusionOk="0">
                  <a:moveTo>
                    <a:pt x="149391" y="0"/>
                  </a:moveTo>
                  <a:cubicBezTo>
                    <a:pt x="148360" y="0"/>
                    <a:pt x="147330" y="156"/>
                    <a:pt x="146349" y="477"/>
                  </a:cubicBezTo>
                  <a:cubicBezTo>
                    <a:pt x="145329" y="812"/>
                    <a:pt x="144363" y="1309"/>
                    <a:pt x="143326" y="1583"/>
                  </a:cubicBezTo>
                  <a:cubicBezTo>
                    <a:pt x="142494" y="1801"/>
                    <a:pt x="141638" y="1870"/>
                    <a:pt x="140776" y="1870"/>
                  </a:cubicBezTo>
                  <a:cubicBezTo>
                    <a:pt x="140050" y="1870"/>
                    <a:pt x="139319" y="1821"/>
                    <a:pt x="138596" y="1772"/>
                  </a:cubicBezTo>
                  <a:lnTo>
                    <a:pt x="130106" y="1191"/>
                  </a:lnTo>
                  <a:cubicBezTo>
                    <a:pt x="129237" y="1132"/>
                    <a:pt x="128350" y="1076"/>
                    <a:pt x="127469" y="1076"/>
                  </a:cubicBezTo>
                  <a:cubicBezTo>
                    <a:pt x="125783" y="1076"/>
                    <a:pt x="124119" y="1281"/>
                    <a:pt x="122644" y="2056"/>
                  </a:cubicBezTo>
                  <a:cubicBezTo>
                    <a:pt x="119360" y="3782"/>
                    <a:pt x="117499" y="8084"/>
                    <a:pt x="113816" y="8529"/>
                  </a:cubicBezTo>
                  <a:cubicBezTo>
                    <a:pt x="113611" y="8554"/>
                    <a:pt x="113408" y="8566"/>
                    <a:pt x="113207" y="8566"/>
                  </a:cubicBezTo>
                  <a:cubicBezTo>
                    <a:pt x="110853" y="8566"/>
                    <a:pt x="108715" y="6973"/>
                    <a:pt x="106473" y="6087"/>
                  </a:cubicBezTo>
                  <a:cubicBezTo>
                    <a:pt x="105100" y="5543"/>
                    <a:pt x="103627" y="5279"/>
                    <a:pt x="102152" y="5279"/>
                  </a:cubicBezTo>
                  <a:cubicBezTo>
                    <a:pt x="99404" y="5279"/>
                    <a:pt x="96647" y="6196"/>
                    <a:pt x="94512" y="7933"/>
                  </a:cubicBezTo>
                  <a:cubicBezTo>
                    <a:pt x="93279" y="7304"/>
                    <a:pt x="93660" y="5468"/>
                    <a:pt x="93225" y="4153"/>
                  </a:cubicBezTo>
                  <a:cubicBezTo>
                    <a:pt x="92771" y="2782"/>
                    <a:pt x="91297" y="1954"/>
                    <a:pt x="89858" y="1828"/>
                  </a:cubicBezTo>
                  <a:cubicBezTo>
                    <a:pt x="89687" y="1813"/>
                    <a:pt x="89517" y="1806"/>
                    <a:pt x="89348" y="1806"/>
                  </a:cubicBezTo>
                  <a:cubicBezTo>
                    <a:pt x="88082" y="1806"/>
                    <a:pt x="86834" y="2194"/>
                    <a:pt x="85623" y="2590"/>
                  </a:cubicBezTo>
                  <a:cubicBezTo>
                    <a:pt x="82664" y="3556"/>
                    <a:pt x="79224" y="5204"/>
                    <a:pt x="78950" y="8303"/>
                  </a:cubicBezTo>
                  <a:cubicBezTo>
                    <a:pt x="78873" y="9176"/>
                    <a:pt x="79068" y="10104"/>
                    <a:pt x="78702" y="10900"/>
                  </a:cubicBezTo>
                  <a:cubicBezTo>
                    <a:pt x="78178" y="12033"/>
                    <a:pt x="76762" y="12408"/>
                    <a:pt x="75881" y="13291"/>
                  </a:cubicBezTo>
                  <a:cubicBezTo>
                    <a:pt x="74831" y="14345"/>
                    <a:pt x="74664" y="15971"/>
                    <a:pt x="74621" y="17458"/>
                  </a:cubicBezTo>
                  <a:cubicBezTo>
                    <a:pt x="74577" y="18944"/>
                    <a:pt x="74563" y="20541"/>
                    <a:pt x="73703" y="21754"/>
                  </a:cubicBezTo>
                  <a:cubicBezTo>
                    <a:pt x="73148" y="22537"/>
                    <a:pt x="71069" y="23068"/>
                    <a:pt x="69376" y="23068"/>
                  </a:cubicBezTo>
                  <a:cubicBezTo>
                    <a:pt x="68445" y="23068"/>
                    <a:pt x="67630" y="22907"/>
                    <a:pt x="67252" y="22539"/>
                  </a:cubicBezTo>
                  <a:cubicBezTo>
                    <a:pt x="66636" y="21940"/>
                    <a:pt x="65905" y="21693"/>
                    <a:pt x="65124" y="21693"/>
                  </a:cubicBezTo>
                  <a:cubicBezTo>
                    <a:pt x="63293" y="21693"/>
                    <a:pt x="61194" y="23048"/>
                    <a:pt x="59696" y="24392"/>
                  </a:cubicBezTo>
                  <a:lnTo>
                    <a:pt x="53326" y="30110"/>
                  </a:lnTo>
                  <a:cubicBezTo>
                    <a:pt x="51731" y="31541"/>
                    <a:pt x="50013" y="33034"/>
                    <a:pt x="47899" y="33389"/>
                  </a:cubicBezTo>
                  <a:cubicBezTo>
                    <a:pt x="47672" y="33427"/>
                    <a:pt x="47440" y="33446"/>
                    <a:pt x="47206" y="33446"/>
                  </a:cubicBezTo>
                  <a:cubicBezTo>
                    <a:pt x="45267" y="33446"/>
                    <a:pt x="43232" y="32171"/>
                    <a:pt x="43155" y="30259"/>
                  </a:cubicBezTo>
                  <a:cubicBezTo>
                    <a:pt x="43563" y="29875"/>
                    <a:pt x="44085" y="29761"/>
                    <a:pt x="44655" y="29761"/>
                  </a:cubicBezTo>
                  <a:cubicBezTo>
                    <a:pt x="45498" y="29761"/>
                    <a:pt x="46445" y="30012"/>
                    <a:pt x="47276" y="30012"/>
                  </a:cubicBezTo>
                  <a:cubicBezTo>
                    <a:pt x="47872" y="30012"/>
                    <a:pt x="48409" y="29883"/>
                    <a:pt x="48805" y="29438"/>
                  </a:cubicBezTo>
                  <a:cubicBezTo>
                    <a:pt x="49977" y="28121"/>
                    <a:pt x="48243" y="26238"/>
                    <a:pt x="46718" y="25356"/>
                  </a:cubicBezTo>
                  <a:cubicBezTo>
                    <a:pt x="43929" y="23744"/>
                    <a:pt x="41047" y="22101"/>
                    <a:pt x="37854" y="21667"/>
                  </a:cubicBezTo>
                  <a:cubicBezTo>
                    <a:pt x="37395" y="21605"/>
                    <a:pt x="36928" y="21573"/>
                    <a:pt x="36459" y="21573"/>
                  </a:cubicBezTo>
                  <a:cubicBezTo>
                    <a:pt x="33662" y="21573"/>
                    <a:pt x="30804" y="22696"/>
                    <a:pt x="29384" y="25062"/>
                  </a:cubicBezTo>
                  <a:cubicBezTo>
                    <a:pt x="27966" y="27426"/>
                    <a:pt x="28225" y="30512"/>
                    <a:pt x="26820" y="32884"/>
                  </a:cubicBezTo>
                  <a:cubicBezTo>
                    <a:pt x="25941" y="34369"/>
                    <a:pt x="24491" y="35431"/>
                    <a:pt x="23493" y="36839"/>
                  </a:cubicBezTo>
                  <a:cubicBezTo>
                    <a:pt x="22495" y="38247"/>
                    <a:pt x="22067" y="40372"/>
                    <a:pt x="23291" y="41591"/>
                  </a:cubicBezTo>
                  <a:cubicBezTo>
                    <a:pt x="24277" y="42574"/>
                    <a:pt x="25957" y="42576"/>
                    <a:pt x="26934" y="43568"/>
                  </a:cubicBezTo>
                  <a:cubicBezTo>
                    <a:pt x="27686" y="44334"/>
                    <a:pt x="27942" y="45612"/>
                    <a:pt x="28928" y="46032"/>
                  </a:cubicBezTo>
                  <a:cubicBezTo>
                    <a:pt x="29116" y="46112"/>
                    <a:pt x="29308" y="46149"/>
                    <a:pt x="29499" y="46149"/>
                  </a:cubicBezTo>
                  <a:cubicBezTo>
                    <a:pt x="30453" y="46149"/>
                    <a:pt x="31375" y="45228"/>
                    <a:pt x="31599" y="44232"/>
                  </a:cubicBezTo>
                  <a:cubicBezTo>
                    <a:pt x="31870" y="43035"/>
                    <a:pt x="31491" y="41803"/>
                    <a:pt x="31294" y="40594"/>
                  </a:cubicBezTo>
                  <a:cubicBezTo>
                    <a:pt x="30707" y="36976"/>
                    <a:pt x="32524" y="32527"/>
                    <a:pt x="36153" y="32010"/>
                  </a:cubicBezTo>
                  <a:cubicBezTo>
                    <a:pt x="36979" y="32041"/>
                    <a:pt x="37253" y="33221"/>
                    <a:pt x="36881" y="33960"/>
                  </a:cubicBezTo>
                  <a:cubicBezTo>
                    <a:pt x="36512" y="34700"/>
                    <a:pt x="35790" y="35213"/>
                    <a:pt x="35400" y="35941"/>
                  </a:cubicBezTo>
                  <a:cubicBezTo>
                    <a:pt x="34663" y="37314"/>
                    <a:pt x="35518" y="39272"/>
                    <a:pt x="37026" y="39667"/>
                  </a:cubicBezTo>
                  <a:cubicBezTo>
                    <a:pt x="38598" y="40078"/>
                    <a:pt x="41223" y="39748"/>
                    <a:pt x="41017" y="41358"/>
                  </a:cubicBezTo>
                  <a:cubicBezTo>
                    <a:pt x="40797" y="43068"/>
                    <a:pt x="37630" y="41948"/>
                    <a:pt x="36606" y="43336"/>
                  </a:cubicBezTo>
                  <a:cubicBezTo>
                    <a:pt x="36002" y="44155"/>
                    <a:pt x="36537" y="45296"/>
                    <a:pt x="36521" y="46313"/>
                  </a:cubicBezTo>
                  <a:cubicBezTo>
                    <a:pt x="36494" y="48303"/>
                    <a:pt x="34299" y="49599"/>
                    <a:pt x="32313" y="49739"/>
                  </a:cubicBezTo>
                  <a:cubicBezTo>
                    <a:pt x="32097" y="49755"/>
                    <a:pt x="31880" y="49762"/>
                    <a:pt x="31663" y="49762"/>
                  </a:cubicBezTo>
                  <a:cubicBezTo>
                    <a:pt x="30164" y="49762"/>
                    <a:pt x="28664" y="49439"/>
                    <a:pt x="27166" y="49439"/>
                  </a:cubicBezTo>
                  <a:cubicBezTo>
                    <a:pt x="26898" y="49439"/>
                    <a:pt x="26629" y="49449"/>
                    <a:pt x="26361" y="49474"/>
                  </a:cubicBezTo>
                  <a:cubicBezTo>
                    <a:pt x="24379" y="49654"/>
                    <a:pt x="22222" y="51058"/>
                    <a:pt x="22312" y="53044"/>
                  </a:cubicBezTo>
                  <a:cubicBezTo>
                    <a:pt x="19567" y="54331"/>
                    <a:pt x="16715" y="55374"/>
                    <a:pt x="13788" y="56164"/>
                  </a:cubicBezTo>
                  <a:cubicBezTo>
                    <a:pt x="13912" y="58317"/>
                    <a:pt x="17975" y="58517"/>
                    <a:pt x="17960" y="60675"/>
                  </a:cubicBezTo>
                  <a:cubicBezTo>
                    <a:pt x="17949" y="61887"/>
                    <a:pt x="16542" y="62556"/>
                    <a:pt x="15302" y="62556"/>
                  </a:cubicBezTo>
                  <a:cubicBezTo>
                    <a:pt x="15219" y="62556"/>
                    <a:pt x="15137" y="62553"/>
                    <a:pt x="15056" y="62547"/>
                  </a:cubicBezTo>
                  <a:cubicBezTo>
                    <a:pt x="14072" y="62475"/>
                    <a:pt x="13082" y="62160"/>
                    <a:pt x="12113" y="62160"/>
                  </a:cubicBezTo>
                  <a:cubicBezTo>
                    <a:pt x="11810" y="62160"/>
                    <a:pt x="11508" y="62191"/>
                    <a:pt x="11210" y="62270"/>
                  </a:cubicBezTo>
                  <a:cubicBezTo>
                    <a:pt x="9047" y="62839"/>
                    <a:pt x="8290" y="65880"/>
                    <a:pt x="9487" y="67769"/>
                  </a:cubicBezTo>
                  <a:cubicBezTo>
                    <a:pt x="10572" y="69481"/>
                    <a:pt x="12694" y="70258"/>
                    <a:pt x="14741" y="70258"/>
                  </a:cubicBezTo>
                  <a:cubicBezTo>
                    <a:pt x="14954" y="70258"/>
                    <a:pt x="15165" y="70249"/>
                    <a:pt x="15375" y="70233"/>
                  </a:cubicBezTo>
                  <a:cubicBezTo>
                    <a:pt x="16269" y="70162"/>
                    <a:pt x="17225" y="69924"/>
                    <a:pt x="17785" y="69223"/>
                  </a:cubicBezTo>
                  <a:cubicBezTo>
                    <a:pt x="18318" y="68554"/>
                    <a:pt x="18362" y="67634"/>
                    <a:pt x="18586" y="66808"/>
                  </a:cubicBezTo>
                  <a:cubicBezTo>
                    <a:pt x="19089" y="64960"/>
                    <a:pt x="20667" y="63445"/>
                    <a:pt x="22534" y="63019"/>
                  </a:cubicBezTo>
                  <a:cubicBezTo>
                    <a:pt x="23588" y="62778"/>
                    <a:pt x="24878" y="62758"/>
                    <a:pt x="25444" y="61839"/>
                  </a:cubicBezTo>
                  <a:cubicBezTo>
                    <a:pt x="27854" y="63143"/>
                    <a:pt x="29550" y="65685"/>
                    <a:pt x="29826" y="68413"/>
                  </a:cubicBezTo>
                  <a:cubicBezTo>
                    <a:pt x="30020" y="68663"/>
                    <a:pt x="30274" y="68770"/>
                    <a:pt x="30543" y="68770"/>
                  </a:cubicBezTo>
                  <a:cubicBezTo>
                    <a:pt x="31347" y="68770"/>
                    <a:pt x="32287" y="67809"/>
                    <a:pt x="32159" y="66868"/>
                  </a:cubicBezTo>
                  <a:cubicBezTo>
                    <a:pt x="31991" y="65614"/>
                    <a:pt x="30882" y="64743"/>
                    <a:pt x="30003" y="63834"/>
                  </a:cubicBezTo>
                  <a:cubicBezTo>
                    <a:pt x="29122" y="62923"/>
                    <a:pt x="28387" y="61510"/>
                    <a:pt x="29078" y="60448"/>
                  </a:cubicBezTo>
                  <a:lnTo>
                    <a:pt x="29078" y="60448"/>
                  </a:lnTo>
                  <a:cubicBezTo>
                    <a:pt x="33197" y="61658"/>
                    <a:pt x="36527" y="65238"/>
                    <a:pt x="37435" y="69435"/>
                  </a:cubicBezTo>
                  <a:cubicBezTo>
                    <a:pt x="38871" y="69149"/>
                    <a:pt x="39664" y="67205"/>
                    <a:pt x="38838" y="65997"/>
                  </a:cubicBezTo>
                  <a:cubicBezTo>
                    <a:pt x="39003" y="65628"/>
                    <a:pt x="39328" y="65472"/>
                    <a:pt x="39697" y="65472"/>
                  </a:cubicBezTo>
                  <a:cubicBezTo>
                    <a:pt x="40331" y="65472"/>
                    <a:pt x="41094" y="65932"/>
                    <a:pt x="41391" y="66558"/>
                  </a:cubicBezTo>
                  <a:cubicBezTo>
                    <a:pt x="41862" y="67549"/>
                    <a:pt x="41819" y="68770"/>
                    <a:pt x="42492" y="69636"/>
                  </a:cubicBezTo>
                  <a:cubicBezTo>
                    <a:pt x="43175" y="70517"/>
                    <a:pt x="44261" y="70711"/>
                    <a:pt x="45451" y="70711"/>
                  </a:cubicBezTo>
                  <a:cubicBezTo>
                    <a:pt x="46388" y="70711"/>
                    <a:pt x="47390" y="70590"/>
                    <a:pt x="48312" y="70590"/>
                  </a:cubicBezTo>
                  <a:cubicBezTo>
                    <a:pt x="49551" y="70590"/>
                    <a:pt x="50643" y="70808"/>
                    <a:pt x="51235" y="71828"/>
                  </a:cubicBezTo>
                  <a:cubicBezTo>
                    <a:pt x="52336" y="73723"/>
                    <a:pt x="49909" y="75927"/>
                    <a:pt x="47711" y="75927"/>
                  </a:cubicBezTo>
                  <a:cubicBezTo>
                    <a:pt x="47678" y="75927"/>
                    <a:pt x="47645" y="75926"/>
                    <a:pt x="47613" y="75925"/>
                  </a:cubicBezTo>
                  <a:cubicBezTo>
                    <a:pt x="45391" y="75856"/>
                    <a:pt x="43361" y="74585"/>
                    <a:pt x="41147" y="74365"/>
                  </a:cubicBezTo>
                  <a:cubicBezTo>
                    <a:pt x="40897" y="74340"/>
                    <a:pt x="40647" y="74329"/>
                    <a:pt x="40397" y="74329"/>
                  </a:cubicBezTo>
                  <a:cubicBezTo>
                    <a:pt x="38218" y="74329"/>
                    <a:pt x="36082" y="75200"/>
                    <a:pt x="33896" y="75455"/>
                  </a:cubicBezTo>
                  <a:cubicBezTo>
                    <a:pt x="33619" y="75487"/>
                    <a:pt x="33335" y="75503"/>
                    <a:pt x="33048" y="75503"/>
                  </a:cubicBezTo>
                  <a:cubicBezTo>
                    <a:pt x="30807" y="75503"/>
                    <a:pt x="28395" y="74514"/>
                    <a:pt x="27939" y="72388"/>
                  </a:cubicBezTo>
                  <a:cubicBezTo>
                    <a:pt x="27802" y="71741"/>
                    <a:pt x="27855" y="71030"/>
                    <a:pt x="27514" y="70464"/>
                  </a:cubicBezTo>
                  <a:cubicBezTo>
                    <a:pt x="27109" y="69793"/>
                    <a:pt x="26279" y="69553"/>
                    <a:pt x="25473" y="69553"/>
                  </a:cubicBezTo>
                  <a:cubicBezTo>
                    <a:pt x="25313" y="69553"/>
                    <a:pt x="25154" y="69562"/>
                    <a:pt x="24999" y="69580"/>
                  </a:cubicBezTo>
                  <a:cubicBezTo>
                    <a:pt x="21817" y="69942"/>
                    <a:pt x="18598" y="72595"/>
                    <a:pt x="15740" y="72595"/>
                  </a:cubicBezTo>
                  <a:cubicBezTo>
                    <a:pt x="14956" y="72595"/>
                    <a:pt x="14199" y="72395"/>
                    <a:pt x="13478" y="71894"/>
                  </a:cubicBezTo>
                  <a:cubicBezTo>
                    <a:pt x="11337" y="76062"/>
                    <a:pt x="6101" y="77629"/>
                    <a:pt x="3179" y="81294"/>
                  </a:cubicBezTo>
                  <a:cubicBezTo>
                    <a:pt x="0" y="85282"/>
                    <a:pt x="268" y="91440"/>
                    <a:pt x="3354" y="95500"/>
                  </a:cubicBezTo>
                  <a:cubicBezTo>
                    <a:pt x="6050" y="99045"/>
                    <a:pt x="10552" y="100957"/>
                    <a:pt x="15019" y="100957"/>
                  </a:cubicBezTo>
                  <a:cubicBezTo>
                    <a:pt x="15667" y="100957"/>
                    <a:pt x="16314" y="100917"/>
                    <a:pt x="16954" y="100836"/>
                  </a:cubicBezTo>
                  <a:cubicBezTo>
                    <a:pt x="17630" y="100750"/>
                    <a:pt x="18327" y="100626"/>
                    <a:pt x="19005" y="100626"/>
                  </a:cubicBezTo>
                  <a:cubicBezTo>
                    <a:pt x="19489" y="100626"/>
                    <a:pt x="19963" y="100690"/>
                    <a:pt x="20413" y="100875"/>
                  </a:cubicBezTo>
                  <a:cubicBezTo>
                    <a:pt x="21482" y="101317"/>
                    <a:pt x="22166" y="102352"/>
                    <a:pt x="23058" y="103088"/>
                  </a:cubicBezTo>
                  <a:cubicBezTo>
                    <a:pt x="23580" y="103519"/>
                    <a:pt x="24303" y="103823"/>
                    <a:pt x="24961" y="103823"/>
                  </a:cubicBezTo>
                  <a:cubicBezTo>
                    <a:pt x="25427" y="103823"/>
                    <a:pt x="25861" y="103670"/>
                    <a:pt x="26168" y="103301"/>
                  </a:cubicBezTo>
                  <a:lnTo>
                    <a:pt x="26168" y="103301"/>
                  </a:lnTo>
                  <a:cubicBezTo>
                    <a:pt x="25321" y="105399"/>
                    <a:pt x="25557" y="107902"/>
                    <a:pt x="26779" y="109805"/>
                  </a:cubicBezTo>
                  <a:cubicBezTo>
                    <a:pt x="28099" y="111859"/>
                    <a:pt x="30559" y="113484"/>
                    <a:pt x="30509" y="115926"/>
                  </a:cubicBezTo>
                  <a:cubicBezTo>
                    <a:pt x="30482" y="117190"/>
                    <a:pt x="29748" y="118318"/>
                    <a:pt x="29403" y="119536"/>
                  </a:cubicBezTo>
                  <a:cubicBezTo>
                    <a:pt x="27829" y="125109"/>
                    <a:pt x="34415" y="129657"/>
                    <a:pt x="35455" y="135354"/>
                  </a:cubicBezTo>
                  <a:cubicBezTo>
                    <a:pt x="35736" y="136888"/>
                    <a:pt x="35735" y="138735"/>
                    <a:pt x="37029" y="139601"/>
                  </a:cubicBezTo>
                  <a:cubicBezTo>
                    <a:pt x="37625" y="139999"/>
                    <a:pt x="38374" y="140081"/>
                    <a:pt x="39090" y="140127"/>
                  </a:cubicBezTo>
                  <a:cubicBezTo>
                    <a:pt x="39409" y="140148"/>
                    <a:pt x="39736" y="140158"/>
                    <a:pt x="40067" y="140158"/>
                  </a:cubicBezTo>
                  <a:cubicBezTo>
                    <a:pt x="43538" y="140158"/>
                    <a:pt x="47454" y="138962"/>
                    <a:pt x="48151" y="135675"/>
                  </a:cubicBezTo>
                  <a:cubicBezTo>
                    <a:pt x="48366" y="134657"/>
                    <a:pt x="48212" y="133602"/>
                    <a:pt x="48243" y="132560"/>
                  </a:cubicBezTo>
                  <a:cubicBezTo>
                    <a:pt x="48336" y="129451"/>
                    <a:pt x="50239" y="126459"/>
                    <a:pt x="53017" y="125056"/>
                  </a:cubicBezTo>
                  <a:cubicBezTo>
                    <a:pt x="53771" y="124675"/>
                    <a:pt x="54600" y="124390"/>
                    <a:pt x="55202" y="123799"/>
                  </a:cubicBezTo>
                  <a:cubicBezTo>
                    <a:pt x="56528" y="122495"/>
                    <a:pt x="56234" y="120283"/>
                    <a:pt x="55553" y="118553"/>
                  </a:cubicBezTo>
                  <a:cubicBezTo>
                    <a:pt x="54872" y="116821"/>
                    <a:pt x="53881" y="115076"/>
                    <a:pt x="54120" y="113231"/>
                  </a:cubicBezTo>
                  <a:cubicBezTo>
                    <a:pt x="54502" y="110269"/>
                    <a:pt x="57681" y="108706"/>
                    <a:pt x="60090" y="106941"/>
                  </a:cubicBezTo>
                  <a:cubicBezTo>
                    <a:pt x="63716" y="104284"/>
                    <a:pt x="66206" y="100125"/>
                    <a:pt x="66835" y="95675"/>
                  </a:cubicBezTo>
                  <a:lnTo>
                    <a:pt x="66835" y="95675"/>
                  </a:lnTo>
                  <a:cubicBezTo>
                    <a:pt x="65061" y="96232"/>
                    <a:pt x="63075" y="96745"/>
                    <a:pt x="61220" y="96745"/>
                  </a:cubicBezTo>
                  <a:cubicBezTo>
                    <a:pt x="59581" y="96745"/>
                    <a:pt x="58045" y="96344"/>
                    <a:pt x="56849" y="95215"/>
                  </a:cubicBezTo>
                  <a:cubicBezTo>
                    <a:pt x="55965" y="94380"/>
                    <a:pt x="55421" y="93259"/>
                    <a:pt x="54897" y="92162"/>
                  </a:cubicBezTo>
                  <a:lnTo>
                    <a:pt x="50173" y="82291"/>
                  </a:lnTo>
                  <a:cubicBezTo>
                    <a:pt x="49966" y="81857"/>
                    <a:pt x="49755" y="81362"/>
                    <a:pt x="49925" y="80912"/>
                  </a:cubicBezTo>
                  <a:cubicBezTo>
                    <a:pt x="50074" y="80517"/>
                    <a:pt x="50366" y="80356"/>
                    <a:pt x="50717" y="80356"/>
                  </a:cubicBezTo>
                  <a:cubicBezTo>
                    <a:pt x="51453" y="80356"/>
                    <a:pt x="52449" y="81064"/>
                    <a:pt x="52928" y="81807"/>
                  </a:cubicBezTo>
                  <a:cubicBezTo>
                    <a:pt x="55452" y="85724"/>
                    <a:pt x="57718" y="89804"/>
                    <a:pt x="59707" y="94020"/>
                  </a:cubicBezTo>
                  <a:cubicBezTo>
                    <a:pt x="63791" y="93273"/>
                    <a:pt x="67648" y="91596"/>
                    <a:pt x="70980" y="89118"/>
                  </a:cubicBezTo>
                  <a:cubicBezTo>
                    <a:pt x="72037" y="88329"/>
                    <a:pt x="73088" y="87386"/>
                    <a:pt x="73445" y="86117"/>
                  </a:cubicBezTo>
                  <a:cubicBezTo>
                    <a:pt x="73802" y="84846"/>
                    <a:pt x="73146" y="83218"/>
                    <a:pt x="71846" y="82993"/>
                  </a:cubicBezTo>
                  <a:cubicBezTo>
                    <a:pt x="71723" y="82971"/>
                    <a:pt x="71600" y="82963"/>
                    <a:pt x="71476" y="82963"/>
                  </a:cubicBezTo>
                  <a:cubicBezTo>
                    <a:pt x="71093" y="82963"/>
                    <a:pt x="70708" y="83045"/>
                    <a:pt x="70324" y="83086"/>
                  </a:cubicBezTo>
                  <a:cubicBezTo>
                    <a:pt x="70133" y="83106"/>
                    <a:pt x="69943" y="83115"/>
                    <a:pt x="69755" y="83115"/>
                  </a:cubicBezTo>
                  <a:cubicBezTo>
                    <a:pt x="66927" y="83115"/>
                    <a:pt x="64468" y="80925"/>
                    <a:pt x="62588" y="78727"/>
                  </a:cubicBezTo>
                  <a:cubicBezTo>
                    <a:pt x="63132" y="78118"/>
                    <a:pt x="63852" y="77890"/>
                    <a:pt x="64640" y="77890"/>
                  </a:cubicBezTo>
                  <a:cubicBezTo>
                    <a:pt x="65842" y="77890"/>
                    <a:pt x="67201" y="78421"/>
                    <a:pt x="68334" y="78941"/>
                  </a:cubicBezTo>
                  <a:cubicBezTo>
                    <a:pt x="71699" y="80486"/>
                    <a:pt x="75249" y="81588"/>
                    <a:pt x="78895" y="82221"/>
                  </a:cubicBezTo>
                  <a:cubicBezTo>
                    <a:pt x="79803" y="82378"/>
                    <a:pt x="80736" y="82513"/>
                    <a:pt x="81554" y="82936"/>
                  </a:cubicBezTo>
                  <a:cubicBezTo>
                    <a:pt x="82126" y="83232"/>
                    <a:pt x="82622" y="83658"/>
                    <a:pt x="83095" y="84096"/>
                  </a:cubicBezTo>
                  <a:cubicBezTo>
                    <a:pt x="87298" y="87967"/>
                    <a:pt x="90407" y="93013"/>
                    <a:pt x="91975" y="98509"/>
                  </a:cubicBezTo>
                  <a:cubicBezTo>
                    <a:pt x="92104" y="98538"/>
                    <a:pt x="92231" y="98552"/>
                    <a:pt x="92354" y="98552"/>
                  </a:cubicBezTo>
                  <a:cubicBezTo>
                    <a:pt x="93754" y="98552"/>
                    <a:pt x="94717" y="96760"/>
                    <a:pt x="94833" y="95252"/>
                  </a:cubicBezTo>
                  <a:cubicBezTo>
                    <a:pt x="94960" y="93612"/>
                    <a:pt x="94769" y="91722"/>
                    <a:pt x="95948" y="90578"/>
                  </a:cubicBezTo>
                  <a:cubicBezTo>
                    <a:pt x="96875" y="89678"/>
                    <a:pt x="98399" y="89556"/>
                    <a:pt x="99214" y="88552"/>
                  </a:cubicBezTo>
                  <a:cubicBezTo>
                    <a:pt x="100238" y="87289"/>
                    <a:pt x="99703" y="85157"/>
                    <a:pt x="100900" y="84056"/>
                  </a:cubicBezTo>
                  <a:cubicBezTo>
                    <a:pt x="101284" y="83704"/>
                    <a:pt x="101728" y="83552"/>
                    <a:pt x="102190" y="83552"/>
                  </a:cubicBezTo>
                  <a:cubicBezTo>
                    <a:pt x="103537" y="83552"/>
                    <a:pt x="105034" y="84844"/>
                    <a:pt x="105630" y="86240"/>
                  </a:cubicBezTo>
                  <a:cubicBezTo>
                    <a:pt x="106431" y="88116"/>
                    <a:pt x="106723" y="90422"/>
                    <a:pt x="108410" y="91569"/>
                  </a:cubicBezTo>
                  <a:lnTo>
                    <a:pt x="111137" y="91176"/>
                  </a:lnTo>
                  <a:cubicBezTo>
                    <a:pt x="111152" y="95778"/>
                    <a:pt x="112750" y="100362"/>
                    <a:pt x="115602" y="103975"/>
                  </a:cubicBezTo>
                  <a:cubicBezTo>
                    <a:pt x="117157" y="103161"/>
                    <a:pt x="116453" y="100795"/>
                    <a:pt x="115480" y="99330"/>
                  </a:cubicBezTo>
                  <a:cubicBezTo>
                    <a:pt x="114508" y="97866"/>
                    <a:pt x="113554" y="95681"/>
                    <a:pt x="114936" y="94596"/>
                  </a:cubicBezTo>
                  <a:lnTo>
                    <a:pt x="114936" y="94596"/>
                  </a:lnTo>
                  <a:cubicBezTo>
                    <a:pt x="116854" y="94614"/>
                    <a:pt x="117747" y="97259"/>
                    <a:pt x="119611" y="97712"/>
                  </a:cubicBezTo>
                  <a:cubicBezTo>
                    <a:pt x="119777" y="97752"/>
                    <a:pt x="119940" y="97771"/>
                    <a:pt x="120101" y="97771"/>
                  </a:cubicBezTo>
                  <a:cubicBezTo>
                    <a:pt x="121744" y="97771"/>
                    <a:pt x="123089" y="95790"/>
                    <a:pt x="122784" y="94080"/>
                  </a:cubicBezTo>
                  <a:cubicBezTo>
                    <a:pt x="122451" y="92201"/>
                    <a:pt x="120835" y="90820"/>
                    <a:pt x="119169" y="89895"/>
                  </a:cubicBezTo>
                  <a:cubicBezTo>
                    <a:pt x="117675" y="88258"/>
                    <a:pt x="119833" y="85644"/>
                    <a:pt x="122018" y="85274"/>
                  </a:cubicBezTo>
                  <a:cubicBezTo>
                    <a:pt x="122730" y="85153"/>
                    <a:pt x="123464" y="85138"/>
                    <a:pt x="124199" y="85138"/>
                  </a:cubicBezTo>
                  <a:cubicBezTo>
                    <a:pt x="124443" y="85138"/>
                    <a:pt x="124686" y="85140"/>
                    <a:pt x="124930" y="85140"/>
                  </a:cubicBezTo>
                  <a:cubicBezTo>
                    <a:pt x="126201" y="85140"/>
                    <a:pt x="127452" y="85095"/>
                    <a:pt x="128573" y="84531"/>
                  </a:cubicBezTo>
                  <a:cubicBezTo>
                    <a:pt x="130946" y="83339"/>
                    <a:pt x="131739" y="80207"/>
                    <a:pt x="131200" y="77607"/>
                  </a:cubicBezTo>
                  <a:cubicBezTo>
                    <a:pt x="130659" y="75007"/>
                    <a:pt x="129117" y="72748"/>
                    <a:pt x="127857" y="70410"/>
                  </a:cubicBezTo>
                  <a:cubicBezTo>
                    <a:pt x="126781" y="68413"/>
                    <a:pt x="126249" y="65298"/>
                    <a:pt x="128341" y="64420"/>
                  </a:cubicBezTo>
                  <a:cubicBezTo>
                    <a:pt x="128900" y="64186"/>
                    <a:pt x="129528" y="64195"/>
                    <a:pt x="130135" y="64170"/>
                  </a:cubicBezTo>
                  <a:cubicBezTo>
                    <a:pt x="138047" y="63837"/>
                    <a:pt x="144592" y="55459"/>
                    <a:pt x="143005" y="47701"/>
                  </a:cubicBezTo>
                  <a:cubicBezTo>
                    <a:pt x="142706" y="46238"/>
                    <a:pt x="142140" y="44786"/>
                    <a:pt x="141097" y="43719"/>
                  </a:cubicBezTo>
                  <a:cubicBezTo>
                    <a:pt x="139216" y="41800"/>
                    <a:pt x="136024" y="41349"/>
                    <a:pt x="134619" y="39057"/>
                  </a:cubicBezTo>
                  <a:cubicBezTo>
                    <a:pt x="132900" y="36255"/>
                    <a:pt x="135025" y="32537"/>
                    <a:pt x="137778" y="30737"/>
                  </a:cubicBezTo>
                  <a:cubicBezTo>
                    <a:pt x="140529" y="28938"/>
                    <a:pt x="143891" y="28156"/>
                    <a:pt x="146461" y="26105"/>
                  </a:cubicBezTo>
                  <a:cubicBezTo>
                    <a:pt x="147145" y="26087"/>
                    <a:pt x="147512" y="25417"/>
                    <a:pt x="147638" y="24743"/>
                  </a:cubicBezTo>
                  <a:cubicBezTo>
                    <a:pt x="147716" y="24319"/>
                    <a:pt x="147611" y="23887"/>
                    <a:pt x="147608" y="23456"/>
                  </a:cubicBezTo>
                  <a:cubicBezTo>
                    <a:pt x="147598" y="22276"/>
                    <a:pt x="148442" y="21139"/>
                    <a:pt x="149574" y="20805"/>
                  </a:cubicBezTo>
                  <a:cubicBezTo>
                    <a:pt x="149811" y="20736"/>
                    <a:pt x="150056" y="20702"/>
                    <a:pt x="150302" y="20702"/>
                  </a:cubicBezTo>
                  <a:cubicBezTo>
                    <a:pt x="151231" y="20702"/>
                    <a:pt x="152165" y="21179"/>
                    <a:pt x="152664" y="21968"/>
                  </a:cubicBezTo>
                  <a:cubicBezTo>
                    <a:pt x="153442" y="23198"/>
                    <a:pt x="153129" y="24821"/>
                    <a:pt x="152563" y="26163"/>
                  </a:cubicBezTo>
                  <a:cubicBezTo>
                    <a:pt x="151998" y="27505"/>
                    <a:pt x="151199" y="28790"/>
                    <a:pt x="151051" y="30239"/>
                  </a:cubicBezTo>
                  <a:cubicBezTo>
                    <a:pt x="150905" y="31687"/>
                    <a:pt x="151726" y="33391"/>
                    <a:pt x="153173" y="33553"/>
                  </a:cubicBezTo>
                  <a:cubicBezTo>
                    <a:pt x="153252" y="33562"/>
                    <a:pt x="153330" y="33566"/>
                    <a:pt x="153406" y="33566"/>
                  </a:cubicBezTo>
                  <a:cubicBezTo>
                    <a:pt x="155043" y="33566"/>
                    <a:pt x="156090" y="31574"/>
                    <a:pt x="156201" y="29877"/>
                  </a:cubicBezTo>
                  <a:cubicBezTo>
                    <a:pt x="156318" y="28099"/>
                    <a:pt x="155972" y="26160"/>
                    <a:pt x="156925" y="24659"/>
                  </a:cubicBezTo>
                  <a:cubicBezTo>
                    <a:pt x="158377" y="22374"/>
                    <a:pt x="162385" y="21839"/>
                    <a:pt x="162490" y="19133"/>
                  </a:cubicBezTo>
                  <a:cubicBezTo>
                    <a:pt x="162574" y="16945"/>
                    <a:pt x="159821" y="15661"/>
                    <a:pt x="159327" y="13530"/>
                  </a:cubicBezTo>
                  <a:cubicBezTo>
                    <a:pt x="159129" y="12668"/>
                    <a:pt x="159325" y="11773"/>
                    <a:pt x="159405" y="10894"/>
                  </a:cubicBezTo>
                  <a:cubicBezTo>
                    <a:pt x="159709" y="7612"/>
                    <a:pt x="158263" y="4218"/>
                    <a:pt x="155688" y="2163"/>
                  </a:cubicBezTo>
                  <a:cubicBezTo>
                    <a:pt x="153919" y="751"/>
                    <a:pt x="151652" y="0"/>
                    <a:pt x="1493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6" name="Google Shape;866;p48"/>
            <p:cNvSpPr/>
            <p:nvPr/>
          </p:nvSpPr>
          <p:spPr>
            <a:xfrm>
              <a:off x="6146600" y="3671525"/>
              <a:ext cx="342925" cy="189500"/>
            </a:xfrm>
            <a:custGeom>
              <a:avLst/>
              <a:gdLst/>
              <a:ahLst/>
              <a:cxnLst/>
              <a:rect l="l" t="t" r="r" b="b"/>
              <a:pathLst>
                <a:path w="13717" h="7580" extrusionOk="0">
                  <a:moveTo>
                    <a:pt x="9951" y="0"/>
                  </a:moveTo>
                  <a:cubicBezTo>
                    <a:pt x="6355" y="0"/>
                    <a:pt x="1" y="1281"/>
                    <a:pt x="2486" y="4894"/>
                  </a:cubicBezTo>
                  <a:cubicBezTo>
                    <a:pt x="3169" y="5885"/>
                    <a:pt x="4297" y="6467"/>
                    <a:pt x="5404" y="6938"/>
                  </a:cubicBezTo>
                  <a:cubicBezTo>
                    <a:pt x="6217" y="7282"/>
                    <a:pt x="7136" y="7580"/>
                    <a:pt x="8003" y="7580"/>
                  </a:cubicBezTo>
                  <a:cubicBezTo>
                    <a:pt x="8565" y="7580"/>
                    <a:pt x="9106" y="7454"/>
                    <a:pt x="9581" y="7134"/>
                  </a:cubicBezTo>
                  <a:cubicBezTo>
                    <a:pt x="10406" y="6577"/>
                    <a:pt x="13156" y="2774"/>
                    <a:pt x="13348" y="1948"/>
                  </a:cubicBezTo>
                  <a:cubicBezTo>
                    <a:pt x="13716" y="358"/>
                    <a:pt x="13186" y="447"/>
                    <a:pt x="11597" y="126"/>
                  </a:cubicBezTo>
                  <a:cubicBezTo>
                    <a:pt x="11194" y="44"/>
                    <a:pt x="10620" y="0"/>
                    <a:pt x="995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7" name="Google Shape;867;p48"/>
            <p:cNvSpPr/>
            <p:nvPr/>
          </p:nvSpPr>
          <p:spPr>
            <a:xfrm>
              <a:off x="5901600" y="3652500"/>
              <a:ext cx="558700" cy="402875"/>
            </a:xfrm>
            <a:custGeom>
              <a:avLst/>
              <a:gdLst/>
              <a:ahLst/>
              <a:cxnLst/>
              <a:rect l="l" t="t" r="r" b="b"/>
              <a:pathLst>
                <a:path w="22348" h="16115" extrusionOk="0">
                  <a:moveTo>
                    <a:pt x="946" y="1"/>
                  </a:moveTo>
                  <a:cubicBezTo>
                    <a:pt x="616" y="1"/>
                    <a:pt x="299" y="66"/>
                    <a:pt x="1" y="208"/>
                  </a:cubicBezTo>
                  <a:cubicBezTo>
                    <a:pt x="742" y="1762"/>
                    <a:pt x="2032" y="3475"/>
                    <a:pt x="2935" y="5119"/>
                  </a:cubicBezTo>
                  <a:cubicBezTo>
                    <a:pt x="6575" y="11745"/>
                    <a:pt x="13987" y="16115"/>
                    <a:pt x="21544" y="16115"/>
                  </a:cubicBezTo>
                  <a:cubicBezTo>
                    <a:pt x="21635" y="16115"/>
                    <a:pt x="21726" y="16114"/>
                    <a:pt x="21817" y="16113"/>
                  </a:cubicBezTo>
                  <a:cubicBezTo>
                    <a:pt x="22347" y="15571"/>
                    <a:pt x="21564" y="14744"/>
                    <a:pt x="20866" y="14448"/>
                  </a:cubicBezTo>
                  <a:cubicBezTo>
                    <a:pt x="18934" y="13634"/>
                    <a:pt x="16857" y="13226"/>
                    <a:pt x="14879" y="12532"/>
                  </a:cubicBezTo>
                  <a:cubicBezTo>
                    <a:pt x="12900" y="11839"/>
                    <a:pt x="10943" y="10790"/>
                    <a:pt x="9769" y="9051"/>
                  </a:cubicBezTo>
                  <a:cubicBezTo>
                    <a:pt x="9280" y="8326"/>
                    <a:pt x="8945" y="7508"/>
                    <a:pt x="8542" y="6731"/>
                  </a:cubicBezTo>
                  <a:cubicBezTo>
                    <a:pt x="7503" y="4729"/>
                    <a:pt x="3759" y="1"/>
                    <a:pt x="9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68" name="Google Shape;868;p48"/>
            <p:cNvSpPr/>
            <p:nvPr/>
          </p:nvSpPr>
          <p:spPr>
            <a:xfrm>
              <a:off x="6249675" y="4061675"/>
              <a:ext cx="964575" cy="811125"/>
            </a:xfrm>
            <a:custGeom>
              <a:avLst/>
              <a:gdLst/>
              <a:ahLst/>
              <a:cxnLst/>
              <a:rect l="l" t="t" r="r" b="b"/>
              <a:pathLst>
                <a:path w="38583" h="32445" extrusionOk="0">
                  <a:moveTo>
                    <a:pt x="17573" y="0"/>
                  </a:moveTo>
                  <a:cubicBezTo>
                    <a:pt x="14431" y="0"/>
                    <a:pt x="10968" y="2180"/>
                    <a:pt x="9011" y="4369"/>
                  </a:cubicBezTo>
                  <a:cubicBezTo>
                    <a:pt x="8028" y="5468"/>
                    <a:pt x="7111" y="6810"/>
                    <a:pt x="5676" y="7153"/>
                  </a:cubicBezTo>
                  <a:cubicBezTo>
                    <a:pt x="4830" y="7356"/>
                    <a:pt x="3925" y="7164"/>
                    <a:pt x="3076" y="7361"/>
                  </a:cubicBezTo>
                  <a:cubicBezTo>
                    <a:pt x="581" y="7938"/>
                    <a:pt x="1" y="11293"/>
                    <a:pt x="569" y="13791"/>
                  </a:cubicBezTo>
                  <a:cubicBezTo>
                    <a:pt x="1136" y="16289"/>
                    <a:pt x="2307" y="18910"/>
                    <a:pt x="1374" y="21296"/>
                  </a:cubicBezTo>
                  <a:cubicBezTo>
                    <a:pt x="1185" y="21776"/>
                    <a:pt x="913" y="22246"/>
                    <a:pt x="921" y="22762"/>
                  </a:cubicBezTo>
                  <a:cubicBezTo>
                    <a:pt x="932" y="23380"/>
                    <a:pt x="1355" y="23921"/>
                    <a:pt x="1849" y="24293"/>
                  </a:cubicBezTo>
                  <a:cubicBezTo>
                    <a:pt x="2646" y="24890"/>
                    <a:pt x="3559" y="25128"/>
                    <a:pt x="4517" y="25128"/>
                  </a:cubicBezTo>
                  <a:cubicBezTo>
                    <a:pt x="6301" y="25128"/>
                    <a:pt x="8239" y="24301"/>
                    <a:pt x="9868" y="23418"/>
                  </a:cubicBezTo>
                  <a:cubicBezTo>
                    <a:pt x="11665" y="22444"/>
                    <a:pt x="13735" y="21414"/>
                    <a:pt x="15685" y="21414"/>
                  </a:cubicBezTo>
                  <a:cubicBezTo>
                    <a:pt x="16453" y="21414"/>
                    <a:pt x="17203" y="21574"/>
                    <a:pt x="17910" y="21960"/>
                  </a:cubicBezTo>
                  <a:cubicBezTo>
                    <a:pt x="20585" y="23420"/>
                    <a:pt x="20837" y="27119"/>
                    <a:pt x="22486" y="29685"/>
                  </a:cubicBezTo>
                  <a:cubicBezTo>
                    <a:pt x="23522" y="31296"/>
                    <a:pt x="25450" y="32445"/>
                    <a:pt x="27291" y="32445"/>
                  </a:cubicBezTo>
                  <a:cubicBezTo>
                    <a:pt x="28027" y="32445"/>
                    <a:pt x="28749" y="32261"/>
                    <a:pt x="29394" y="31851"/>
                  </a:cubicBezTo>
                  <a:cubicBezTo>
                    <a:pt x="30163" y="31362"/>
                    <a:pt x="30731" y="30624"/>
                    <a:pt x="31285" y="29900"/>
                  </a:cubicBezTo>
                  <a:lnTo>
                    <a:pt x="34684" y="25460"/>
                  </a:lnTo>
                  <a:cubicBezTo>
                    <a:pt x="36183" y="23501"/>
                    <a:pt x="37736" y="21414"/>
                    <a:pt x="38025" y="18965"/>
                  </a:cubicBezTo>
                  <a:cubicBezTo>
                    <a:pt x="38582" y="14235"/>
                    <a:pt x="34390" y="10436"/>
                    <a:pt x="30609" y="7540"/>
                  </a:cubicBezTo>
                  <a:cubicBezTo>
                    <a:pt x="30407" y="6031"/>
                    <a:pt x="30190" y="4479"/>
                    <a:pt x="29421" y="3165"/>
                  </a:cubicBezTo>
                  <a:cubicBezTo>
                    <a:pt x="28683" y="1906"/>
                    <a:pt x="27576" y="1186"/>
                    <a:pt x="26718" y="1186"/>
                  </a:cubicBezTo>
                  <a:cubicBezTo>
                    <a:pt x="25783" y="1186"/>
                    <a:pt x="25141" y="2039"/>
                    <a:pt x="25589" y="3982"/>
                  </a:cubicBezTo>
                  <a:cubicBezTo>
                    <a:pt x="25561" y="3983"/>
                    <a:pt x="25533" y="3983"/>
                    <a:pt x="25505" y="3983"/>
                  </a:cubicBezTo>
                  <a:cubicBezTo>
                    <a:pt x="23077" y="3983"/>
                    <a:pt x="21095" y="399"/>
                    <a:pt x="18382" y="51"/>
                  </a:cubicBezTo>
                  <a:cubicBezTo>
                    <a:pt x="18115" y="17"/>
                    <a:pt x="17846" y="0"/>
                    <a:pt x="175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69" name="Google Shape;869;p48"/>
          <p:cNvSpPr/>
          <p:nvPr/>
        </p:nvSpPr>
        <p:spPr>
          <a:xfrm rot="10800000" flipH="1">
            <a:off x="2428876" y="2602662"/>
            <a:ext cx="920913" cy="16718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870" name="Google Shape;870;p48"/>
          <p:cNvSpPr/>
          <p:nvPr/>
        </p:nvSpPr>
        <p:spPr>
          <a:xfrm>
            <a:off x="6171470" y="3090408"/>
            <a:ext cx="157452" cy="148944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1" name="Google Shape;871;p48"/>
          <p:cNvSpPr/>
          <p:nvPr/>
        </p:nvSpPr>
        <p:spPr>
          <a:xfrm>
            <a:off x="3253650" y="2425013"/>
            <a:ext cx="393276" cy="372003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2" name="Google Shape;872;p48"/>
          <p:cNvSpPr/>
          <p:nvPr/>
        </p:nvSpPr>
        <p:spPr>
          <a:xfrm>
            <a:off x="4403773" y="2681428"/>
            <a:ext cx="148825" cy="140792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3" name="Google Shape;873;p48"/>
          <p:cNvSpPr txBox="1"/>
          <p:nvPr/>
        </p:nvSpPr>
        <p:spPr>
          <a:xfrm>
            <a:off x="672375" y="2200463"/>
            <a:ext cx="19947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rgbClr val="C36738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MARS</a:t>
            </a:r>
            <a:endParaRPr sz="2200" b="1" dirty="0">
              <a:solidFill>
                <a:srgbClr val="C36738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874" name="Google Shape;874;p48"/>
          <p:cNvSpPr txBox="1"/>
          <p:nvPr/>
        </p:nvSpPr>
        <p:spPr>
          <a:xfrm>
            <a:off x="672375" y="2469853"/>
            <a:ext cx="1994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Despite being red, Mars is a cold place</a:t>
            </a:r>
            <a:endParaRPr>
              <a:solidFill>
                <a:srgbClr val="000000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sp>
        <p:nvSpPr>
          <p:cNvPr id="875" name="Google Shape;875;p48"/>
          <p:cNvSpPr/>
          <p:nvPr/>
        </p:nvSpPr>
        <p:spPr>
          <a:xfrm rot="10800000" flipH="1">
            <a:off x="4838699" y="2357857"/>
            <a:ext cx="1905130" cy="16718"/>
          </a:xfrm>
          <a:custGeom>
            <a:avLst/>
            <a:gdLst/>
            <a:ahLst/>
            <a:cxnLst/>
            <a:rect l="l" t="t" r="r" b="b"/>
            <a:pathLst>
              <a:path w="266545" h="8964" extrusionOk="0">
                <a:moveTo>
                  <a:pt x="0" y="7674"/>
                </a:moveTo>
                <a:cubicBezTo>
                  <a:pt x="8512" y="11079"/>
                  <a:pt x="18334" y="6710"/>
                  <a:pt x="27408" y="5406"/>
                </a:cubicBezTo>
                <a:cubicBezTo>
                  <a:pt x="38973" y="3744"/>
                  <a:pt x="50533" y="1881"/>
                  <a:pt x="62188" y="1058"/>
                </a:cubicBezTo>
                <a:cubicBezTo>
                  <a:pt x="100540" y="-1649"/>
                  <a:pt x="139132" y="1483"/>
                  <a:pt x="177492" y="4083"/>
                </a:cubicBezTo>
                <a:cubicBezTo>
                  <a:pt x="197460" y="5437"/>
                  <a:pt x="217420" y="6954"/>
                  <a:pt x="237413" y="7863"/>
                </a:cubicBezTo>
                <a:cubicBezTo>
                  <a:pt x="244148" y="8169"/>
                  <a:pt x="250896" y="8052"/>
                  <a:pt x="257638" y="8052"/>
                </a:cubicBezTo>
                <a:cubicBezTo>
                  <a:pt x="260422" y="8052"/>
                  <a:pt x="268739" y="7296"/>
                  <a:pt x="265955" y="7296"/>
                </a:cubicBezTo>
              </a:path>
            </a:pathLst>
          </a:cu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/>
          </a:p>
        </p:txBody>
      </p:sp>
      <p:sp>
        <p:nvSpPr>
          <p:cNvPr id="876" name="Google Shape;876;p48"/>
          <p:cNvSpPr/>
          <p:nvPr/>
        </p:nvSpPr>
        <p:spPr>
          <a:xfrm>
            <a:off x="4705575" y="2234636"/>
            <a:ext cx="278178" cy="263149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7" name="Google Shape;877;p48"/>
          <p:cNvSpPr/>
          <p:nvPr/>
        </p:nvSpPr>
        <p:spPr>
          <a:xfrm>
            <a:off x="3520526" y="3948249"/>
            <a:ext cx="206254" cy="195124"/>
          </a:xfrm>
          <a:custGeom>
            <a:avLst/>
            <a:gdLst/>
            <a:ahLst/>
            <a:cxnLst/>
            <a:rect l="l" t="t" r="r" b="b"/>
            <a:pathLst>
              <a:path w="3679" h="3480" extrusionOk="0">
                <a:moveTo>
                  <a:pt x="2062" y="0"/>
                </a:moveTo>
                <a:cubicBezTo>
                  <a:pt x="2023" y="0"/>
                  <a:pt x="1985" y="2"/>
                  <a:pt x="1946" y="6"/>
                </a:cubicBezTo>
                <a:cubicBezTo>
                  <a:pt x="882" y="128"/>
                  <a:pt x="1" y="979"/>
                  <a:pt x="213" y="2073"/>
                </a:cubicBezTo>
                <a:cubicBezTo>
                  <a:pt x="356" y="2870"/>
                  <a:pt x="1137" y="3480"/>
                  <a:pt x="1934" y="3480"/>
                </a:cubicBezTo>
                <a:cubicBezTo>
                  <a:pt x="1989" y="3480"/>
                  <a:pt x="2043" y="3477"/>
                  <a:pt x="2098" y="3471"/>
                </a:cubicBezTo>
                <a:cubicBezTo>
                  <a:pt x="2949" y="3380"/>
                  <a:pt x="3678" y="2559"/>
                  <a:pt x="3648" y="1708"/>
                </a:cubicBezTo>
                <a:cubicBezTo>
                  <a:pt x="3619" y="924"/>
                  <a:pt x="2895" y="0"/>
                  <a:pt x="206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8" name="Google Shape;878;p48"/>
          <p:cNvSpPr txBox="1"/>
          <p:nvPr/>
        </p:nvSpPr>
        <p:spPr>
          <a:xfrm>
            <a:off x="6476800" y="2200463"/>
            <a:ext cx="1994700" cy="26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rgbClr val="C36738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VENUS</a:t>
            </a:r>
            <a:endParaRPr sz="2200" b="1" dirty="0">
              <a:solidFill>
                <a:srgbClr val="C36738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</p:txBody>
      </p:sp>
      <p:sp>
        <p:nvSpPr>
          <p:cNvPr id="879" name="Google Shape;879;p48"/>
          <p:cNvSpPr txBox="1"/>
          <p:nvPr/>
        </p:nvSpPr>
        <p:spPr>
          <a:xfrm>
            <a:off x="6476925" y="2469853"/>
            <a:ext cx="1994700" cy="5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Venus is the second planet from the Sun</a:t>
            </a:r>
            <a:endParaRPr dirty="0">
              <a:solidFill>
                <a:srgbClr val="000000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49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SOCIAL MEDIA</a:t>
            </a:r>
          </a:p>
        </p:txBody>
      </p:sp>
      <p:grpSp>
        <p:nvGrpSpPr>
          <p:cNvPr id="885" name="Google Shape;885;p49"/>
          <p:cNvGrpSpPr/>
          <p:nvPr/>
        </p:nvGrpSpPr>
        <p:grpSpPr>
          <a:xfrm>
            <a:off x="4678268" y="1911742"/>
            <a:ext cx="3745737" cy="2691708"/>
            <a:chOff x="4670843" y="1865492"/>
            <a:chExt cx="3745737" cy="2691708"/>
          </a:xfrm>
        </p:grpSpPr>
        <p:sp>
          <p:nvSpPr>
            <p:cNvPr id="886" name="Google Shape;886;p49"/>
            <p:cNvSpPr/>
            <p:nvPr/>
          </p:nvSpPr>
          <p:spPr>
            <a:xfrm>
              <a:off x="5081025" y="4324450"/>
              <a:ext cx="2925363" cy="232750"/>
            </a:xfrm>
            <a:custGeom>
              <a:avLst/>
              <a:gdLst/>
              <a:ahLst/>
              <a:cxnLst/>
              <a:rect l="l" t="t" r="r" b="b"/>
              <a:pathLst>
                <a:path w="113916" h="5338" extrusionOk="0">
                  <a:moveTo>
                    <a:pt x="56942" y="1"/>
                  </a:moveTo>
                  <a:cubicBezTo>
                    <a:pt x="25486" y="1"/>
                    <a:pt x="1" y="1202"/>
                    <a:pt x="1" y="2669"/>
                  </a:cubicBezTo>
                  <a:cubicBezTo>
                    <a:pt x="1" y="4137"/>
                    <a:pt x="25486" y="5338"/>
                    <a:pt x="56942" y="5338"/>
                  </a:cubicBezTo>
                  <a:cubicBezTo>
                    <a:pt x="88397" y="5338"/>
                    <a:pt x="113916" y="4137"/>
                    <a:pt x="113916" y="2669"/>
                  </a:cubicBezTo>
                  <a:cubicBezTo>
                    <a:pt x="113916" y="1202"/>
                    <a:pt x="88397" y="1"/>
                    <a:pt x="569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7" name="Google Shape;887;p49"/>
            <p:cNvGrpSpPr/>
            <p:nvPr/>
          </p:nvGrpSpPr>
          <p:grpSpPr>
            <a:xfrm>
              <a:off x="4670843" y="1865492"/>
              <a:ext cx="3745737" cy="2576359"/>
              <a:chOff x="3047025" y="1856625"/>
              <a:chExt cx="3357900" cy="2309600"/>
            </a:xfrm>
          </p:grpSpPr>
          <p:sp>
            <p:nvSpPr>
              <p:cNvPr id="888" name="Google Shape;888;p49"/>
              <p:cNvSpPr/>
              <p:nvPr/>
            </p:nvSpPr>
            <p:spPr>
              <a:xfrm>
                <a:off x="4206225" y="3704375"/>
                <a:ext cx="1039500" cy="364200"/>
              </a:xfrm>
              <a:prstGeom prst="roundRect">
                <a:avLst>
                  <a:gd name="adj" fmla="val 10030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49"/>
              <p:cNvSpPr/>
              <p:nvPr/>
            </p:nvSpPr>
            <p:spPr>
              <a:xfrm>
                <a:off x="3047025" y="1856625"/>
                <a:ext cx="3357900" cy="2034300"/>
              </a:xfrm>
              <a:prstGeom prst="roundRect">
                <a:avLst>
                  <a:gd name="adj" fmla="val 6549"/>
                </a:avLst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49"/>
              <p:cNvSpPr/>
              <p:nvPr/>
            </p:nvSpPr>
            <p:spPr>
              <a:xfrm>
                <a:off x="3899775" y="4033025"/>
                <a:ext cx="1652400" cy="133200"/>
              </a:xfrm>
              <a:prstGeom prst="roundRect">
                <a:avLst>
                  <a:gd name="adj" fmla="val 33389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891" name="Google Shape;891;p49"/>
          <p:cNvPicPr preferRelativeResize="0"/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5525" y="2006675"/>
            <a:ext cx="3451200" cy="1941300"/>
          </a:xfrm>
          <a:prstGeom prst="roundRect">
            <a:avLst>
              <a:gd name="adj" fmla="val 6054"/>
            </a:avLst>
          </a:prstGeom>
          <a:noFill/>
          <a:ln>
            <a:noFill/>
          </a:ln>
        </p:spPr>
      </p:pic>
      <p:grpSp>
        <p:nvGrpSpPr>
          <p:cNvPr id="892" name="Google Shape;892;p49"/>
          <p:cNvGrpSpPr/>
          <p:nvPr/>
        </p:nvGrpSpPr>
        <p:grpSpPr>
          <a:xfrm>
            <a:off x="3400900" y="3792600"/>
            <a:ext cx="1554600" cy="810900"/>
            <a:chOff x="3393475" y="3746350"/>
            <a:chExt cx="1554600" cy="810900"/>
          </a:xfrm>
        </p:grpSpPr>
        <p:sp>
          <p:nvSpPr>
            <p:cNvPr id="893" name="Google Shape;893;p49"/>
            <p:cNvSpPr/>
            <p:nvPr/>
          </p:nvSpPr>
          <p:spPr>
            <a:xfrm>
              <a:off x="3393475" y="3746350"/>
              <a:ext cx="1554600" cy="8109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94" name="Google Shape;894;p49"/>
            <p:cNvSpPr/>
            <p:nvPr/>
          </p:nvSpPr>
          <p:spPr>
            <a:xfrm>
              <a:off x="4754200" y="4089550"/>
              <a:ext cx="122700" cy="124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95" name="Google Shape;895;p49"/>
            <p:cNvSpPr/>
            <p:nvPr/>
          </p:nvSpPr>
          <p:spPr>
            <a:xfrm>
              <a:off x="3460213" y="3889750"/>
              <a:ext cx="37500" cy="524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896" name="Google Shape;896;p49"/>
          <p:cNvSpPr txBox="1">
            <a:spLocks noGrp="1"/>
          </p:cNvSpPr>
          <p:nvPr>
            <p:ph type="body" idx="1"/>
          </p:nvPr>
        </p:nvSpPr>
        <p:spPr>
          <a:xfrm>
            <a:off x="720000" y="2006675"/>
            <a:ext cx="3075600" cy="13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You can replace the image on the screen with your own work. Just delete this one, add yours and send it to the back</a:t>
            </a:r>
          </a:p>
        </p:txBody>
      </p:sp>
      <p:sp>
        <p:nvSpPr>
          <p:cNvPr id="897" name="Google Shape;897;p49"/>
          <p:cNvSpPr txBox="1">
            <a:spLocks noGrp="1"/>
          </p:cNvSpPr>
          <p:nvPr>
            <p:ph type="subTitle" idx="2"/>
          </p:nvPr>
        </p:nvSpPr>
        <p:spPr>
          <a:xfrm>
            <a:off x="719999" y="1551575"/>
            <a:ext cx="3075600" cy="45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VENUS</a:t>
            </a:r>
          </a:p>
        </p:txBody>
      </p:sp>
      <p:pic>
        <p:nvPicPr>
          <p:cNvPr id="898" name="Google Shape;898;p49"/>
          <p:cNvPicPr preferRelativeResize="0"/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53725" y="3854200"/>
            <a:ext cx="1143600" cy="680700"/>
          </a:xfrm>
          <a:prstGeom prst="roundRect">
            <a:avLst>
              <a:gd name="adj" fmla="val 9282"/>
            </a:avLst>
          </a:prstGeom>
          <a:noFill/>
          <a:ln>
            <a:noFill/>
          </a:ln>
        </p:spPr>
      </p:pic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51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ALTERNATIVE RESOURCES</a:t>
            </a:r>
          </a:p>
        </p:txBody>
      </p:sp>
      <p:sp>
        <p:nvSpPr>
          <p:cNvPr id="923" name="Google Shape;923;p51"/>
          <p:cNvSpPr/>
          <p:nvPr/>
        </p:nvSpPr>
        <p:spPr>
          <a:xfrm>
            <a:off x="4819360" y="1554949"/>
            <a:ext cx="1165018" cy="1521803"/>
          </a:xfrm>
          <a:custGeom>
            <a:avLst/>
            <a:gdLst/>
            <a:ahLst/>
            <a:cxnLst/>
            <a:rect l="l" t="t" r="r" b="b"/>
            <a:pathLst>
              <a:path w="17525" h="22892" extrusionOk="0">
                <a:moveTo>
                  <a:pt x="10515" y="1"/>
                </a:moveTo>
                <a:cubicBezTo>
                  <a:pt x="10245" y="1"/>
                  <a:pt x="10000" y="25"/>
                  <a:pt x="9755" y="74"/>
                </a:cubicBezTo>
                <a:cubicBezTo>
                  <a:pt x="9510" y="99"/>
                  <a:pt x="9314" y="148"/>
                  <a:pt x="9118" y="197"/>
                </a:cubicBezTo>
                <a:cubicBezTo>
                  <a:pt x="9020" y="221"/>
                  <a:pt x="8946" y="246"/>
                  <a:pt x="8873" y="295"/>
                </a:cubicBezTo>
                <a:cubicBezTo>
                  <a:pt x="8824" y="319"/>
                  <a:pt x="8750" y="344"/>
                  <a:pt x="8677" y="368"/>
                </a:cubicBezTo>
                <a:cubicBezTo>
                  <a:pt x="8554" y="417"/>
                  <a:pt x="8432" y="466"/>
                  <a:pt x="8285" y="540"/>
                </a:cubicBezTo>
                <a:cubicBezTo>
                  <a:pt x="7868" y="736"/>
                  <a:pt x="7500" y="907"/>
                  <a:pt x="7182" y="1079"/>
                </a:cubicBezTo>
                <a:cubicBezTo>
                  <a:pt x="6814" y="1275"/>
                  <a:pt x="6447" y="1520"/>
                  <a:pt x="6103" y="1765"/>
                </a:cubicBezTo>
                <a:cubicBezTo>
                  <a:pt x="5834" y="1961"/>
                  <a:pt x="5589" y="2157"/>
                  <a:pt x="5344" y="2329"/>
                </a:cubicBezTo>
                <a:cubicBezTo>
                  <a:pt x="5221" y="2427"/>
                  <a:pt x="5099" y="2549"/>
                  <a:pt x="5001" y="2647"/>
                </a:cubicBezTo>
                <a:lnTo>
                  <a:pt x="4927" y="2721"/>
                </a:lnTo>
                <a:cubicBezTo>
                  <a:pt x="4167" y="3432"/>
                  <a:pt x="3530" y="4118"/>
                  <a:pt x="2991" y="4829"/>
                </a:cubicBezTo>
                <a:cubicBezTo>
                  <a:pt x="2746" y="5172"/>
                  <a:pt x="2501" y="5515"/>
                  <a:pt x="2231" y="5883"/>
                </a:cubicBezTo>
                <a:cubicBezTo>
                  <a:pt x="2084" y="6103"/>
                  <a:pt x="1961" y="6250"/>
                  <a:pt x="1863" y="6422"/>
                </a:cubicBezTo>
                <a:cubicBezTo>
                  <a:pt x="1765" y="6593"/>
                  <a:pt x="1643" y="6789"/>
                  <a:pt x="1545" y="6986"/>
                </a:cubicBezTo>
                <a:cubicBezTo>
                  <a:pt x="1128" y="7770"/>
                  <a:pt x="810" y="8628"/>
                  <a:pt x="540" y="9559"/>
                </a:cubicBezTo>
                <a:cubicBezTo>
                  <a:pt x="319" y="10343"/>
                  <a:pt x="172" y="11275"/>
                  <a:pt x="74" y="12353"/>
                </a:cubicBezTo>
                <a:cubicBezTo>
                  <a:pt x="25" y="12721"/>
                  <a:pt x="1" y="13162"/>
                  <a:pt x="1" y="13554"/>
                </a:cubicBezTo>
                <a:cubicBezTo>
                  <a:pt x="25" y="14069"/>
                  <a:pt x="74" y="14608"/>
                  <a:pt x="197" y="15122"/>
                </a:cubicBezTo>
                <a:cubicBezTo>
                  <a:pt x="246" y="15270"/>
                  <a:pt x="295" y="15441"/>
                  <a:pt x="344" y="15588"/>
                </a:cubicBezTo>
                <a:cubicBezTo>
                  <a:pt x="368" y="15637"/>
                  <a:pt x="393" y="15686"/>
                  <a:pt x="393" y="15711"/>
                </a:cubicBezTo>
                <a:cubicBezTo>
                  <a:pt x="491" y="16005"/>
                  <a:pt x="613" y="16274"/>
                  <a:pt x="736" y="16519"/>
                </a:cubicBezTo>
                <a:lnTo>
                  <a:pt x="761" y="16593"/>
                </a:lnTo>
                <a:cubicBezTo>
                  <a:pt x="957" y="17010"/>
                  <a:pt x="1153" y="17353"/>
                  <a:pt x="1373" y="17671"/>
                </a:cubicBezTo>
                <a:cubicBezTo>
                  <a:pt x="1741" y="18186"/>
                  <a:pt x="2059" y="18603"/>
                  <a:pt x="2378" y="18946"/>
                </a:cubicBezTo>
                <a:cubicBezTo>
                  <a:pt x="2648" y="19240"/>
                  <a:pt x="2942" y="19534"/>
                  <a:pt x="3260" y="19804"/>
                </a:cubicBezTo>
                <a:lnTo>
                  <a:pt x="3358" y="19902"/>
                </a:lnTo>
                <a:cubicBezTo>
                  <a:pt x="3824" y="20294"/>
                  <a:pt x="4290" y="20710"/>
                  <a:pt x="4780" y="21103"/>
                </a:cubicBezTo>
                <a:cubicBezTo>
                  <a:pt x="5834" y="21911"/>
                  <a:pt x="7084" y="22451"/>
                  <a:pt x="8407" y="22696"/>
                </a:cubicBezTo>
                <a:cubicBezTo>
                  <a:pt x="9069" y="22818"/>
                  <a:pt x="9731" y="22892"/>
                  <a:pt x="10319" y="22892"/>
                </a:cubicBezTo>
                <a:cubicBezTo>
                  <a:pt x="11177" y="22892"/>
                  <a:pt x="11986" y="22745"/>
                  <a:pt x="12696" y="22475"/>
                </a:cubicBezTo>
                <a:cubicBezTo>
                  <a:pt x="13358" y="22230"/>
                  <a:pt x="13946" y="21911"/>
                  <a:pt x="14461" y="21544"/>
                </a:cubicBezTo>
                <a:cubicBezTo>
                  <a:pt x="14706" y="21348"/>
                  <a:pt x="14976" y="21176"/>
                  <a:pt x="15221" y="20956"/>
                </a:cubicBezTo>
                <a:lnTo>
                  <a:pt x="15270" y="20931"/>
                </a:lnTo>
                <a:cubicBezTo>
                  <a:pt x="15319" y="20882"/>
                  <a:pt x="15392" y="20833"/>
                  <a:pt x="15466" y="20784"/>
                </a:cubicBezTo>
                <a:lnTo>
                  <a:pt x="15515" y="20710"/>
                </a:lnTo>
                <a:lnTo>
                  <a:pt x="15613" y="20637"/>
                </a:lnTo>
                <a:cubicBezTo>
                  <a:pt x="15735" y="20514"/>
                  <a:pt x="15858" y="20367"/>
                  <a:pt x="15980" y="20220"/>
                </a:cubicBezTo>
                <a:lnTo>
                  <a:pt x="16054" y="20122"/>
                </a:lnTo>
                <a:cubicBezTo>
                  <a:pt x="16177" y="19951"/>
                  <a:pt x="16275" y="19779"/>
                  <a:pt x="16397" y="19559"/>
                </a:cubicBezTo>
                <a:cubicBezTo>
                  <a:pt x="16593" y="19117"/>
                  <a:pt x="16814" y="18652"/>
                  <a:pt x="17034" y="18113"/>
                </a:cubicBezTo>
                <a:cubicBezTo>
                  <a:pt x="17206" y="17671"/>
                  <a:pt x="17328" y="17279"/>
                  <a:pt x="17402" y="16936"/>
                </a:cubicBezTo>
                <a:cubicBezTo>
                  <a:pt x="17451" y="16765"/>
                  <a:pt x="17451" y="16568"/>
                  <a:pt x="17476" y="16421"/>
                </a:cubicBezTo>
                <a:lnTo>
                  <a:pt x="17500" y="16323"/>
                </a:lnTo>
                <a:cubicBezTo>
                  <a:pt x="17525" y="16078"/>
                  <a:pt x="17476" y="15833"/>
                  <a:pt x="17451" y="15564"/>
                </a:cubicBezTo>
                <a:cubicBezTo>
                  <a:pt x="17402" y="15343"/>
                  <a:pt x="17353" y="15171"/>
                  <a:pt x="17279" y="15024"/>
                </a:cubicBezTo>
                <a:cubicBezTo>
                  <a:pt x="17181" y="14755"/>
                  <a:pt x="17083" y="14559"/>
                  <a:pt x="16961" y="14338"/>
                </a:cubicBezTo>
                <a:cubicBezTo>
                  <a:pt x="16838" y="14191"/>
                  <a:pt x="16716" y="14020"/>
                  <a:pt x="16569" y="13848"/>
                </a:cubicBezTo>
                <a:lnTo>
                  <a:pt x="16520" y="13774"/>
                </a:lnTo>
                <a:cubicBezTo>
                  <a:pt x="16471" y="13701"/>
                  <a:pt x="16397" y="13627"/>
                  <a:pt x="16348" y="13578"/>
                </a:cubicBezTo>
                <a:cubicBezTo>
                  <a:pt x="16299" y="13529"/>
                  <a:pt x="16250" y="13480"/>
                  <a:pt x="16201" y="13431"/>
                </a:cubicBezTo>
                <a:cubicBezTo>
                  <a:pt x="16029" y="13284"/>
                  <a:pt x="15882" y="13113"/>
                  <a:pt x="15735" y="12941"/>
                </a:cubicBezTo>
                <a:cubicBezTo>
                  <a:pt x="15637" y="12819"/>
                  <a:pt x="15564" y="12696"/>
                  <a:pt x="15466" y="12549"/>
                </a:cubicBezTo>
                <a:cubicBezTo>
                  <a:pt x="15343" y="12328"/>
                  <a:pt x="15245" y="12157"/>
                  <a:pt x="15147" y="11985"/>
                </a:cubicBezTo>
                <a:cubicBezTo>
                  <a:pt x="14976" y="11544"/>
                  <a:pt x="14853" y="11079"/>
                  <a:pt x="14780" y="10564"/>
                </a:cubicBezTo>
                <a:lnTo>
                  <a:pt x="14755" y="10490"/>
                </a:lnTo>
                <a:cubicBezTo>
                  <a:pt x="15074" y="9755"/>
                  <a:pt x="15343" y="9093"/>
                  <a:pt x="15588" y="8481"/>
                </a:cubicBezTo>
                <a:cubicBezTo>
                  <a:pt x="15711" y="8113"/>
                  <a:pt x="15858" y="7745"/>
                  <a:pt x="15980" y="7378"/>
                </a:cubicBezTo>
                <a:lnTo>
                  <a:pt x="16054" y="7206"/>
                </a:lnTo>
                <a:cubicBezTo>
                  <a:pt x="16201" y="6838"/>
                  <a:pt x="16299" y="6446"/>
                  <a:pt x="16397" y="6005"/>
                </a:cubicBezTo>
                <a:cubicBezTo>
                  <a:pt x="16446" y="5687"/>
                  <a:pt x="16495" y="5417"/>
                  <a:pt x="16495" y="5147"/>
                </a:cubicBezTo>
                <a:cubicBezTo>
                  <a:pt x="16520" y="4951"/>
                  <a:pt x="16520" y="4755"/>
                  <a:pt x="16495" y="4510"/>
                </a:cubicBezTo>
                <a:cubicBezTo>
                  <a:pt x="16422" y="3775"/>
                  <a:pt x="16250" y="3187"/>
                  <a:pt x="15956" y="2697"/>
                </a:cubicBezTo>
                <a:cubicBezTo>
                  <a:pt x="15711" y="2280"/>
                  <a:pt x="15392" y="1888"/>
                  <a:pt x="15049" y="1520"/>
                </a:cubicBezTo>
                <a:cubicBezTo>
                  <a:pt x="14878" y="1349"/>
                  <a:pt x="14755" y="1201"/>
                  <a:pt x="14608" y="1079"/>
                </a:cubicBezTo>
                <a:cubicBezTo>
                  <a:pt x="14436" y="956"/>
                  <a:pt x="14265" y="834"/>
                  <a:pt x="14093" y="711"/>
                </a:cubicBezTo>
                <a:cubicBezTo>
                  <a:pt x="13946" y="638"/>
                  <a:pt x="13775" y="564"/>
                  <a:pt x="13603" y="515"/>
                </a:cubicBezTo>
                <a:lnTo>
                  <a:pt x="13530" y="491"/>
                </a:lnTo>
                <a:cubicBezTo>
                  <a:pt x="13358" y="417"/>
                  <a:pt x="13211" y="393"/>
                  <a:pt x="13064" y="344"/>
                </a:cubicBezTo>
                <a:cubicBezTo>
                  <a:pt x="12819" y="295"/>
                  <a:pt x="12574" y="246"/>
                  <a:pt x="12329" y="221"/>
                </a:cubicBezTo>
                <a:lnTo>
                  <a:pt x="12157" y="172"/>
                </a:lnTo>
                <a:cubicBezTo>
                  <a:pt x="11912" y="148"/>
                  <a:pt x="11642" y="99"/>
                  <a:pt x="11324" y="74"/>
                </a:cubicBezTo>
                <a:lnTo>
                  <a:pt x="11201" y="50"/>
                </a:lnTo>
                <a:cubicBezTo>
                  <a:pt x="11030" y="25"/>
                  <a:pt x="10834" y="1"/>
                  <a:pt x="10662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4" name="Google Shape;924;p51"/>
          <p:cNvSpPr/>
          <p:nvPr/>
        </p:nvSpPr>
        <p:spPr>
          <a:xfrm>
            <a:off x="1878423" y="3549767"/>
            <a:ext cx="769078" cy="612657"/>
          </a:xfrm>
          <a:custGeom>
            <a:avLst/>
            <a:gdLst/>
            <a:ahLst/>
            <a:cxnLst/>
            <a:rect l="l" t="t" r="r" b="b"/>
            <a:pathLst>
              <a:path w="11569" h="9216" extrusionOk="0">
                <a:moveTo>
                  <a:pt x="4143" y="0"/>
                </a:moveTo>
                <a:cubicBezTo>
                  <a:pt x="4020" y="0"/>
                  <a:pt x="3898" y="49"/>
                  <a:pt x="3800" y="147"/>
                </a:cubicBezTo>
                <a:cubicBezTo>
                  <a:pt x="3726" y="221"/>
                  <a:pt x="3653" y="344"/>
                  <a:pt x="3677" y="466"/>
                </a:cubicBezTo>
                <a:cubicBezTo>
                  <a:pt x="3751" y="1103"/>
                  <a:pt x="3800" y="1741"/>
                  <a:pt x="3873" y="2402"/>
                </a:cubicBezTo>
                <a:cubicBezTo>
                  <a:pt x="3898" y="2794"/>
                  <a:pt x="3947" y="3236"/>
                  <a:pt x="3971" y="3628"/>
                </a:cubicBezTo>
                <a:cubicBezTo>
                  <a:pt x="3996" y="3824"/>
                  <a:pt x="3996" y="4020"/>
                  <a:pt x="4020" y="4216"/>
                </a:cubicBezTo>
                <a:cubicBezTo>
                  <a:pt x="3947" y="4216"/>
                  <a:pt x="3898" y="4240"/>
                  <a:pt x="3849" y="4240"/>
                </a:cubicBezTo>
                <a:cubicBezTo>
                  <a:pt x="3579" y="4020"/>
                  <a:pt x="3309" y="3775"/>
                  <a:pt x="3040" y="3579"/>
                </a:cubicBezTo>
                <a:cubicBezTo>
                  <a:pt x="2305" y="3039"/>
                  <a:pt x="1594" y="2525"/>
                  <a:pt x="859" y="2010"/>
                </a:cubicBezTo>
                <a:cubicBezTo>
                  <a:pt x="810" y="1961"/>
                  <a:pt x="736" y="1937"/>
                  <a:pt x="663" y="1937"/>
                </a:cubicBezTo>
                <a:cubicBezTo>
                  <a:pt x="613" y="1937"/>
                  <a:pt x="589" y="1961"/>
                  <a:pt x="540" y="1961"/>
                </a:cubicBezTo>
                <a:cubicBezTo>
                  <a:pt x="442" y="1986"/>
                  <a:pt x="368" y="2059"/>
                  <a:pt x="319" y="2133"/>
                </a:cubicBezTo>
                <a:cubicBezTo>
                  <a:pt x="270" y="2231"/>
                  <a:pt x="246" y="2353"/>
                  <a:pt x="270" y="2451"/>
                </a:cubicBezTo>
                <a:cubicBezTo>
                  <a:pt x="295" y="2549"/>
                  <a:pt x="368" y="2623"/>
                  <a:pt x="466" y="2672"/>
                </a:cubicBezTo>
                <a:cubicBezTo>
                  <a:pt x="1202" y="3211"/>
                  <a:pt x="1937" y="3775"/>
                  <a:pt x="2697" y="4314"/>
                </a:cubicBezTo>
                <a:cubicBezTo>
                  <a:pt x="2746" y="4363"/>
                  <a:pt x="2819" y="4412"/>
                  <a:pt x="2893" y="4485"/>
                </a:cubicBezTo>
                <a:cubicBezTo>
                  <a:pt x="2746" y="4510"/>
                  <a:pt x="2623" y="4535"/>
                  <a:pt x="2501" y="4584"/>
                </a:cubicBezTo>
                <a:cubicBezTo>
                  <a:pt x="2256" y="4657"/>
                  <a:pt x="2035" y="4731"/>
                  <a:pt x="1790" y="4804"/>
                </a:cubicBezTo>
                <a:cubicBezTo>
                  <a:pt x="1300" y="4951"/>
                  <a:pt x="810" y="5123"/>
                  <a:pt x="319" y="5270"/>
                </a:cubicBezTo>
                <a:cubicBezTo>
                  <a:pt x="123" y="5343"/>
                  <a:pt x="1" y="5539"/>
                  <a:pt x="50" y="5735"/>
                </a:cubicBezTo>
                <a:cubicBezTo>
                  <a:pt x="112" y="5902"/>
                  <a:pt x="264" y="6016"/>
                  <a:pt x="428" y="6016"/>
                </a:cubicBezTo>
                <a:cubicBezTo>
                  <a:pt x="457" y="6016"/>
                  <a:pt x="486" y="6012"/>
                  <a:pt x="515" y="6005"/>
                </a:cubicBezTo>
                <a:cubicBezTo>
                  <a:pt x="810" y="5907"/>
                  <a:pt x="1079" y="5809"/>
                  <a:pt x="1373" y="5711"/>
                </a:cubicBezTo>
                <a:cubicBezTo>
                  <a:pt x="1569" y="5662"/>
                  <a:pt x="1765" y="5588"/>
                  <a:pt x="1961" y="5539"/>
                </a:cubicBezTo>
                <a:cubicBezTo>
                  <a:pt x="2182" y="5466"/>
                  <a:pt x="2403" y="5392"/>
                  <a:pt x="2623" y="5343"/>
                </a:cubicBezTo>
                <a:cubicBezTo>
                  <a:pt x="2770" y="5294"/>
                  <a:pt x="2942" y="5245"/>
                  <a:pt x="3089" y="5221"/>
                </a:cubicBezTo>
                <a:cubicBezTo>
                  <a:pt x="3187" y="5196"/>
                  <a:pt x="3285" y="5172"/>
                  <a:pt x="3383" y="5147"/>
                </a:cubicBezTo>
                <a:lnTo>
                  <a:pt x="3383" y="5147"/>
                </a:lnTo>
                <a:cubicBezTo>
                  <a:pt x="3285" y="5245"/>
                  <a:pt x="3211" y="5368"/>
                  <a:pt x="3138" y="5490"/>
                </a:cubicBezTo>
                <a:cubicBezTo>
                  <a:pt x="2868" y="5833"/>
                  <a:pt x="2623" y="6177"/>
                  <a:pt x="2378" y="6520"/>
                </a:cubicBezTo>
                <a:cubicBezTo>
                  <a:pt x="2133" y="6863"/>
                  <a:pt x="1863" y="7206"/>
                  <a:pt x="1667" y="7598"/>
                </a:cubicBezTo>
                <a:cubicBezTo>
                  <a:pt x="1618" y="7721"/>
                  <a:pt x="1594" y="7819"/>
                  <a:pt x="1618" y="7941"/>
                </a:cubicBezTo>
                <a:cubicBezTo>
                  <a:pt x="1667" y="8039"/>
                  <a:pt x="1741" y="8137"/>
                  <a:pt x="1839" y="8211"/>
                </a:cubicBezTo>
                <a:cubicBezTo>
                  <a:pt x="1911" y="8247"/>
                  <a:pt x="1996" y="8269"/>
                  <a:pt x="2084" y="8269"/>
                </a:cubicBezTo>
                <a:cubicBezTo>
                  <a:pt x="2116" y="8269"/>
                  <a:pt x="2149" y="8266"/>
                  <a:pt x="2182" y="8260"/>
                </a:cubicBezTo>
                <a:cubicBezTo>
                  <a:pt x="2280" y="8211"/>
                  <a:pt x="2378" y="8137"/>
                  <a:pt x="2427" y="8039"/>
                </a:cubicBezTo>
                <a:cubicBezTo>
                  <a:pt x="2550" y="7868"/>
                  <a:pt x="2672" y="7672"/>
                  <a:pt x="2770" y="7476"/>
                </a:cubicBezTo>
                <a:cubicBezTo>
                  <a:pt x="2893" y="7304"/>
                  <a:pt x="3015" y="7132"/>
                  <a:pt x="3138" y="6961"/>
                </a:cubicBezTo>
                <a:cubicBezTo>
                  <a:pt x="3358" y="6593"/>
                  <a:pt x="3604" y="6250"/>
                  <a:pt x="3849" y="5882"/>
                </a:cubicBezTo>
                <a:cubicBezTo>
                  <a:pt x="3947" y="5760"/>
                  <a:pt x="4020" y="5662"/>
                  <a:pt x="4094" y="5539"/>
                </a:cubicBezTo>
                <a:cubicBezTo>
                  <a:pt x="4118" y="5760"/>
                  <a:pt x="4118" y="5956"/>
                  <a:pt x="4143" y="6152"/>
                </a:cubicBezTo>
                <a:cubicBezTo>
                  <a:pt x="4167" y="7010"/>
                  <a:pt x="4192" y="7843"/>
                  <a:pt x="4216" y="8701"/>
                </a:cubicBezTo>
                <a:cubicBezTo>
                  <a:pt x="4216" y="8995"/>
                  <a:pt x="4437" y="9216"/>
                  <a:pt x="4731" y="9216"/>
                </a:cubicBezTo>
                <a:cubicBezTo>
                  <a:pt x="5001" y="9216"/>
                  <a:pt x="5246" y="8995"/>
                  <a:pt x="5246" y="8701"/>
                </a:cubicBezTo>
                <a:cubicBezTo>
                  <a:pt x="5221" y="7892"/>
                  <a:pt x="5172" y="7108"/>
                  <a:pt x="5099" y="6299"/>
                </a:cubicBezTo>
                <a:lnTo>
                  <a:pt x="5099" y="6299"/>
                </a:lnTo>
                <a:cubicBezTo>
                  <a:pt x="5319" y="6446"/>
                  <a:pt x="5540" y="6593"/>
                  <a:pt x="5760" y="6740"/>
                </a:cubicBezTo>
                <a:cubicBezTo>
                  <a:pt x="6103" y="6961"/>
                  <a:pt x="6471" y="7181"/>
                  <a:pt x="6814" y="7427"/>
                </a:cubicBezTo>
                <a:cubicBezTo>
                  <a:pt x="6863" y="7451"/>
                  <a:pt x="6937" y="7500"/>
                  <a:pt x="6986" y="7525"/>
                </a:cubicBezTo>
                <a:cubicBezTo>
                  <a:pt x="7084" y="7598"/>
                  <a:pt x="7157" y="7647"/>
                  <a:pt x="7280" y="7672"/>
                </a:cubicBezTo>
                <a:cubicBezTo>
                  <a:pt x="7315" y="7677"/>
                  <a:pt x="7349" y="7680"/>
                  <a:pt x="7384" y="7680"/>
                </a:cubicBezTo>
                <a:cubicBezTo>
                  <a:pt x="7495" y="7680"/>
                  <a:pt x="7603" y="7648"/>
                  <a:pt x="7697" y="7574"/>
                </a:cubicBezTo>
                <a:cubicBezTo>
                  <a:pt x="7795" y="7451"/>
                  <a:pt x="7844" y="7279"/>
                  <a:pt x="7795" y="7132"/>
                </a:cubicBezTo>
                <a:cubicBezTo>
                  <a:pt x="7770" y="7010"/>
                  <a:pt x="7697" y="6912"/>
                  <a:pt x="7598" y="6838"/>
                </a:cubicBezTo>
                <a:cubicBezTo>
                  <a:pt x="7525" y="6789"/>
                  <a:pt x="7451" y="6740"/>
                  <a:pt x="7378" y="6691"/>
                </a:cubicBezTo>
                <a:cubicBezTo>
                  <a:pt x="7255" y="6618"/>
                  <a:pt x="7157" y="6544"/>
                  <a:pt x="7035" y="6495"/>
                </a:cubicBezTo>
                <a:cubicBezTo>
                  <a:pt x="6814" y="6348"/>
                  <a:pt x="6569" y="6226"/>
                  <a:pt x="6349" y="6079"/>
                </a:cubicBezTo>
                <a:cubicBezTo>
                  <a:pt x="6103" y="5932"/>
                  <a:pt x="5858" y="5784"/>
                  <a:pt x="5613" y="5637"/>
                </a:cubicBezTo>
                <a:cubicBezTo>
                  <a:pt x="5417" y="5490"/>
                  <a:pt x="5221" y="5368"/>
                  <a:pt x="5025" y="5221"/>
                </a:cubicBezTo>
                <a:cubicBezTo>
                  <a:pt x="5001" y="5074"/>
                  <a:pt x="5001" y="4927"/>
                  <a:pt x="5001" y="4755"/>
                </a:cubicBezTo>
                <a:cubicBezTo>
                  <a:pt x="5172" y="4731"/>
                  <a:pt x="5344" y="4682"/>
                  <a:pt x="5515" y="4633"/>
                </a:cubicBezTo>
                <a:cubicBezTo>
                  <a:pt x="5907" y="4559"/>
                  <a:pt x="6275" y="4461"/>
                  <a:pt x="6643" y="4363"/>
                </a:cubicBezTo>
                <a:cubicBezTo>
                  <a:pt x="6839" y="4314"/>
                  <a:pt x="7010" y="4265"/>
                  <a:pt x="7182" y="4216"/>
                </a:cubicBezTo>
                <a:cubicBezTo>
                  <a:pt x="7353" y="4167"/>
                  <a:pt x="7525" y="4142"/>
                  <a:pt x="7697" y="4093"/>
                </a:cubicBezTo>
                <a:cubicBezTo>
                  <a:pt x="8481" y="3848"/>
                  <a:pt x="9265" y="3628"/>
                  <a:pt x="10025" y="3383"/>
                </a:cubicBezTo>
                <a:cubicBezTo>
                  <a:pt x="10221" y="3334"/>
                  <a:pt x="10442" y="3260"/>
                  <a:pt x="10638" y="3211"/>
                </a:cubicBezTo>
                <a:cubicBezTo>
                  <a:pt x="10883" y="3113"/>
                  <a:pt x="11128" y="3039"/>
                  <a:pt x="11373" y="2917"/>
                </a:cubicBezTo>
                <a:cubicBezTo>
                  <a:pt x="11520" y="2843"/>
                  <a:pt x="11569" y="2672"/>
                  <a:pt x="11520" y="2525"/>
                </a:cubicBezTo>
                <a:cubicBezTo>
                  <a:pt x="11495" y="2378"/>
                  <a:pt x="11348" y="2280"/>
                  <a:pt x="11201" y="2280"/>
                </a:cubicBezTo>
                <a:lnTo>
                  <a:pt x="11103" y="2304"/>
                </a:lnTo>
                <a:cubicBezTo>
                  <a:pt x="10343" y="2500"/>
                  <a:pt x="9584" y="2721"/>
                  <a:pt x="8824" y="2941"/>
                </a:cubicBezTo>
                <a:cubicBezTo>
                  <a:pt x="8407" y="3064"/>
                  <a:pt x="7991" y="3187"/>
                  <a:pt x="7549" y="3309"/>
                </a:cubicBezTo>
                <a:cubicBezTo>
                  <a:pt x="7206" y="3432"/>
                  <a:pt x="6839" y="3505"/>
                  <a:pt x="6471" y="3603"/>
                </a:cubicBezTo>
                <a:cubicBezTo>
                  <a:pt x="6103" y="3701"/>
                  <a:pt x="5760" y="3799"/>
                  <a:pt x="5393" y="3873"/>
                </a:cubicBezTo>
                <a:lnTo>
                  <a:pt x="5270" y="3897"/>
                </a:lnTo>
                <a:lnTo>
                  <a:pt x="5270" y="3897"/>
                </a:lnTo>
                <a:lnTo>
                  <a:pt x="5319" y="3824"/>
                </a:lnTo>
                <a:cubicBezTo>
                  <a:pt x="5883" y="3064"/>
                  <a:pt x="6447" y="2280"/>
                  <a:pt x="6986" y="1495"/>
                </a:cubicBezTo>
                <a:cubicBezTo>
                  <a:pt x="7059" y="1422"/>
                  <a:pt x="7059" y="1299"/>
                  <a:pt x="7035" y="1201"/>
                </a:cubicBezTo>
                <a:cubicBezTo>
                  <a:pt x="7010" y="1103"/>
                  <a:pt x="6937" y="1030"/>
                  <a:pt x="6863" y="981"/>
                </a:cubicBezTo>
                <a:cubicBezTo>
                  <a:pt x="6790" y="932"/>
                  <a:pt x="6741" y="932"/>
                  <a:pt x="6667" y="932"/>
                </a:cubicBezTo>
                <a:lnTo>
                  <a:pt x="6569" y="932"/>
                </a:lnTo>
                <a:cubicBezTo>
                  <a:pt x="6447" y="956"/>
                  <a:pt x="6373" y="1030"/>
                  <a:pt x="6324" y="1103"/>
                </a:cubicBezTo>
                <a:cubicBezTo>
                  <a:pt x="6054" y="1495"/>
                  <a:pt x="5785" y="1888"/>
                  <a:pt x="5491" y="2280"/>
                </a:cubicBezTo>
                <a:cubicBezTo>
                  <a:pt x="5270" y="2574"/>
                  <a:pt x="5074" y="2843"/>
                  <a:pt x="4854" y="3138"/>
                </a:cubicBezTo>
                <a:cubicBezTo>
                  <a:pt x="4829" y="2843"/>
                  <a:pt x="4804" y="2574"/>
                  <a:pt x="4780" y="2304"/>
                </a:cubicBezTo>
                <a:cubicBezTo>
                  <a:pt x="4731" y="1691"/>
                  <a:pt x="4657" y="1079"/>
                  <a:pt x="4608" y="466"/>
                </a:cubicBezTo>
                <a:cubicBezTo>
                  <a:pt x="4584" y="344"/>
                  <a:pt x="4559" y="221"/>
                  <a:pt x="4461" y="147"/>
                </a:cubicBezTo>
                <a:cubicBezTo>
                  <a:pt x="4388" y="49"/>
                  <a:pt x="4265" y="0"/>
                  <a:pt x="4143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5" name="Google Shape;925;p51"/>
          <p:cNvSpPr/>
          <p:nvPr/>
        </p:nvSpPr>
        <p:spPr>
          <a:xfrm>
            <a:off x="3296750" y="3323257"/>
            <a:ext cx="873381" cy="839145"/>
          </a:xfrm>
          <a:custGeom>
            <a:avLst/>
            <a:gdLst/>
            <a:ahLst/>
            <a:cxnLst/>
            <a:rect l="l" t="t" r="r" b="b"/>
            <a:pathLst>
              <a:path w="13138" h="12623" extrusionOk="0">
                <a:moveTo>
                  <a:pt x="1724" y="995"/>
                </a:moveTo>
                <a:cubicBezTo>
                  <a:pt x="1831" y="995"/>
                  <a:pt x="1945" y="1006"/>
                  <a:pt x="2060" y="1006"/>
                </a:cubicBezTo>
                <a:lnTo>
                  <a:pt x="2648" y="1006"/>
                </a:lnTo>
                <a:cubicBezTo>
                  <a:pt x="3040" y="1006"/>
                  <a:pt x="3457" y="1030"/>
                  <a:pt x="3849" y="1030"/>
                </a:cubicBezTo>
                <a:cubicBezTo>
                  <a:pt x="4265" y="1030"/>
                  <a:pt x="4682" y="1055"/>
                  <a:pt x="5074" y="1079"/>
                </a:cubicBezTo>
                <a:cubicBezTo>
                  <a:pt x="5295" y="1079"/>
                  <a:pt x="5491" y="1104"/>
                  <a:pt x="5711" y="1104"/>
                </a:cubicBezTo>
                <a:lnTo>
                  <a:pt x="7966" y="1104"/>
                </a:lnTo>
                <a:cubicBezTo>
                  <a:pt x="8260" y="1128"/>
                  <a:pt x="8530" y="1128"/>
                  <a:pt x="8824" y="1153"/>
                </a:cubicBezTo>
                <a:cubicBezTo>
                  <a:pt x="9094" y="1153"/>
                  <a:pt x="9363" y="1177"/>
                  <a:pt x="9657" y="1226"/>
                </a:cubicBezTo>
                <a:cubicBezTo>
                  <a:pt x="9780" y="1226"/>
                  <a:pt x="9902" y="1251"/>
                  <a:pt x="10025" y="1275"/>
                </a:cubicBezTo>
                <a:cubicBezTo>
                  <a:pt x="10245" y="1300"/>
                  <a:pt x="10466" y="1349"/>
                  <a:pt x="10687" y="1422"/>
                </a:cubicBezTo>
                <a:cubicBezTo>
                  <a:pt x="10883" y="1471"/>
                  <a:pt x="11079" y="1545"/>
                  <a:pt x="11275" y="1618"/>
                </a:cubicBezTo>
                <a:lnTo>
                  <a:pt x="11324" y="1643"/>
                </a:lnTo>
                <a:lnTo>
                  <a:pt x="11373" y="1692"/>
                </a:lnTo>
                <a:lnTo>
                  <a:pt x="11397" y="1741"/>
                </a:lnTo>
                <a:cubicBezTo>
                  <a:pt x="11422" y="1765"/>
                  <a:pt x="11422" y="1814"/>
                  <a:pt x="11422" y="1863"/>
                </a:cubicBezTo>
                <a:cubicBezTo>
                  <a:pt x="11446" y="2108"/>
                  <a:pt x="11446" y="2354"/>
                  <a:pt x="11471" y="2599"/>
                </a:cubicBezTo>
                <a:cubicBezTo>
                  <a:pt x="11495" y="2893"/>
                  <a:pt x="11569" y="3211"/>
                  <a:pt x="11618" y="3505"/>
                </a:cubicBezTo>
                <a:cubicBezTo>
                  <a:pt x="11642" y="3775"/>
                  <a:pt x="11667" y="4020"/>
                  <a:pt x="11692" y="4290"/>
                </a:cubicBezTo>
                <a:cubicBezTo>
                  <a:pt x="11741" y="4608"/>
                  <a:pt x="11790" y="4927"/>
                  <a:pt x="11814" y="5246"/>
                </a:cubicBezTo>
                <a:cubicBezTo>
                  <a:pt x="11863" y="5638"/>
                  <a:pt x="11912" y="6054"/>
                  <a:pt x="11912" y="6447"/>
                </a:cubicBezTo>
                <a:cubicBezTo>
                  <a:pt x="11937" y="6912"/>
                  <a:pt x="11937" y="7353"/>
                  <a:pt x="11961" y="7819"/>
                </a:cubicBezTo>
                <a:cubicBezTo>
                  <a:pt x="11961" y="8211"/>
                  <a:pt x="12010" y="8628"/>
                  <a:pt x="11986" y="9020"/>
                </a:cubicBezTo>
                <a:cubicBezTo>
                  <a:pt x="11986" y="9241"/>
                  <a:pt x="11986" y="9437"/>
                  <a:pt x="11961" y="9657"/>
                </a:cubicBezTo>
                <a:cubicBezTo>
                  <a:pt x="11961" y="9853"/>
                  <a:pt x="11937" y="10074"/>
                  <a:pt x="11912" y="10294"/>
                </a:cubicBezTo>
                <a:cubicBezTo>
                  <a:pt x="11888" y="10417"/>
                  <a:pt x="11863" y="10564"/>
                  <a:pt x="11814" y="10711"/>
                </a:cubicBezTo>
                <a:lnTo>
                  <a:pt x="11765" y="10785"/>
                </a:lnTo>
                <a:cubicBezTo>
                  <a:pt x="11642" y="10858"/>
                  <a:pt x="11520" y="10907"/>
                  <a:pt x="11422" y="10956"/>
                </a:cubicBezTo>
                <a:cubicBezTo>
                  <a:pt x="11177" y="11054"/>
                  <a:pt x="10956" y="11128"/>
                  <a:pt x="10711" y="11177"/>
                </a:cubicBezTo>
                <a:cubicBezTo>
                  <a:pt x="10466" y="11250"/>
                  <a:pt x="10221" y="11299"/>
                  <a:pt x="9976" y="11324"/>
                </a:cubicBezTo>
                <a:cubicBezTo>
                  <a:pt x="9608" y="11373"/>
                  <a:pt x="9216" y="11397"/>
                  <a:pt x="8848" y="11422"/>
                </a:cubicBezTo>
                <a:cubicBezTo>
                  <a:pt x="8628" y="11422"/>
                  <a:pt x="8407" y="11446"/>
                  <a:pt x="8187" y="11471"/>
                </a:cubicBezTo>
                <a:cubicBezTo>
                  <a:pt x="7966" y="11471"/>
                  <a:pt x="7770" y="11495"/>
                  <a:pt x="7550" y="11520"/>
                </a:cubicBezTo>
                <a:cubicBezTo>
                  <a:pt x="7341" y="11532"/>
                  <a:pt x="7133" y="11538"/>
                  <a:pt x="6925" y="11538"/>
                </a:cubicBezTo>
                <a:cubicBezTo>
                  <a:pt x="6716" y="11538"/>
                  <a:pt x="6508" y="11532"/>
                  <a:pt x="6300" y="11520"/>
                </a:cubicBezTo>
                <a:cubicBezTo>
                  <a:pt x="5858" y="11520"/>
                  <a:pt x="5442" y="11495"/>
                  <a:pt x="5025" y="11495"/>
                </a:cubicBezTo>
                <a:cubicBezTo>
                  <a:pt x="4559" y="11471"/>
                  <a:pt x="4094" y="11422"/>
                  <a:pt x="3653" y="11373"/>
                </a:cubicBezTo>
                <a:cubicBezTo>
                  <a:pt x="3015" y="11275"/>
                  <a:pt x="2378" y="11152"/>
                  <a:pt x="1765" y="10932"/>
                </a:cubicBezTo>
                <a:cubicBezTo>
                  <a:pt x="1667" y="10883"/>
                  <a:pt x="1545" y="10809"/>
                  <a:pt x="1447" y="10736"/>
                </a:cubicBezTo>
                <a:lnTo>
                  <a:pt x="1422" y="10711"/>
                </a:lnTo>
                <a:cubicBezTo>
                  <a:pt x="1398" y="10638"/>
                  <a:pt x="1373" y="10564"/>
                  <a:pt x="1373" y="10490"/>
                </a:cubicBezTo>
                <a:cubicBezTo>
                  <a:pt x="1324" y="10098"/>
                  <a:pt x="1349" y="9706"/>
                  <a:pt x="1349" y="9314"/>
                </a:cubicBezTo>
                <a:cubicBezTo>
                  <a:pt x="1324" y="8897"/>
                  <a:pt x="1324" y="8481"/>
                  <a:pt x="1324" y="8064"/>
                </a:cubicBezTo>
                <a:cubicBezTo>
                  <a:pt x="1300" y="7231"/>
                  <a:pt x="1275" y="6373"/>
                  <a:pt x="1275" y="5540"/>
                </a:cubicBezTo>
                <a:cubicBezTo>
                  <a:pt x="1275" y="5172"/>
                  <a:pt x="1275" y="4829"/>
                  <a:pt x="1300" y="4461"/>
                </a:cubicBezTo>
                <a:cubicBezTo>
                  <a:pt x="1300" y="4069"/>
                  <a:pt x="1324" y="3677"/>
                  <a:pt x="1349" y="3260"/>
                </a:cubicBezTo>
                <a:cubicBezTo>
                  <a:pt x="1373" y="2550"/>
                  <a:pt x="1447" y="1839"/>
                  <a:pt x="1520" y="1104"/>
                </a:cubicBezTo>
                <a:lnTo>
                  <a:pt x="1569" y="1006"/>
                </a:lnTo>
                <a:cubicBezTo>
                  <a:pt x="1618" y="997"/>
                  <a:pt x="1670" y="995"/>
                  <a:pt x="1724" y="995"/>
                </a:cubicBezTo>
                <a:close/>
                <a:moveTo>
                  <a:pt x="1692" y="1"/>
                </a:moveTo>
                <a:cubicBezTo>
                  <a:pt x="1594" y="1"/>
                  <a:pt x="1471" y="25"/>
                  <a:pt x="1349" y="25"/>
                </a:cubicBezTo>
                <a:cubicBezTo>
                  <a:pt x="1177" y="74"/>
                  <a:pt x="1030" y="148"/>
                  <a:pt x="908" y="270"/>
                </a:cubicBezTo>
                <a:cubicBezTo>
                  <a:pt x="859" y="319"/>
                  <a:pt x="810" y="368"/>
                  <a:pt x="785" y="442"/>
                </a:cubicBezTo>
                <a:cubicBezTo>
                  <a:pt x="712" y="466"/>
                  <a:pt x="663" y="515"/>
                  <a:pt x="614" y="564"/>
                </a:cubicBezTo>
                <a:cubicBezTo>
                  <a:pt x="589" y="589"/>
                  <a:pt x="565" y="638"/>
                  <a:pt x="516" y="662"/>
                </a:cubicBezTo>
                <a:cubicBezTo>
                  <a:pt x="466" y="760"/>
                  <a:pt x="442" y="834"/>
                  <a:pt x="442" y="932"/>
                </a:cubicBezTo>
                <a:cubicBezTo>
                  <a:pt x="344" y="1888"/>
                  <a:pt x="246" y="2844"/>
                  <a:pt x="172" y="3800"/>
                </a:cubicBezTo>
                <a:cubicBezTo>
                  <a:pt x="123" y="4633"/>
                  <a:pt x="99" y="5466"/>
                  <a:pt x="74" y="6299"/>
                </a:cubicBezTo>
                <a:cubicBezTo>
                  <a:pt x="50" y="7133"/>
                  <a:pt x="25" y="7991"/>
                  <a:pt x="1" y="8824"/>
                </a:cubicBezTo>
                <a:cubicBezTo>
                  <a:pt x="1" y="9265"/>
                  <a:pt x="1" y="9682"/>
                  <a:pt x="1" y="10123"/>
                </a:cubicBezTo>
                <a:cubicBezTo>
                  <a:pt x="1" y="10221"/>
                  <a:pt x="1" y="10319"/>
                  <a:pt x="25" y="10417"/>
                </a:cubicBezTo>
                <a:cubicBezTo>
                  <a:pt x="25" y="10564"/>
                  <a:pt x="50" y="10711"/>
                  <a:pt x="74" y="10858"/>
                </a:cubicBezTo>
                <a:cubicBezTo>
                  <a:pt x="123" y="11005"/>
                  <a:pt x="197" y="11128"/>
                  <a:pt x="246" y="11275"/>
                </a:cubicBezTo>
                <a:cubicBezTo>
                  <a:pt x="295" y="11373"/>
                  <a:pt x="368" y="11471"/>
                  <a:pt x="466" y="11569"/>
                </a:cubicBezTo>
                <a:lnTo>
                  <a:pt x="540" y="11667"/>
                </a:lnTo>
                <a:cubicBezTo>
                  <a:pt x="638" y="11740"/>
                  <a:pt x="712" y="11789"/>
                  <a:pt x="834" y="11863"/>
                </a:cubicBezTo>
                <a:cubicBezTo>
                  <a:pt x="957" y="11936"/>
                  <a:pt x="1104" y="11985"/>
                  <a:pt x="1251" y="12035"/>
                </a:cubicBezTo>
                <a:cubicBezTo>
                  <a:pt x="1349" y="12084"/>
                  <a:pt x="1471" y="12108"/>
                  <a:pt x="1569" y="12157"/>
                </a:cubicBezTo>
                <a:cubicBezTo>
                  <a:pt x="1765" y="12206"/>
                  <a:pt x="1986" y="12255"/>
                  <a:pt x="2182" y="12304"/>
                </a:cubicBezTo>
                <a:cubicBezTo>
                  <a:pt x="2648" y="12402"/>
                  <a:pt x="3113" y="12451"/>
                  <a:pt x="3579" y="12525"/>
                </a:cubicBezTo>
                <a:cubicBezTo>
                  <a:pt x="3800" y="12549"/>
                  <a:pt x="4020" y="12574"/>
                  <a:pt x="4241" y="12574"/>
                </a:cubicBezTo>
                <a:cubicBezTo>
                  <a:pt x="4412" y="12598"/>
                  <a:pt x="4608" y="12598"/>
                  <a:pt x="4805" y="12598"/>
                </a:cubicBezTo>
                <a:cubicBezTo>
                  <a:pt x="5221" y="12598"/>
                  <a:pt x="5662" y="12623"/>
                  <a:pt x="6079" y="12623"/>
                </a:cubicBezTo>
                <a:cubicBezTo>
                  <a:pt x="6520" y="12623"/>
                  <a:pt x="6961" y="12623"/>
                  <a:pt x="7402" y="12598"/>
                </a:cubicBezTo>
                <a:cubicBezTo>
                  <a:pt x="7819" y="12574"/>
                  <a:pt x="8211" y="12500"/>
                  <a:pt x="8628" y="12476"/>
                </a:cubicBezTo>
                <a:cubicBezTo>
                  <a:pt x="8848" y="12451"/>
                  <a:pt x="9069" y="12451"/>
                  <a:pt x="9265" y="12427"/>
                </a:cubicBezTo>
                <a:cubicBezTo>
                  <a:pt x="9486" y="12427"/>
                  <a:pt x="9682" y="12402"/>
                  <a:pt x="9902" y="12378"/>
                </a:cubicBezTo>
                <a:cubicBezTo>
                  <a:pt x="10147" y="12353"/>
                  <a:pt x="10393" y="12329"/>
                  <a:pt x="10613" y="12280"/>
                </a:cubicBezTo>
                <a:cubicBezTo>
                  <a:pt x="10809" y="12231"/>
                  <a:pt x="11005" y="12182"/>
                  <a:pt x="11201" y="12133"/>
                </a:cubicBezTo>
                <a:cubicBezTo>
                  <a:pt x="11422" y="12084"/>
                  <a:pt x="11642" y="11985"/>
                  <a:pt x="11863" y="11912"/>
                </a:cubicBezTo>
                <a:cubicBezTo>
                  <a:pt x="11961" y="11863"/>
                  <a:pt x="12059" y="11814"/>
                  <a:pt x="12157" y="11765"/>
                </a:cubicBezTo>
                <a:cubicBezTo>
                  <a:pt x="12231" y="11716"/>
                  <a:pt x="12329" y="11667"/>
                  <a:pt x="12402" y="11593"/>
                </a:cubicBezTo>
                <a:cubicBezTo>
                  <a:pt x="12525" y="11495"/>
                  <a:pt x="12647" y="11422"/>
                  <a:pt x="12721" y="11275"/>
                </a:cubicBezTo>
                <a:cubicBezTo>
                  <a:pt x="12794" y="11152"/>
                  <a:pt x="12843" y="11030"/>
                  <a:pt x="12892" y="10883"/>
                </a:cubicBezTo>
                <a:cubicBezTo>
                  <a:pt x="12941" y="10687"/>
                  <a:pt x="12990" y="10490"/>
                  <a:pt x="13015" y="10270"/>
                </a:cubicBezTo>
                <a:cubicBezTo>
                  <a:pt x="13039" y="10049"/>
                  <a:pt x="13064" y="9804"/>
                  <a:pt x="13089" y="9559"/>
                </a:cubicBezTo>
                <a:cubicBezTo>
                  <a:pt x="13089" y="9339"/>
                  <a:pt x="13113" y="9142"/>
                  <a:pt x="13113" y="8922"/>
                </a:cubicBezTo>
                <a:cubicBezTo>
                  <a:pt x="13138" y="8726"/>
                  <a:pt x="13113" y="8505"/>
                  <a:pt x="13113" y="8285"/>
                </a:cubicBezTo>
                <a:cubicBezTo>
                  <a:pt x="13089" y="7844"/>
                  <a:pt x="13089" y="7378"/>
                  <a:pt x="13089" y="6912"/>
                </a:cubicBezTo>
                <a:cubicBezTo>
                  <a:pt x="13064" y="6545"/>
                  <a:pt x="13064" y="6152"/>
                  <a:pt x="13039" y="5760"/>
                </a:cubicBezTo>
                <a:cubicBezTo>
                  <a:pt x="12990" y="5344"/>
                  <a:pt x="12941" y="4927"/>
                  <a:pt x="12868" y="4510"/>
                </a:cubicBezTo>
                <a:cubicBezTo>
                  <a:pt x="12819" y="4094"/>
                  <a:pt x="12770" y="3677"/>
                  <a:pt x="12696" y="3260"/>
                </a:cubicBezTo>
                <a:cubicBezTo>
                  <a:pt x="12672" y="3064"/>
                  <a:pt x="12623" y="2844"/>
                  <a:pt x="12574" y="2648"/>
                </a:cubicBezTo>
                <a:cubicBezTo>
                  <a:pt x="12549" y="2476"/>
                  <a:pt x="12525" y="2329"/>
                  <a:pt x="12500" y="2157"/>
                </a:cubicBezTo>
                <a:cubicBezTo>
                  <a:pt x="12476" y="1961"/>
                  <a:pt x="12451" y="1741"/>
                  <a:pt x="12378" y="1545"/>
                </a:cubicBezTo>
                <a:cubicBezTo>
                  <a:pt x="12353" y="1447"/>
                  <a:pt x="12304" y="1373"/>
                  <a:pt x="12280" y="1300"/>
                </a:cubicBezTo>
                <a:cubicBezTo>
                  <a:pt x="12231" y="1202"/>
                  <a:pt x="12157" y="1104"/>
                  <a:pt x="12084" y="1030"/>
                </a:cubicBezTo>
                <a:cubicBezTo>
                  <a:pt x="12010" y="957"/>
                  <a:pt x="11912" y="883"/>
                  <a:pt x="11839" y="834"/>
                </a:cubicBezTo>
                <a:cubicBezTo>
                  <a:pt x="11765" y="760"/>
                  <a:pt x="11642" y="736"/>
                  <a:pt x="11544" y="687"/>
                </a:cubicBezTo>
                <a:cubicBezTo>
                  <a:pt x="11373" y="638"/>
                  <a:pt x="11201" y="564"/>
                  <a:pt x="11005" y="515"/>
                </a:cubicBezTo>
                <a:cubicBezTo>
                  <a:pt x="10932" y="491"/>
                  <a:pt x="10834" y="466"/>
                  <a:pt x="10760" y="442"/>
                </a:cubicBezTo>
                <a:cubicBezTo>
                  <a:pt x="10662" y="417"/>
                  <a:pt x="10564" y="393"/>
                  <a:pt x="10466" y="368"/>
                </a:cubicBezTo>
                <a:cubicBezTo>
                  <a:pt x="10245" y="319"/>
                  <a:pt x="10049" y="295"/>
                  <a:pt x="9853" y="270"/>
                </a:cubicBezTo>
                <a:cubicBezTo>
                  <a:pt x="9608" y="246"/>
                  <a:pt x="9388" y="221"/>
                  <a:pt x="9143" y="197"/>
                </a:cubicBezTo>
                <a:cubicBezTo>
                  <a:pt x="8701" y="148"/>
                  <a:pt x="8260" y="148"/>
                  <a:pt x="7819" y="123"/>
                </a:cubicBezTo>
                <a:cubicBezTo>
                  <a:pt x="7402" y="123"/>
                  <a:pt x="6986" y="123"/>
                  <a:pt x="6594" y="99"/>
                </a:cubicBezTo>
                <a:cubicBezTo>
                  <a:pt x="6177" y="99"/>
                  <a:pt x="5760" y="99"/>
                  <a:pt x="5368" y="74"/>
                </a:cubicBezTo>
                <a:cubicBezTo>
                  <a:pt x="4952" y="50"/>
                  <a:pt x="4559" y="25"/>
                  <a:pt x="414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926" name="Google Shape;926;p51"/>
          <p:cNvGrpSpPr/>
          <p:nvPr/>
        </p:nvGrpSpPr>
        <p:grpSpPr>
          <a:xfrm>
            <a:off x="1668252" y="1678718"/>
            <a:ext cx="1039575" cy="1429000"/>
            <a:chOff x="1668252" y="1678718"/>
            <a:chExt cx="1039575" cy="1429000"/>
          </a:xfrm>
        </p:grpSpPr>
        <p:sp>
          <p:nvSpPr>
            <p:cNvPr id="927" name="Google Shape;927;p51"/>
            <p:cNvSpPr/>
            <p:nvPr/>
          </p:nvSpPr>
          <p:spPr>
            <a:xfrm>
              <a:off x="2218951" y="2506429"/>
              <a:ext cx="428580" cy="601289"/>
            </a:xfrm>
            <a:custGeom>
              <a:avLst/>
              <a:gdLst/>
              <a:ahLst/>
              <a:cxnLst/>
              <a:rect l="l" t="t" r="r" b="b"/>
              <a:pathLst>
                <a:path w="6446" h="9045" extrusionOk="0">
                  <a:moveTo>
                    <a:pt x="1545" y="0"/>
                  </a:moveTo>
                  <a:cubicBezTo>
                    <a:pt x="1398" y="25"/>
                    <a:pt x="1177" y="49"/>
                    <a:pt x="1006" y="147"/>
                  </a:cubicBezTo>
                  <a:cubicBezTo>
                    <a:pt x="540" y="393"/>
                    <a:pt x="393" y="932"/>
                    <a:pt x="319" y="1422"/>
                  </a:cubicBezTo>
                  <a:cubicBezTo>
                    <a:pt x="270" y="1643"/>
                    <a:pt x="246" y="1888"/>
                    <a:pt x="221" y="2108"/>
                  </a:cubicBezTo>
                  <a:lnTo>
                    <a:pt x="221" y="2182"/>
                  </a:lnTo>
                  <a:cubicBezTo>
                    <a:pt x="172" y="2549"/>
                    <a:pt x="148" y="2917"/>
                    <a:pt x="148" y="3285"/>
                  </a:cubicBezTo>
                  <a:lnTo>
                    <a:pt x="123" y="3530"/>
                  </a:lnTo>
                  <a:cubicBezTo>
                    <a:pt x="74" y="4363"/>
                    <a:pt x="74" y="5196"/>
                    <a:pt x="50" y="6005"/>
                  </a:cubicBezTo>
                  <a:lnTo>
                    <a:pt x="50" y="6079"/>
                  </a:lnTo>
                  <a:lnTo>
                    <a:pt x="25" y="6250"/>
                  </a:lnTo>
                  <a:cubicBezTo>
                    <a:pt x="25" y="6593"/>
                    <a:pt x="1" y="6936"/>
                    <a:pt x="50" y="7280"/>
                  </a:cubicBezTo>
                  <a:cubicBezTo>
                    <a:pt x="74" y="7451"/>
                    <a:pt x="99" y="7598"/>
                    <a:pt x="123" y="7745"/>
                  </a:cubicBezTo>
                  <a:cubicBezTo>
                    <a:pt x="172" y="7892"/>
                    <a:pt x="221" y="8039"/>
                    <a:pt x="295" y="8186"/>
                  </a:cubicBezTo>
                  <a:cubicBezTo>
                    <a:pt x="344" y="8235"/>
                    <a:pt x="417" y="8358"/>
                    <a:pt x="467" y="8382"/>
                  </a:cubicBezTo>
                  <a:cubicBezTo>
                    <a:pt x="516" y="8456"/>
                    <a:pt x="565" y="8480"/>
                    <a:pt x="638" y="8529"/>
                  </a:cubicBezTo>
                  <a:lnTo>
                    <a:pt x="663" y="8554"/>
                  </a:lnTo>
                  <a:cubicBezTo>
                    <a:pt x="712" y="8603"/>
                    <a:pt x="785" y="8628"/>
                    <a:pt x="859" y="8677"/>
                  </a:cubicBezTo>
                  <a:cubicBezTo>
                    <a:pt x="981" y="8726"/>
                    <a:pt x="1128" y="8799"/>
                    <a:pt x="1300" y="8848"/>
                  </a:cubicBezTo>
                  <a:cubicBezTo>
                    <a:pt x="1520" y="8922"/>
                    <a:pt x="1765" y="8946"/>
                    <a:pt x="2011" y="8971"/>
                  </a:cubicBezTo>
                  <a:lnTo>
                    <a:pt x="2060" y="8995"/>
                  </a:lnTo>
                  <a:cubicBezTo>
                    <a:pt x="2231" y="9020"/>
                    <a:pt x="2427" y="9020"/>
                    <a:pt x="2623" y="9020"/>
                  </a:cubicBezTo>
                  <a:lnTo>
                    <a:pt x="2672" y="9020"/>
                  </a:lnTo>
                  <a:cubicBezTo>
                    <a:pt x="2868" y="9044"/>
                    <a:pt x="3064" y="9044"/>
                    <a:pt x="3359" y="9044"/>
                  </a:cubicBezTo>
                  <a:lnTo>
                    <a:pt x="3849" y="9044"/>
                  </a:lnTo>
                  <a:cubicBezTo>
                    <a:pt x="4045" y="9044"/>
                    <a:pt x="4241" y="9020"/>
                    <a:pt x="4437" y="9020"/>
                  </a:cubicBezTo>
                  <a:cubicBezTo>
                    <a:pt x="4584" y="9020"/>
                    <a:pt x="4731" y="8995"/>
                    <a:pt x="4854" y="8995"/>
                  </a:cubicBezTo>
                  <a:cubicBezTo>
                    <a:pt x="4952" y="8971"/>
                    <a:pt x="5050" y="8946"/>
                    <a:pt x="5148" y="8922"/>
                  </a:cubicBezTo>
                  <a:cubicBezTo>
                    <a:pt x="5246" y="8897"/>
                    <a:pt x="5368" y="8848"/>
                    <a:pt x="5442" y="8799"/>
                  </a:cubicBezTo>
                  <a:cubicBezTo>
                    <a:pt x="5515" y="8750"/>
                    <a:pt x="5589" y="8701"/>
                    <a:pt x="5638" y="8652"/>
                  </a:cubicBezTo>
                  <a:lnTo>
                    <a:pt x="5662" y="8628"/>
                  </a:lnTo>
                  <a:lnTo>
                    <a:pt x="5687" y="8578"/>
                  </a:lnTo>
                  <a:cubicBezTo>
                    <a:pt x="5736" y="8529"/>
                    <a:pt x="5785" y="8480"/>
                    <a:pt x="5834" y="8407"/>
                  </a:cubicBezTo>
                  <a:cubicBezTo>
                    <a:pt x="5883" y="8309"/>
                    <a:pt x="5907" y="8211"/>
                    <a:pt x="5956" y="8137"/>
                  </a:cubicBezTo>
                  <a:lnTo>
                    <a:pt x="5981" y="8039"/>
                  </a:lnTo>
                  <a:cubicBezTo>
                    <a:pt x="6005" y="7966"/>
                    <a:pt x="6030" y="7917"/>
                    <a:pt x="6055" y="7868"/>
                  </a:cubicBezTo>
                  <a:cubicBezTo>
                    <a:pt x="6128" y="7696"/>
                    <a:pt x="6177" y="7500"/>
                    <a:pt x="6226" y="7304"/>
                  </a:cubicBezTo>
                  <a:cubicBezTo>
                    <a:pt x="6324" y="6887"/>
                    <a:pt x="6373" y="6471"/>
                    <a:pt x="6422" y="5932"/>
                  </a:cubicBezTo>
                  <a:cubicBezTo>
                    <a:pt x="6447" y="5441"/>
                    <a:pt x="6447" y="5049"/>
                    <a:pt x="6447" y="4657"/>
                  </a:cubicBezTo>
                  <a:cubicBezTo>
                    <a:pt x="6447" y="4363"/>
                    <a:pt x="6447" y="4069"/>
                    <a:pt x="6422" y="3799"/>
                  </a:cubicBezTo>
                  <a:cubicBezTo>
                    <a:pt x="6398" y="3677"/>
                    <a:pt x="6398" y="3554"/>
                    <a:pt x="6398" y="3432"/>
                  </a:cubicBezTo>
                  <a:cubicBezTo>
                    <a:pt x="6373" y="3211"/>
                    <a:pt x="6373" y="2966"/>
                    <a:pt x="6349" y="2745"/>
                  </a:cubicBezTo>
                  <a:cubicBezTo>
                    <a:pt x="6349" y="2574"/>
                    <a:pt x="6349" y="2402"/>
                    <a:pt x="6324" y="2231"/>
                  </a:cubicBezTo>
                  <a:cubicBezTo>
                    <a:pt x="6324" y="1961"/>
                    <a:pt x="6275" y="1692"/>
                    <a:pt x="6251" y="1446"/>
                  </a:cubicBezTo>
                  <a:cubicBezTo>
                    <a:pt x="6226" y="1324"/>
                    <a:pt x="6202" y="1226"/>
                    <a:pt x="6177" y="1128"/>
                  </a:cubicBezTo>
                  <a:lnTo>
                    <a:pt x="6177" y="1103"/>
                  </a:lnTo>
                  <a:cubicBezTo>
                    <a:pt x="6177" y="1054"/>
                    <a:pt x="6177" y="1030"/>
                    <a:pt x="6153" y="981"/>
                  </a:cubicBezTo>
                  <a:lnTo>
                    <a:pt x="6128" y="883"/>
                  </a:lnTo>
                  <a:cubicBezTo>
                    <a:pt x="6104" y="760"/>
                    <a:pt x="6030" y="687"/>
                    <a:pt x="5956" y="613"/>
                  </a:cubicBezTo>
                  <a:cubicBezTo>
                    <a:pt x="5932" y="564"/>
                    <a:pt x="5883" y="540"/>
                    <a:pt x="5834" y="515"/>
                  </a:cubicBezTo>
                  <a:cubicBezTo>
                    <a:pt x="5736" y="393"/>
                    <a:pt x="5589" y="319"/>
                    <a:pt x="5442" y="295"/>
                  </a:cubicBezTo>
                  <a:lnTo>
                    <a:pt x="5319" y="295"/>
                  </a:lnTo>
                  <a:cubicBezTo>
                    <a:pt x="4829" y="295"/>
                    <a:pt x="4339" y="270"/>
                    <a:pt x="3849" y="196"/>
                  </a:cubicBezTo>
                  <a:cubicBezTo>
                    <a:pt x="3457" y="147"/>
                    <a:pt x="3015" y="74"/>
                    <a:pt x="2574" y="49"/>
                  </a:cubicBezTo>
                  <a:cubicBezTo>
                    <a:pt x="2329" y="25"/>
                    <a:pt x="2158" y="25"/>
                    <a:pt x="1962" y="25"/>
                  </a:cubicBezTo>
                  <a:cubicBezTo>
                    <a:pt x="1864" y="25"/>
                    <a:pt x="1765" y="0"/>
                    <a:pt x="16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28" name="Google Shape;928;p51"/>
            <p:cNvSpPr/>
            <p:nvPr/>
          </p:nvSpPr>
          <p:spPr>
            <a:xfrm>
              <a:off x="1668252" y="2455906"/>
              <a:ext cx="451382" cy="620833"/>
            </a:xfrm>
            <a:custGeom>
              <a:avLst/>
              <a:gdLst/>
              <a:ahLst/>
              <a:cxnLst/>
              <a:rect l="l" t="t" r="r" b="b"/>
              <a:pathLst>
                <a:path w="6790" h="9339" extrusionOk="0">
                  <a:moveTo>
                    <a:pt x="1275" y="1"/>
                  </a:moveTo>
                  <a:cubicBezTo>
                    <a:pt x="1104" y="1"/>
                    <a:pt x="957" y="25"/>
                    <a:pt x="810" y="50"/>
                  </a:cubicBezTo>
                  <a:cubicBezTo>
                    <a:pt x="736" y="74"/>
                    <a:pt x="663" y="123"/>
                    <a:pt x="589" y="148"/>
                  </a:cubicBezTo>
                  <a:cubicBezTo>
                    <a:pt x="516" y="197"/>
                    <a:pt x="467" y="270"/>
                    <a:pt x="393" y="344"/>
                  </a:cubicBezTo>
                  <a:cubicBezTo>
                    <a:pt x="319" y="442"/>
                    <a:pt x="270" y="564"/>
                    <a:pt x="221" y="711"/>
                  </a:cubicBezTo>
                  <a:cubicBezTo>
                    <a:pt x="221" y="760"/>
                    <a:pt x="197" y="834"/>
                    <a:pt x="197" y="907"/>
                  </a:cubicBezTo>
                  <a:lnTo>
                    <a:pt x="197" y="932"/>
                  </a:lnTo>
                  <a:cubicBezTo>
                    <a:pt x="172" y="1030"/>
                    <a:pt x="172" y="1104"/>
                    <a:pt x="148" y="1202"/>
                  </a:cubicBezTo>
                  <a:cubicBezTo>
                    <a:pt x="99" y="1569"/>
                    <a:pt x="99" y="1937"/>
                    <a:pt x="74" y="2304"/>
                  </a:cubicBezTo>
                  <a:lnTo>
                    <a:pt x="74" y="2378"/>
                  </a:lnTo>
                  <a:lnTo>
                    <a:pt x="74" y="2672"/>
                  </a:lnTo>
                  <a:cubicBezTo>
                    <a:pt x="74" y="2991"/>
                    <a:pt x="50" y="3334"/>
                    <a:pt x="50" y="3677"/>
                  </a:cubicBezTo>
                  <a:cubicBezTo>
                    <a:pt x="50" y="3898"/>
                    <a:pt x="25" y="4118"/>
                    <a:pt x="25" y="4339"/>
                  </a:cubicBezTo>
                  <a:cubicBezTo>
                    <a:pt x="25" y="4559"/>
                    <a:pt x="25" y="4780"/>
                    <a:pt x="25" y="4976"/>
                  </a:cubicBezTo>
                  <a:lnTo>
                    <a:pt x="1" y="5221"/>
                  </a:lnTo>
                  <a:cubicBezTo>
                    <a:pt x="1" y="5564"/>
                    <a:pt x="1" y="5907"/>
                    <a:pt x="1" y="6250"/>
                  </a:cubicBezTo>
                  <a:cubicBezTo>
                    <a:pt x="25" y="6422"/>
                    <a:pt x="25" y="6618"/>
                    <a:pt x="50" y="6790"/>
                  </a:cubicBezTo>
                  <a:lnTo>
                    <a:pt x="74" y="6839"/>
                  </a:lnTo>
                  <a:cubicBezTo>
                    <a:pt x="99" y="7084"/>
                    <a:pt x="123" y="7329"/>
                    <a:pt x="197" y="7574"/>
                  </a:cubicBezTo>
                  <a:cubicBezTo>
                    <a:pt x="270" y="7794"/>
                    <a:pt x="393" y="8015"/>
                    <a:pt x="565" y="8211"/>
                  </a:cubicBezTo>
                  <a:cubicBezTo>
                    <a:pt x="638" y="8285"/>
                    <a:pt x="736" y="8358"/>
                    <a:pt x="834" y="8407"/>
                  </a:cubicBezTo>
                  <a:lnTo>
                    <a:pt x="859" y="8432"/>
                  </a:lnTo>
                  <a:cubicBezTo>
                    <a:pt x="883" y="8456"/>
                    <a:pt x="932" y="8481"/>
                    <a:pt x="981" y="8505"/>
                  </a:cubicBezTo>
                  <a:cubicBezTo>
                    <a:pt x="1104" y="8579"/>
                    <a:pt x="1226" y="8628"/>
                    <a:pt x="1349" y="8677"/>
                  </a:cubicBezTo>
                  <a:cubicBezTo>
                    <a:pt x="1447" y="8726"/>
                    <a:pt x="1545" y="8750"/>
                    <a:pt x="1618" y="8775"/>
                  </a:cubicBezTo>
                  <a:cubicBezTo>
                    <a:pt x="1986" y="8922"/>
                    <a:pt x="2354" y="8995"/>
                    <a:pt x="2721" y="9044"/>
                  </a:cubicBezTo>
                  <a:lnTo>
                    <a:pt x="2770" y="9069"/>
                  </a:lnTo>
                  <a:cubicBezTo>
                    <a:pt x="3015" y="9118"/>
                    <a:pt x="3261" y="9142"/>
                    <a:pt x="3530" y="9191"/>
                  </a:cubicBezTo>
                  <a:cubicBezTo>
                    <a:pt x="3628" y="9191"/>
                    <a:pt x="3726" y="9216"/>
                    <a:pt x="3824" y="9216"/>
                  </a:cubicBezTo>
                  <a:cubicBezTo>
                    <a:pt x="3922" y="9216"/>
                    <a:pt x="4020" y="9240"/>
                    <a:pt x="4118" y="9240"/>
                  </a:cubicBezTo>
                  <a:lnTo>
                    <a:pt x="4143" y="9240"/>
                  </a:lnTo>
                  <a:cubicBezTo>
                    <a:pt x="4339" y="9265"/>
                    <a:pt x="4510" y="9289"/>
                    <a:pt x="4707" y="9314"/>
                  </a:cubicBezTo>
                  <a:cubicBezTo>
                    <a:pt x="4854" y="9314"/>
                    <a:pt x="4952" y="9338"/>
                    <a:pt x="5074" y="9338"/>
                  </a:cubicBezTo>
                  <a:cubicBezTo>
                    <a:pt x="5270" y="9338"/>
                    <a:pt x="5442" y="9314"/>
                    <a:pt x="5589" y="9240"/>
                  </a:cubicBezTo>
                  <a:cubicBezTo>
                    <a:pt x="5809" y="9167"/>
                    <a:pt x="5957" y="9044"/>
                    <a:pt x="6104" y="8922"/>
                  </a:cubicBezTo>
                  <a:cubicBezTo>
                    <a:pt x="6177" y="8824"/>
                    <a:pt x="6251" y="8701"/>
                    <a:pt x="6324" y="8579"/>
                  </a:cubicBezTo>
                  <a:cubicBezTo>
                    <a:pt x="6398" y="8407"/>
                    <a:pt x="6447" y="8236"/>
                    <a:pt x="6520" y="8015"/>
                  </a:cubicBezTo>
                  <a:cubicBezTo>
                    <a:pt x="6569" y="7794"/>
                    <a:pt x="6618" y="7549"/>
                    <a:pt x="6643" y="7255"/>
                  </a:cubicBezTo>
                  <a:cubicBezTo>
                    <a:pt x="6765" y="6373"/>
                    <a:pt x="6765" y="5491"/>
                    <a:pt x="6790" y="4682"/>
                  </a:cubicBezTo>
                  <a:cubicBezTo>
                    <a:pt x="6790" y="3947"/>
                    <a:pt x="6765" y="3211"/>
                    <a:pt x="6765" y="2599"/>
                  </a:cubicBezTo>
                  <a:cubicBezTo>
                    <a:pt x="6765" y="2304"/>
                    <a:pt x="6741" y="2010"/>
                    <a:pt x="6716" y="1667"/>
                  </a:cubicBezTo>
                  <a:cubicBezTo>
                    <a:pt x="6716" y="1496"/>
                    <a:pt x="6692" y="1300"/>
                    <a:pt x="6643" y="1128"/>
                  </a:cubicBezTo>
                  <a:cubicBezTo>
                    <a:pt x="6618" y="1006"/>
                    <a:pt x="6569" y="907"/>
                    <a:pt x="6520" y="809"/>
                  </a:cubicBezTo>
                  <a:cubicBezTo>
                    <a:pt x="6471" y="687"/>
                    <a:pt x="6373" y="613"/>
                    <a:pt x="6251" y="540"/>
                  </a:cubicBezTo>
                  <a:lnTo>
                    <a:pt x="6177" y="491"/>
                  </a:lnTo>
                  <a:cubicBezTo>
                    <a:pt x="6104" y="442"/>
                    <a:pt x="6030" y="417"/>
                    <a:pt x="5932" y="393"/>
                  </a:cubicBezTo>
                  <a:cubicBezTo>
                    <a:pt x="5858" y="368"/>
                    <a:pt x="5760" y="368"/>
                    <a:pt x="5662" y="368"/>
                  </a:cubicBezTo>
                  <a:lnTo>
                    <a:pt x="5564" y="368"/>
                  </a:lnTo>
                  <a:cubicBezTo>
                    <a:pt x="5417" y="368"/>
                    <a:pt x="5295" y="368"/>
                    <a:pt x="5148" y="393"/>
                  </a:cubicBezTo>
                  <a:cubicBezTo>
                    <a:pt x="5074" y="417"/>
                    <a:pt x="4976" y="417"/>
                    <a:pt x="4903" y="442"/>
                  </a:cubicBezTo>
                  <a:lnTo>
                    <a:pt x="4878" y="442"/>
                  </a:lnTo>
                  <a:cubicBezTo>
                    <a:pt x="4707" y="417"/>
                    <a:pt x="4535" y="368"/>
                    <a:pt x="4363" y="344"/>
                  </a:cubicBezTo>
                  <a:lnTo>
                    <a:pt x="4192" y="319"/>
                  </a:lnTo>
                  <a:cubicBezTo>
                    <a:pt x="3898" y="270"/>
                    <a:pt x="3579" y="246"/>
                    <a:pt x="3285" y="197"/>
                  </a:cubicBezTo>
                  <a:cubicBezTo>
                    <a:pt x="3163" y="197"/>
                    <a:pt x="3040" y="172"/>
                    <a:pt x="2917" y="172"/>
                  </a:cubicBezTo>
                  <a:lnTo>
                    <a:pt x="2844" y="148"/>
                  </a:lnTo>
                  <a:cubicBezTo>
                    <a:pt x="2427" y="99"/>
                    <a:pt x="2035" y="50"/>
                    <a:pt x="1643" y="25"/>
                  </a:cubicBezTo>
                  <a:cubicBezTo>
                    <a:pt x="1496" y="1"/>
                    <a:pt x="1373" y="1"/>
                    <a:pt x="127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29" name="Google Shape;929;p51"/>
            <p:cNvSpPr/>
            <p:nvPr/>
          </p:nvSpPr>
          <p:spPr>
            <a:xfrm>
              <a:off x="2266217" y="1678718"/>
              <a:ext cx="441610" cy="731651"/>
            </a:xfrm>
            <a:custGeom>
              <a:avLst/>
              <a:gdLst/>
              <a:ahLst/>
              <a:cxnLst/>
              <a:rect l="l" t="t" r="r" b="b"/>
              <a:pathLst>
                <a:path w="6643" h="11006" extrusionOk="0">
                  <a:moveTo>
                    <a:pt x="2451" y="1"/>
                  </a:moveTo>
                  <a:cubicBezTo>
                    <a:pt x="2280" y="1"/>
                    <a:pt x="2084" y="25"/>
                    <a:pt x="1912" y="25"/>
                  </a:cubicBezTo>
                  <a:cubicBezTo>
                    <a:pt x="1741" y="50"/>
                    <a:pt x="1618" y="50"/>
                    <a:pt x="1496" y="74"/>
                  </a:cubicBezTo>
                  <a:cubicBezTo>
                    <a:pt x="1177" y="124"/>
                    <a:pt x="907" y="320"/>
                    <a:pt x="809" y="589"/>
                  </a:cubicBezTo>
                  <a:cubicBezTo>
                    <a:pt x="589" y="663"/>
                    <a:pt x="466" y="883"/>
                    <a:pt x="442" y="1104"/>
                  </a:cubicBezTo>
                  <a:cubicBezTo>
                    <a:pt x="442" y="1471"/>
                    <a:pt x="442" y="1962"/>
                    <a:pt x="393" y="2452"/>
                  </a:cubicBezTo>
                  <a:cubicBezTo>
                    <a:pt x="368" y="2868"/>
                    <a:pt x="344" y="3310"/>
                    <a:pt x="344" y="3677"/>
                  </a:cubicBezTo>
                  <a:cubicBezTo>
                    <a:pt x="319" y="3947"/>
                    <a:pt x="319" y="4216"/>
                    <a:pt x="319" y="4511"/>
                  </a:cubicBezTo>
                  <a:lnTo>
                    <a:pt x="295" y="5001"/>
                  </a:lnTo>
                  <a:cubicBezTo>
                    <a:pt x="295" y="5393"/>
                    <a:pt x="270" y="5810"/>
                    <a:pt x="221" y="6349"/>
                  </a:cubicBezTo>
                  <a:cubicBezTo>
                    <a:pt x="148" y="7109"/>
                    <a:pt x="99" y="7991"/>
                    <a:pt x="50" y="8873"/>
                  </a:cubicBezTo>
                  <a:cubicBezTo>
                    <a:pt x="50" y="8996"/>
                    <a:pt x="25" y="9118"/>
                    <a:pt x="25" y="9241"/>
                  </a:cubicBezTo>
                  <a:lnTo>
                    <a:pt x="25" y="9461"/>
                  </a:lnTo>
                  <a:lnTo>
                    <a:pt x="25" y="9510"/>
                  </a:lnTo>
                  <a:cubicBezTo>
                    <a:pt x="1" y="9657"/>
                    <a:pt x="1" y="9804"/>
                    <a:pt x="50" y="9952"/>
                  </a:cubicBezTo>
                  <a:cubicBezTo>
                    <a:pt x="99" y="10148"/>
                    <a:pt x="172" y="10295"/>
                    <a:pt x="319" y="10466"/>
                  </a:cubicBezTo>
                  <a:lnTo>
                    <a:pt x="344" y="10466"/>
                  </a:lnTo>
                  <a:lnTo>
                    <a:pt x="368" y="10491"/>
                  </a:lnTo>
                  <a:cubicBezTo>
                    <a:pt x="442" y="10540"/>
                    <a:pt x="515" y="10613"/>
                    <a:pt x="589" y="10638"/>
                  </a:cubicBezTo>
                  <a:lnTo>
                    <a:pt x="687" y="10711"/>
                  </a:lnTo>
                  <a:lnTo>
                    <a:pt x="711" y="10711"/>
                  </a:lnTo>
                  <a:cubicBezTo>
                    <a:pt x="883" y="10809"/>
                    <a:pt x="1079" y="10858"/>
                    <a:pt x="1275" y="10883"/>
                  </a:cubicBezTo>
                  <a:cubicBezTo>
                    <a:pt x="1447" y="10907"/>
                    <a:pt x="1618" y="10932"/>
                    <a:pt x="1790" y="10956"/>
                  </a:cubicBezTo>
                  <a:cubicBezTo>
                    <a:pt x="1986" y="10981"/>
                    <a:pt x="2182" y="10981"/>
                    <a:pt x="2378" y="10981"/>
                  </a:cubicBezTo>
                  <a:cubicBezTo>
                    <a:pt x="2623" y="11005"/>
                    <a:pt x="2795" y="11005"/>
                    <a:pt x="2991" y="11005"/>
                  </a:cubicBezTo>
                  <a:cubicBezTo>
                    <a:pt x="3211" y="11005"/>
                    <a:pt x="3432" y="10981"/>
                    <a:pt x="3628" y="10981"/>
                  </a:cubicBezTo>
                  <a:cubicBezTo>
                    <a:pt x="3848" y="10956"/>
                    <a:pt x="4094" y="10932"/>
                    <a:pt x="4363" y="10858"/>
                  </a:cubicBezTo>
                  <a:cubicBezTo>
                    <a:pt x="4584" y="10834"/>
                    <a:pt x="4780" y="10785"/>
                    <a:pt x="4976" y="10736"/>
                  </a:cubicBezTo>
                  <a:cubicBezTo>
                    <a:pt x="5589" y="10564"/>
                    <a:pt x="6005" y="10295"/>
                    <a:pt x="6226" y="9878"/>
                  </a:cubicBezTo>
                  <a:cubicBezTo>
                    <a:pt x="6422" y="9486"/>
                    <a:pt x="6471" y="9045"/>
                    <a:pt x="6520" y="8604"/>
                  </a:cubicBezTo>
                  <a:cubicBezTo>
                    <a:pt x="6544" y="8555"/>
                    <a:pt x="6544" y="8506"/>
                    <a:pt x="6544" y="8432"/>
                  </a:cubicBezTo>
                  <a:cubicBezTo>
                    <a:pt x="6593" y="8040"/>
                    <a:pt x="6618" y="7623"/>
                    <a:pt x="6642" y="7207"/>
                  </a:cubicBezTo>
                  <a:lnTo>
                    <a:pt x="6642" y="7182"/>
                  </a:lnTo>
                  <a:cubicBezTo>
                    <a:pt x="6642" y="6961"/>
                    <a:pt x="6642" y="6765"/>
                    <a:pt x="6642" y="6545"/>
                  </a:cubicBezTo>
                  <a:cubicBezTo>
                    <a:pt x="6642" y="6324"/>
                    <a:pt x="6642" y="6128"/>
                    <a:pt x="6642" y="5908"/>
                  </a:cubicBezTo>
                  <a:lnTo>
                    <a:pt x="6642" y="5883"/>
                  </a:lnTo>
                  <a:lnTo>
                    <a:pt x="6618" y="5540"/>
                  </a:lnTo>
                  <a:cubicBezTo>
                    <a:pt x="6618" y="5246"/>
                    <a:pt x="6593" y="4952"/>
                    <a:pt x="6593" y="4658"/>
                  </a:cubicBezTo>
                  <a:lnTo>
                    <a:pt x="6569" y="4118"/>
                  </a:lnTo>
                  <a:cubicBezTo>
                    <a:pt x="6569" y="3824"/>
                    <a:pt x="6569" y="3555"/>
                    <a:pt x="6569" y="3285"/>
                  </a:cubicBezTo>
                  <a:lnTo>
                    <a:pt x="6544" y="3089"/>
                  </a:lnTo>
                  <a:cubicBezTo>
                    <a:pt x="6544" y="2746"/>
                    <a:pt x="6544" y="2403"/>
                    <a:pt x="6495" y="2084"/>
                  </a:cubicBezTo>
                  <a:cubicBezTo>
                    <a:pt x="6495" y="1937"/>
                    <a:pt x="6471" y="1790"/>
                    <a:pt x="6446" y="1619"/>
                  </a:cubicBezTo>
                  <a:cubicBezTo>
                    <a:pt x="6446" y="1570"/>
                    <a:pt x="6422" y="1521"/>
                    <a:pt x="6422" y="1471"/>
                  </a:cubicBezTo>
                  <a:cubicBezTo>
                    <a:pt x="6397" y="1324"/>
                    <a:pt x="6348" y="1226"/>
                    <a:pt x="6299" y="1128"/>
                  </a:cubicBezTo>
                  <a:cubicBezTo>
                    <a:pt x="6250" y="1006"/>
                    <a:pt x="6177" y="908"/>
                    <a:pt x="6079" y="834"/>
                  </a:cubicBezTo>
                  <a:cubicBezTo>
                    <a:pt x="5981" y="761"/>
                    <a:pt x="5932" y="712"/>
                    <a:pt x="5834" y="687"/>
                  </a:cubicBezTo>
                  <a:cubicBezTo>
                    <a:pt x="5785" y="638"/>
                    <a:pt x="5687" y="614"/>
                    <a:pt x="5613" y="589"/>
                  </a:cubicBezTo>
                  <a:lnTo>
                    <a:pt x="5564" y="565"/>
                  </a:lnTo>
                  <a:cubicBezTo>
                    <a:pt x="5417" y="516"/>
                    <a:pt x="5294" y="467"/>
                    <a:pt x="5147" y="442"/>
                  </a:cubicBezTo>
                  <a:lnTo>
                    <a:pt x="5074" y="442"/>
                  </a:lnTo>
                  <a:cubicBezTo>
                    <a:pt x="4878" y="393"/>
                    <a:pt x="4657" y="344"/>
                    <a:pt x="4461" y="320"/>
                  </a:cubicBezTo>
                  <a:cubicBezTo>
                    <a:pt x="4265" y="271"/>
                    <a:pt x="4094" y="246"/>
                    <a:pt x="3922" y="197"/>
                  </a:cubicBezTo>
                  <a:lnTo>
                    <a:pt x="3897" y="197"/>
                  </a:lnTo>
                  <a:cubicBezTo>
                    <a:pt x="3456" y="99"/>
                    <a:pt x="2991" y="1"/>
                    <a:pt x="252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30" name="Google Shape;930;p51"/>
            <p:cNvSpPr/>
            <p:nvPr/>
          </p:nvSpPr>
          <p:spPr>
            <a:xfrm>
              <a:off x="1673171" y="1683637"/>
              <a:ext cx="485618" cy="728327"/>
            </a:xfrm>
            <a:custGeom>
              <a:avLst/>
              <a:gdLst/>
              <a:ahLst/>
              <a:cxnLst/>
              <a:rect l="l" t="t" r="r" b="b"/>
              <a:pathLst>
                <a:path w="7305" h="10956" extrusionOk="0">
                  <a:moveTo>
                    <a:pt x="5123" y="0"/>
                  </a:moveTo>
                  <a:cubicBezTo>
                    <a:pt x="4951" y="0"/>
                    <a:pt x="4804" y="25"/>
                    <a:pt x="4633" y="25"/>
                  </a:cubicBezTo>
                  <a:cubicBezTo>
                    <a:pt x="4412" y="50"/>
                    <a:pt x="4167" y="50"/>
                    <a:pt x="3922" y="74"/>
                  </a:cubicBezTo>
                  <a:cubicBezTo>
                    <a:pt x="3677" y="74"/>
                    <a:pt x="3432" y="99"/>
                    <a:pt x="3211" y="123"/>
                  </a:cubicBezTo>
                  <a:cubicBezTo>
                    <a:pt x="3039" y="148"/>
                    <a:pt x="2868" y="148"/>
                    <a:pt x="2696" y="172"/>
                  </a:cubicBezTo>
                  <a:lnTo>
                    <a:pt x="2451" y="172"/>
                  </a:lnTo>
                  <a:cubicBezTo>
                    <a:pt x="2329" y="172"/>
                    <a:pt x="2182" y="197"/>
                    <a:pt x="2059" y="197"/>
                  </a:cubicBezTo>
                  <a:lnTo>
                    <a:pt x="2035" y="197"/>
                  </a:lnTo>
                  <a:cubicBezTo>
                    <a:pt x="1961" y="221"/>
                    <a:pt x="1863" y="221"/>
                    <a:pt x="1790" y="246"/>
                  </a:cubicBezTo>
                  <a:cubicBezTo>
                    <a:pt x="1667" y="270"/>
                    <a:pt x="1569" y="319"/>
                    <a:pt x="1495" y="344"/>
                  </a:cubicBezTo>
                  <a:cubicBezTo>
                    <a:pt x="1446" y="368"/>
                    <a:pt x="1397" y="393"/>
                    <a:pt x="1373" y="417"/>
                  </a:cubicBezTo>
                  <a:cubicBezTo>
                    <a:pt x="1299" y="466"/>
                    <a:pt x="1226" y="515"/>
                    <a:pt x="1177" y="564"/>
                  </a:cubicBezTo>
                  <a:cubicBezTo>
                    <a:pt x="1103" y="589"/>
                    <a:pt x="1030" y="613"/>
                    <a:pt x="956" y="638"/>
                  </a:cubicBezTo>
                  <a:cubicBezTo>
                    <a:pt x="785" y="736"/>
                    <a:pt x="662" y="932"/>
                    <a:pt x="613" y="1103"/>
                  </a:cubicBezTo>
                  <a:cubicBezTo>
                    <a:pt x="393" y="2133"/>
                    <a:pt x="270" y="3187"/>
                    <a:pt x="172" y="4069"/>
                  </a:cubicBezTo>
                  <a:cubicBezTo>
                    <a:pt x="147" y="4486"/>
                    <a:pt x="123" y="4878"/>
                    <a:pt x="98" y="5245"/>
                  </a:cubicBezTo>
                  <a:cubicBezTo>
                    <a:pt x="98" y="5711"/>
                    <a:pt x="74" y="6177"/>
                    <a:pt x="49" y="6642"/>
                  </a:cubicBezTo>
                  <a:lnTo>
                    <a:pt x="49" y="6887"/>
                  </a:lnTo>
                  <a:lnTo>
                    <a:pt x="49" y="6912"/>
                  </a:lnTo>
                  <a:lnTo>
                    <a:pt x="49" y="6985"/>
                  </a:lnTo>
                  <a:cubicBezTo>
                    <a:pt x="49" y="7280"/>
                    <a:pt x="25" y="7574"/>
                    <a:pt x="25" y="7868"/>
                  </a:cubicBezTo>
                  <a:lnTo>
                    <a:pt x="0" y="7892"/>
                  </a:lnTo>
                  <a:lnTo>
                    <a:pt x="0" y="7917"/>
                  </a:lnTo>
                  <a:cubicBezTo>
                    <a:pt x="0" y="8113"/>
                    <a:pt x="0" y="8309"/>
                    <a:pt x="0" y="8505"/>
                  </a:cubicBezTo>
                  <a:cubicBezTo>
                    <a:pt x="0" y="8603"/>
                    <a:pt x="0" y="8677"/>
                    <a:pt x="0" y="8750"/>
                  </a:cubicBezTo>
                  <a:lnTo>
                    <a:pt x="0" y="8799"/>
                  </a:lnTo>
                  <a:cubicBezTo>
                    <a:pt x="0" y="9020"/>
                    <a:pt x="25" y="9167"/>
                    <a:pt x="74" y="9314"/>
                  </a:cubicBezTo>
                  <a:cubicBezTo>
                    <a:pt x="172" y="9534"/>
                    <a:pt x="270" y="9706"/>
                    <a:pt x="417" y="9902"/>
                  </a:cubicBezTo>
                  <a:cubicBezTo>
                    <a:pt x="687" y="10196"/>
                    <a:pt x="1030" y="10368"/>
                    <a:pt x="1471" y="10539"/>
                  </a:cubicBezTo>
                  <a:cubicBezTo>
                    <a:pt x="1642" y="10613"/>
                    <a:pt x="1839" y="10662"/>
                    <a:pt x="2035" y="10686"/>
                  </a:cubicBezTo>
                  <a:lnTo>
                    <a:pt x="2084" y="10686"/>
                  </a:lnTo>
                  <a:cubicBezTo>
                    <a:pt x="2549" y="10784"/>
                    <a:pt x="3015" y="10858"/>
                    <a:pt x="3481" y="10907"/>
                  </a:cubicBezTo>
                  <a:cubicBezTo>
                    <a:pt x="3677" y="10931"/>
                    <a:pt x="3897" y="10956"/>
                    <a:pt x="4069" y="10956"/>
                  </a:cubicBezTo>
                  <a:lnTo>
                    <a:pt x="4314" y="10956"/>
                  </a:lnTo>
                  <a:cubicBezTo>
                    <a:pt x="4510" y="10956"/>
                    <a:pt x="4657" y="10956"/>
                    <a:pt x="4829" y="10907"/>
                  </a:cubicBezTo>
                  <a:cubicBezTo>
                    <a:pt x="5000" y="10858"/>
                    <a:pt x="5172" y="10784"/>
                    <a:pt x="5319" y="10711"/>
                  </a:cubicBezTo>
                  <a:cubicBezTo>
                    <a:pt x="5515" y="10613"/>
                    <a:pt x="5686" y="10490"/>
                    <a:pt x="5784" y="10368"/>
                  </a:cubicBezTo>
                  <a:cubicBezTo>
                    <a:pt x="5932" y="10172"/>
                    <a:pt x="6030" y="10025"/>
                    <a:pt x="6128" y="9804"/>
                  </a:cubicBezTo>
                  <a:cubicBezTo>
                    <a:pt x="6177" y="9681"/>
                    <a:pt x="6201" y="9559"/>
                    <a:pt x="6226" y="9461"/>
                  </a:cubicBezTo>
                  <a:lnTo>
                    <a:pt x="6250" y="9412"/>
                  </a:lnTo>
                  <a:cubicBezTo>
                    <a:pt x="6299" y="9240"/>
                    <a:pt x="6324" y="9044"/>
                    <a:pt x="6373" y="8873"/>
                  </a:cubicBezTo>
                  <a:lnTo>
                    <a:pt x="6397" y="8775"/>
                  </a:lnTo>
                  <a:cubicBezTo>
                    <a:pt x="6422" y="8579"/>
                    <a:pt x="6471" y="8382"/>
                    <a:pt x="6495" y="8186"/>
                  </a:cubicBezTo>
                  <a:cubicBezTo>
                    <a:pt x="6569" y="7745"/>
                    <a:pt x="6618" y="7280"/>
                    <a:pt x="6642" y="6740"/>
                  </a:cubicBezTo>
                  <a:cubicBezTo>
                    <a:pt x="6667" y="6275"/>
                    <a:pt x="6716" y="5809"/>
                    <a:pt x="6765" y="5392"/>
                  </a:cubicBezTo>
                  <a:cubicBezTo>
                    <a:pt x="6765" y="5270"/>
                    <a:pt x="6789" y="5123"/>
                    <a:pt x="6789" y="5000"/>
                  </a:cubicBezTo>
                  <a:cubicBezTo>
                    <a:pt x="6863" y="4437"/>
                    <a:pt x="6936" y="3848"/>
                    <a:pt x="6985" y="3407"/>
                  </a:cubicBezTo>
                  <a:lnTo>
                    <a:pt x="6985" y="3383"/>
                  </a:lnTo>
                  <a:cubicBezTo>
                    <a:pt x="7034" y="3015"/>
                    <a:pt x="7108" y="2647"/>
                    <a:pt x="7157" y="2231"/>
                  </a:cubicBezTo>
                  <a:cubicBezTo>
                    <a:pt x="7206" y="2010"/>
                    <a:pt x="7230" y="1765"/>
                    <a:pt x="7280" y="1471"/>
                  </a:cubicBezTo>
                  <a:cubicBezTo>
                    <a:pt x="7304" y="1275"/>
                    <a:pt x="7280" y="1128"/>
                    <a:pt x="7255" y="956"/>
                  </a:cubicBezTo>
                  <a:cubicBezTo>
                    <a:pt x="7206" y="785"/>
                    <a:pt x="7132" y="613"/>
                    <a:pt x="6985" y="466"/>
                  </a:cubicBezTo>
                  <a:cubicBezTo>
                    <a:pt x="6838" y="319"/>
                    <a:pt x="6642" y="221"/>
                    <a:pt x="6446" y="148"/>
                  </a:cubicBezTo>
                  <a:cubicBezTo>
                    <a:pt x="6397" y="148"/>
                    <a:pt x="6324" y="123"/>
                    <a:pt x="6275" y="123"/>
                  </a:cubicBezTo>
                  <a:cubicBezTo>
                    <a:pt x="6226" y="99"/>
                    <a:pt x="6201" y="99"/>
                    <a:pt x="6177" y="99"/>
                  </a:cubicBezTo>
                  <a:cubicBezTo>
                    <a:pt x="6030" y="50"/>
                    <a:pt x="5907" y="50"/>
                    <a:pt x="5760" y="25"/>
                  </a:cubicBezTo>
                  <a:lnTo>
                    <a:pt x="5711" y="25"/>
                  </a:lnTo>
                  <a:cubicBezTo>
                    <a:pt x="5588" y="0"/>
                    <a:pt x="5441" y="0"/>
                    <a:pt x="52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31" name="Google Shape;931;p51"/>
          <p:cNvGrpSpPr/>
          <p:nvPr/>
        </p:nvGrpSpPr>
        <p:grpSpPr>
          <a:xfrm>
            <a:off x="2960308" y="1758557"/>
            <a:ext cx="1546267" cy="878301"/>
            <a:chOff x="2960308" y="1758557"/>
            <a:chExt cx="1546267" cy="878301"/>
          </a:xfrm>
        </p:grpSpPr>
        <p:sp>
          <p:nvSpPr>
            <p:cNvPr id="932" name="Google Shape;932;p51"/>
            <p:cNvSpPr/>
            <p:nvPr/>
          </p:nvSpPr>
          <p:spPr>
            <a:xfrm>
              <a:off x="2960308" y="1758557"/>
              <a:ext cx="1546267" cy="878301"/>
            </a:xfrm>
            <a:custGeom>
              <a:avLst/>
              <a:gdLst/>
              <a:ahLst/>
              <a:cxnLst/>
              <a:rect l="l" t="t" r="r" b="b"/>
              <a:pathLst>
                <a:path w="23260" h="13212" extrusionOk="0">
                  <a:moveTo>
                    <a:pt x="19026" y="775"/>
                  </a:moveTo>
                  <a:cubicBezTo>
                    <a:pt x="19276" y="775"/>
                    <a:pt x="19528" y="778"/>
                    <a:pt x="19779" y="785"/>
                  </a:cubicBezTo>
                  <a:cubicBezTo>
                    <a:pt x="20294" y="810"/>
                    <a:pt x="20808" y="834"/>
                    <a:pt x="21323" y="883"/>
                  </a:cubicBezTo>
                  <a:cubicBezTo>
                    <a:pt x="21372" y="883"/>
                    <a:pt x="21421" y="859"/>
                    <a:pt x="21470" y="834"/>
                  </a:cubicBezTo>
                  <a:lnTo>
                    <a:pt x="21519" y="859"/>
                  </a:lnTo>
                  <a:lnTo>
                    <a:pt x="21568" y="908"/>
                  </a:lnTo>
                  <a:cubicBezTo>
                    <a:pt x="21593" y="957"/>
                    <a:pt x="21617" y="981"/>
                    <a:pt x="21642" y="1030"/>
                  </a:cubicBezTo>
                  <a:cubicBezTo>
                    <a:pt x="21666" y="1104"/>
                    <a:pt x="21691" y="1202"/>
                    <a:pt x="21691" y="1300"/>
                  </a:cubicBezTo>
                  <a:cubicBezTo>
                    <a:pt x="21715" y="1398"/>
                    <a:pt x="21740" y="1520"/>
                    <a:pt x="21764" y="1618"/>
                  </a:cubicBezTo>
                  <a:cubicBezTo>
                    <a:pt x="21789" y="1815"/>
                    <a:pt x="21813" y="2035"/>
                    <a:pt x="21813" y="2231"/>
                  </a:cubicBezTo>
                  <a:cubicBezTo>
                    <a:pt x="21838" y="2452"/>
                    <a:pt x="21838" y="2697"/>
                    <a:pt x="21862" y="2942"/>
                  </a:cubicBezTo>
                  <a:cubicBezTo>
                    <a:pt x="21887" y="3163"/>
                    <a:pt x="21887" y="3408"/>
                    <a:pt x="21911" y="3628"/>
                  </a:cubicBezTo>
                  <a:cubicBezTo>
                    <a:pt x="21936" y="3849"/>
                    <a:pt x="21985" y="4069"/>
                    <a:pt x="22009" y="4290"/>
                  </a:cubicBezTo>
                  <a:cubicBezTo>
                    <a:pt x="22034" y="4609"/>
                    <a:pt x="22083" y="4927"/>
                    <a:pt x="22132" y="5246"/>
                  </a:cubicBezTo>
                  <a:lnTo>
                    <a:pt x="22107" y="5148"/>
                  </a:lnTo>
                  <a:lnTo>
                    <a:pt x="22107" y="5148"/>
                  </a:lnTo>
                  <a:cubicBezTo>
                    <a:pt x="22132" y="5344"/>
                    <a:pt x="22181" y="5540"/>
                    <a:pt x="22205" y="5736"/>
                  </a:cubicBezTo>
                  <a:cubicBezTo>
                    <a:pt x="22254" y="6128"/>
                    <a:pt x="22254" y="6545"/>
                    <a:pt x="22279" y="6961"/>
                  </a:cubicBezTo>
                  <a:cubicBezTo>
                    <a:pt x="22279" y="7182"/>
                    <a:pt x="22303" y="7403"/>
                    <a:pt x="22303" y="7623"/>
                  </a:cubicBezTo>
                  <a:cubicBezTo>
                    <a:pt x="22303" y="7819"/>
                    <a:pt x="22279" y="8015"/>
                    <a:pt x="22254" y="8211"/>
                  </a:cubicBezTo>
                  <a:cubicBezTo>
                    <a:pt x="22205" y="8579"/>
                    <a:pt x="22132" y="8922"/>
                    <a:pt x="22009" y="9265"/>
                  </a:cubicBezTo>
                  <a:cubicBezTo>
                    <a:pt x="21985" y="9363"/>
                    <a:pt x="21936" y="9437"/>
                    <a:pt x="21887" y="9535"/>
                  </a:cubicBezTo>
                  <a:cubicBezTo>
                    <a:pt x="21838" y="9657"/>
                    <a:pt x="21764" y="9780"/>
                    <a:pt x="21691" y="9902"/>
                  </a:cubicBezTo>
                  <a:cubicBezTo>
                    <a:pt x="21666" y="9951"/>
                    <a:pt x="21593" y="10000"/>
                    <a:pt x="21544" y="10049"/>
                  </a:cubicBezTo>
                  <a:cubicBezTo>
                    <a:pt x="21421" y="10123"/>
                    <a:pt x="21323" y="10197"/>
                    <a:pt x="21200" y="10295"/>
                  </a:cubicBezTo>
                  <a:cubicBezTo>
                    <a:pt x="21127" y="10319"/>
                    <a:pt x="21078" y="10368"/>
                    <a:pt x="21004" y="10417"/>
                  </a:cubicBezTo>
                  <a:cubicBezTo>
                    <a:pt x="20906" y="10466"/>
                    <a:pt x="20808" y="10540"/>
                    <a:pt x="20686" y="10589"/>
                  </a:cubicBezTo>
                  <a:cubicBezTo>
                    <a:pt x="20318" y="10711"/>
                    <a:pt x="19926" y="10809"/>
                    <a:pt x="19558" y="10883"/>
                  </a:cubicBezTo>
                  <a:cubicBezTo>
                    <a:pt x="19166" y="10981"/>
                    <a:pt x="18750" y="11054"/>
                    <a:pt x="18357" y="11128"/>
                  </a:cubicBezTo>
                  <a:cubicBezTo>
                    <a:pt x="17916" y="11177"/>
                    <a:pt x="17475" y="11250"/>
                    <a:pt x="17034" y="11299"/>
                  </a:cubicBezTo>
                  <a:cubicBezTo>
                    <a:pt x="16666" y="11373"/>
                    <a:pt x="16274" y="11422"/>
                    <a:pt x="15907" y="11496"/>
                  </a:cubicBezTo>
                  <a:cubicBezTo>
                    <a:pt x="15490" y="11545"/>
                    <a:pt x="15073" y="11594"/>
                    <a:pt x="14657" y="11618"/>
                  </a:cubicBezTo>
                  <a:cubicBezTo>
                    <a:pt x="14461" y="11643"/>
                    <a:pt x="14240" y="11643"/>
                    <a:pt x="14044" y="11667"/>
                  </a:cubicBezTo>
                  <a:cubicBezTo>
                    <a:pt x="13823" y="11692"/>
                    <a:pt x="13603" y="11692"/>
                    <a:pt x="13407" y="11716"/>
                  </a:cubicBezTo>
                  <a:cubicBezTo>
                    <a:pt x="12524" y="11790"/>
                    <a:pt x="11642" y="11888"/>
                    <a:pt x="10784" y="11937"/>
                  </a:cubicBezTo>
                  <a:cubicBezTo>
                    <a:pt x="10343" y="11961"/>
                    <a:pt x="9902" y="11961"/>
                    <a:pt x="9461" y="11986"/>
                  </a:cubicBezTo>
                  <a:cubicBezTo>
                    <a:pt x="9020" y="12010"/>
                    <a:pt x="8603" y="12059"/>
                    <a:pt x="8162" y="12059"/>
                  </a:cubicBezTo>
                  <a:cubicBezTo>
                    <a:pt x="7745" y="12059"/>
                    <a:pt x="7328" y="12035"/>
                    <a:pt x="6912" y="12035"/>
                  </a:cubicBezTo>
                  <a:cubicBezTo>
                    <a:pt x="6471" y="12010"/>
                    <a:pt x="6005" y="12010"/>
                    <a:pt x="5564" y="11986"/>
                  </a:cubicBezTo>
                  <a:cubicBezTo>
                    <a:pt x="5294" y="11961"/>
                    <a:pt x="5025" y="11937"/>
                    <a:pt x="4755" y="11888"/>
                  </a:cubicBezTo>
                  <a:cubicBezTo>
                    <a:pt x="4608" y="11888"/>
                    <a:pt x="4485" y="11863"/>
                    <a:pt x="4338" y="11839"/>
                  </a:cubicBezTo>
                  <a:cubicBezTo>
                    <a:pt x="4118" y="11790"/>
                    <a:pt x="3897" y="11741"/>
                    <a:pt x="3652" y="11692"/>
                  </a:cubicBezTo>
                  <a:cubicBezTo>
                    <a:pt x="3456" y="11643"/>
                    <a:pt x="3260" y="11569"/>
                    <a:pt x="3064" y="11520"/>
                  </a:cubicBezTo>
                  <a:cubicBezTo>
                    <a:pt x="2892" y="11471"/>
                    <a:pt x="2721" y="11422"/>
                    <a:pt x="2549" y="11348"/>
                  </a:cubicBezTo>
                  <a:cubicBezTo>
                    <a:pt x="2427" y="11299"/>
                    <a:pt x="2329" y="11226"/>
                    <a:pt x="2231" y="11152"/>
                  </a:cubicBezTo>
                  <a:cubicBezTo>
                    <a:pt x="2133" y="11079"/>
                    <a:pt x="2059" y="11005"/>
                    <a:pt x="1986" y="10932"/>
                  </a:cubicBezTo>
                  <a:cubicBezTo>
                    <a:pt x="1888" y="10858"/>
                    <a:pt x="1789" y="10760"/>
                    <a:pt x="1691" y="10662"/>
                  </a:cubicBezTo>
                  <a:lnTo>
                    <a:pt x="1642" y="10589"/>
                  </a:lnTo>
                  <a:cubicBezTo>
                    <a:pt x="1593" y="10417"/>
                    <a:pt x="1544" y="10246"/>
                    <a:pt x="1495" y="10099"/>
                  </a:cubicBezTo>
                  <a:cubicBezTo>
                    <a:pt x="1446" y="9878"/>
                    <a:pt x="1397" y="9682"/>
                    <a:pt x="1373" y="9486"/>
                  </a:cubicBezTo>
                  <a:cubicBezTo>
                    <a:pt x="1324" y="9314"/>
                    <a:pt x="1275" y="9143"/>
                    <a:pt x="1250" y="8947"/>
                  </a:cubicBezTo>
                  <a:cubicBezTo>
                    <a:pt x="1201" y="8775"/>
                    <a:pt x="1177" y="8603"/>
                    <a:pt x="1152" y="8432"/>
                  </a:cubicBezTo>
                  <a:cubicBezTo>
                    <a:pt x="1079" y="7746"/>
                    <a:pt x="1054" y="7035"/>
                    <a:pt x="1054" y="6349"/>
                  </a:cubicBezTo>
                  <a:cubicBezTo>
                    <a:pt x="1054" y="5638"/>
                    <a:pt x="1103" y="4952"/>
                    <a:pt x="1177" y="4241"/>
                  </a:cubicBezTo>
                  <a:cubicBezTo>
                    <a:pt x="1201" y="4069"/>
                    <a:pt x="1250" y="3922"/>
                    <a:pt x="1299" y="3775"/>
                  </a:cubicBezTo>
                  <a:cubicBezTo>
                    <a:pt x="1348" y="3653"/>
                    <a:pt x="1422" y="3530"/>
                    <a:pt x="1495" y="3432"/>
                  </a:cubicBezTo>
                  <a:cubicBezTo>
                    <a:pt x="1544" y="3383"/>
                    <a:pt x="1593" y="3334"/>
                    <a:pt x="1642" y="3285"/>
                  </a:cubicBezTo>
                  <a:cubicBezTo>
                    <a:pt x="1814" y="3163"/>
                    <a:pt x="1986" y="3064"/>
                    <a:pt x="2157" y="2942"/>
                  </a:cubicBezTo>
                  <a:cubicBezTo>
                    <a:pt x="2378" y="2819"/>
                    <a:pt x="2598" y="2697"/>
                    <a:pt x="2819" y="2599"/>
                  </a:cubicBezTo>
                  <a:cubicBezTo>
                    <a:pt x="3015" y="2525"/>
                    <a:pt x="3235" y="2476"/>
                    <a:pt x="3432" y="2403"/>
                  </a:cubicBezTo>
                  <a:cubicBezTo>
                    <a:pt x="3628" y="2354"/>
                    <a:pt x="3824" y="2305"/>
                    <a:pt x="4044" y="2256"/>
                  </a:cubicBezTo>
                  <a:cubicBezTo>
                    <a:pt x="4461" y="2158"/>
                    <a:pt x="4878" y="2060"/>
                    <a:pt x="5319" y="1962"/>
                  </a:cubicBezTo>
                  <a:cubicBezTo>
                    <a:pt x="5515" y="1913"/>
                    <a:pt x="5711" y="1888"/>
                    <a:pt x="5931" y="1839"/>
                  </a:cubicBezTo>
                  <a:cubicBezTo>
                    <a:pt x="6128" y="1815"/>
                    <a:pt x="6324" y="1766"/>
                    <a:pt x="6520" y="1741"/>
                  </a:cubicBezTo>
                  <a:cubicBezTo>
                    <a:pt x="6985" y="1667"/>
                    <a:pt x="7426" y="1618"/>
                    <a:pt x="7868" y="1545"/>
                  </a:cubicBezTo>
                  <a:cubicBezTo>
                    <a:pt x="8358" y="1471"/>
                    <a:pt x="8848" y="1398"/>
                    <a:pt x="9338" y="1324"/>
                  </a:cubicBezTo>
                  <a:cubicBezTo>
                    <a:pt x="9755" y="1275"/>
                    <a:pt x="10196" y="1226"/>
                    <a:pt x="10613" y="1177"/>
                  </a:cubicBezTo>
                  <a:cubicBezTo>
                    <a:pt x="11029" y="1128"/>
                    <a:pt x="11421" y="1104"/>
                    <a:pt x="11838" y="1055"/>
                  </a:cubicBezTo>
                  <a:cubicBezTo>
                    <a:pt x="12696" y="957"/>
                    <a:pt x="13578" y="883"/>
                    <a:pt x="14436" y="859"/>
                  </a:cubicBezTo>
                  <a:cubicBezTo>
                    <a:pt x="15367" y="834"/>
                    <a:pt x="16299" y="810"/>
                    <a:pt x="17230" y="810"/>
                  </a:cubicBezTo>
                  <a:cubicBezTo>
                    <a:pt x="17819" y="792"/>
                    <a:pt x="18421" y="775"/>
                    <a:pt x="19026" y="775"/>
                  </a:cubicBezTo>
                  <a:close/>
                  <a:moveTo>
                    <a:pt x="14093" y="1"/>
                  </a:moveTo>
                  <a:cubicBezTo>
                    <a:pt x="13897" y="1"/>
                    <a:pt x="13676" y="1"/>
                    <a:pt x="13480" y="25"/>
                  </a:cubicBezTo>
                  <a:cubicBezTo>
                    <a:pt x="13211" y="25"/>
                    <a:pt x="12965" y="50"/>
                    <a:pt x="12696" y="50"/>
                  </a:cubicBezTo>
                  <a:cubicBezTo>
                    <a:pt x="12475" y="50"/>
                    <a:pt x="12230" y="74"/>
                    <a:pt x="12010" y="99"/>
                  </a:cubicBezTo>
                  <a:cubicBezTo>
                    <a:pt x="11617" y="123"/>
                    <a:pt x="11225" y="148"/>
                    <a:pt x="10858" y="197"/>
                  </a:cubicBezTo>
                  <a:cubicBezTo>
                    <a:pt x="10368" y="221"/>
                    <a:pt x="9877" y="270"/>
                    <a:pt x="9387" y="320"/>
                  </a:cubicBezTo>
                  <a:cubicBezTo>
                    <a:pt x="8995" y="344"/>
                    <a:pt x="8603" y="418"/>
                    <a:pt x="8211" y="467"/>
                  </a:cubicBezTo>
                  <a:cubicBezTo>
                    <a:pt x="7770" y="516"/>
                    <a:pt x="7353" y="565"/>
                    <a:pt x="6936" y="614"/>
                  </a:cubicBezTo>
                  <a:cubicBezTo>
                    <a:pt x="6471" y="687"/>
                    <a:pt x="5980" y="736"/>
                    <a:pt x="5515" y="810"/>
                  </a:cubicBezTo>
                  <a:cubicBezTo>
                    <a:pt x="5294" y="834"/>
                    <a:pt x="5074" y="883"/>
                    <a:pt x="4853" y="932"/>
                  </a:cubicBezTo>
                  <a:cubicBezTo>
                    <a:pt x="4632" y="981"/>
                    <a:pt x="4387" y="1030"/>
                    <a:pt x="4167" y="1079"/>
                  </a:cubicBezTo>
                  <a:cubicBezTo>
                    <a:pt x="3775" y="1153"/>
                    <a:pt x="3383" y="1251"/>
                    <a:pt x="2990" y="1349"/>
                  </a:cubicBezTo>
                  <a:cubicBezTo>
                    <a:pt x="2696" y="1422"/>
                    <a:pt x="2402" y="1520"/>
                    <a:pt x="2133" y="1667"/>
                  </a:cubicBezTo>
                  <a:cubicBezTo>
                    <a:pt x="1961" y="1766"/>
                    <a:pt x="1765" y="1888"/>
                    <a:pt x="1593" y="2011"/>
                  </a:cubicBezTo>
                  <a:cubicBezTo>
                    <a:pt x="1397" y="2158"/>
                    <a:pt x="1177" y="2305"/>
                    <a:pt x="981" y="2476"/>
                  </a:cubicBezTo>
                  <a:cubicBezTo>
                    <a:pt x="907" y="2550"/>
                    <a:pt x="834" y="2623"/>
                    <a:pt x="760" y="2697"/>
                  </a:cubicBezTo>
                  <a:cubicBezTo>
                    <a:pt x="662" y="2819"/>
                    <a:pt x="589" y="2942"/>
                    <a:pt x="515" y="3064"/>
                  </a:cubicBezTo>
                  <a:cubicBezTo>
                    <a:pt x="392" y="3236"/>
                    <a:pt x="319" y="3432"/>
                    <a:pt x="270" y="3628"/>
                  </a:cubicBezTo>
                  <a:cubicBezTo>
                    <a:pt x="196" y="3849"/>
                    <a:pt x="172" y="4094"/>
                    <a:pt x="147" y="4339"/>
                  </a:cubicBezTo>
                  <a:cubicBezTo>
                    <a:pt x="123" y="4535"/>
                    <a:pt x="98" y="4756"/>
                    <a:pt x="74" y="4952"/>
                  </a:cubicBezTo>
                  <a:cubicBezTo>
                    <a:pt x="49" y="5393"/>
                    <a:pt x="25" y="5834"/>
                    <a:pt x="25" y="6251"/>
                  </a:cubicBezTo>
                  <a:cubicBezTo>
                    <a:pt x="0" y="7133"/>
                    <a:pt x="25" y="7991"/>
                    <a:pt x="123" y="8849"/>
                  </a:cubicBezTo>
                  <a:cubicBezTo>
                    <a:pt x="196" y="9290"/>
                    <a:pt x="270" y="9731"/>
                    <a:pt x="368" y="10172"/>
                  </a:cubicBezTo>
                  <a:cubicBezTo>
                    <a:pt x="417" y="10393"/>
                    <a:pt x="466" y="10589"/>
                    <a:pt x="515" y="10809"/>
                  </a:cubicBezTo>
                  <a:cubicBezTo>
                    <a:pt x="564" y="10932"/>
                    <a:pt x="613" y="11054"/>
                    <a:pt x="687" y="11177"/>
                  </a:cubicBezTo>
                  <a:cubicBezTo>
                    <a:pt x="736" y="11299"/>
                    <a:pt x="834" y="11422"/>
                    <a:pt x="932" y="11520"/>
                  </a:cubicBezTo>
                  <a:cubicBezTo>
                    <a:pt x="981" y="11545"/>
                    <a:pt x="1005" y="11594"/>
                    <a:pt x="1054" y="11618"/>
                  </a:cubicBezTo>
                  <a:cubicBezTo>
                    <a:pt x="1226" y="11790"/>
                    <a:pt x="1422" y="11937"/>
                    <a:pt x="1618" y="12084"/>
                  </a:cubicBezTo>
                  <a:cubicBezTo>
                    <a:pt x="1691" y="12157"/>
                    <a:pt x="1789" y="12206"/>
                    <a:pt x="1863" y="12255"/>
                  </a:cubicBezTo>
                  <a:cubicBezTo>
                    <a:pt x="1961" y="12329"/>
                    <a:pt x="2084" y="12378"/>
                    <a:pt x="2182" y="12402"/>
                  </a:cubicBezTo>
                  <a:cubicBezTo>
                    <a:pt x="2255" y="12427"/>
                    <a:pt x="2329" y="12476"/>
                    <a:pt x="2402" y="12500"/>
                  </a:cubicBezTo>
                  <a:cubicBezTo>
                    <a:pt x="2574" y="12574"/>
                    <a:pt x="2770" y="12623"/>
                    <a:pt x="2966" y="12672"/>
                  </a:cubicBezTo>
                  <a:cubicBezTo>
                    <a:pt x="3186" y="12745"/>
                    <a:pt x="3407" y="12794"/>
                    <a:pt x="3628" y="12843"/>
                  </a:cubicBezTo>
                  <a:cubicBezTo>
                    <a:pt x="3726" y="12868"/>
                    <a:pt x="3824" y="12893"/>
                    <a:pt x="3922" y="12917"/>
                  </a:cubicBezTo>
                  <a:cubicBezTo>
                    <a:pt x="3995" y="12942"/>
                    <a:pt x="4093" y="12942"/>
                    <a:pt x="4167" y="12966"/>
                  </a:cubicBezTo>
                  <a:cubicBezTo>
                    <a:pt x="4436" y="13015"/>
                    <a:pt x="4706" y="13040"/>
                    <a:pt x="4951" y="13064"/>
                  </a:cubicBezTo>
                  <a:cubicBezTo>
                    <a:pt x="5196" y="13089"/>
                    <a:pt x="5417" y="13113"/>
                    <a:pt x="5637" y="13138"/>
                  </a:cubicBezTo>
                  <a:cubicBezTo>
                    <a:pt x="5858" y="13162"/>
                    <a:pt x="6079" y="13162"/>
                    <a:pt x="6324" y="13162"/>
                  </a:cubicBezTo>
                  <a:cubicBezTo>
                    <a:pt x="6740" y="13187"/>
                    <a:pt x="7157" y="13187"/>
                    <a:pt x="7574" y="13211"/>
                  </a:cubicBezTo>
                  <a:cubicBezTo>
                    <a:pt x="7794" y="13211"/>
                    <a:pt x="8015" y="13211"/>
                    <a:pt x="8235" y="13187"/>
                  </a:cubicBezTo>
                  <a:cubicBezTo>
                    <a:pt x="8431" y="13187"/>
                    <a:pt x="8652" y="13187"/>
                    <a:pt x="8848" y="13162"/>
                  </a:cubicBezTo>
                  <a:cubicBezTo>
                    <a:pt x="9044" y="13162"/>
                    <a:pt x="9265" y="13138"/>
                    <a:pt x="9461" y="13138"/>
                  </a:cubicBezTo>
                  <a:cubicBezTo>
                    <a:pt x="9681" y="13113"/>
                    <a:pt x="9902" y="13113"/>
                    <a:pt x="10122" y="13089"/>
                  </a:cubicBezTo>
                  <a:cubicBezTo>
                    <a:pt x="10564" y="13064"/>
                    <a:pt x="10980" y="13040"/>
                    <a:pt x="11421" y="12991"/>
                  </a:cubicBezTo>
                  <a:cubicBezTo>
                    <a:pt x="12304" y="12917"/>
                    <a:pt x="13162" y="12819"/>
                    <a:pt x="14044" y="12745"/>
                  </a:cubicBezTo>
                  <a:cubicBezTo>
                    <a:pt x="14461" y="12721"/>
                    <a:pt x="14902" y="12696"/>
                    <a:pt x="15343" y="12623"/>
                  </a:cubicBezTo>
                  <a:cubicBezTo>
                    <a:pt x="15588" y="12598"/>
                    <a:pt x="15858" y="12574"/>
                    <a:pt x="16127" y="12525"/>
                  </a:cubicBezTo>
                  <a:cubicBezTo>
                    <a:pt x="16323" y="12500"/>
                    <a:pt x="16544" y="12451"/>
                    <a:pt x="16740" y="12427"/>
                  </a:cubicBezTo>
                  <a:cubicBezTo>
                    <a:pt x="17181" y="12353"/>
                    <a:pt x="17622" y="12280"/>
                    <a:pt x="18063" y="12206"/>
                  </a:cubicBezTo>
                  <a:cubicBezTo>
                    <a:pt x="18480" y="12157"/>
                    <a:pt x="18897" y="12108"/>
                    <a:pt x="19289" y="12010"/>
                  </a:cubicBezTo>
                  <a:cubicBezTo>
                    <a:pt x="19730" y="11937"/>
                    <a:pt x="20147" y="11839"/>
                    <a:pt x="20588" y="11716"/>
                  </a:cubicBezTo>
                  <a:cubicBezTo>
                    <a:pt x="20686" y="11692"/>
                    <a:pt x="20784" y="11667"/>
                    <a:pt x="20882" y="11643"/>
                  </a:cubicBezTo>
                  <a:cubicBezTo>
                    <a:pt x="21029" y="11594"/>
                    <a:pt x="21176" y="11520"/>
                    <a:pt x="21323" y="11471"/>
                  </a:cubicBezTo>
                  <a:cubicBezTo>
                    <a:pt x="21446" y="11397"/>
                    <a:pt x="21568" y="11299"/>
                    <a:pt x="21715" y="11226"/>
                  </a:cubicBezTo>
                  <a:cubicBezTo>
                    <a:pt x="21789" y="11177"/>
                    <a:pt x="21862" y="11103"/>
                    <a:pt x="21960" y="11054"/>
                  </a:cubicBezTo>
                  <a:cubicBezTo>
                    <a:pt x="22058" y="10981"/>
                    <a:pt x="22156" y="10883"/>
                    <a:pt x="22254" y="10809"/>
                  </a:cubicBezTo>
                  <a:cubicBezTo>
                    <a:pt x="22401" y="10687"/>
                    <a:pt x="22499" y="10564"/>
                    <a:pt x="22597" y="10417"/>
                  </a:cubicBezTo>
                  <a:cubicBezTo>
                    <a:pt x="22646" y="10344"/>
                    <a:pt x="22695" y="10246"/>
                    <a:pt x="22720" y="10172"/>
                  </a:cubicBezTo>
                  <a:cubicBezTo>
                    <a:pt x="22769" y="10099"/>
                    <a:pt x="22793" y="10000"/>
                    <a:pt x="22843" y="9927"/>
                  </a:cubicBezTo>
                  <a:cubicBezTo>
                    <a:pt x="22892" y="9804"/>
                    <a:pt x="22941" y="9682"/>
                    <a:pt x="22990" y="9559"/>
                  </a:cubicBezTo>
                  <a:cubicBezTo>
                    <a:pt x="23014" y="9461"/>
                    <a:pt x="23039" y="9363"/>
                    <a:pt x="23063" y="9265"/>
                  </a:cubicBezTo>
                  <a:cubicBezTo>
                    <a:pt x="23112" y="9069"/>
                    <a:pt x="23161" y="8849"/>
                    <a:pt x="23186" y="8652"/>
                  </a:cubicBezTo>
                  <a:cubicBezTo>
                    <a:pt x="23210" y="8407"/>
                    <a:pt x="23235" y="8187"/>
                    <a:pt x="23259" y="7942"/>
                  </a:cubicBezTo>
                  <a:cubicBezTo>
                    <a:pt x="23259" y="7746"/>
                    <a:pt x="23259" y="7550"/>
                    <a:pt x="23235" y="7354"/>
                  </a:cubicBezTo>
                  <a:cubicBezTo>
                    <a:pt x="23186" y="6912"/>
                    <a:pt x="23137" y="6447"/>
                    <a:pt x="23088" y="6006"/>
                  </a:cubicBezTo>
                  <a:cubicBezTo>
                    <a:pt x="23014" y="5638"/>
                    <a:pt x="22916" y="5270"/>
                    <a:pt x="22843" y="4878"/>
                  </a:cubicBezTo>
                  <a:cubicBezTo>
                    <a:pt x="22818" y="4682"/>
                    <a:pt x="22793" y="4486"/>
                    <a:pt x="22744" y="4290"/>
                  </a:cubicBezTo>
                  <a:cubicBezTo>
                    <a:pt x="22720" y="4118"/>
                    <a:pt x="22671" y="3947"/>
                    <a:pt x="22646" y="3775"/>
                  </a:cubicBezTo>
                  <a:cubicBezTo>
                    <a:pt x="22622" y="3677"/>
                    <a:pt x="22622" y="3579"/>
                    <a:pt x="22597" y="3506"/>
                  </a:cubicBezTo>
                  <a:cubicBezTo>
                    <a:pt x="22548" y="3138"/>
                    <a:pt x="22524" y="2770"/>
                    <a:pt x="22475" y="2427"/>
                  </a:cubicBezTo>
                  <a:cubicBezTo>
                    <a:pt x="22450" y="2035"/>
                    <a:pt x="22401" y="1643"/>
                    <a:pt x="22303" y="1275"/>
                  </a:cubicBezTo>
                  <a:cubicBezTo>
                    <a:pt x="22254" y="1104"/>
                    <a:pt x="22205" y="932"/>
                    <a:pt x="22132" y="761"/>
                  </a:cubicBezTo>
                  <a:cubicBezTo>
                    <a:pt x="22083" y="663"/>
                    <a:pt x="22009" y="540"/>
                    <a:pt x="21936" y="467"/>
                  </a:cubicBezTo>
                  <a:cubicBezTo>
                    <a:pt x="21862" y="418"/>
                    <a:pt x="21764" y="369"/>
                    <a:pt x="21691" y="320"/>
                  </a:cubicBezTo>
                  <a:cubicBezTo>
                    <a:pt x="21495" y="221"/>
                    <a:pt x="21323" y="172"/>
                    <a:pt x="21102" y="148"/>
                  </a:cubicBezTo>
                  <a:cubicBezTo>
                    <a:pt x="21052" y="141"/>
                    <a:pt x="21000" y="138"/>
                    <a:pt x="20947" y="138"/>
                  </a:cubicBezTo>
                  <a:cubicBezTo>
                    <a:pt x="20818" y="138"/>
                    <a:pt x="20685" y="155"/>
                    <a:pt x="20563" y="172"/>
                  </a:cubicBezTo>
                  <a:lnTo>
                    <a:pt x="20490" y="172"/>
                  </a:lnTo>
                  <a:cubicBezTo>
                    <a:pt x="20294" y="148"/>
                    <a:pt x="20098" y="148"/>
                    <a:pt x="19877" y="123"/>
                  </a:cubicBezTo>
                  <a:cubicBezTo>
                    <a:pt x="19460" y="99"/>
                    <a:pt x="19019" y="74"/>
                    <a:pt x="18578" y="74"/>
                  </a:cubicBezTo>
                  <a:cubicBezTo>
                    <a:pt x="17696" y="50"/>
                    <a:pt x="16838" y="25"/>
                    <a:pt x="15956" y="25"/>
                  </a:cubicBezTo>
                  <a:cubicBezTo>
                    <a:pt x="15539" y="1"/>
                    <a:pt x="15098" y="1"/>
                    <a:pt x="1468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33" name="Google Shape;933;p51"/>
            <p:cNvSpPr/>
            <p:nvPr/>
          </p:nvSpPr>
          <p:spPr>
            <a:xfrm>
              <a:off x="3121615" y="1861198"/>
              <a:ext cx="1223651" cy="609466"/>
            </a:xfrm>
            <a:custGeom>
              <a:avLst/>
              <a:gdLst/>
              <a:ahLst/>
              <a:cxnLst/>
              <a:rect l="l" t="t" r="r" b="b"/>
              <a:pathLst>
                <a:path w="18407" h="9168" extrusionOk="0">
                  <a:moveTo>
                    <a:pt x="17329" y="810"/>
                  </a:moveTo>
                  <a:cubicBezTo>
                    <a:pt x="17353" y="957"/>
                    <a:pt x="17402" y="1104"/>
                    <a:pt x="17427" y="1251"/>
                  </a:cubicBezTo>
                  <a:cubicBezTo>
                    <a:pt x="17427" y="1300"/>
                    <a:pt x="17427" y="1349"/>
                    <a:pt x="17427" y="1398"/>
                  </a:cubicBezTo>
                  <a:cubicBezTo>
                    <a:pt x="17451" y="1545"/>
                    <a:pt x="17451" y="1717"/>
                    <a:pt x="17476" y="1913"/>
                  </a:cubicBezTo>
                  <a:cubicBezTo>
                    <a:pt x="17476" y="2060"/>
                    <a:pt x="17476" y="2231"/>
                    <a:pt x="17476" y="2403"/>
                  </a:cubicBezTo>
                  <a:cubicBezTo>
                    <a:pt x="17500" y="2574"/>
                    <a:pt x="17500" y="2746"/>
                    <a:pt x="17500" y="2893"/>
                  </a:cubicBezTo>
                  <a:cubicBezTo>
                    <a:pt x="17500" y="3065"/>
                    <a:pt x="17500" y="3236"/>
                    <a:pt x="17500" y="3408"/>
                  </a:cubicBezTo>
                  <a:cubicBezTo>
                    <a:pt x="17500" y="3604"/>
                    <a:pt x="17500" y="3775"/>
                    <a:pt x="17500" y="3971"/>
                  </a:cubicBezTo>
                  <a:cubicBezTo>
                    <a:pt x="17500" y="4167"/>
                    <a:pt x="17476" y="4339"/>
                    <a:pt x="17476" y="4535"/>
                  </a:cubicBezTo>
                  <a:cubicBezTo>
                    <a:pt x="17451" y="4707"/>
                    <a:pt x="17427" y="4878"/>
                    <a:pt x="17427" y="5074"/>
                  </a:cubicBezTo>
                  <a:cubicBezTo>
                    <a:pt x="17402" y="5221"/>
                    <a:pt x="17402" y="5393"/>
                    <a:pt x="17378" y="5564"/>
                  </a:cubicBezTo>
                  <a:cubicBezTo>
                    <a:pt x="17353" y="5711"/>
                    <a:pt x="17304" y="5834"/>
                    <a:pt x="17280" y="5981"/>
                  </a:cubicBezTo>
                  <a:cubicBezTo>
                    <a:pt x="17255" y="6128"/>
                    <a:pt x="17206" y="6300"/>
                    <a:pt x="17157" y="6422"/>
                  </a:cubicBezTo>
                  <a:lnTo>
                    <a:pt x="17108" y="6496"/>
                  </a:lnTo>
                  <a:cubicBezTo>
                    <a:pt x="17059" y="6569"/>
                    <a:pt x="17010" y="6618"/>
                    <a:pt x="16961" y="6667"/>
                  </a:cubicBezTo>
                  <a:cubicBezTo>
                    <a:pt x="16912" y="6692"/>
                    <a:pt x="16863" y="6716"/>
                    <a:pt x="16814" y="6741"/>
                  </a:cubicBezTo>
                  <a:cubicBezTo>
                    <a:pt x="16495" y="6863"/>
                    <a:pt x="16152" y="7010"/>
                    <a:pt x="15809" y="7108"/>
                  </a:cubicBezTo>
                  <a:cubicBezTo>
                    <a:pt x="15637" y="7182"/>
                    <a:pt x="15441" y="7231"/>
                    <a:pt x="15245" y="7280"/>
                  </a:cubicBezTo>
                  <a:cubicBezTo>
                    <a:pt x="15049" y="7329"/>
                    <a:pt x="14853" y="7378"/>
                    <a:pt x="14657" y="7427"/>
                  </a:cubicBezTo>
                  <a:cubicBezTo>
                    <a:pt x="14461" y="7476"/>
                    <a:pt x="14265" y="7501"/>
                    <a:pt x="14044" y="7525"/>
                  </a:cubicBezTo>
                  <a:cubicBezTo>
                    <a:pt x="13848" y="7550"/>
                    <a:pt x="13652" y="7599"/>
                    <a:pt x="13456" y="7623"/>
                  </a:cubicBezTo>
                  <a:cubicBezTo>
                    <a:pt x="13015" y="7697"/>
                    <a:pt x="12598" y="7770"/>
                    <a:pt x="12182" y="7844"/>
                  </a:cubicBezTo>
                  <a:cubicBezTo>
                    <a:pt x="12059" y="7868"/>
                    <a:pt x="11937" y="7868"/>
                    <a:pt x="11814" y="7893"/>
                  </a:cubicBezTo>
                  <a:cubicBezTo>
                    <a:pt x="10981" y="7991"/>
                    <a:pt x="10147" y="8089"/>
                    <a:pt x="9314" y="8138"/>
                  </a:cubicBezTo>
                  <a:cubicBezTo>
                    <a:pt x="8456" y="8187"/>
                    <a:pt x="7599" y="8236"/>
                    <a:pt x="6741" y="8236"/>
                  </a:cubicBezTo>
                  <a:cubicBezTo>
                    <a:pt x="6251" y="8236"/>
                    <a:pt x="5760" y="8236"/>
                    <a:pt x="5246" y="8211"/>
                  </a:cubicBezTo>
                  <a:cubicBezTo>
                    <a:pt x="5025" y="8211"/>
                    <a:pt x="4805" y="8211"/>
                    <a:pt x="4584" y="8187"/>
                  </a:cubicBezTo>
                  <a:cubicBezTo>
                    <a:pt x="4339" y="8187"/>
                    <a:pt x="4118" y="8162"/>
                    <a:pt x="3873" y="8138"/>
                  </a:cubicBezTo>
                  <a:cubicBezTo>
                    <a:pt x="3800" y="8138"/>
                    <a:pt x="3751" y="8113"/>
                    <a:pt x="3677" y="8113"/>
                  </a:cubicBezTo>
                  <a:cubicBezTo>
                    <a:pt x="3579" y="8089"/>
                    <a:pt x="3506" y="8089"/>
                    <a:pt x="3432" y="8064"/>
                  </a:cubicBezTo>
                  <a:cubicBezTo>
                    <a:pt x="3260" y="8015"/>
                    <a:pt x="3089" y="7966"/>
                    <a:pt x="2917" y="7917"/>
                  </a:cubicBezTo>
                  <a:cubicBezTo>
                    <a:pt x="2623" y="7819"/>
                    <a:pt x="2329" y="7721"/>
                    <a:pt x="2035" y="7599"/>
                  </a:cubicBezTo>
                  <a:cubicBezTo>
                    <a:pt x="1986" y="7574"/>
                    <a:pt x="1937" y="7550"/>
                    <a:pt x="1863" y="7525"/>
                  </a:cubicBezTo>
                  <a:cubicBezTo>
                    <a:pt x="1790" y="7501"/>
                    <a:pt x="1716" y="7452"/>
                    <a:pt x="1643" y="7403"/>
                  </a:cubicBezTo>
                  <a:cubicBezTo>
                    <a:pt x="1594" y="7354"/>
                    <a:pt x="1520" y="7305"/>
                    <a:pt x="1496" y="7256"/>
                  </a:cubicBezTo>
                  <a:cubicBezTo>
                    <a:pt x="1447" y="7207"/>
                    <a:pt x="1422" y="7133"/>
                    <a:pt x="1398" y="7084"/>
                  </a:cubicBezTo>
                  <a:cubicBezTo>
                    <a:pt x="1349" y="6937"/>
                    <a:pt x="1300" y="6790"/>
                    <a:pt x="1275" y="6618"/>
                  </a:cubicBezTo>
                  <a:cubicBezTo>
                    <a:pt x="1226" y="6447"/>
                    <a:pt x="1202" y="6300"/>
                    <a:pt x="1177" y="6128"/>
                  </a:cubicBezTo>
                  <a:cubicBezTo>
                    <a:pt x="1153" y="5932"/>
                    <a:pt x="1128" y="5711"/>
                    <a:pt x="1104" y="5515"/>
                  </a:cubicBezTo>
                  <a:cubicBezTo>
                    <a:pt x="1079" y="5270"/>
                    <a:pt x="1055" y="5001"/>
                    <a:pt x="1055" y="4731"/>
                  </a:cubicBezTo>
                  <a:cubicBezTo>
                    <a:pt x="1030" y="4511"/>
                    <a:pt x="1055" y="4265"/>
                    <a:pt x="1079" y="4045"/>
                  </a:cubicBezTo>
                  <a:cubicBezTo>
                    <a:pt x="1079" y="3824"/>
                    <a:pt x="1104" y="3604"/>
                    <a:pt x="1128" y="3383"/>
                  </a:cubicBezTo>
                  <a:cubicBezTo>
                    <a:pt x="1153" y="3310"/>
                    <a:pt x="1153" y="3236"/>
                    <a:pt x="1177" y="3163"/>
                  </a:cubicBezTo>
                  <a:cubicBezTo>
                    <a:pt x="1202" y="3065"/>
                    <a:pt x="1226" y="2991"/>
                    <a:pt x="1251" y="2917"/>
                  </a:cubicBezTo>
                  <a:lnTo>
                    <a:pt x="1300" y="2844"/>
                  </a:lnTo>
                  <a:lnTo>
                    <a:pt x="1398" y="2746"/>
                  </a:lnTo>
                  <a:cubicBezTo>
                    <a:pt x="1422" y="2721"/>
                    <a:pt x="1471" y="2697"/>
                    <a:pt x="1520" y="2672"/>
                  </a:cubicBezTo>
                  <a:cubicBezTo>
                    <a:pt x="1569" y="2623"/>
                    <a:pt x="1643" y="2599"/>
                    <a:pt x="1692" y="2574"/>
                  </a:cubicBezTo>
                  <a:cubicBezTo>
                    <a:pt x="1913" y="2476"/>
                    <a:pt x="2133" y="2427"/>
                    <a:pt x="2354" y="2378"/>
                  </a:cubicBezTo>
                  <a:cubicBezTo>
                    <a:pt x="2599" y="2329"/>
                    <a:pt x="2844" y="2305"/>
                    <a:pt x="3089" y="2256"/>
                  </a:cubicBezTo>
                  <a:cubicBezTo>
                    <a:pt x="3579" y="2182"/>
                    <a:pt x="4045" y="2084"/>
                    <a:pt x="4535" y="2011"/>
                  </a:cubicBezTo>
                  <a:cubicBezTo>
                    <a:pt x="4903" y="1986"/>
                    <a:pt x="5295" y="1937"/>
                    <a:pt x="5662" y="1864"/>
                  </a:cubicBezTo>
                  <a:cubicBezTo>
                    <a:pt x="6005" y="1815"/>
                    <a:pt x="6349" y="1766"/>
                    <a:pt x="6692" y="1717"/>
                  </a:cubicBezTo>
                  <a:cubicBezTo>
                    <a:pt x="7084" y="1668"/>
                    <a:pt x="7501" y="1619"/>
                    <a:pt x="7917" y="1594"/>
                  </a:cubicBezTo>
                  <a:cubicBezTo>
                    <a:pt x="8334" y="1545"/>
                    <a:pt x="8775" y="1520"/>
                    <a:pt x="9216" y="1471"/>
                  </a:cubicBezTo>
                  <a:cubicBezTo>
                    <a:pt x="9633" y="1422"/>
                    <a:pt x="10074" y="1398"/>
                    <a:pt x="10515" y="1349"/>
                  </a:cubicBezTo>
                  <a:cubicBezTo>
                    <a:pt x="10932" y="1324"/>
                    <a:pt x="11373" y="1275"/>
                    <a:pt x="11814" y="1251"/>
                  </a:cubicBezTo>
                  <a:cubicBezTo>
                    <a:pt x="12231" y="1226"/>
                    <a:pt x="12623" y="1177"/>
                    <a:pt x="13039" y="1153"/>
                  </a:cubicBezTo>
                  <a:cubicBezTo>
                    <a:pt x="13481" y="1104"/>
                    <a:pt x="13922" y="1079"/>
                    <a:pt x="14363" y="1030"/>
                  </a:cubicBezTo>
                  <a:cubicBezTo>
                    <a:pt x="14780" y="1006"/>
                    <a:pt x="15196" y="981"/>
                    <a:pt x="15613" y="932"/>
                  </a:cubicBezTo>
                  <a:cubicBezTo>
                    <a:pt x="16030" y="908"/>
                    <a:pt x="16446" y="859"/>
                    <a:pt x="16863" y="834"/>
                  </a:cubicBezTo>
                  <a:cubicBezTo>
                    <a:pt x="17010" y="834"/>
                    <a:pt x="17181" y="810"/>
                    <a:pt x="17329" y="810"/>
                  </a:cubicBezTo>
                  <a:close/>
                  <a:moveTo>
                    <a:pt x="11615" y="8821"/>
                  </a:moveTo>
                  <a:lnTo>
                    <a:pt x="11615" y="8821"/>
                  </a:lnTo>
                  <a:cubicBezTo>
                    <a:pt x="11608" y="8822"/>
                    <a:pt x="11601" y="8823"/>
                    <a:pt x="11593" y="8824"/>
                  </a:cubicBezTo>
                  <a:cubicBezTo>
                    <a:pt x="11599" y="8824"/>
                    <a:pt x="11607" y="8823"/>
                    <a:pt x="11615" y="8821"/>
                  </a:cubicBezTo>
                  <a:close/>
                  <a:moveTo>
                    <a:pt x="17451" y="1"/>
                  </a:moveTo>
                  <a:cubicBezTo>
                    <a:pt x="17206" y="25"/>
                    <a:pt x="16985" y="25"/>
                    <a:pt x="16740" y="25"/>
                  </a:cubicBezTo>
                  <a:cubicBezTo>
                    <a:pt x="16544" y="50"/>
                    <a:pt x="16348" y="50"/>
                    <a:pt x="16152" y="74"/>
                  </a:cubicBezTo>
                  <a:cubicBezTo>
                    <a:pt x="15711" y="123"/>
                    <a:pt x="15294" y="148"/>
                    <a:pt x="14878" y="173"/>
                  </a:cubicBezTo>
                  <a:cubicBezTo>
                    <a:pt x="14461" y="197"/>
                    <a:pt x="14044" y="222"/>
                    <a:pt x="13603" y="246"/>
                  </a:cubicBezTo>
                  <a:cubicBezTo>
                    <a:pt x="13187" y="271"/>
                    <a:pt x="12770" y="320"/>
                    <a:pt x="12353" y="344"/>
                  </a:cubicBezTo>
                  <a:cubicBezTo>
                    <a:pt x="11471" y="393"/>
                    <a:pt x="10589" y="442"/>
                    <a:pt x="9682" y="491"/>
                  </a:cubicBezTo>
                  <a:cubicBezTo>
                    <a:pt x="9241" y="516"/>
                    <a:pt x="8824" y="565"/>
                    <a:pt x="8383" y="589"/>
                  </a:cubicBezTo>
                  <a:cubicBezTo>
                    <a:pt x="7966" y="638"/>
                    <a:pt x="7525" y="663"/>
                    <a:pt x="7108" y="687"/>
                  </a:cubicBezTo>
                  <a:cubicBezTo>
                    <a:pt x="6643" y="712"/>
                    <a:pt x="6202" y="810"/>
                    <a:pt x="5736" y="883"/>
                  </a:cubicBezTo>
                  <a:cubicBezTo>
                    <a:pt x="5319" y="957"/>
                    <a:pt x="4903" y="1006"/>
                    <a:pt x="4486" y="1079"/>
                  </a:cubicBezTo>
                  <a:cubicBezTo>
                    <a:pt x="4094" y="1128"/>
                    <a:pt x="3677" y="1226"/>
                    <a:pt x="3285" y="1300"/>
                  </a:cubicBezTo>
                  <a:cubicBezTo>
                    <a:pt x="2917" y="1373"/>
                    <a:pt x="2525" y="1422"/>
                    <a:pt x="2158" y="1520"/>
                  </a:cubicBezTo>
                  <a:cubicBezTo>
                    <a:pt x="1962" y="1570"/>
                    <a:pt x="1765" y="1619"/>
                    <a:pt x="1569" y="1692"/>
                  </a:cubicBezTo>
                  <a:cubicBezTo>
                    <a:pt x="1373" y="1766"/>
                    <a:pt x="1177" y="1839"/>
                    <a:pt x="981" y="1962"/>
                  </a:cubicBezTo>
                  <a:cubicBezTo>
                    <a:pt x="761" y="2109"/>
                    <a:pt x="540" y="2305"/>
                    <a:pt x="417" y="2550"/>
                  </a:cubicBezTo>
                  <a:cubicBezTo>
                    <a:pt x="368" y="2672"/>
                    <a:pt x="319" y="2770"/>
                    <a:pt x="270" y="2893"/>
                  </a:cubicBezTo>
                  <a:cubicBezTo>
                    <a:pt x="246" y="2991"/>
                    <a:pt x="221" y="3089"/>
                    <a:pt x="197" y="3187"/>
                  </a:cubicBezTo>
                  <a:cubicBezTo>
                    <a:pt x="99" y="3604"/>
                    <a:pt x="50" y="4020"/>
                    <a:pt x="25" y="4462"/>
                  </a:cubicBezTo>
                  <a:cubicBezTo>
                    <a:pt x="1" y="4658"/>
                    <a:pt x="1" y="4878"/>
                    <a:pt x="1" y="5074"/>
                  </a:cubicBezTo>
                  <a:cubicBezTo>
                    <a:pt x="25" y="5295"/>
                    <a:pt x="50" y="5515"/>
                    <a:pt x="50" y="5711"/>
                  </a:cubicBezTo>
                  <a:cubicBezTo>
                    <a:pt x="74" y="5957"/>
                    <a:pt x="99" y="6202"/>
                    <a:pt x="148" y="6422"/>
                  </a:cubicBezTo>
                  <a:cubicBezTo>
                    <a:pt x="172" y="6643"/>
                    <a:pt x="221" y="6839"/>
                    <a:pt x="270" y="7035"/>
                  </a:cubicBezTo>
                  <a:cubicBezTo>
                    <a:pt x="319" y="7256"/>
                    <a:pt x="393" y="7476"/>
                    <a:pt x="516" y="7672"/>
                  </a:cubicBezTo>
                  <a:cubicBezTo>
                    <a:pt x="663" y="7942"/>
                    <a:pt x="908" y="8138"/>
                    <a:pt x="1177" y="8309"/>
                  </a:cubicBezTo>
                  <a:cubicBezTo>
                    <a:pt x="1324" y="8383"/>
                    <a:pt x="1471" y="8432"/>
                    <a:pt x="1618" y="8505"/>
                  </a:cubicBezTo>
                  <a:cubicBezTo>
                    <a:pt x="1716" y="8530"/>
                    <a:pt x="1814" y="8579"/>
                    <a:pt x="1913" y="8604"/>
                  </a:cubicBezTo>
                  <a:cubicBezTo>
                    <a:pt x="2109" y="8677"/>
                    <a:pt x="2305" y="8726"/>
                    <a:pt x="2501" y="8775"/>
                  </a:cubicBezTo>
                  <a:cubicBezTo>
                    <a:pt x="2697" y="8849"/>
                    <a:pt x="2893" y="8898"/>
                    <a:pt x="3089" y="8947"/>
                  </a:cubicBezTo>
                  <a:cubicBezTo>
                    <a:pt x="3187" y="8971"/>
                    <a:pt x="3285" y="8996"/>
                    <a:pt x="3383" y="9020"/>
                  </a:cubicBezTo>
                  <a:cubicBezTo>
                    <a:pt x="3506" y="9045"/>
                    <a:pt x="3604" y="9045"/>
                    <a:pt x="3702" y="9069"/>
                  </a:cubicBezTo>
                  <a:cubicBezTo>
                    <a:pt x="4167" y="9118"/>
                    <a:pt x="4633" y="9143"/>
                    <a:pt x="5074" y="9143"/>
                  </a:cubicBezTo>
                  <a:cubicBezTo>
                    <a:pt x="5515" y="9167"/>
                    <a:pt x="5932" y="9167"/>
                    <a:pt x="6349" y="9167"/>
                  </a:cubicBezTo>
                  <a:cubicBezTo>
                    <a:pt x="6790" y="9167"/>
                    <a:pt x="7206" y="9167"/>
                    <a:pt x="7648" y="9143"/>
                  </a:cubicBezTo>
                  <a:cubicBezTo>
                    <a:pt x="8089" y="9118"/>
                    <a:pt x="8530" y="9094"/>
                    <a:pt x="8971" y="9069"/>
                  </a:cubicBezTo>
                  <a:cubicBezTo>
                    <a:pt x="9861" y="9021"/>
                    <a:pt x="10775" y="8926"/>
                    <a:pt x="11667" y="8806"/>
                  </a:cubicBezTo>
                  <a:lnTo>
                    <a:pt x="11667" y="8806"/>
                  </a:lnTo>
                  <a:cubicBezTo>
                    <a:pt x="11647" y="8811"/>
                    <a:pt x="11630" y="8817"/>
                    <a:pt x="11615" y="8821"/>
                  </a:cubicBezTo>
                  <a:lnTo>
                    <a:pt x="11615" y="8821"/>
                  </a:lnTo>
                  <a:cubicBezTo>
                    <a:pt x="12050" y="8749"/>
                    <a:pt x="12508" y="8700"/>
                    <a:pt x="12941" y="8628"/>
                  </a:cubicBezTo>
                  <a:cubicBezTo>
                    <a:pt x="13358" y="8579"/>
                    <a:pt x="13750" y="8481"/>
                    <a:pt x="14167" y="8407"/>
                  </a:cubicBezTo>
                  <a:cubicBezTo>
                    <a:pt x="14584" y="8358"/>
                    <a:pt x="14976" y="8285"/>
                    <a:pt x="15368" y="8211"/>
                  </a:cubicBezTo>
                  <a:cubicBezTo>
                    <a:pt x="15735" y="8113"/>
                    <a:pt x="16128" y="8015"/>
                    <a:pt x="16495" y="7917"/>
                  </a:cubicBezTo>
                  <a:cubicBezTo>
                    <a:pt x="16667" y="7844"/>
                    <a:pt x="16863" y="7795"/>
                    <a:pt x="17059" y="7721"/>
                  </a:cubicBezTo>
                  <a:cubicBezTo>
                    <a:pt x="17157" y="7672"/>
                    <a:pt x="17280" y="7623"/>
                    <a:pt x="17402" y="7550"/>
                  </a:cubicBezTo>
                  <a:cubicBezTo>
                    <a:pt x="17549" y="7476"/>
                    <a:pt x="17672" y="7354"/>
                    <a:pt x="17770" y="7231"/>
                  </a:cubicBezTo>
                  <a:cubicBezTo>
                    <a:pt x="17819" y="7182"/>
                    <a:pt x="17868" y="7108"/>
                    <a:pt x="17917" y="7059"/>
                  </a:cubicBezTo>
                  <a:cubicBezTo>
                    <a:pt x="17990" y="6961"/>
                    <a:pt x="18015" y="6839"/>
                    <a:pt x="18064" y="6716"/>
                  </a:cubicBezTo>
                  <a:cubicBezTo>
                    <a:pt x="18088" y="6618"/>
                    <a:pt x="18113" y="6520"/>
                    <a:pt x="18137" y="6422"/>
                  </a:cubicBezTo>
                  <a:cubicBezTo>
                    <a:pt x="18186" y="6226"/>
                    <a:pt x="18235" y="6055"/>
                    <a:pt x="18260" y="5859"/>
                  </a:cubicBezTo>
                  <a:cubicBezTo>
                    <a:pt x="18284" y="5613"/>
                    <a:pt x="18309" y="5368"/>
                    <a:pt x="18333" y="5123"/>
                  </a:cubicBezTo>
                  <a:cubicBezTo>
                    <a:pt x="18333" y="4927"/>
                    <a:pt x="18358" y="4731"/>
                    <a:pt x="18382" y="4535"/>
                  </a:cubicBezTo>
                  <a:cubicBezTo>
                    <a:pt x="18382" y="4339"/>
                    <a:pt x="18407" y="4118"/>
                    <a:pt x="18382" y="3922"/>
                  </a:cubicBezTo>
                  <a:cubicBezTo>
                    <a:pt x="18382" y="3702"/>
                    <a:pt x="18382" y="3506"/>
                    <a:pt x="18358" y="3285"/>
                  </a:cubicBezTo>
                  <a:cubicBezTo>
                    <a:pt x="18358" y="3040"/>
                    <a:pt x="18333" y="2819"/>
                    <a:pt x="18309" y="2574"/>
                  </a:cubicBezTo>
                  <a:cubicBezTo>
                    <a:pt x="18284" y="2305"/>
                    <a:pt x="18235" y="2060"/>
                    <a:pt x="18186" y="1815"/>
                  </a:cubicBezTo>
                  <a:cubicBezTo>
                    <a:pt x="18137" y="1570"/>
                    <a:pt x="18088" y="1324"/>
                    <a:pt x="18015" y="1079"/>
                  </a:cubicBezTo>
                  <a:cubicBezTo>
                    <a:pt x="17990" y="1006"/>
                    <a:pt x="17966" y="908"/>
                    <a:pt x="17941" y="810"/>
                  </a:cubicBezTo>
                  <a:cubicBezTo>
                    <a:pt x="17892" y="712"/>
                    <a:pt x="17868" y="614"/>
                    <a:pt x="17843" y="516"/>
                  </a:cubicBezTo>
                  <a:cubicBezTo>
                    <a:pt x="17843" y="491"/>
                    <a:pt x="17843" y="442"/>
                    <a:pt x="17843" y="418"/>
                  </a:cubicBezTo>
                  <a:cubicBezTo>
                    <a:pt x="17843" y="197"/>
                    <a:pt x="17672" y="1"/>
                    <a:pt x="1745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34" name="Google Shape;934;p51"/>
          <p:cNvGrpSpPr/>
          <p:nvPr/>
        </p:nvGrpSpPr>
        <p:grpSpPr>
          <a:xfrm>
            <a:off x="4846072" y="3284047"/>
            <a:ext cx="991127" cy="962603"/>
            <a:chOff x="5454572" y="3264997"/>
            <a:chExt cx="991127" cy="962603"/>
          </a:xfrm>
        </p:grpSpPr>
        <p:grpSp>
          <p:nvGrpSpPr>
            <p:cNvPr id="935" name="Google Shape;935;p51"/>
            <p:cNvGrpSpPr/>
            <p:nvPr/>
          </p:nvGrpSpPr>
          <p:grpSpPr>
            <a:xfrm>
              <a:off x="5454572" y="3264997"/>
              <a:ext cx="991127" cy="878343"/>
              <a:chOff x="2902550" y="1504600"/>
              <a:chExt cx="403800" cy="357850"/>
            </a:xfrm>
          </p:grpSpPr>
          <p:sp>
            <p:nvSpPr>
              <p:cNvPr id="936" name="Google Shape;936;p51"/>
              <p:cNvSpPr/>
              <p:nvPr/>
            </p:nvSpPr>
            <p:spPr>
              <a:xfrm>
                <a:off x="2957075" y="1504600"/>
                <a:ext cx="163025" cy="189350"/>
              </a:xfrm>
              <a:custGeom>
                <a:avLst/>
                <a:gdLst/>
                <a:ahLst/>
                <a:cxnLst/>
                <a:rect l="l" t="t" r="r" b="b"/>
                <a:pathLst>
                  <a:path w="6521" h="7574" extrusionOk="0">
                    <a:moveTo>
                      <a:pt x="4854" y="1"/>
                    </a:moveTo>
                    <a:cubicBezTo>
                      <a:pt x="4706" y="1"/>
                      <a:pt x="4559" y="25"/>
                      <a:pt x="4437" y="99"/>
                    </a:cubicBezTo>
                    <a:cubicBezTo>
                      <a:pt x="4339" y="148"/>
                      <a:pt x="4265" y="221"/>
                      <a:pt x="4167" y="295"/>
                    </a:cubicBezTo>
                    <a:lnTo>
                      <a:pt x="4143" y="295"/>
                    </a:lnTo>
                    <a:cubicBezTo>
                      <a:pt x="4045" y="393"/>
                      <a:pt x="3922" y="466"/>
                      <a:pt x="3800" y="564"/>
                    </a:cubicBezTo>
                    <a:cubicBezTo>
                      <a:pt x="3604" y="711"/>
                      <a:pt x="3408" y="858"/>
                      <a:pt x="3211" y="1005"/>
                    </a:cubicBezTo>
                    <a:cubicBezTo>
                      <a:pt x="2893" y="1251"/>
                      <a:pt x="2574" y="1520"/>
                      <a:pt x="2231" y="1814"/>
                    </a:cubicBezTo>
                    <a:cubicBezTo>
                      <a:pt x="1618" y="2353"/>
                      <a:pt x="981" y="2917"/>
                      <a:pt x="246" y="3652"/>
                    </a:cubicBezTo>
                    <a:cubicBezTo>
                      <a:pt x="25" y="3873"/>
                      <a:pt x="1" y="4241"/>
                      <a:pt x="197" y="4486"/>
                    </a:cubicBezTo>
                    <a:cubicBezTo>
                      <a:pt x="197" y="4657"/>
                      <a:pt x="270" y="4829"/>
                      <a:pt x="417" y="4976"/>
                    </a:cubicBezTo>
                    <a:cubicBezTo>
                      <a:pt x="491" y="5049"/>
                      <a:pt x="564" y="5123"/>
                      <a:pt x="663" y="5172"/>
                    </a:cubicBezTo>
                    <a:cubicBezTo>
                      <a:pt x="785" y="5246"/>
                      <a:pt x="883" y="5246"/>
                      <a:pt x="1006" y="5295"/>
                    </a:cubicBezTo>
                    <a:lnTo>
                      <a:pt x="1030" y="5295"/>
                    </a:lnTo>
                    <a:cubicBezTo>
                      <a:pt x="1153" y="5319"/>
                      <a:pt x="1275" y="5368"/>
                      <a:pt x="1398" y="5417"/>
                    </a:cubicBezTo>
                    <a:cubicBezTo>
                      <a:pt x="1569" y="5491"/>
                      <a:pt x="1741" y="5564"/>
                      <a:pt x="1937" y="5638"/>
                    </a:cubicBezTo>
                    <a:cubicBezTo>
                      <a:pt x="2011" y="5662"/>
                      <a:pt x="2109" y="5711"/>
                      <a:pt x="2207" y="5760"/>
                    </a:cubicBezTo>
                    <a:lnTo>
                      <a:pt x="2427" y="5858"/>
                    </a:lnTo>
                    <a:cubicBezTo>
                      <a:pt x="2623" y="5956"/>
                      <a:pt x="2844" y="6054"/>
                      <a:pt x="3040" y="6201"/>
                    </a:cubicBezTo>
                    <a:cubicBezTo>
                      <a:pt x="3138" y="6275"/>
                      <a:pt x="3236" y="6348"/>
                      <a:pt x="3309" y="6422"/>
                    </a:cubicBezTo>
                    <a:cubicBezTo>
                      <a:pt x="3408" y="6520"/>
                      <a:pt x="3481" y="6593"/>
                      <a:pt x="3579" y="6667"/>
                    </a:cubicBezTo>
                    <a:cubicBezTo>
                      <a:pt x="3800" y="6863"/>
                      <a:pt x="4069" y="7059"/>
                      <a:pt x="4339" y="7231"/>
                    </a:cubicBezTo>
                    <a:cubicBezTo>
                      <a:pt x="4510" y="7304"/>
                      <a:pt x="4682" y="7378"/>
                      <a:pt x="4854" y="7476"/>
                    </a:cubicBezTo>
                    <a:cubicBezTo>
                      <a:pt x="4927" y="7500"/>
                      <a:pt x="5001" y="7500"/>
                      <a:pt x="5050" y="7525"/>
                    </a:cubicBezTo>
                    <a:lnTo>
                      <a:pt x="5074" y="7525"/>
                    </a:lnTo>
                    <a:cubicBezTo>
                      <a:pt x="5172" y="7574"/>
                      <a:pt x="5295" y="7574"/>
                      <a:pt x="5417" y="7574"/>
                    </a:cubicBezTo>
                    <a:cubicBezTo>
                      <a:pt x="5515" y="7574"/>
                      <a:pt x="5613" y="7574"/>
                      <a:pt x="5736" y="7549"/>
                    </a:cubicBezTo>
                    <a:cubicBezTo>
                      <a:pt x="5834" y="7525"/>
                      <a:pt x="5907" y="7476"/>
                      <a:pt x="5981" y="7451"/>
                    </a:cubicBezTo>
                    <a:cubicBezTo>
                      <a:pt x="6079" y="7402"/>
                      <a:pt x="6152" y="7329"/>
                      <a:pt x="6251" y="7255"/>
                    </a:cubicBezTo>
                    <a:cubicBezTo>
                      <a:pt x="6324" y="7133"/>
                      <a:pt x="6447" y="6986"/>
                      <a:pt x="6471" y="6839"/>
                    </a:cubicBezTo>
                    <a:cubicBezTo>
                      <a:pt x="6496" y="6716"/>
                      <a:pt x="6520" y="6593"/>
                      <a:pt x="6520" y="6446"/>
                    </a:cubicBezTo>
                    <a:cubicBezTo>
                      <a:pt x="6520" y="6299"/>
                      <a:pt x="6520" y="6152"/>
                      <a:pt x="6496" y="6005"/>
                    </a:cubicBezTo>
                    <a:cubicBezTo>
                      <a:pt x="6447" y="5589"/>
                      <a:pt x="6373" y="5172"/>
                      <a:pt x="6324" y="4804"/>
                    </a:cubicBezTo>
                    <a:cubicBezTo>
                      <a:pt x="6275" y="4510"/>
                      <a:pt x="6226" y="4192"/>
                      <a:pt x="6177" y="3898"/>
                    </a:cubicBezTo>
                    <a:cubicBezTo>
                      <a:pt x="6103" y="3383"/>
                      <a:pt x="6030" y="2844"/>
                      <a:pt x="5956" y="2329"/>
                    </a:cubicBezTo>
                    <a:lnTo>
                      <a:pt x="5883" y="1912"/>
                    </a:lnTo>
                    <a:cubicBezTo>
                      <a:pt x="5858" y="1618"/>
                      <a:pt x="5809" y="1324"/>
                      <a:pt x="5736" y="1030"/>
                    </a:cubicBezTo>
                    <a:cubicBezTo>
                      <a:pt x="5662" y="638"/>
                      <a:pt x="5540" y="295"/>
                      <a:pt x="5221" y="99"/>
                    </a:cubicBezTo>
                    <a:cubicBezTo>
                      <a:pt x="5099" y="25"/>
                      <a:pt x="4976" y="1"/>
                      <a:pt x="485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51"/>
              <p:cNvSpPr/>
              <p:nvPr/>
            </p:nvSpPr>
            <p:spPr>
              <a:xfrm>
                <a:off x="2902550" y="1729475"/>
                <a:ext cx="159325" cy="132975"/>
              </a:xfrm>
              <a:custGeom>
                <a:avLst/>
                <a:gdLst/>
                <a:ahLst/>
                <a:cxnLst/>
                <a:rect l="l" t="t" r="r" b="b"/>
                <a:pathLst>
                  <a:path w="6373" h="5319" extrusionOk="0">
                    <a:moveTo>
                      <a:pt x="3897" y="0"/>
                    </a:moveTo>
                    <a:cubicBezTo>
                      <a:pt x="3726" y="0"/>
                      <a:pt x="3554" y="74"/>
                      <a:pt x="3407" y="221"/>
                    </a:cubicBezTo>
                    <a:cubicBezTo>
                      <a:pt x="2721" y="785"/>
                      <a:pt x="2108" y="1324"/>
                      <a:pt x="1545" y="1863"/>
                    </a:cubicBezTo>
                    <a:cubicBezTo>
                      <a:pt x="1250" y="2133"/>
                      <a:pt x="981" y="2378"/>
                      <a:pt x="711" y="2647"/>
                    </a:cubicBezTo>
                    <a:cubicBezTo>
                      <a:pt x="589" y="2770"/>
                      <a:pt x="491" y="2868"/>
                      <a:pt x="368" y="2990"/>
                    </a:cubicBezTo>
                    <a:cubicBezTo>
                      <a:pt x="123" y="3236"/>
                      <a:pt x="1" y="3481"/>
                      <a:pt x="1" y="3726"/>
                    </a:cubicBezTo>
                    <a:cubicBezTo>
                      <a:pt x="1" y="3995"/>
                      <a:pt x="172" y="4265"/>
                      <a:pt x="417" y="4436"/>
                    </a:cubicBezTo>
                    <a:cubicBezTo>
                      <a:pt x="638" y="4583"/>
                      <a:pt x="956" y="4633"/>
                      <a:pt x="1177" y="4657"/>
                    </a:cubicBezTo>
                    <a:cubicBezTo>
                      <a:pt x="1373" y="4706"/>
                      <a:pt x="1569" y="4731"/>
                      <a:pt x="1741" y="4755"/>
                    </a:cubicBezTo>
                    <a:cubicBezTo>
                      <a:pt x="2133" y="4804"/>
                      <a:pt x="2476" y="4878"/>
                      <a:pt x="2795" y="4951"/>
                    </a:cubicBezTo>
                    <a:cubicBezTo>
                      <a:pt x="3089" y="5000"/>
                      <a:pt x="3383" y="5049"/>
                      <a:pt x="3677" y="5098"/>
                    </a:cubicBezTo>
                    <a:lnTo>
                      <a:pt x="3824" y="5123"/>
                    </a:lnTo>
                    <a:cubicBezTo>
                      <a:pt x="4142" y="5172"/>
                      <a:pt x="4461" y="5221"/>
                      <a:pt x="4804" y="5270"/>
                    </a:cubicBezTo>
                    <a:cubicBezTo>
                      <a:pt x="4927" y="5270"/>
                      <a:pt x="5074" y="5294"/>
                      <a:pt x="5196" y="5294"/>
                    </a:cubicBezTo>
                    <a:lnTo>
                      <a:pt x="5245" y="5319"/>
                    </a:lnTo>
                    <a:cubicBezTo>
                      <a:pt x="5343" y="5319"/>
                      <a:pt x="5441" y="5294"/>
                      <a:pt x="5564" y="5270"/>
                    </a:cubicBezTo>
                    <a:cubicBezTo>
                      <a:pt x="5687" y="5245"/>
                      <a:pt x="5883" y="5123"/>
                      <a:pt x="5956" y="5025"/>
                    </a:cubicBezTo>
                    <a:cubicBezTo>
                      <a:pt x="6054" y="4951"/>
                      <a:pt x="6128" y="4853"/>
                      <a:pt x="6177" y="4755"/>
                    </a:cubicBezTo>
                    <a:cubicBezTo>
                      <a:pt x="6373" y="4387"/>
                      <a:pt x="6324" y="3922"/>
                      <a:pt x="6226" y="3530"/>
                    </a:cubicBezTo>
                    <a:cubicBezTo>
                      <a:pt x="6177" y="3309"/>
                      <a:pt x="6079" y="3088"/>
                      <a:pt x="5981" y="2868"/>
                    </a:cubicBezTo>
                    <a:lnTo>
                      <a:pt x="5956" y="2819"/>
                    </a:lnTo>
                    <a:cubicBezTo>
                      <a:pt x="5883" y="2647"/>
                      <a:pt x="5809" y="2451"/>
                      <a:pt x="5711" y="2255"/>
                    </a:cubicBezTo>
                    <a:cubicBezTo>
                      <a:pt x="5564" y="1986"/>
                      <a:pt x="5417" y="1716"/>
                      <a:pt x="5270" y="1471"/>
                    </a:cubicBezTo>
                    <a:cubicBezTo>
                      <a:pt x="5221" y="1373"/>
                      <a:pt x="5172" y="1299"/>
                      <a:pt x="5123" y="1226"/>
                    </a:cubicBezTo>
                    <a:cubicBezTo>
                      <a:pt x="5098" y="1177"/>
                      <a:pt x="5074" y="1103"/>
                      <a:pt x="5049" y="1054"/>
                    </a:cubicBezTo>
                    <a:cubicBezTo>
                      <a:pt x="5000" y="956"/>
                      <a:pt x="4927" y="883"/>
                      <a:pt x="4878" y="785"/>
                    </a:cubicBezTo>
                    <a:cubicBezTo>
                      <a:pt x="4853" y="736"/>
                      <a:pt x="4829" y="711"/>
                      <a:pt x="4804" y="662"/>
                    </a:cubicBezTo>
                    <a:cubicBezTo>
                      <a:pt x="4682" y="466"/>
                      <a:pt x="4584" y="270"/>
                      <a:pt x="4388" y="172"/>
                    </a:cubicBezTo>
                    <a:lnTo>
                      <a:pt x="4290" y="123"/>
                    </a:lnTo>
                    <a:cubicBezTo>
                      <a:pt x="4192" y="49"/>
                      <a:pt x="4044" y="0"/>
                      <a:pt x="389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51"/>
              <p:cNvSpPr/>
              <p:nvPr/>
            </p:nvSpPr>
            <p:spPr>
              <a:xfrm>
                <a:off x="3166625" y="1527875"/>
                <a:ext cx="139725" cy="159350"/>
              </a:xfrm>
              <a:custGeom>
                <a:avLst/>
                <a:gdLst/>
                <a:ahLst/>
                <a:cxnLst/>
                <a:rect l="l" t="t" r="r" b="b"/>
                <a:pathLst>
                  <a:path w="5589" h="6374" extrusionOk="0">
                    <a:moveTo>
                      <a:pt x="4682" y="1"/>
                    </a:moveTo>
                    <a:cubicBezTo>
                      <a:pt x="4486" y="1"/>
                      <a:pt x="4290" y="99"/>
                      <a:pt x="4118" y="173"/>
                    </a:cubicBezTo>
                    <a:cubicBezTo>
                      <a:pt x="4020" y="222"/>
                      <a:pt x="3922" y="295"/>
                      <a:pt x="3849" y="344"/>
                    </a:cubicBezTo>
                    <a:cubicBezTo>
                      <a:pt x="3653" y="467"/>
                      <a:pt x="3457" y="589"/>
                      <a:pt x="3285" y="736"/>
                    </a:cubicBezTo>
                    <a:lnTo>
                      <a:pt x="3260" y="736"/>
                    </a:lnTo>
                    <a:cubicBezTo>
                      <a:pt x="2329" y="1398"/>
                      <a:pt x="1422" y="2133"/>
                      <a:pt x="540" y="2819"/>
                    </a:cubicBezTo>
                    <a:lnTo>
                      <a:pt x="393" y="2942"/>
                    </a:lnTo>
                    <a:lnTo>
                      <a:pt x="344" y="2991"/>
                    </a:lnTo>
                    <a:cubicBezTo>
                      <a:pt x="99" y="3138"/>
                      <a:pt x="1" y="3432"/>
                      <a:pt x="74" y="3702"/>
                    </a:cubicBezTo>
                    <a:lnTo>
                      <a:pt x="74" y="3726"/>
                    </a:lnTo>
                    <a:lnTo>
                      <a:pt x="99" y="3751"/>
                    </a:lnTo>
                    <a:cubicBezTo>
                      <a:pt x="123" y="3873"/>
                      <a:pt x="172" y="3971"/>
                      <a:pt x="270" y="4069"/>
                    </a:cubicBezTo>
                    <a:lnTo>
                      <a:pt x="295" y="4094"/>
                    </a:lnTo>
                    <a:lnTo>
                      <a:pt x="319" y="4143"/>
                    </a:lnTo>
                    <a:lnTo>
                      <a:pt x="442" y="4216"/>
                    </a:lnTo>
                    <a:lnTo>
                      <a:pt x="491" y="4265"/>
                    </a:lnTo>
                    <a:cubicBezTo>
                      <a:pt x="540" y="4339"/>
                      <a:pt x="614" y="4388"/>
                      <a:pt x="687" y="4462"/>
                    </a:cubicBezTo>
                    <a:cubicBezTo>
                      <a:pt x="736" y="4511"/>
                      <a:pt x="785" y="4560"/>
                      <a:pt x="834" y="4633"/>
                    </a:cubicBezTo>
                    <a:cubicBezTo>
                      <a:pt x="1128" y="4878"/>
                      <a:pt x="1422" y="5123"/>
                      <a:pt x="1716" y="5319"/>
                    </a:cubicBezTo>
                    <a:cubicBezTo>
                      <a:pt x="1937" y="5491"/>
                      <a:pt x="2182" y="5638"/>
                      <a:pt x="2501" y="5785"/>
                    </a:cubicBezTo>
                    <a:cubicBezTo>
                      <a:pt x="2868" y="5981"/>
                      <a:pt x="3211" y="6128"/>
                      <a:pt x="3555" y="6251"/>
                    </a:cubicBezTo>
                    <a:cubicBezTo>
                      <a:pt x="3628" y="6275"/>
                      <a:pt x="3702" y="6300"/>
                      <a:pt x="3751" y="6324"/>
                    </a:cubicBezTo>
                    <a:cubicBezTo>
                      <a:pt x="3873" y="6349"/>
                      <a:pt x="4020" y="6373"/>
                      <a:pt x="4118" y="6373"/>
                    </a:cubicBezTo>
                    <a:cubicBezTo>
                      <a:pt x="4241" y="6373"/>
                      <a:pt x="4339" y="6373"/>
                      <a:pt x="4437" y="6349"/>
                    </a:cubicBezTo>
                    <a:lnTo>
                      <a:pt x="4486" y="6324"/>
                    </a:lnTo>
                    <a:cubicBezTo>
                      <a:pt x="4584" y="6300"/>
                      <a:pt x="4657" y="6251"/>
                      <a:pt x="4731" y="6202"/>
                    </a:cubicBezTo>
                    <a:cubicBezTo>
                      <a:pt x="4829" y="6153"/>
                      <a:pt x="4903" y="6079"/>
                      <a:pt x="4976" y="5981"/>
                    </a:cubicBezTo>
                    <a:cubicBezTo>
                      <a:pt x="5148" y="5761"/>
                      <a:pt x="5270" y="5515"/>
                      <a:pt x="5319" y="5246"/>
                    </a:cubicBezTo>
                    <a:cubicBezTo>
                      <a:pt x="5417" y="4854"/>
                      <a:pt x="5466" y="4437"/>
                      <a:pt x="5491" y="4069"/>
                    </a:cubicBezTo>
                    <a:cubicBezTo>
                      <a:pt x="5540" y="3579"/>
                      <a:pt x="5564" y="3089"/>
                      <a:pt x="5564" y="2599"/>
                    </a:cubicBezTo>
                    <a:cubicBezTo>
                      <a:pt x="5564" y="2403"/>
                      <a:pt x="5564" y="2231"/>
                      <a:pt x="5564" y="2060"/>
                    </a:cubicBezTo>
                    <a:lnTo>
                      <a:pt x="5589" y="1937"/>
                    </a:lnTo>
                    <a:cubicBezTo>
                      <a:pt x="5589" y="1741"/>
                      <a:pt x="5589" y="1545"/>
                      <a:pt x="5564" y="1349"/>
                    </a:cubicBezTo>
                    <a:cubicBezTo>
                      <a:pt x="5540" y="1153"/>
                      <a:pt x="5515" y="957"/>
                      <a:pt x="5515" y="810"/>
                    </a:cubicBezTo>
                    <a:cubicBezTo>
                      <a:pt x="5491" y="687"/>
                      <a:pt x="5442" y="614"/>
                      <a:pt x="5393" y="491"/>
                    </a:cubicBezTo>
                    <a:cubicBezTo>
                      <a:pt x="5368" y="418"/>
                      <a:pt x="5319" y="344"/>
                      <a:pt x="5270" y="271"/>
                    </a:cubicBezTo>
                    <a:cubicBezTo>
                      <a:pt x="5148" y="148"/>
                      <a:pt x="5050" y="99"/>
                      <a:pt x="4927" y="50"/>
                    </a:cubicBezTo>
                    <a:cubicBezTo>
                      <a:pt x="4854" y="25"/>
                      <a:pt x="4755" y="1"/>
                      <a:pt x="468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39" name="Google Shape;939;p51"/>
            <p:cNvSpPr/>
            <p:nvPr/>
          </p:nvSpPr>
          <p:spPr>
            <a:xfrm>
              <a:off x="6017019" y="3836475"/>
              <a:ext cx="342955" cy="391125"/>
            </a:xfrm>
            <a:custGeom>
              <a:avLst/>
              <a:gdLst/>
              <a:ahLst/>
              <a:cxnLst/>
              <a:rect l="l" t="t" r="r" b="b"/>
              <a:pathLst>
                <a:path w="5589" h="6374" extrusionOk="0">
                  <a:moveTo>
                    <a:pt x="4682" y="1"/>
                  </a:moveTo>
                  <a:cubicBezTo>
                    <a:pt x="4486" y="1"/>
                    <a:pt x="4290" y="99"/>
                    <a:pt x="4118" y="173"/>
                  </a:cubicBezTo>
                  <a:cubicBezTo>
                    <a:pt x="4020" y="222"/>
                    <a:pt x="3922" y="295"/>
                    <a:pt x="3849" y="344"/>
                  </a:cubicBezTo>
                  <a:cubicBezTo>
                    <a:pt x="3653" y="467"/>
                    <a:pt x="3457" y="589"/>
                    <a:pt x="3285" y="736"/>
                  </a:cubicBezTo>
                  <a:lnTo>
                    <a:pt x="3260" y="736"/>
                  </a:lnTo>
                  <a:cubicBezTo>
                    <a:pt x="2329" y="1398"/>
                    <a:pt x="1422" y="2133"/>
                    <a:pt x="540" y="2819"/>
                  </a:cubicBezTo>
                  <a:lnTo>
                    <a:pt x="393" y="2942"/>
                  </a:lnTo>
                  <a:lnTo>
                    <a:pt x="344" y="2991"/>
                  </a:lnTo>
                  <a:cubicBezTo>
                    <a:pt x="99" y="3138"/>
                    <a:pt x="1" y="3432"/>
                    <a:pt x="74" y="3702"/>
                  </a:cubicBezTo>
                  <a:lnTo>
                    <a:pt x="74" y="3726"/>
                  </a:lnTo>
                  <a:lnTo>
                    <a:pt x="99" y="3751"/>
                  </a:lnTo>
                  <a:cubicBezTo>
                    <a:pt x="123" y="3873"/>
                    <a:pt x="172" y="3971"/>
                    <a:pt x="270" y="4069"/>
                  </a:cubicBezTo>
                  <a:lnTo>
                    <a:pt x="295" y="4094"/>
                  </a:lnTo>
                  <a:lnTo>
                    <a:pt x="319" y="4143"/>
                  </a:lnTo>
                  <a:lnTo>
                    <a:pt x="442" y="4216"/>
                  </a:lnTo>
                  <a:lnTo>
                    <a:pt x="491" y="4265"/>
                  </a:lnTo>
                  <a:cubicBezTo>
                    <a:pt x="540" y="4339"/>
                    <a:pt x="614" y="4388"/>
                    <a:pt x="687" y="4462"/>
                  </a:cubicBezTo>
                  <a:cubicBezTo>
                    <a:pt x="736" y="4511"/>
                    <a:pt x="785" y="4560"/>
                    <a:pt x="834" y="4633"/>
                  </a:cubicBezTo>
                  <a:cubicBezTo>
                    <a:pt x="1128" y="4878"/>
                    <a:pt x="1422" y="5123"/>
                    <a:pt x="1716" y="5319"/>
                  </a:cubicBezTo>
                  <a:cubicBezTo>
                    <a:pt x="1937" y="5491"/>
                    <a:pt x="2182" y="5638"/>
                    <a:pt x="2501" y="5785"/>
                  </a:cubicBezTo>
                  <a:cubicBezTo>
                    <a:pt x="2868" y="5981"/>
                    <a:pt x="3211" y="6128"/>
                    <a:pt x="3555" y="6251"/>
                  </a:cubicBezTo>
                  <a:cubicBezTo>
                    <a:pt x="3628" y="6275"/>
                    <a:pt x="3702" y="6300"/>
                    <a:pt x="3751" y="6324"/>
                  </a:cubicBezTo>
                  <a:cubicBezTo>
                    <a:pt x="3873" y="6349"/>
                    <a:pt x="4020" y="6373"/>
                    <a:pt x="4118" y="6373"/>
                  </a:cubicBezTo>
                  <a:cubicBezTo>
                    <a:pt x="4241" y="6373"/>
                    <a:pt x="4339" y="6373"/>
                    <a:pt x="4437" y="6349"/>
                  </a:cubicBezTo>
                  <a:lnTo>
                    <a:pt x="4486" y="6324"/>
                  </a:lnTo>
                  <a:cubicBezTo>
                    <a:pt x="4584" y="6300"/>
                    <a:pt x="4657" y="6251"/>
                    <a:pt x="4731" y="6202"/>
                  </a:cubicBezTo>
                  <a:cubicBezTo>
                    <a:pt x="4829" y="6153"/>
                    <a:pt x="4903" y="6079"/>
                    <a:pt x="4976" y="5981"/>
                  </a:cubicBezTo>
                  <a:cubicBezTo>
                    <a:pt x="5148" y="5761"/>
                    <a:pt x="5270" y="5515"/>
                    <a:pt x="5319" y="5246"/>
                  </a:cubicBezTo>
                  <a:cubicBezTo>
                    <a:pt x="5417" y="4854"/>
                    <a:pt x="5466" y="4437"/>
                    <a:pt x="5491" y="4069"/>
                  </a:cubicBezTo>
                  <a:cubicBezTo>
                    <a:pt x="5540" y="3579"/>
                    <a:pt x="5564" y="3089"/>
                    <a:pt x="5564" y="2599"/>
                  </a:cubicBezTo>
                  <a:cubicBezTo>
                    <a:pt x="5564" y="2403"/>
                    <a:pt x="5564" y="2231"/>
                    <a:pt x="5564" y="2060"/>
                  </a:cubicBezTo>
                  <a:lnTo>
                    <a:pt x="5589" y="1937"/>
                  </a:lnTo>
                  <a:cubicBezTo>
                    <a:pt x="5589" y="1741"/>
                    <a:pt x="5589" y="1545"/>
                    <a:pt x="5564" y="1349"/>
                  </a:cubicBezTo>
                  <a:cubicBezTo>
                    <a:pt x="5540" y="1153"/>
                    <a:pt x="5515" y="957"/>
                    <a:pt x="5515" y="810"/>
                  </a:cubicBezTo>
                  <a:cubicBezTo>
                    <a:pt x="5491" y="687"/>
                    <a:pt x="5442" y="614"/>
                    <a:pt x="5393" y="491"/>
                  </a:cubicBezTo>
                  <a:cubicBezTo>
                    <a:pt x="5368" y="418"/>
                    <a:pt x="5319" y="344"/>
                    <a:pt x="5270" y="271"/>
                  </a:cubicBezTo>
                  <a:cubicBezTo>
                    <a:pt x="5148" y="148"/>
                    <a:pt x="5050" y="99"/>
                    <a:pt x="4927" y="50"/>
                  </a:cubicBezTo>
                  <a:cubicBezTo>
                    <a:pt x="4854" y="25"/>
                    <a:pt x="4755" y="1"/>
                    <a:pt x="468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40" name="Google Shape;940;p51"/>
          <p:cNvGrpSpPr/>
          <p:nvPr/>
        </p:nvGrpSpPr>
        <p:grpSpPr>
          <a:xfrm>
            <a:off x="6468556" y="2506414"/>
            <a:ext cx="1007185" cy="826438"/>
            <a:chOff x="4626125" y="1926775"/>
            <a:chExt cx="434450" cy="356500"/>
          </a:xfrm>
        </p:grpSpPr>
        <p:sp>
          <p:nvSpPr>
            <p:cNvPr id="941" name="Google Shape;941;p51"/>
            <p:cNvSpPr/>
            <p:nvPr/>
          </p:nvSpPr>
          <p:spPr>
            <a:xfrm>
              <a:off x="4626125" y="1983750"/>
              <a:ext cx="58850" cy="70725"/>
            </a:xfrm>
            <a:custGeom>
              <a:avLst/>
              <a:gdLst/>
              <a:ahLst/>
              <a:cxnLst/>
              <a:rect l="l" t="t" r="r" b="b"/>
              <a:pathLst>
                <a:path w="2354" h="2829" extrusionOk="0">
                  <a:moveTo>
                    <a:pt x="1324" y="0"/>
                  </a:moveTo>
                  <a:cubicBezTo>
                    <a:pt x="1055" y="0"/>
                    <a:pt x="760" y="148"/>
                    <a:pt x="638" y="393"/>
                  </a:cubicBezTo>
                  <a:cubicBezTo>
                    <a:pt x="540" y="564"/>
                    <a:pt x="442" y="736"/>
                    <a:pt x="344" y="907"/>
                  </a:cubicBezTo>
                  <a:cubicBezTo>
                    <a:pt x="246" y="1152"/>
                    <a:pt x="123" y="1373"/>
                    <a:pt x="74" y="1618"/>
                  </a:cubicBezTo>
                  <a:cubicBezTo>
                    <a:pt x="25" y="1814"/>
                    <a:pt x="1" y="2010"/>
                    <a:pt x="50" y="2206"/>
                  </a:cubicBezTo>
                  <a:cubicBezTo>
                    <a:pt x="123" y="2500"/>
                    <a:pt x="344" y="2721"/>
                    <a:pt x="638" y="2794"/>
                  </a:cubicBezTo>
                  <a:cubicBezTo>
                    <a:pt x="715" y="2818"/>
                    <a:pt x="791" y="2829"/>
                    <a:pt x="864" y="2829"/>
                  </a:cubicBezTo>
                  <a:cubicBezTo>
                    <a:pt x="1094" y="2829"/>
                    <a:pt x="1304" y="2723"/>
                    <a:pt x="1471" y="2574"/>
                  </a:cubicBezTo>
                  <a:cubicBezTo>
                    <a:pt x="1594" y="2476"/>
                    <a:pt x="1667" y="2353"/>
                    <a:pt x="1765" y="2231"/>
                  </a:cubicBezTo>
                  <a:cubicBezTo>
                    <a:pt x="1888" y="2059"/>
                    <a:pt x="1986" y="1839"/>
                    <a:pt x="2059" y="1643"/>
                  </a:cubicBezTo>
                  <a:cubicBezTo>
                    <a:pt x="2084" y="1594"/>
                    <a:pt x="2108" y="1545"/>
                    <a:pt x="2133" y="1496"/>
                  </a:cubicBezTo>
                  <a:cubicBezTo>
                    <a:pt x="2157" y="1447"/>
                    <a:pt x="2182" y="1397"/>
                    <a:pt x="2206" y="1348"/>
                  </a:cubicBezTo>
                  <a:cubicBezTo>
                    <a:pt x="2231" y="1275"/>
                    <a:pt x="2280" y="1177"/>
                    <a:pt x="2305" y="1103"/>
                  </a:cubicBezTo>
                  <a:cubicBezTo>
                    <a:pt x="2354" y="932"/>
                    <a:pt x="2329" y="809"/>
                    <a:pt x="2305" y="638"/>
                  </a:cubicBezTo>
                  <a:cubicBezTo>
                    <a:pt x="2280" y="564"/>
                    <a:pt x="2255" y="515"/>
                    <a:pt x="2206" y="442"/>
                  </a:cubicBezTo>
                  <a:cubicBezTo>
                    <a:pt x="2157" y="319"/>
                    <a:pt x="2059" y="221"/>
                    <a:pt x="1937" y="148"/>
                  </a:cubicBezTo>
                  <a:cubicBezTo>
                    <a:pt x="1839" y="99"/>
                    <a:pt x="1716" y="50"/>
                    <a:pt x="1594" y="50"/>
                  </a:cubicBezTo>
                  <a:cubicBezTo>
                    <a:pt x="1520" y="25"/>
                    <a:pt x="1422" y="0"/>
                    <a:pt x="1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2" name="Google Shape;942;p51"/>
            <p:cNvSpPr/>
            <p:nvPr/>
          </p:nvSpPr>
          <p:spPr>
            <a:xfrm>
              <a:off x="4728450" y="1926775"/>
              <a:ext cx="61300" cy="81500"/>
            </a:xfrm>
            <a:custGeom>
              <a:avLst/>
              <a:gdLst/>
              <a:ahLst/>
              <a:cxnLst/>
              <a:rect l="l" t="t" r="r" b="b"/>
              <a:pathLst>
                <a:path w="2452" h="3260" extrusionOk="0">
                  <a:moveTo>
                    <a:pt x="1692" y="0"/>
                  </a:moveTo>
                  <a:cubicBezTo>
                    <a:pt x="1422" y="0"/>
                    <a:pt x="1153" y="123"/>
                    <a:pt x="1030" y="368"/>
                  </a:cubicBezTo>
                  <a:cubicBezTo>
                    <a:pt x="956" y="466"/>
                    <a:pt x="907" y="588"/>
                    <a:pt x="858" y="686"/>
                  </a:cubicBezTo>
                  <a:lnTo>
                    <a:pt x="809" y="735"/>
                  </a:lnTo>
                  <a:cubicBezTo>
                    <a:pt x="760" y="760"/>
                    <a:pt x="687" y="809"/>
                    <a:pt x="638" y="858"/>
                  </a:cubicBezTo>
                  <a:cubicBezTo>
                    <a:pt x="540" y="956"/>
                    <a:pt x="466" y="1079"/>
                    <a:pt x="442" y="1201"/>
                  </a:cubicBezTo>
                  <a:cubicBezTo>
                    <a:pt x="368" y="1373"/>
                    <a:pt x="295" y="1544"/>
                    <a:pt x="246" y="1716"/>
                  </a:cubicBezTo>
                  <a:cubicBezTo>
                    <a:pt x="172" y="1887"/>
                    <a:pt x="74" y="2083"/>
                    <a:pt x="50" y="2279"/>
                  </a:cubicBezTo>
                  <a:cubicBezTo>
                    <a:pt x="1" y="2402"/>
                    <a:pt x="1" y="2549"/>
                    <a:pt x="50" y="2696"/>
                  </a:cubicBezTo>
                  <a:cubicBezTo>
                    <a:pt x="99" y="2892"/>
                    <a:pt x="221" y="3064"/>
                    <a:pt x="417" y="3162"/>
                  </a:cubicBezTo>
                  <a:cubicBezTo>
                    <a:pt x="540" y="3235"/>
                    <a:pt x="662" y="3260"/>
                    <a:pt x="809" y="3260"/>
                  </a:cubicBezTo>
                  <a:cubicBezTo>
                    <a:pt x="1006" y="3260"/>
                    <a:pt x="1226" y="3186"/>
                    <a:pt x="1349" y="3039"/>
                  </a:cubicBezTo>
                  <a:cubicBezTo>
                    <a:pt x="1422" y="2941"/>
                    <a:pt x="1496" y="2868"/>
                    <a:pt x="1569" y="2770"/>
                  </a:cubicBezTo>
                  <a:cubicBezTo>
                    <a:pt x="1594" y="2721"/>
                    <a:pt x="1594" y="2672"/>
                    <a:pt x="1618" y="2623"/>
                  </a:cubicBezTo>
                  <a:lnTo>
                    <a:pt x="1643" y="2623"/>
                  </a:lnTo>
                  <a:cubicBezTo>
                    <a:pt x="1790" y="2549"/>
                    <a:pt x="1937" y="2427"/>
                    <a:pt x="2035" y="2279"/>
                  </a:cubicBezTo>
                  <a:cubicBezTo>
                    <a:pt x="2157" y="2059"/>
                    <a:pt x="2206" y="1789"/>
                    <a:pt x="2280" y="1569"/>
                  </a:cubicBezTo>
                  <a:cubicBezTo>
                    <a:pt x="2353" y="1299"/>
                    <a:pt x="2452" y="1030"/>
                    <a:pt x="2452" y="760"/>
                  </a:cubicBezTo>
                  <a:cubicBezTo>
                    <a:pt x="2452" y="417"/>
                    <a:pt x="2206" y="98"/>
                    <a:pt x="1888" y="25"/>
                  </a:cubicBezTo>
                  <a:cubicBezTo>
                    <a:pt x="1814" y="0"/>
                    <a:pt x="1741" y="0"/>
                    <a:pt x="169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3" name="Google Shape;943;p51"/>
            <p:cNvSpPr/>
            <p:nvPr/>
          </p:nvSpPr>
          <p:spPr>
            <a:xfrm>
              <a:off x="4639600" y="2096500"/>
              <a:ext cx="58850" cy="87200"/>
            </a:xfrm>
            <a:custGeom>
              <a:avLst/>
              <a:gdLst/>
              <a:ahLst/>
              <a:cxnLst/>
              <a:rect l="l" t="t" r="r" b="b"/>
              <a:pathLst>
                <a:path w="2354" h="3488" extrusionOk="0">
                  <a:moveTo>
                    <a:pt x="1422" y="0"/>
                  </a:moveTo>
                  <a:cubicBezTo>
                    <a:pt x="1055" y="0"/>
                    <a:pt x="712" y="245"/>
                    <a:pt x="614" y="613"/>
                  </a:cubicBezTo>
                  <a:cubicBezTo>
                    <a:pt x="540" y="931"/>
                    <a:pt x="442" y="1226"/>
                    <a:pt x="369" y="1544"/>
                  </a:cubicBezTo>
                  <a:lnTo>
                    <a:pt x="369" y="1569"/>
                  </a:lnTo>
                  <a:lnTo>
                    <a:pt x="344" y="1593"/>
                  </a:lnTo>
                  <a:cubicBezTo>
                    <a:pt x="295" y="1667"/>
                    <a:pt x="270" y="1740"/>
                    <a:pt x="246" y="1789"/>
                  </a:cubicBezTo>
                  <a:cubicBezTo>
                    <a:pt x="197" y="1912"/>
                    <a:pt x="148" y="2010"/>
                    <a:pt x="99" y="2108"/>
                  </a:cubicBezTo>
                  <a:cubicBezTo>
                    <a:pt x="1" y="2328"/>
                    <a:pt x="1" y="2549"/>
                    <a:pt x="50" y="2794"/>
                  </a:cubicBezTo>
                  <a:cubicBezTo>
                    <a:pt x="99" y="2917"/>
                    <a:pt x="172" y="3039"/>
                    <a:pt x="270" y="3137"/>
                  </a:cubicBezTo>
                  <a:cubicBezTo>
                    <a:pt x="393" y="3309"/>
                    <a:pt x="540" y="3407"/>
                    <a:pt x="736" y="3456"/>
                  </a:cubicBezTo>
                  <a:cubicBezTo>
                    <a:pt x="809" y="3477"/>
                    <a:pt x="883" y="3487"/>
                    <a:pt x="958" y="3487"/>
                  </a:cubicBezTo>
                  <a:cubicBezTo>
                    <a:pt x="1312" y="3487"/>
                    <a:pt x="1664" y="3257"/>
                    <a:pt x="1766" y="2892"/>
                  </a:cubicBezTo>
                  <a:cubicBezTo>
                    <a:pt x="1937" y="2279"/>
                    <a:pt x="2084" y="1667"/>
                    <a:pt x="2231" y="1054"/>
                  </a:cubicBezTo>
                  <a:cubicBezTo>
                    <a:pt x="2354" y="613"/>
                    <a:pt x="2109" y="147"/>
                    <a:pt x="1643" y="25"/>
                  </a:cubicBezTo>
                  <a:cubicBezTo>
                    <a:pt x="1569" y="0"/>
                    <a:pt x="1496" y="0"/>
                    <a:pt x="142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4" name="Google Shape;944;p51"/>
            <p:cNvSpPr/>
            <p:nvPr/>
          </p:nvSpPr>
          <p:spPr>
            <a:xfrm>
              <a:off x="4737650" y="2087900"/>
              <a:ext cx="53325" cy="65975"/>
            </a:xfrm>
            <a:custGeom>
              <a:avLst/>
              <a:gdLst/>
              <a:ahLst/>
              <a:cxnLst/>
              <a:rect l="l" t="t" r="r" b="b"/>
              <a:pathLst>
                <a:path w="2133" h="2639" extrusionOk="0">
                  <a:moveTo>
                    <a:pt x="1177" y="1"/>
                  </a:moveTo>
                  <a:cubicBezTo>
                    <a:pt x="1054" y="1"/>
                    <a:pt x="956" y="25"/>
                    <a:pt x="858" y="75"/>
                  </a:cubicBezTo>
                  <a:cubicBezTo>
                    <a:pt x="809" y="99"/>
                    <a:pt x="760" y="124"/>
                    <a:pt x="736" y="173"/>
                  </a:cubicBezTo>
                  <a:cubicBezTo>
                    <a:pt x="687" y="197"/>
                    <a:pt x="662" y="246"/>
                    <a:pt x="613" y="320"/>
                  </a:cubicBezTo>
                  <a:lnTo>
                    <a:pt x="564" y="393"/>
                  </a:lnTo>
                  <a:cubicBezTo>
                    <a:pt x="539" y="442"/>
                    <a:pt x="515" y="491"/>
                    <a:pt x="490" y="540"/>
                  </a:cubicBezTo>
                  <a:cubicBezTo>
                    <a:pt x="466" y="614"/>
                    <a:pt x="417" y="712"/>
                    <a:pt x="368" y="810"/>
                  </a:cubicBezTo>
                  <a:cubicBezTo>
                    <a:pt x="294" y="981"/>
                    <a:pt x="245" y="1128"/>
                    <a:pt x="172" y="1300"/>
                  </a:cubicBezTo>
                  <a:cubicBezTo>
                    <a:pt x="98" y="1496"/>
                    <a:pt x="49" y="1717"/>
                    <a:pt x="74" y="1913"/>
                  </a:cubicBezTo>
                  <a:lnTo>
                    <a:pt x="49" y="1962"/>
                  </a:lnTo>
                  <a:cubicBezTo>
                    <a:pt x="0" y="2109"/>
                    <a:pt x="49" y="2256"/>
                    <a:pt x="98" y="2378"/>
                  </a:cubicBezTo>
                  <a:cubicBezTo>
                    <a:pt x="172" y="2501"/>
                    <a:pt x="294" y="2574"/>
                    <a:pt x="417" y="2623"/>
                  </a:cubicBezTo>
                  <a:cubicBezTo>
                    <a:pt x="471" y="2632"/>
                    <a:pt x="525" y="2638"/>
                    <a:pt x="577" y="2638"/>
                  </a:cubicBezTo>
                  <a:cubicBezTo>
                    <a:pt x="668" y="2638"/>
                    <a:pt x="756" y="2621"/>
                    <a:pt x="834" y="2574"/>
                  </a:cubicBezTo>
                  <a:lnTo>
                    <a:pt x="858" y="2550"/>
                  </a:lnTo>
                  <a:cubicBezTo>
                    <a:pt x="907" y="2550"/>
                    <a:pt x="981" y="2550"/>
                    <a:pt x="1054" y="2525"/>
                  </a:cubicBezTo>
                  <a:cubicBezTo>
                    <a:pt x="1095" y="2531"/>
                    <a:pt x="1135" y="2534"/>
                    <a:pt x="1175" y="2534"/>
                  </a:cubicBezTo>
                  <a:cubicBezTo>
                    <a:pt x="1305" y="2534"/>
                    <a:pt x="1432" y="2502"/>
                    <a:pt x="1544" y="2427"/>
                  </a:cubicBezTo>
                  <a:cubicBezTo>
                    <a:pt x="1716" y="2329"/>
                    <a:pt x="1838" y="2182"/>
                    <a:pt x="1887" y="1986"/>
                  </a:cubicBezTo>
                  <a:cubicBezTo>
                    <a:pt x="1936" y="1864"/>
                    <a:pt x="1985" y="1741"/>
                    <a:pt x="2035" y="1594"/>
                  </a:cubicBezTo>
                  <a:cubicBezTo>
                    <a:pt x="2059" y="1545"/>
                    <a:pt x="2059" y="1472"/>
                    <a:pt x="2084" y="1398"/>
                  </a:cubicBezTo>
                  <a:cubicBezTo>
                    <a:pt x="2108" y="1226"/>
                    <a:pt x="2133" y="1006"/>
                    <a:pt x="2084" y="834"/>
                  </a:cubicBezTo>
                  <a:cubicBezTo>
                    <a:pt x="2035" y="663"/>
                    <a:pt x="1961" y="516"/>
                    <a:pt x="1838" y="393"/>
                  </a:cubicBezTo>
                  <a:lnTo>
                    <a:pt x="1740" y="344"/>
                  </a:lnTo>
                  <a:lnTo>
                    <a:pt x="1740" y="320"/>
                  </a:lnTo>
                  <a:cubicBezTo>
                    <a:pt x="1667" y="197"/>
                    <a:pt x="1593" y="148"/>
                    <a:pt x="1495" y="75"/>
                  </a:cubicBezTo>
                  <a:cubicBezTo>
                    <a:pt x="1397" y="25"/>
                    <a:pt x="1275" y="1"/>
                    <a:pt x="117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5" name="Google Shape;945;p51"/>
            <p:cNvSpPr/>
            <p:nvPr/>
          </p:nvSpPr>
          <p:spPr>
            <a:xfrm>
              <a:off x="4733975" y="2209225"/>
              <a:ext cx="55175" cy="74050"/>
            </a:xfrm>
            <a:custGeom>
              <a:avLst/>
              <a:gdLst/>
              <a:ahLst/>
              <a:cxnLst/>
              <a:rect l="l" t="t" r="r" b="b"/>
              <a:pathLst>
                <a:path w="2207" h="2962" extrusionOk="0">
                  <a:moveTo>
                    <a:pt x="1348" y="1"/>
                  </a:moveTo>
                  <a:cubicBezTo>
                    <a:pt x="1226" y="1"/>
                    <a:pt x="1103" y="50"/>
                    <a:pt x="981" y="99"/>
                  </a:cubicBezTo>
                  <a:cubicBezTo>
                    <a:pt x="858" y="197"/>
                    <a:pt x="686" y="344"/>
                    <a:pt x="662" y="515"/>
                  </a:cubicBezTo>
                  <a:lnTo>
                    <a:pt x="637" y="564"/>
                  </a:lnTo>
                  <a:cubicBezTo>
                    <a:pt x="539" y="662"/>
                    <a:pt x="490" y="785"/>
                    <a:pt x="441" y="908"/>
                  </a:cubicBezTo>
                  <a:cubicBezTo>
                    <a:pt x="441" y="957"/>
                    <a:pt x="441" y="1006"/>
                    <a:pt x="417" y="1030"/>
                  </a:cubicBezTo>
                  <a:cubicBezTo>
                    <a:pt x="392" y="1128"/>
                    <a:pt x="368" y="1202"/>
                    <a:pt x="319" y="1300"/>
                  </a:cubicBezTo>
                  <a:cubicBezTo>
                    <a:pt x="319" y="1349"/>
                    <a:pt x="294" y="1398"/>
                    <a:pt x="270" y="1447"/>
                  </a:cubicBezTo>
                  <a:cubicBezTo>
                    <a:pt x="221" y="1594"/>
                    <a:pt x="172" y="1716"/>
                    <a:pt x="123" y="1863"/>
                  </a:cubicBezTo>
                  <a:cubicBezTo>
                    <a:pt x="0" y="2231"/>
                    <a:pt x="196" y="2648"/>
                    <a:pt x="539" y="2844"/>
                  </a:cubicBezTo>
                  <a:cubicBezTo>
                    <a:pt x="667" y="2922"/>
                    <a:pt x="818" y="2961"/>
                    <a:pt x="969" y="2961"/>
                  </a:cubicBezTo>
                  <a:cubicBezTo>
                    <a:pt x="1195" y="2961"/>
                    <a:pt x="1422" y="2873"/>
                    <a:pt x="1569" y="2697"/>
                  </a:cubicBezTo>
                  <a:cubicBezTo>
                    <a:pt x="1667" y="2623"/>
                    <a:pt x="1740" y="2525"/>
                    <a:pt x="1789" y="2403"/>
                  </a:cubicBezTo>
                  <a:cubicBezTo>
                    <a:pt x="1838" y="2305"/>
                    <a:pt x="1887" y="2182"/>
                    <a:pt x="1912" y="2084"/>
                  </a:cubicBezTo>
                  <a:lnTo>
                    <a:pt x="1961" y="2010"/>
                  </a:lnTo>
                  <a:cubicBezTo>
                    <a:pt x="2010" y="1912"/>
                    <a:pt x="2059" y="1839"/>
                    <a:pt x="2083" y="1741"/>
                  </a:cubicBezTo>
                  <a:cubicBezTo>
                    <a:pt x="2132" y="1618"/>
                    <a:pt x="2157" y="1520"/>
                    <a:pt x="2182" y="1398"/>
                  </a:cubicBezTo>
                  <a:cubicBezTo>
                    <a:pt x="2206" y="1324"/>
                    <a:pt x="2206" y="1226"/>
                    <a:pt x="2206" y="1153"/>
                  </a:cubicBezTo>
                  <a:cubicBezTo>
                    <a:pt x="2206" y="981"/>
                    <a:pt x="2182" y="834"/>
                    <a:pt x="2083" y="711"/>
                  </a:cubicBezTo>
                  <a:cubicBezTo>
                    <a:pt x="2083" y="393"/>
                    <a:pt x="1838" y="123"/>
                    <a:pt x="1544" y="25"/>
                  </a:cubicBezTo>
                  <a:cubicBezTo>
                    <a:pt x="1495" y="25"/>
                    <a:pt x="1422" y="1"/>
                    <a:pt x="134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6" name="Google Shape;946;p51"/>
            <p:cNvSpPr/>
            <p:nvPr/>
          </p:nvSpPr>
          <p:spPr>
            <a:xfrm>
              <a:off x="4864475" y="2093425"/>
              <a:ext cx="59450" cy="85625"/>
            </a:xfrm>
            <a:custGeom>
              <a:avLst/>
              <a:gdLst/>
              <a:ahLst/>
              <a:cxnLst/>
              <a:rect l="l" t="t" r="r" b="b"/>
              <a:pathLst>
                <a:path w="2378" h="3425" extrusionOk="0">
                  <a:moveTo>
                    <a:pt x="1447" y="1"/>
                  </a:moveTo>
                  <a:cubicBezTo>
                    <a:pt x="1300" y="1"/>
                    <a:pt x="1153" y="50"/>
                    <a:pt x="1005" y="123"/>
                  </a:cubicBezTo>
                  <a:cubicBezTo>
                    <a:pt x="956" y="172"/>
                    <a:pt x="883" y="221"/>
                    <a:pt x="834" y="270"/>
                  </a:cubicBezTo>
                  <a:cubicBezTo>
                    <a:pt x="711" y="368"/>
                    <a:pt x="638" y="515"/>
                    <a:pt x="613" y="662"/>
                  </a:cubicBezTo>
                  <a:cubicBezTo>
                    <a:pt x="515" y="883"/>
                    <a:pt x="442" y="1079"/>
                    <a:pt x="344" y="1300"/>
                  </a:cubicBezTo>
                  <a:cubicBezTo>
                    <a:pt x="246" y="1545"/>
                    <a:pt x="148" y="1765"/>
                    <a:pt x="74" y="2010"/>
                  </a:cubicBezTo>
                  <a:cubicBezTo>
                    <a:pt x="1" y="2255"/>
                    <a:pt x="50" y="2525"/>
                    <a:pt x="172" y="2746"/>
                  </a:cubicBezTo>
                  <a:cubicBezTo>
                    <a:pt x="246" y="3040"/>
                    <a:pt x="442" y="3309"/>
                    <a:pt x="760" y="3383"/>
                  </a:cubicBezTo>
                  <a:cubicBezTo>
                    <a:pt x="843" y="3410"/>
                    <a:pt x="929" y="3424"/>
                    <a:pt x="1015" y="3424"/>
                  </a:cubicBezTo>
                  <a:cubicBezTo>
                    <a:pt x="1158" y="3424"/>
                    <a:pt x="1300" y="3386"/>
                    <a:pt x="1422" y="3309"/>
                  </a:cubicBezTo>
                  <a:cubicBezTo>
                    <a:pt x="1471" y="3260"/>
                    <a:pt x="1520" y="3211"/>
                    <a:pt x="1569" y="3187"/>
                  </a:cubicBezTo>
                  <a:cubicBezTo>
                    <a:pt x="1692" y="3064"/>
                    <a:pt x="1765" y="2942"/>
                    <a:pt x="1790" y="2819"/>
                  </a:cubicBezTo>
                  <a:lnTo>
                    <a:pt x="1814" y="2795"/>
                  </a:lnTo>
                  <a:cubicBezTo>
                    <a:pt x="1863" y="2623"/>
                    <a:pt x="1937" y="2451"/>
                    <a:pt x="1986" y="2280"/>
                  </a:cubicBezTo>
                  <a:cubicBezTo>
                    <a:pt x="2059" y="2059"/>
                    <a:pt x="2157" y="1839"/>
                    <a:pt x="2206" y="1594"/>
                  </a:cubicBezTo>
                  <a:cubicBezTo>
                    <a:pt x="2231" y="1496"/>
                    <a:pt x="2255" y="1398"/>
                    <a:pt x="2231" y="1300"/>
                  </a:cubicBezTo>
                  <a:lnTo>
                    <a:pt x="2304" y="1128"/>
                  </a:lnTo>
                  <a:cubicBezTo>
                    <a:pt x="2378" y="907"/>
                    <a:pt x="2329" y="638"/>
                    <a:pt x="2206" y="442"/>
                  </a:cubicBezTo>
                  <a:cubicBezTo>
                    <a:pt x="2108" y="246"/>
                    <a:pt x="1912" y="99"/>
                    <a:pt x="1692" y="50"/>
                  </a:cubicBezTo>
                  <a:cubicBezTo>
                    <a:pt x="1618" y="25"/>
                    <a:pt x="1545" y="1"/>
                    <a:pt x="144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7" name="Google Shape;947;p51"/>
            <p:cNvSpPr/>
            <p:nvPr/>
          </p:nvSpPr>
          <p:spPr>
            <a:xfrm>
              <a:off x="4926975" y="1971500"/>
              <a:ext cx="57625" cy="71625"/>
            </a:xfrm>
            <a:custGeom>
              <a:avLst/>
              <a:gdLst/>
              <a:ahLst/>
              <a:cxnLst/>
              <a:rect l="l" t="t" r="r" b="b"/>
              <a:pathLst>
                <a:path w="2305" h="2865" extrusionOk="0">
                  <a:moveTo>
                    <a:pt x="1324" y="0"/>
                  </a:moveTo>
                  <a:cubicBezTo>
                    <a:pt x="1250" y="25"/>
                    <a:pt x="1152" y="25"/>
                    <a:pt x="1079" y="25"/>
                  </a:cubicBezTo>
                  <a:cubicBezTo>
                    <a:pt x="932" y="74"/>
                    <a:pt x="785" y="147"/>
                    <a:pt x="662" y="270"/>
                  </a:cubicBezTo>
                  <a:cubicBezTo>
                    <a:pt x="540" y="368"/>
                    <a:pt x="442" y="540"/>
                    <a:pt x="368" y="662"/>
                  </a:cubicBezTo>
                  <a:cubicBezTo>
                    <a:pt x="319" y="736"/>
                    <a:pt x="270" y="785"/>
                    <a:pt x="246" y="858"/>
                  </a:cubicBezTo>
                  <a:cubicBezTo>
                    <a:pt x="172" y="981"/>
                    <a:pt x="123" y="1103"/>
                    <a:pt x="99" y="1226"/>
                  </a:cubicBezTo>
                  <a:cubicBezTo>
                    <a:pt x="50" y="1373"/>
                    <a:pt x="25" y="1544"/>
                    <a:pt x="25" y="1691"/>
                  </a:cubicBezTo>
                  <a:cubicBezTo>
                    <a:pt x="0" y="1887"/>
                    <a:pt x="50" y="2108"/>
                    <a:pt x="148" y="2280"/>
                  </a:cubicBezTo>
                  <a:cubicBezTo>
                    <a:pt x="221" y="2476"/>
                    <a:pt x="344" y="2647"/>
                    <a:pt x="540" y="2745"/>
                  </a:cubicBezTo>
                  <a:cubicBezTo>
                    <a:pt x="680" y="2825"/>
                    <a:pt x="836" y="2865"/>
                    <a:pt x="992" y="2865"/>
                  </a:cubicBezTo>
                  <a:cubicBezTo>
                    <a:pt x="1219" y="2865"/>
                    <a:pt x="1444" y="2782"/>
                    <a:pt x="1618" y="2623"/>
                  </a:cubicBezTo>
                  <a:cubicBezTo>
                    <a:pt x="1692" y="2574"/>
                    <a:pt x="1765" y="2525"/>
                    <a:pt x="1814" y="2451"/>
                  </a:cubicBezTo>
                  <a:cubicBezTo>
                    <a:pt x="1912" y="2329"/>
                    <a:pt x="1986" y="2231"/>
                    <a:pt x="2059" y="2108"/>
                  </a:cubicBezTo>
                  <a:cubicBezTo>
                    <a:pt x="2157" y="1961"/>
                    <a:pt x="2231" y="1814"/>
                    <a:pt x="2255" y="1642"/>
                  </a:cubicBezTo>
                  <a:cubicBezTo>
                    <a:pt x="2304" y="1471"/>
                    <a:pt x="2304" y="1299"/>
                    <a:pt x="2255" y="1128"/>
                  </a:cubicBezTo>
                  <a:lnTo>
                    <a:pt x="2255" y="1079"/>
                  </a:lnTo>
                  <a:cubicBezTo>
                    <a:pt x="2255" y="932"/>
                    <a:pt x="2255" y="809"/>
                    <a:pt x="2231" y="687"/>
                  </a:cubicBezTo>
                  <a:cubicBezTo>
                    <a:pt x="2182" y="613"/>
                    <a:pt x="2157" y="540"/>
                    <a:pt x="2133" y="466"/>
                  </a:cubicBezTo>
                  <a:cubicBezTo>
                    <a:pt x="2059" y="319"/>
                    <a:pt x="1937" y="221"/>
                    <a:pt x="1814" y="147"/>
                  </a:cubicBezTo>
                  <a:lnTo>
                    <a:pt x="1790" y="123"/>
                  </a:lnTo>
                  <a:cubicBezTo>
                    <a:pt x="1643" y="49"/>
                    <a:pt x="1496" y="0"/>
                    <a:pt x="132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8" name="Google Shape;948;p51"/>
            <p:cNvSpPr/>
            <p:nvPr/>
          </p:nvSpPr>
          <p:spPr>
            <a:xfrm>
              <a:off x="5000500" y="2059725"/>
              <a:ext cx="60075" cy="83475"/>
            </a:xfrm>
            <a:custGeom>
              <a:avLst/>
              <a:gdLst/>
              <a:ahLst/>
              <a:cxnLst/>
              <a:rect l="l" t="t" r="r" b="b"/>
              <a:pathLst>
                <a:path w="2403" h="3339" extrusionOk="0">
                  <a:moveTo>
                    <a:pt x="1128" y="1"/>
                  </a:moveTo>
                  <a:cubicBezTo>
                    <a:pt x="1005" y="25"/>
                    <a:pt x="883" y="50"/>
                    <a:pt x="760" y="123"/>
                  </a:cubicBezTo>
                  <a:cubicBezTo>
                    <a:pt x="613" y="197"/>
                    <a:pt x="466" y="368"/>
                    <a:pt x="442" y="540"/>
                  </a:cubicBezTo>
                  <a:cubicBezTo>
                    <a:pt x="368" y="785"/>
                    <a:pt x="295" y="1030"/>
                    <a:pt x="246" y="1251"/>
                  </a:cubicBezTo>
                  <a:cubicBezTo>
                    <a:pt x="172" y="1496"/>
                    <a:pt x="123" y="1716"/>
                    <a:pt x="74" y="1961"/>
                  </a:cubicBezTo>
                  <a:lnTo>
                    <a:pt x="50" y="2035"/>
                  </a:lnTo>
                  <a:cubicBezTo>
                    <a:pt x="1" y="2255"/>
                    <a:pt x="1" y="2402"/>
                    <a:pt x="50" y="2599"/>
                  </a:cubicBezTo>
                  <a:cubicBezTo>
                    <a:pt x="74" y="2770"/>
                    <a:pt x="172" y="2942"/>
                    <a:pt x="295" y="3064"/>
                  </a:cubicBezTo>
                  <a:cubicBezTo>
                    <a:pt x="417" y="3187"/>
                    <a:pt x="540" y="3260"/>
                    <a:pt x="687" y="3285"/>
                  </a:cubicBezTo>
                  <a:cubicBezTo>
                    <a:pt x="785" y="3309"/>
                    <a:pt x="858" y="3334"/>
                    <a:pt x="956" y="3334"/>
                  </a:cubicBezTo>
                  <a:cubicBezTo>
                    <a:pt x="976" y="3337"/>
                    <a:pt x="996" y="3339"/>
                    <a:pt x="1018" y="3339"/>
                  </a:cubicBezTo>
                  <a:cubicBezTo>
                    <a:pt x="1160" y="3339"/>
                    <a:pt x="1340" y="3272"/>
                    <a:pt x="1447" y="3187"/>
                  </a:cubicBezTo>
                  <a:cubicBezTo>
                    <a:pt x="1520" y="3138"/>
                    <a:pt x="1594" y="3089"/>
                    <a:pt x="1667" y="2991"/>
                  </a:cubicBezTo>
                  <a:cubicBezTo>
                    <a:pt x="1716" y="2942"/>
                    <a:pt x="1765" y="2868"/>
                    <a:pt x="1814" y="2795"/>
                  </a:cubicBezTo>
                  <a:cubicBezTo>
                    <a:pt x="1863" y="2721"/>
                    <a:pt x="1888" y="2672"/>
                    <a:pt x="1912" y="2599"/>
                  </a:cubicBezTo>
                  <a:cubicBezTo>
                    <a:pt x="2035" y="2378"/>
                    <a:pt x="2108" y="2133"/>
                    <a:pt x="2231" y="1937"/>
                  </a:cubicBezTo>
                  <a:cubicBezTo>
                    <a:pt x="2402" y="1643"/>
                    <a:pt x="2402" y="1275"/>
                    <a:pt x="2231" y="1005"/>
                  </a:cubicBezTo>
                  <a:cubicBezTo>
                    <a:pt x="2157" y="858"/>
                    <a:pt x="2035" y="736"/>
                    <a:pt x="1888" y="662"/>
                  </a:cubicBezTo>
                  <a:lnTo>
                    <a:pt x="1863" y="564"/>
                  </a:lnTo>
                  <a:cubicBezTo>
                    <a:pt x="1814" y="442"/>
                    <a:pt x="1765" y="319"/>
                    <a:pt x="1667" y="221"/>
                  </a:cubicBezTo>
                  <a:cubicBezTo>
                    <a:pt x="1618" y="197"/>
                    <a:pt x="1569" y="148"/>
                    <a:pt x="1520" y="123"/>
                  </a:cubicBezTo>
                  <a:cubicBezTo>
                    <a:pt x="1398" y="50"/>
                    <a:pt x="1275" y="25"/>
                    <a:pt x="1152" y="25"/>
                  </a:cubicBezTo>
                  <a:lnTo>
                    <a:pt x="112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49" name="Google Shape;949;p51"/>
            <p:cNvSpPr/>
            <p:nvPr/>
          </p:nvSpPr>
          <p:spPr>
            <a:xfrm>
              <a:off x="4912875" y="2219650"/>
              <a:ext cx="49050" cy="59725"/>
            </a:xfrm>
            <a:custGeom>
              <a:avLst/>
              <a:gdLst/>
              <a:ahLst/>
              <a:cxnLst/>
              <a:rect l="l" t="t" r="r" b="b"/>
              <a:pathLst>
                <a:path w="1962" h="2389" extrusionOk="0">
                  <a:moveTo>
                    <a:pt x="1153" y="0"/>
                  </a:moveTo>
                  <a:cubicBezTo>
                    <a:pt x="1079" y="0"/>
                    <a:pt x="981" y="0"/>
                    <a:pt x="908" y="25"/>
                  </a:cubicBezTo>
                  <a:cubicBezTo>
                    <a:pt x="638" y="74"/>
                    <a:pt x="442" y="294"/>
                    <a:pt x="295" y="515"/>
                  </a:cubicBezTo>
                  <a:cubicBezTo>
                    <a:pt x="221" y="613"/>
                    <a:pt x="172" y="760"/>
                    <a:pt x="123" y="883"/>
                  </a:cubicBezTo>
                  <a:cubicBezTo>
                    <a:pt x="99" y="932"/>
                    <a:pt x="74" y="1005"/>
                    <a:pt x="50" y="1054"/>
                  </a:cubicBezTo>
                  <a:cubicBezTo>
                    <a:pt x="50" y="1152"/>
                    <a:pt x="25" y="1275"/>
                    <a:pt x="1" y="1373"/>
                  </a:cubicBezTo>
                  <a:cubicBezTo>
                    <a:pt x="1" y="1569"/>
                    <a:pt x="50" y="1790"/>
                    <a:pt x="148" y="1937"/>
                  </a:cubicBezTo>
                  <a:cubicBezTo>
                    <a:pt x="246" y="2084"/>
                    <a:pt x="344" y="2182"/>
                    <a:pt x="466" y="2280"/>
                  </a:cubicBezTo>
                  <a:cubicBezTo>
                    <a:pt x="614" y="2345"/>
                    <a:pt x="771" y="2389"/>
                    <a:pt x="933" y="2389"/>
                  </a:cubicBezTo>
                  <a:cubicBezTo>
                    <a:pt x="1014" y="2389"/>
                    <a:pt x="1096" y="2378"/>
                    <a:pt x="1177" y="2353"/>
                  </a:cubicBezTo>
                  <a:cubicBezTo>
                    <a:pt x="1520" y="2255"/>
                    <a:pt x="1839" y="1912"/>
                    <a:pt x="1839" y="1544"/>
                  </a:cubicBezTo>
                  <a:cubicBezTo>
                    <a:pt x="1839" y="1471"/>
                    <a:pt x="1863" y="1397"/>
                    <a:pt x="1863" y="1348"/>
                  </a:cubicBezTo>
                  <a:cubicBezTo>
                    <a:pt x="1888" y="1299"/>
                    <a:pt x="1912" y="1250"/>
                    <a:pt x="1912" y="1177"/>
                  </a:cubicBezTo>
                  <a:lnTo>
                    <a:pt x="1937" y="1103"/>
                  </a:lnTo>
                  <a:cubicBezTo>
                    <a:pt x="1961" y="1005"/>
                    <a:pt x="1961" y="932"/>
                    <a:pt x="1961" y="858"/>
                  </a:cubicBezTo>
                  <a:cubicBezTo>
                    <a:pt x="1961" y="760"/>
                    <a:pt x="1961" y="687"/>
                    <a:pt x="1937" y="589"/>
                  </a:cubicBezTo>
                  <a:cubicBezTo>
                    <a:pt x="1888" y="393"/>
                    <a:pt x="1741" y="196"/>
                    <a:pt x="1545" y="98"/>
                  </a:cubicBezTo>
                  <a:cubicBezTo>
                    <a:pt x="1422" y="25"/>
                    <a:pt x="1275" y="0"/>
                    <a:pt x="115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50" name="Google Shape;950;p51"/>
            <p:cNvSpPr/>
            <p:nvPr/>
          </p:nvSpPr>
          <p:spPr>
            <a:xfrm>
              <a:off x="4830775" y="1932900"/>
              <a:ext cx="67425" cy="102025"/>
            </a:xfrm>
            <a:custGeom>
              <a:avLst/>
              <a:gdLst/>
              <a:ahLst/>
              <a:cxnLst/>
              <a:rect l="l" t="t" r="r" b="b"/>
              <a:pathLst>
                <a:path w="2697" h="4081" extrusionOk="0">
                  <a:moveTo>
                    <a:pt x="1667" y="0"/>
                  </a:moveTo>
                  <a:cubicBezTo>
                    <a:pt x="1496" y="0"/>
                    <a:pt x="1324" y="49"/>
                    <a:pt x="1153" y="123"/>
                  </a:cubicBezTo>
                  <a:cubicBezTo>
                    <a:pt x="1104" y="172"/>
                    <a:pt x="1030" y="245"/>
                    <a:pt x="956" y="294"/>
                  </a:cubicBezTo>
                  <a:cubicBezTo>
                    <a:pt x="834" y="417"/>
                    <a:pt x="760" y="564"/>
                    <a:pt x="711" y="736"/>
                  </a:cubicBezTo>
                  <a:cubicBezTo>
                    <a:pt x="638" y="883"/>
                    <a:pt x="589" y="1030"/>
                    <a:pt x="540" y="1177"/>
                  </a:cubicBezTo>
                  <a:cubicBezTo>
                    <a:pt x="515" y="1275"/>
                    <a:pt x="466" y="1373"/>
                    <a:pt x="442" y="1471"/>
                  </a:cubicBezTo>
                  <a:cubicBezTo>
                    <a:pt x="368" y="1691"/>
                    <a:pt x="270" y="1912"/>
                    <a:pt x="221" y="2133"/>
                  </a:cubicBezTo>
                  <a:cubicBezTo>
                    <a:pt x="197" y="2280"/>
                    <a:pt x="172" y="2402"/>
                    <a:pt x="197" y="2525"/>
                  </a:cubicBezTo>
                  <a:cubicBezTo>
                    <a:pt x="172" y="2623"/>
                    <a:pt x="148" y="2721"/>
                    <a:pt x="123" y="2819"/>
                  </a:cubicBezTo>
                  <a:cubicBezTo>
                    <a:pt x="1" y="3333"/>
                    <a:pt x="295" y="3897"/>
                    <a:pt x="809" y="4044"/>
                  </a:cubicBezTo>
                  <a:cubicBezTo>
                    <a:pt x="895" y="4069"/>
                    <a:pt x="981" y="4080"/>
                    <a:pt x="1067" y="4080"/>
                  </a:cubicBezTo>
                  <a:cubicBezTo>
                    <a:pt x="1500" y="4080"/>
                    <a:pt x="1912" y="3787"/>
                    <a:pt x="2035" y="3358"/>
                  </a:cubicBezTo>
                  <a:cubicBezTo>
                    <a:pt x="2108" y="3088"/>
                    <a:pt x="2157" y="2819"/>
                    <a:pt x="2231" y="2549"/>
                  </a:cubicBezTo>
                  <a:cubicBezTo>
                    <a:pt x="2280" y="2427"/>
                    <a:pt x="2353" y="2304"/>
                    <a:pt x="2402" y="2182"/>
                  </a:cubicBezTo>
                  <a:lnTo>
                    <a:pt x="2402" y="2206"/>
                  </a:lnTo>
                  <a:cubicBezTo>
                    <a:pt x="2451" y="2133"/>
                    <a:pt x="2476" y="2059"/>
                    <a:pt x="2501" y="1961"/>
                  </a:cubicBezTo>
                  <a:cubicBezTo>
                    <a:pt x="2525" y="1887"/>
                    <a:pt x="2525" y="1789"/>
                    <a:pt x="2550" y="1691"/>
                  </a:cubicBezTo>
                  <a:cubicBezTo>
                    <a:pt x="2550" y="1642"/>
                    <a:pt x="2550" y="1618"/>
                    <a:pt x="2525" y="1569"/>
                  </a:cubicBezTo>
                  <a:lnTo>
                    <a:pt x="2574" y="1495"/>
                  </a:lnTo>
                  <a:cubicBezTo>
                    <a:pt x="2574" y="1446"/>
                    <a:pt x="2599" y="1397"/>
                    <a:pt x="2623" y="1348"/>
                  </a:cubicBezTo>
                  <a:cubicBezTo>
                    <a:pt x="2697" y="1152"/>
                    <a:pt x="2672" y="932"/>
                    <a:pt x="2623" y="736"/>
                  </a:cubicBezTo>
                  <a:cubicBezTo>
                    <a:pt x="2525" y="294"/>
                    <a:pt x="2084" y="0"/>
                    <a:pt x="166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2"/>
          <p:cNvSpPr txBox="1">
            <a:spLocks noGrp="1"/>
          </p:cNvSpPr>
          <p:nvPr>
            <p:ph type="title"/>
          </p:nvPr>
        </p:nvSpPr>
        <p:spPr>
          <a:xfrm>
            <a:off x="720000" y="539996"/>
            <a:ext cx="7704000" cy="4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RESOURCES</a:t>
            </a:r>
          </a:p>
        </p:txBody>
      </p:sp>
      <p:sp>
        <p:nvSpPr>
          <p:cNvPr id="956" name="Google Shape;956;p52"/>
          <p:cNvSpPr txBox="1"/>
          <p:nvPr/>
        </p:nvSpPr>
        <p:spPr>
          <a:xfrm>
            <a:off x="1200150" y="1333500"/>
            <a:ext cx="6639000" cy="25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VECTOR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  <a:p>
            <a:pPr marL="457200" lvl="0" indent="-317500" algn="l" rtl="0">
              <a:spcBef>
                <a:spcPct val="0"/>
              </a:spcBef>
              <a:spcAft>
                <a:spcPct val="0"/>
              </a:spcAft>
              <a:buClr>
                <a:schemeClr val="lt2"/>
              </a:buClr>
              <a:buSzPts val="1400"/>
              <a:buFont typeface="等线" panose="02010600030101010101" charset="-122"/>
              <a:buChar char="●"/>
            </a:pPr>
            <a:r>
              <a:rPr lang="en-GB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3"/>
              </a:rPr>
              <a:t>Hand drawn abstract pattern collection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 dirty="0">
                <a:solidFill>
                  <a:schemeClr val="accent6"/>
                </a:solidFill>
                <a:latin typeface="Aharoni" panose="02010803020104030203" pitchFamily="2" charset="-79"/>
                <a:ea typeface="Fresca" panose="02000506000000020003"/>
                <a:cs typeface="Aharoni" panose="02010803020104030203" pitchFamily="2" charset="-79"/>
                <a:sym typeface="Fresca" panose="02000506000000020003"/>
              </a:rPr>
              <a:t>PHOTO</a:t>
            </a:r>
            <a:endParaRPr sz="2200" b="1" dirty="0">
              <a:solidFill>
                <a:schemeClr val="accent6"/>
              </a:solidFill>
              <a:latin typeface="Aharoni" panose="02010803020104030203" pitchFamily="2" charset="-79"/>
              <a:ea typeface="Fresca" panose="02000506000000020003"/>
              <a:cs typeface="Aharoni" panose="02010803020104030203" pitchFamily="2" charset="-79"/>
              <a:sym typeface="Fresca" panose="02000506000000020003"/>
            </a:endParaRPr>
          </a:p>
          <a:p>
            <a:pPr marL="457200" lvl="0" indent="-3302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ts val="1600"/>
              <a:buFont typeface="等线" panose="02010600030101010101" charset="-122"/>
              <a:buChar char="●"/>
            </a:pPr>
            <a:r>
              <a:rPr lang="en-GB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4"/>
              </a:rPr>
              <a:t>High angle </a:t>
            </a:r>
            <a:r>
              <a:rPr lang="en-GB" dirty="0" err="1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4"/>
              </a:rPr>
              <a:t>womens</a:t>
            </a:r>
            <a:r>
              <a:rPr lang="en-GB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4"/>
              </a:rPr>
              <a:t> team meeting at office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lvl="0" indent="-33020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ts val="1600"/>
              <a:buFont typeface="等线" panose="02010600030101010101" charset="-122"/>
              <a:buChar char="●"/>
            </a:pPr>
            <a:r>
              <a:rPr lang="en-GB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5"/>
              </a:rPr>
              <a:t>Woman with draft near working colleagues 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457200" marR="50800" lvl="0" indent="-317500" algn="l" rtl="0">
              <a:lnSpc>
                <a:spcPct val="166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ts val="1400"/>
              <a:buFont typeface="等线" panose="02010600030101010101" charset="-122"/>
              <a:buChar char="●"/>
            </a:pPr>
            <a:r>
              <a:rPr lang="en-GB" dirty="0">
                <a:solidFill>
                  <a:schemeClr val="accent3"/>
                </a:solidFill>
                <a:uFill>
                  <a:noFill/>
                </a:u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  <a:hlinkClick r:id="rId6"/>
              </a:rPr>
              <a:t>Crop colleagues holding hands together</a:t>
            </a:r>
            <a:endParaRPr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dirty="0"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</p:txBody>
      </p:sp>
      <p:pic>
        <p:nvPicPr>
          <p:cNvPr id="7" name="墨迹 6"/>
          <p:cNvPicPr/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286677" y="471795"/>
            <a:ext cx="36000" cy="162000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453650" cy="99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0"/>
          <p:cNvSpPr txBox="1">
            <a:spLocks noGrp="1"/>
          </p:cNvSpPr>
          <p:nvPr>
            <p:ph type="ctrTitle"/>
          </p:nvPr>
        </p:nvSpPr>
        <p:spPr>
          <a:xfrm>
            <a:off x="720000" y="763425"/>
            <a:ext cx="5479500" cy="10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THANKS!</a:t>
            </a:r>
          </a:p>
        </p:txBody>
      </p:sp>
      <p:sp>
        <p:nvSpPr>
          <p:cNvPr id="904" name="Google Shape;904;p50"/>
          <p:cNvSpPr txBox="1">
            <a:spLocks noGrp="1"/>
          </p:cNvSpPr>
          <p:nvPr>
            <p:ph type="subTitle" idx="1"/>
          </p:nvPr>
        </p:nvSpPr>
        <p:spPr>
          <a:xfrm>
            <a:off x="720000" y="1748700"/>
            <a:ext cx="5479500" cy="14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Does anyone have any questions?</a:t>
            </a: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Follow the project updates</a:t>
            </a: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addyouremail@freepik.com</a:t>
            </a: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+91 620 421 838</a:t>
            </a: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dirty="0"/>
              <a:t>yourcompany.com</a:t>
            </a:r>
          </a:p>
        </p:txBody>
      </p:sp>
      <p:sp>
        <p:nvSpPr>
          <p:cNvPr id="905" name="Google Shape;905;p50"/>
          <p:cNvSpPr txBox="1"/>
          <p:nvPr/>
        </p:nvSpPr>
        <p:spPr>
          <a:xfrm>
            <a:off x="720000" y="4295689"/>
            <a:ext cx="3852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dirty="0">
                <a:solidFill>
                  <a:schemeClr val="accent3"/>
                </a:solidFill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  <a:sym typeface="等线" panose="02010600030101010101" charset="-122"/>
              </a:rPr>
              <a:t>Please keep this slide for attribution</a:t>
            </a:r>
            <a:endParaRPr sz="1200" dirty="0">
              <a:solidFill>
                <a:schemeClr val="accent3"/>
              </a:solidFill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  <a:sym typeface="等线" panose="02010600030101010101" charset="-122"/>
            </a:endParaRPr>
          </a:p>
          <a:p>
            <a:pPr marL="0" lvl="0" indent="0" algn="ctr" rtl="0">
              <a:spcBef>
                <a:spcPts val="1600"/>
              </a:spcBef>
              <a:spcAft>
                <a:spcPct val="0"/>
              </a:spcAft>
              <a:buNone/>
            </a:pPr>
            <a:endParaRPr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grpSp>
        <p:nvGrpSpPr>
          <p:cNvPr id="906" name="Google Shape;906;p50"/>
          <p:cNvGrpSpPr/>
          <p:nvPr/>
        </p:nvGrpSpPr>
        <p:grpSpPr>
          <a:xfrm>
            <a:off x="1669495" y="3324096"/>
            <a:ext cx="311784" cy="311824"/>
            <a:chOff x="1379798" y="1723250"/>
            <a:chExt cx="397887" cy="397887"/>
          </a:xfrm>
        </p:grpSpPr>
        <p:sp>
          <p:nvSpPr>
            <p:cNvPr id="907" name="Google Shape;907;p50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8" name="Google Shape;908;p50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09" name="Google Shape;909;p50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6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0" name="Google Shape;910;p50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19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11" name="Google Shape;911;p50"/>
          <p:cNvGrpSpPr/>
          <p:nvPr/>
        </p:nvGrpSpPr>
        <p:grpSpPr>
          <a:xfrm>
            <a:off x="815263" y="3324096"/>
            <a:ext cx="311800" cy="311824"/>
            <a:chOff x="266768" y="1721375"/>
            <a:chExt cx="397907" cy="397887"/>
          </a:xfrm>
        </p:grpSpPr>
        <p:sp>
          <p:nvSpPr>
            <p:cNvPr id="912" name="Google Shape;912;p50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3" name="Google Shape;913;p50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914" name="Google Shape;914;p50"/>
          <p:cNvGrpSpPr/>
          <p:nvPr/>
        </p:nvGrpSpPr>
        <p:grpSpPr>
          <a:xfrm>
            <a:off x="1242395" y="3324096"/>
            <a:ext cx="311768" cy="311824"/>
            <a:chOff x="864491" y="1723250"/>
            <a:chExt cx="397866" cy="397887"/>
          </a:xfrm>
        </p:grpSpPr>
        <p:sp>
          <p:nvSpPr>
            <p:cNvPr id="915" name="Google Shape;915;p50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6" name="Google Shape;916;p50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917" name="Google Shape;917;p50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547664" y="3327834"/>
            <a:ext cx="6768753" cy="16201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10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100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100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248707"/>
            <a:ext cx="9144000" cy="1025122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18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405188" y="2323015"/>
            <a:ext cx="4103688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18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10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580880" y="2323015"/>
            <a:ext cx="4103688" cy="896813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18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000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100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100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460536" y="-303379"/>
            <a:ext cx="5919787" cy="2552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  <p:tag name="COMMONDATA" val="eyJoZGlkIjoiNDkzMjJmYmEzYjVmOTQ4N2JiMWQ4Mjc5ZTRkMTUxNGQifQ=="/>
  <p:tag name="KSO_WPP_MARK_KEY" val="cc4cc4a4-0b6d-41de-9a93-5f3ab1e1af5f"/>
</p:tagLst>
</file>

<file path=ppt/theme/theme1.xml><?xml version="1.0" encoding="utf-8"?>
<a:theme xmlns:a="http://schemas.openxmlformats.org/drawingml/2006/main" name="第一PPT，www.1ppt.com">
  <a:themeElements>
    <a:clrScheme name="Simple Light">
      <a:dk1>
        <a:srgbClr val="F5F3EE"/>
      </a:dk1>
      <a:lt1>
        <a:srgbClr val="F0C4B6"/>
      </a:lt1>
      <a:dk2>
        <a:srgbClr val="F3E1DB"/>
      </a:dk2>
      <a:lt2>
        <a:srgbClr val="657ADF"/>
      </a:lt2>
      <a:accent1>
        <a:srgbClr val="98A6EC"/>
      </a:accent1>
      <a:accent2>
        <a:srgbClr val="EED837"/>
      </a:accent2>
      <a:accent3>
        <a:srgbClr val="000000"/>
      </a:accent3>
      <a:accent4>
        <a:srgbClr val="DC8355"/>
      </a:accent4>
      <a:accent5>
        <a:srgbClr val="73AA8E"/>
      </a:accent5>
      <a:accent6>
        <a:srgbClr val="C3673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Firezy Meeting by Slidesgo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1225</Words>
  <Application>Microsoft Office PowerPoint</Application>
  <PresentationFormat>全屏显示(16:9)</PresentationFormat>
  <Paragraphs>222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7" baseType="lpstr">
      <vt:lpstr>Fresca</vt:lpstr>
      <vt:lpstr>等线</vt:lpstr>
      <vt:lpstr>思源黑体 CN Regular</vt:lpstr>
      <vt:lpstr>微软雅黑</vt:lpstr>
      <vt:lpstr>Aharoni</vt:lpstr>
      <vt:lpstr>Arial</vt:lpstr>
      <vt:lpstr>IBM Plex Sans</vt:lpstr>
      <vt:lpstr>Wingdings</vt:lpstr>
      <vt:lpstr>第一PPT，www.1ppt.com</vt:lpstr>
      <vt:lpstr>第一PPT，www.1ppt.com </vt:lpstr>
      <vt:lpstr>FIREZY MEETING</vt:lpstr>
      <vt:lpstr>CONTENTS OF THIS TEMPLATE</vt:lpstr>
      <vt:lpstr>A PICTURE IS WORTH A THOUSAND WORDS </vt:lpstr>
      <vt:lpstr>MEETING OBJECTIVES</vt:lpstr>
      <vt:lpstr>AGENDA</vt:lpstr>
      <vt:lpstr>ABOUT THE PROJECT</vt:lpstr>
      <vt:lpstr>—SOMEONE FAMOUS</vt:lpstr>
      <vt:lpstr>PROJECT SCHEDULE</vt:lpstr>
      <vt:lpstr>AND HERE COMES THE SLIDES TITLE</vt:lpstr>
      <vt:lpstr>PROJECT SCHEDULE</vt:lpstr>
      <vt:lpstr>CHECKLIST </vt:lpstr>
      <vt:lpstr>PROJECT TIMELINE </vt:lpstr>
      <vt:lpstr>KPI DASHBOARD</vt:lpstr>
      <vt:lpstr>40,499,000</vt:lpstr>
      <vt:lpstr>386,000 km</vt:lpstr>
      <vt:lpstr>STATUS REPORT</vt:lpstr>
      <vt:lpstr>RAID SUMMARY</vt:lpstr>
      <vt:lpstr>INFOGRAPHIC</vt:lpstr>
      <vt:lpstr>AWESOME WORDS</vt:lpstr>
      <vt:lpstr>WHAT WE ARE</vt:lpstr>
      <vt:lpstr>UPCOMING EVENTS</vt:lpstr>
      <vt:lpstr>UPCOMING EVENTS</vt:lpstr>
      <vt:lpstr>SOCIAL MEDIA</vt:lpstr>
      <vt:lpstr>ALTERNATIVE RESOURCES</vt:lpstr>
      <vt:lpstr>RESOURCES</vt:lpstr>
      <vt:lpstr>THANKS!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欧美商务</dc:title>
  <dc:creator>第一PPT</dc:creator>
  <cp:keywords>www.1ppt.com</cp:keywords>
  <dc:description>www.1ppt.com</dc:description>
  <cp:lastModifiedBy>PC</cp:lastModifiedBy>
  <cp:revision>5</cp:revision>
  <dcterms:created xsi:type="dcterms:W3CDTF">2023-02-14T14:26:00Z</dcterms:created>
  <dcterms:modified xsi:type="dcterms:W3CDTF">2026-05-26T05:08:10Z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78C03CCAF7254738911C55BEF6ADC473</vt:lpwstr>
  </property>
  <property fmtid="{D5CDD505-2E9C-101B-9397-08002B2CF9AE}" pid="3" name="KSOProductBuildVer">
    <vt:lpwstr>2052-12.1.0.26375</vt:lpwstr>
  </property>
</Properties>
</file>