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9"/>
  </p:notesMasterIdLst>
  <p:sldIdLst>
    <p:sldId id="12905" r:id="rId3"/>
    <p:sldId id="257" r:id="rId4"/>
    <p:sldId id="12906" r:id="rId5"/>
    <p:sldId id="267" r:id="rId6"/>
    <p:sldId id="270" r:id="rId7"/>
    <p:sldId id="264" r:id="rId8"/>
    <p:sldId id="279" r:id="rId9"/>
    <p:sldId id="12907" r:id="rId10"/>
    <p:sldId id="265" r:id="rId11"/>
    <p:sldId id="266" r:id="rId12"/>
    <p:sldId id="274" r:id="rId13"/>
    <p:sldId id="269" r:id="rId14"/>
    <p:sldId id="12908" r:id="rId15"/>
    <p:sldId id="277" r:id="rId16"/>
    <p:sldId id="272" r:id="rId17"/>
    <p:sldId id="271" r:id="rId18"/>
    <p:sldId id="268" r:id="rId19"/>
    <p:sldId id="12909" r:id="rId20"/>
    <p:sldId id="273" r:id="rId21"/>
    <p:sldId id="278" r:id="rId22"/>
    <p:sldId id="263" r:id="rId23"/>
    <p:sldId id="275" r:id="rId24"/>
    <p:sldId id="276" r:id="rId25"/>
    <p:sldId id="12910" r:id="rId26"/>
    <p:sldId id="12911" r:id="rId27"/>
    <p:sldId id="258"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98B"/>
    <a:srgbClr val="94BB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331" autoAdjust="0"/>
  </p:normalViewPr>
  <p:slideViewPr>
    <p:cSldViewPr snapToGrid="0" showGuides="1">
      <p:cViewPr>
        <p:scale>
          <a:sx n="90" d="100"/>
          <a:sy n="90" d="100"/>
        </p:scale>
        <p:origin x="1392" y="60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rgbClr val="06398B"/>
            </a:solidFill>
            <a:ln>
              <a:noFill/>
            </a:ln>
            <a:effectLst/>
          </c:spPr>
          <c:invertIfNegative val="0"/>
          <c:val>
            <c:numRef>
              <c:f>Sheet1!$B$2:$B$5</c:f>
              <c:numCache>
                <c:formatCode>General</c:formatCode>
                <c:ptCount val="4"/>
                <c:pt idx="0">
                  <c:v>1.1000000000000001</c:v>
                </c:pt>
                <c:pt idx="1">
                  <c:v>2.7</c:v>
                </c:pt>
                <c:pt idx="2">
                  <c:v>3.9</c:v>
                </c:pt>
                <c:pt idx="3">
                  <c:v>4.5</c:v>
                </c:pt>
              </c:numCache>
            </c:numRef>
          </c:val>
          <c:extLst>
            <c:ext xmlns:c15="http://schemas.microsoft.com/office/drawing/2012/chart" uri="{02D57815-91ED-43cb-92C2-25804820EDAC}">
              <c15:filteredSeriesTitle>
                <c15:tx>
                  <c:strRef>
                    <c:extLst>
                      <c:ext uri="{02D57815-91ED-43cb-92C2-25804820EDAC}">
                        <c15:formulaRef>
                          <c15:sqref>Sheet1!$B$1</c15:sqref>
                        </c15:formulaRef>
                      </c:ext>
                    </c:extLst>
                    <c:strCache>
                      <c:ptCount val="1"/>
                      <c:pt idx="0">
                        <c:v>成交额</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2015</c:v>
                      </c:pt>
                      <c:pt idx="1">
                        <c:v>2016</c:v>
                      </c:pt>
                      <c:pt idx="2">
                        <c:v>2017</c:v>
                      </c:pt>
                      <c:pt idx="3">
                        <c:v>2018预测</c:v>
                      </c:pt>
                    </c:strCache>
                  </c:strRef>
                </c15:cat>
              </c15:filteredCategoryTitle>
            </c:ext>
            <c:ext xmlns:c16="http://schemas.microsoft.com/office/drawing/2014/chart" uri="{C3380CC4-5D6E-409C-BE32-E72D297353CC}">
              <c16:uniqueId val="{00000000-B2F0-44ED-81CB-C9E0735DF4FE}"/>
            </c:ext>
          </c:extLst>
        </c:ser>
        <c:ser>
          <c:idx val="1"/>
          <c:order val="1"/>
          <c:spPr>
            <a:solidFill>
              <a:srgbClr val="06398B"/>
            </a:solidFill>
            <a:ln>
              <a:noFill/>
            </a:ln>
            <a:effectLst/>
          </c:spPr>
          <c:invertIfNegative val="0"/>
          <c:val>
            <c:numRef>
              <c:f>Sheet1!$C$2:$C$5</c:f>
              <c:numCache>
                <c:formatCode>General</c:formatCode>
                <c:ptCount val="4"/>
                <c:pt idx="0">
                  <c:v>1.6</c:v>
                </c:pt>
                <c:pt idx="1">
                  <c:v>2.2999999999999998</c:v>
                </c:pt>
                <c:pt idx="2">
                  <c:v>4.7</c:v>
                </c:pt>
                <c:pt idx="3">
                  <c:v>5</c:v>
                </c:pt>
              </c:numCache>
            </c:numRef>
          </c:val>
          <c:extLst>
            <c:ext xmlns:c15="http://schemas.microsoft.com/office/drawing/2012/chart" uri="{02D57815-91ED-43cb-92C2-25804820EDAC}">
              <c15:filteredSeriesTitle>
                <c15:tx>
                  <c:strRef>
                    <c:extLst>
                      <c:ext uri="{02D57815-91ED-43cb-92C2-25804820EDAC}">
                        <c15:formulaRef>
                          <c15:sqref>Sheet1!$C$1</c15:sqref>
                        </c15:formulaRef>
                      </c:ext>
                    </c:extLst>
                    <c:strCache>
                      <c:ptCount val="1"/>
                      <c:pt idx="0">
                        <c:v>使用人数</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2015</c:v>
                      </c:pt>
                      <c:pt idx="1">
                        <c:v>2016</c:v>
                      </c:pt>
                      <c:pt idx="2">
                        <c:v>2017</c:v>
                      </c:pt>
                      <c:pt idx="3">
                        <c:v>2018预测</c:v>
                      </c:pt>
                    </c:strCache>
                  </c:strRef>
                </c15:cat>
              </c15:filteredCategoryTitle>
            </c:ext>
            <c:ext xmlns:c16="http://schemas.microsoft.com/office/drawing/2014/chart" uri="{C3380CC4-5D6E-409C-BE32-E72D297353CC}">
              <c16:uniqueId val="{00000001-B2F0-44ED-81CB-C9E0735DF4FE}"/>
            </c:ext>
          </c:extLst>
        </c:ser>
        <c:ser>
          <c:idx val="2"/>
          <c:order val="2"/>
          <c:spPr>
            <a:solidFill>
              <a:srgbClr val="06398B"/>
            </a:solidFill>
            <a:ln>
              <a:noFill/>
            </a:ln>
            <a:effectLst/>
          </c:spPr>
          <c:invertIfNegative val="0"/>
          <c:val>
            <c:numRef>
              <c:f>Sheet1!$D$2:$D$5</c:f>
              <c:numCache>
                <c:formatCode>General</c:formatCode>
                <c:ptCount val="4"/>
                <c:pt idx="0">
                  <c:v>0.6</c:v>
                </c:pt>
                <c:pt idx="1">
                  <c:v>3.2</c:v>
                </c:pt>
                <c:pt idx="2">
                  <c:v>3.6</c:v>
                </c:pt>
                <c:pt idx="3">
                  <c:v>5.6</c:v>
                </c:pt>
              </c:numCache>
            </c:numRef>
          </c:val>
          <c:extLst>
            <c:ext xmlns:c15="http://schemas.microsoft.com/office/drawing/2012/chart" uri="{02D57815-91ED-43cb-92C2-25804820EDAC}">
              <c15:filteredSeriesTitle>
                <c15:tx>
                  <c:strRef>
                    <c:extLst>
                      <c:ext uri="{02D57815-91ED-43cb-92C2-25804820EDAC}">
                        <c15:formulaRef>
                          <c15:sqref>Sheet1!$D$1</c15:sqref>
                        </c15:formulaRef>
                      </c:ext>
                    </c:extLst>
                    <c:strCache>
                      <c:ptCount val="1"/>
                      <c:pt idx="0">
                        <c:v>市场份额</c:v>
                      </c:pt>
                    </c:strCache>
                  </c:strRef>
                </c15:tx>
              </c15:filteredSeriesTitle>
            </c:ext>
            <c:ext xmlns:c15="http://schemas.microsoft.com/office/drawing/2012/chart" uri="{02D57815-91ED-43cb-92C2-25804820EDAC}">
              <c15:filteredCategoryTitle>
                <c15:cat>
                  <c:strRef>
                    <c:extLst>
                      <c:ext uri="{02D57815-91ED-43cb-92C2-25804820EDAC}">
                        <c15:formulaRef>
                          <c15:sqref>Sheet1!$A$2:$A$5</c15:sqref>
                        </c15:formulaRef>
                      </c:ext>
                    </c:extLst>
                    <c:strCache>
                      <c:ptCount val="4"/>
                      <c:pt idx="0">
                        <c:v>2015</c:v>
                      </c:pt>
                      <c:pt idx="1">
                        <c:v>2016</c:v>
                      </c:pt>
                      <c:pt idx="2">
                        <c:v>2017</c:v>
                      </c:pt>
                      <c:pt idx="3">
                        <c:v>2018预测</c:v>
                      </c:pt>
                    </c:strCache>
                  </c:strRef>
                </c15:cat>
              </c15:filteredCategoryTitle>
            </c:ext>
            <c:ext xmlns:c16="http://schemas.microsoft.com/office/drawing/2014/chart" uri="{C3380CC4-5D6E-409C-BE32-E72D297353CC}">
              <c16:uniqueId val="{00000002-B2F0-44ED-81CB-C9E0735DF4FE}"/>
            </c:ext>
          </c:extLst>
        </c:ser>
        <c:dLbls>
          <c:showLegendKey val="0"/>
          <c:showVal val="0"/>
          <c:showCatName val="0"/>
          <c:showSerName val="0"/>
          <c:showPercent val="0"/>
          <c:showBubbleSize val="0"/>
        </c:dLbls>
        <c:gapWidth val="219"/>
        <c:overlap val="-27"/>
        <c:axId val="972353680"/>
        <c:axId val="972370544"/>
      </c:barChart>
      <c:catAx>
        <c:axId val="972353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思源黑体 CN Normal" panose="020B0400000000000000" pitchFamily="34" charset="-122"/>
                <a:cs typeface="+mn-cs"/>
                <a:sym typeface="Arial" panose="020B0604020202020204" pitchFamily="34" charset="0"/>
              </a:defRPr>
            </a:pPr>
            <a:endParaRPr lang="zh-CN"/>
          </a:p>
        </c:txPr>
        <c:crossAx val="972370544"/>
        <c:crosses val="autoZero"/>
        <c:auto val="1"/>
        <c:lblAlgn val="ctr"/>
        <c:lblOffset val="100"/>
        <c:noMultiLvlLbl val="0"/>
      </c:catAx>
      <c:valAx>
        <c:axId val="9723705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Arial" panose="020B0604020202020204" pitchFamily="34" charset="0"/>
                <a:ea typeface="思源黑体 CN Normal" panose="020B0400000000000000" pitchFamily="34" charset="-122"/>
                <a:cs typeface="+mn-cs"/>
                <a:sym typeface="Arial" panose="020B0604020202020204" pitchFamily="34" charset="0"/>
              </a:defRPr>
            </a:pPr>
            <a:endParaRPr lang="zh-CN"/>
          </a:p>
        </c:txPr>
        <c:crossAx val="972353680"/>
        <c:crosses val="autoZero"/>
        <c:crossBetween val="between"/>
      </c:valAx>
      <c:spPr>
        <a:noFill/>
        <a:ln>
          <a:noFill/>
        </a:ln>
        <a:effectLst/>
      </c:spPr>
    </c:plotArea>
    <c:plotVisOnly val="1"/>
    <c:dispBlanksAs val="gap"/>
    <c:showDLblsOverMax val="0"/>
  </c:chart>
  <c:spPr>
    <a:noFill/>
    <a:ln>
      <a:noFill/>
    </a:ln>
    <a:effectLst/>
  </c:spPr>
  <c:txPr>
    <a:bodyPr/>
    <a:lstStyle/>
    <a:p>
      <a:pPr>
        <a:lnSpc>
          <a:spcPct val="131978"/>
        </a:lnSpc>
        <a:spcBef>
          <a:spcPts val="0"/>
        </a:spcBef>
        <a:spcAft>
          <a:spcPts val="0"/>
        </a:spcAft>
        <a:defRPr>
          <a:latin typeface="Arial" panose="020B0604020202020204" pitchFamily="34" charset="0"/>
          <a:ea typeface="思源黑体 CN Normal" panose="020B0400000000000000" pitchFamily="34" charset="-122"/>
          <a:sym typeface="Arial" panose="020B0604020202020204" pitchFamily="34" charset="0"/>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2-28T08:59:41.40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17BD3-82D8-4AB5-9C56-E4950E8F7FF8}" type="datetimeFigureOut">
              <a:rPr lang="zh-CN" altLang="en-US" smtClean="0"/>
              <a:t>2026/7/20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93A49B-225E-496B-AB45-440178DB4A5B}" type="slidenum">
              <a:rPr lang="zh-CN" altLang="en-US" smtClean="0"/>
              <a:t>‹#›</a:t>
            </a:fld>
            <a:endParaRPr lang="zh-CN" altLang="en-US"/>
          </a:p>
        </p:txBody>
      </p:sp>
    </p:spTree>
    <p:extLst>
      <p:ext uri="{BB962C8B-B14F-4D97-AF65-F5344CB8AC3E}">
        <p14:creationId xmlns:p14="http://schemas.microsoft.com/office/powerpoint/2010/main" val="2402850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D093A49B-225E-496B-AB45-440178DB4A5B}" type="slidenum">
              <a:rPr lang="zh-CN" altLang="en-US" smtClean="0"/>
              <a:t>3</a:t>
            </a:fld>
            <a:endParaRPr lang="zh-CN" altLang="en-US"/>
          </a:p>
        </p:txBody>
      </p:sp>
    </p:spTree>
    <p:extLst>
      <p:ext uri="{BB962C8B-B14F-4D97-AF65-F5344CB8AC3E}">
        <p14:creationId xmlns:p14="http://schemas.microsoft.com/office/powerpoint/2010/main" val="1024606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5261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266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9971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过渡页">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2A8D7072-5DAD-9CE9-7A9E-A8BA25B313B3}"/>
              </a:ext>
            </a:extLst>
          </p:cNvPr>
          <p:cNvSpPr txBox="1"/>
          <p:nvPr userDrawn="1"/>
        </p:nvSpPr>
        <p:spPr>
          <a:xfrm>
            <a:off x="11657760"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11964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000">
        <p159:morph option="byObject"/>
      </p:transition>
    </mc:Choice>
    <mc:Fallback xmlns="">
      <p:transition spd="slow"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2026/7/20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64995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2026/7/20</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46760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699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6112822"/>
      </p:ext>
    </p:extLst>
  </p:cSld>
  <p:clrMap bg1="lt1" tx1="dk1" bg2="lt2" tx2="dk2" accent1="accent1" accent2="accent2" accent3="accent3" accent4="accent4" accent5="accent5" accent6="accent6" hlink="hlink" folHlink="folHlink"/>
  <p:sldLayoutIdLst>
    <p:sldLayoutId id="2147483650" r:id="rId1"/>
    <p:sldLayoutId id="2147483655" r:id="rId2"/>
    <p:sldLayoutId id="2147483660" r:id="rId3"/>
    <p:sldLayoutId id="2147483665"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41856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3.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1.jpeg"/><Relationship Id="rId4" Type="http://schemas.openxmlformats.org/officeDocument/2006/relationships/tags" Target="../tags/tag4.xml"/><Relationship Id="rId9"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9.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customXml" Target="../ink/ink1.xm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男人站在岩石上&#10;&#10;描述已自动生成">
            <a:extLst>
              <a:ext uri="{FF2B5EF4-FFF2-40B4-BE49-F238E27FC236}">
                <a16:creationId xmlns:a16="http://schemas.microsoft.com/office/drawing/2014/main" id="{850084B4-C224-E72E-0A6D-F934A78F80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1905000" y="0"/>
            <a:ext cx="10287000" cy="6858000"/>
          </a:xfrm>
          <a:prstGeom prst="rect">
            <a:avLst/>
          </a:prstGeom>
        </p:spPr>
      </p:pic>
      <p:sp>
        <p:nvSpPr>
          <p:cNvPr id="9" name="矩形 8">
            <a:extLst>
              <a:ext uri="{FF2B5EF4-FFF2-40B4-BE49-F238E27FC236}">
                <a16:creationId xmlns:a16="http://schemas.microsoft.com/office/drawing/2014/main" id="{5DAC7F3B-F65B-1122-A598-0455B6D07063}"/>
              </a:ext>
            </a:extLst>
          </p:cNvPr>
          <p:cNvSpPr/>
          <p:nvPr/>
        </p:nvSpPr>
        <p:spPr>
          <a:xfrm flipH="1">
            <a:off x="0" y="0"/>
            <a:ext cx="12191999" cy="6858000"/>
          </a:xfrm>
          <a:prstGeom prst="rect">
            <a:avLst/>
          </a:prstGeom>
          <a:gradFill>
            <a:gsLst>
              <a:gs pos="24000">
                <a:srgbClr val="06398B">
                  <a:alpha val="0"/>
                </a:srgbClr>
              </a:gs>
              <a:gs pos="77000">
                <a:srgbClr val="06398B"/>
              </a:gs>
              <a:gs pos="100000">
                <a:srgbClr val="06398B"/>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pic>
        <p:nvPicPr>
          <p:cNvPr id="6" name="图片 5" descr="卡通人物&#10;&#10;中度可信度描述已自动生成">
            <a:extLst>
              <a:ext uri="{FF2B5EF4-FFF2-40B4-BE49-F238E27FC236}">
                <a16:creationId xmlns:a16="http://schemas.microsoft.com/office/drawing/2014/main" id="{A8121FB1-6943-AE27-35F9-34B7EFF184F7}"/>
              </a:ext>
            </a:extLst>
          </p:cNvPr>
          <p:cNvPicPr>
            <a:picLocks noChangeAspect="1"/>
          </p:cNvPicPr>
          <p:nvPr/>
        </p:nvPicPr>
        <p:blipFill rotWithShape="1">
          <a:blip r:embed="rId3" cstate="email">
            <a:biLevel thresh="50000"/>
            <a:extLst>
              <a:ext uri="{28A0092B-C50C-407E-A947-70E740481C1C}">
                <a14:useLocalDpi xmlns:a14="http://schemas.microsoft.com/office/drawing/2010/main"/>
              </a:ext>
            </a:extLst>
          </a:blip>
          <a:srcRect/>
          <a:stretch/>
        </p:blipFill>
        <p:spPr>
          <a:xfrm>
            <a:off x="234042" y="590933"/>
            <a:ext cx="6858000" cy="4463144"/>
          </a:xfrm>
          <a:prstGeom prst="rect">
            <a:avLst/>
          </a:prstGeom>
        </p:spPr>
      </p:pic>
      <p:sp>
        <p:nvSpPr>
          <p:cNvPr id="25" name="文本框 24">
            <a:extLst>
              <a:ext uri="{FF2B5EF4-FFF2-40B4-BE49-F238E27FC236}">
                <a16:creationId xmlns:a16="http://schemas.microsoft.com/office/drawing/2014/main" id="{93F42F8A-2C63-1F29-9D3C-47BC7F38F5F1}"/>
              </a:ext>
            </a:extLst>
          </p:cNvPr>
          <p:cNvSpPr txBox="1"/>
          <p:nvPr/>
        </p:nvSpPr>
        <p:spPr>
          <a:xfrm>
            <a:off x="2169042" y="4589632"/>
            <a:ext cx="4029739" cy="523220"/>
          </a:xfrm>
          <a:prstGeom prst="rect">
            <a:avLst/>
          </a:prstGeom>
          <a:noFill/>
        </p:spPr>
        <p:txBody>
          <a:bodyPr wrap="square">
            <a:spAutoFit/>
          </a:bodyPr>
          <a:lstStyle/>
          <a:p>
            <a:pPr algn="dist"/>
            <a:r>
              <a:rPr lang="zh-CN" altLang="en-US" sz="2800" dirty="0">
                <a:solidFill>
                  <a:schemeClr val="bg1"/>
                </a:solidFill>
                <a:latin typeface="优设标题黑" panose="00000500000000000000" pitchFamily="2" charset="-122"/>
                <a:ea typeface="优设标题黑" panose="00000500000000000000" pitchFamily="2" charset="-122"/>
              </a:rPr>
              <a:t>大气励志商务办公通用</a:t>
            </a:r>
          </a:p>
        </p:txBody>
      </p:sp>
      <p:sp>
        <p:nvSpPr>
          <p:cNvPr id="26" name="文本框 25">
            <a:extLst>
              <a:ext uri="{FF2B5EF4-FFF2-40B4-BE49-F238E27FC236}">
                <a16:creationId xmlns:a16="http://schemas.microsoft.com/office/drawing/2014/main" id="{505C41DC-45DA-7FD1-A8A5-B65F291CC1C0}"/>
              </a:ext>
            </a:extLst>
          </p:cNvPr>
          <p:cNvSpPr txBox="1"/>
          <p:nvPr/>
        </p:nvSpPr>
        <p:spPr>
          <a:xfrm>
            <a:off x="2055466" y="5054077"/>
            <a:ext cx="4316423" cy="261610"/>
          </a:xfrm>
          <a:prstGeom prst="rect">
            <a:avLst/>
          </a:prstGeom>
          <a:noFill/>
        </p:spPr>
        <p:txBody>
          <a:bodyPr wrap="square">
            <a:spAutoFit/>
          </a:bodyPr>
          <a:lstStyle/>
          <a:p>
            <a:r>
              <a:rPr lang="zh-CN" altLang="en-US" sz="1100" dirty="0">
                <a:solidFill>
                  <a:schemeClr val="bg1"/>
                </a:solidFill>
              </a:rPr>
              <a:t>General plan summary of Atmospheric Business Encouragement</a:t>
            </a:r>
          </a:p>
        </p:txBody>
      </p:sp>
    </p:spTree>
    <p:extLst>
      <p:ext uri="{BB962C8B-B14F-4D97-AF65-F5344CB8AC3E}">
        <p14:creationId xmlns:p14="http://schemas.microsoft.com/office/powerpoint/2010/main" val="410520542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id="{88902547-EF6E-05E1-5361-D630F8B2C75C}"/>
              </a:ext>
            </a:extLst>
          </p:cNvPr>
          <p:cNvGrpSpPr/>
          <p:nvPr/>
        </p:nvGrpSpPr>
        <p:grpSpPr>
          <a:xfrm>
            <a:off x="3663191" y="1800604"/>
            <a:ext cx="2285356" cy="3838195"/>
            <a:chOff x="3659863" y="1800604"/>
            <a:chExt cx="2285356" cy="3838195"/>
          </a:xfrm>
        </p:grpSpPr>
        <p:pic>
          <p:nvPicPr>
            <p:cNvPr id="51" name="图片 50" descr="雪山上有白云&#10;&#10;描述已自动生成">
              <a:extLst>
                <a:ext uri="{FF2B5EF4-FFF2-40B4-BE49-F238E27FC236}">
                  <a16:creationId xmlns:a16="http://schemas.microsoft.com/office/drawing/2014/main" id="{986C9513-5D23-DC27-92AA-D0A2435A9B0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3662012" y="1800604"/>
              <a:ext cx="2281059" cy="3833963"/>
            </a:xfrm>
            <a:prstGeom prst="rect">
              <a:avLst/>
            </a:prstGeom>
          </p:spPr>
        </p:pic>
        <p:sp>
          <p:nvSpPr>
            <p:cNvPr id="10" name="矩形 9">
              <a:extLst>
                <a:ext uri="{FF2B5EF4-FFF2-40B4-BE49-F238E27FC236}">
                  <a16:creationId xmlns:a16="http://schemas.microsoft.com/office/drawing/2014/main" id="{E7079999-E1BF-4C18-4749-9B63879C2D3B}"/>
                </a:ext>
              </a:extLst>
            </p:cNvPr>
            <p:cNvSpPr/>
            <p:nvPr/>
          </p:nvSpPr>
          <p:spPr>
            <a:xfrm>
              <a:off x="3659863" y="1808515"/>
              <a:ext cx="2285356" cy="3830284"/>
            </a:xfrm>
            <a:prstGeom prst="rect">
              <a:avLst/>
            </a:prstGeom>
            <a:solidFill>
              <a:srgbClr val="06398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AFAD72A6-0B9D-B1D1-C6A2-E1567CDD4C50}"/>
                </a:ext>
              </a:extLst>
            </p:cNvPr>
            <p:cNvSpPr txBox="1"/>
            <p:nvPr/>
          </p:nvSpPr>
          <p:spPr>
            <a:xfrm>
              <a:off x="4352541" y="4614593"/>
              <a:ext cx="900000" cy="707886"/>
            </a:xfrm>
            <a:prstGeom prst="rect">
              <a:avLst/>
            </a:prstGeom>
            <a:noFill/>
          </p:spPr>
          <p:txBody>
            <a:bodyPr wrap="square" rtlCol="0">
              <a:spAutoFit/>
            </a:bodyPr>
            <a:lstStyle/>
            <a:p>
              <a:pPr algn="ctr"/>
              <a:r>
                <a:rPr lang="en-US" altLang="zh-CN"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rPr>
                <a:t>02</a:t>
              </a:r>
              <a:endParaRPr lang="zh-CN" altLang="en-US"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endParaRPr>
            </a:p>
          </p:txBody>
        </p:sp>
        <p:sp>
          <p:nvSpPr>
            <p:cNvPr id="12" name="矩形 11">
              <a:extLst>
                <a:ext uri="{FF2B5EF4-FFF2-40B4-BE49-F238E27FC236}">
                  <a16:creationId xmlns:a16="http://schemas.microsoft.com/office/drawing/2014/main" id="{C7A3714A-400F-768B-8F75-D4ABCC269A78}"/>
                </a:ext>
              </a:extLst>
            </p:cNvPr>
            <p:cNvSpPr/>
            <p:nvPr/>
          </p:nvSpPr>
          <p:spPr>
            <a:xfrm flipH="1">
              <a:off x="4753889" y="1808515"/>
              <a:ext cx="97304" cy="543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8F83715B-8EEB-8530-A1B3-39215F78E0A1}"/>
                </a:ext>
              </a:extLst>
            </p:cNvPr>
            <p:cNvSpPr txBox="1"/>
            <p:nvPr/>
          </p:nvSpPr>
          <p:spPr>
            <a:xfrm>
              <a:off x="3949797" y="2135674"/>
              <a:ext cx="1705489" cy="2119923"/>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工作进度</a:t>
              </a:r>
              <a:endParaRPr lang="en-US" altLang="zh-CN"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38" name="文本框 37">
              <a:extLst>
                <a:ext uri="{FF2B5EF4-FFF2-40B4-BE49-F238E27FC236}">
                  <a16:creationId xmlns:a16="http://schemas.microsoft.com/office/drawing/2014/main" id="{5AE11721-B037-3AF6-2BF5-3D9832191EF5}"/>
                </a:ext>
              </a:extLst>
            </p:cNvPr>
            <p:cNvSpPr txBox="1"/>
            <p:nvPr/>
          </p:nvSpPr>
          <p:spPr>
            <a:xfrm>
              <a:off x="4136541" y="3988831"/>
              <a:ext cx="1332000" cy="369332"/>
            </a:xfrm>
            <a:prstGeom prst="rect">
              <a:avLst/>
            </a:prstGeom>
            <a:noFill/>
          </p:spPr>
          <p:txBody>
            <a:bodyPr wrap="square">
              <a:spAutoFit/>
            </a:bodyPr>
            <a:lstStyle/>
            <a:p>
              <a:pPr algn="ctr"/>
              <a:r>
                <a:rPr lang="en-US" altLang="zh-CN" dirty="0">
                  <a:solidFill>
                    <a:schemeClr val="bg1"/>
                  </a:solidFill>
                  <a:effectLst>
                    <a:outerShdw blurRad="38100" dist="38100" dir="2700000" algn="tl">
                      <a:srgbClr val="000000">
                        <a:alpha val="43137"/>
                      </a:srgbClr>
                    </a:outerShdw>
                  </a:effectLst>
                  <a:latin typeface="Arial" panose="020B0604020202020204" pitchFamily="34" charset="0"/>
                  <a:ea typeface="思源黑体 CN Normal" panose="020B0400000000000000" pitchFamily="34" charset="-122"/>
                  <a:sym typeface="Arial" panose="020B0604020202020204" pitchFamily="34" charset="0"/>
                </a:rPr>
                <a:t>Part two</a:t>
              </a:r>
            </a:p>
          </p:txBody>
        </p:sp>
      </p:grpSp>
      <p:grpSp>
        <p:nvGrpSpPr>
          <p:cNvPr id="44" name="组合 43">
            <a:extLst>
              <a:ext uri="{FF2B5EF4-FFF2-40B4-BE49-F238E27FC236}">
                <a16:creationId xmlns:a16="http://schemas.microsoft.com/office/drawing/2014/main" id="{1370732D-F035-B42D-A436-5BEAA39E745D}"/>
              </a:ext>
            </a:extLst>
          </p:cNvPr>
          <p:cNvGrpSpPr/>
          <p:nvPr/>
        </p:nvGrpSpPr>
        <p:grpSpPr>
          <a:xfrm>
            <a:off x="8805770" y="1800604"/>
            <a:ext cx="2292291" cy="3823901"/>
            <a:chOff x="8802109" y="1808515"/>
            <a:chExt cx="2292291" cy="3823901"/>
          </a:xfrm>
        </p:grpSpPr>
        <p:pic>
          <p:nvPicPr>
            <p:cNvPr id="58" name="图片 57" descr="雪山上有白云&#10;&#10;描述已自动生成">
              <a:extLst>
                <a:ext uri="{FF2B5EF4-FFF2-40B4-BE49-F238E27FC236}">
                  <a16:creationId xmlns:a16="http://schemas.microsoft.com/office/drawing/2014/main" id="{FE471CB0-24F5-7621-8DC8-FC690DC1C30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802109" y="1808515"/>
              <a:ext cx="2292291" cy="3823901"/>
            </a:xfrm>
            <a:prstGeom prst="rect">
              <a:avLst/>
            </a:prstGeom>
          </p:spPr>
        </p:pic>
        <p:sp>
          <p:nvSpPr>
            <p:cNvPr id="22" name="矩形 21">
              <a:extLst>
                <a:ext uri="{FF2B5EF4-FFF2-40B4-BE49-F238E27FC236}">
                  <a16:creationId xmlns:a16="http://schemas.microsoft.com/office/drawing/2014/main" id="{284E5E53-9EFD-6016-77C0-D0E064C43229}"/>
                </a:ext>
              </a:extLst>
            </p:cNvPr>
            <p:cNvSpPr/>
            <p:nvPr/>
          </p:nvSpPr>
          <p:spPr>
            <a:xfrm>
              <a:off x="8805576" y="1808515"/>
              <a:ext cx="2285356" cy="3812714"/>
            </a:xfrm>
            <a:prstGeom prst="rect">
              <a:avLst/>
            </a:prstGeom>
            <a:solidFill>
              <a:srgbClr val="06398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0087A5C5-DAFE-69D8-E61A-B7173AEF38EE}"/>
                </a:ext>
              </a:extLst>
            </p:cNvPr>
            <p:cNvSpPr txBox="1"/>
            <p:nvPr/>
          </p:nvSpPr>
          <p:spPr>
            <a:xfrm>
              <a:off x="9498254" y="4614593"/>
              <a:ext cx="900000" cy="707886"/>
            </a:xfrm>
            <a:prstGeom prst="rect">
              <a:avLst/>
            </a:prstGeom>
            <a:noFill/>
          </p:spPr>
          <p:txBody>
            <a:bodyPr wrap="square" rtlCol="0">
              <a:spAutoFit/>
            </a:bodyPr>
            <a:lstStyle/>
            <a:p>
              <a:pPr algn="ctr"/>
              <a:r>
                <a:rPr lang="en-US" altLang="zh-CN"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rPr>
                <a:t>04</a:t>
              </a:r>
              <a:endParaRPr lang="zh-CN" altLang="en-US"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endParaRPr>
            </a:p>
          </p:txBody>
        </p:sp>
        <p:sp>
          <p:nvSpPr>
            <p:cNvPr id="24" name="矩形 23">
              <a:extLst>
                <a:ext uri="{FF2B5EF4-FFF2-40B4-BE49-F238E27FC236}">
                  <a16:creationId xmlns:a16="http://schemas.microsoft.com/office/drawing/2014/main" id="{F8255C7C-FAD0-C9BC-42C8-C6C6752AABAE}"/>
                </a:ext>
              </a:extLst>
            </p:cNvPr>
            <p:cNvSpPr/>
            <p:nvPr/>
          </p:nvSpPr>
          <p:spPr>
            <a:xfrm flipH="1">
              <a:off x="9899602" y="1808515"/>
              <a:ext cx="97304" cy="543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文本框 24">
              <a:extLst>
                <a:ext uri="{FF2B5EF4-FFF2-40B4-BE49-F238E27FC236}">
                  <a16:creationId xmlns:a16="http://schemas.microsoft.com/office/drawing/2014/main" id="{BE32E0CC-8F79-2BAA-0EA1-44DE71F9BD8A}"/>
                </a:ext>
              </a:extLst>
            </p:cNvPr>
            <p:cNvSpPr txBox="1"/>
            <p:nvPr/>
          </p:nvSpPr>
          <p:spPr>
            <a:xfrm>
              <a:off x="9095510" y="2135674"/>
              <a:ext cx="1705489" cy="2119922"/>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工作安排</a:t>
              </a:r>
              <a:endParaRPr lang="en-US" altLang="zh-CN"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40" name="文本框 39">
              <a:extLst>
                <a:ext uri="{FF2B5EF4-FFF2-40B4-BE49-F238E27FC236}">
                  <a16:creationId xmlns:a16="http://schemas.microsoft.com/office/drawing/2014/main" id="{C657EC92-DC4E-F1C5-9A98-9CBD2B652BE7}"/>
                </a:ext>
              </a:extLst>
            </p:cNvPr>
            <p:cNvSpPr txBox="1"/>
            <p:nvPr/>
          </p:nvSpPr>
          <p:spPr>
            <a:xfrm>
              <a:off x="9282254" y="3988831"/>
              <a:ext cx="1332000" cy="369332"/>
            </a:xfrm>
            <a:prstGeom prst="rect">
              <a:avLst/>
            </a:prstGeom>
            <a:noFill/>
          </p:spPr>
          <p:txBody>
            <a:bodyPr wrap="square">
              <a:spAutoFit/>
            </a:bodyPr>
            <a:lstStyle/>
            <a:p>
              <a:pPr algn="ctr"/>
              <a:r>
                <a:rPr lang="en-US" altLang="zh-CN" dirty="0">
                  <a:solidFill>
                    <a:schemeClr val="bg1"/>
                  </a:solidFill>
                  <a:effectLst>
                    <a:outerShdw blurRad="38100" dist="38100" dir="2700000" algn="tl">
                      <a:srgbClr val="000000">
                        <a:alpha val="43137"/>
                      </a:srgbClr>
                    </a:outerShdw>
                  </a:effectLst>
                  <a:latin typeface="Arial" panose="020B0604020202020204" pitchFamily="34" charset="0"/>
                  <a:ea typeface="思源黑体 CN Normal" panose="020B0400000000000000" pitchFamily="34" charset="-122"/>
                  <a:sym typeface="Arial" panose="020B0604020202020204" pitchFamily="34" charset="0"/>
                </a:rPr>
                <a:t>Part four</a:t>
              </a:r>
            </a:p>
          </p:txBody>
        </p:sp>
      </p:grpSp>
      <p:grpSp>
        <p:nvGrpSpPr>
          <p:cNvPr id="43" name="组合 42">
            <a:extLst>
              <a:ext uri="{FF2B5EF4-FFF2-40B4-BE49-F238E27FC236}">
                <a16:creationId xmlns:a16="http://schemas.microsoft.com/office/drawing/2014/main" id="{D28491D2-FA9A-20D7-611E-3245A8CAA0CA}"/>
              </a:ext>
            </a:extLst>
          </p:cNvPr>
          <p:cNvGrpSpPr/>
          <p:nvPr/>
        </p:nvGrpSpPr>
        <p:grpSpPr>
          <a:xfrm>
            <a:off x="6232443" y="1800604"/>
            <a:ext cx="2289430" cy="3823901"/>
            <a:chOff x="6229448" y="1808515"/>
            <a:chExt cx="2289430" cy="3823901"/>
          </a:xfrm>
        </p:grpSpPr>
        <p:pic>
          <p:nvPicPr>
            <p:cNvPr id="57" name="图片 56" descr="雪山上有白云&#10;&#10;描述已自动生成">
              <a:extLst>
                <a:ext uri="{FF2B5EF4-FFF2-40B4-BE49-F238E27FC236}">
                  <a16:creationId xmlns:a16="http://schemas.microsoft.com/office/drawing/2014/main" id="{8D303970-7BB8-AD24-1E7E-33ABE505ED5C}"/>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b="-23"/>
            <a:stretch/>
          </p:blipFill>
          <p:spPr>
            <a:xfrm>
              <a:off x="6229448" y="1808515"/>
              <a:ext cx="2289430" cy="3823901"/>
            </a:xfrm>
            <a:prstGeom prst="rect">
              <a:avLst/>
            </a:prstGeom>
          </p:spPr>
        </p:pic>
        <p:sp>
          <p:nvSpPr>
            <p:cNvPr id="16" name="矩形 15">
              <a:extLst>
                <a:ext uri="{FF2B5EF4-FFF2-40B4-BE49-F238E27FC236}">
                  <a16:creationId xmlns:a16="http://schemas.microsoft.com/office/drawing/2014/main" id="{22CB1FBC-04D7-37A3-7B24-9BE41827902E}"/>
                </a:ext>
              </a:extLst>
            </p:cNvPr>
            <p:cNvSpPr/>
            <p:nvPr/>
          </p:nvSpPr>
          <p:spPr>
            <a:xfrm>
              <a:off x="6231485" y="1808515"/>
              <a:ext cx="2285356" cy="3811799"/>
            </a:xfrm>
            <a:prstGeom prst="rect">
              <a:avLst/>
            </a:prstGeom>
            <a:solidFill>
              <a:srgbClr val="06398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文本框 16">
              <a:extLst>
                <a:ext uri="{FF2B5EF4-FFF2-40B4-BE49-F238E27FC236}">
                  <a16:creationId xmlns:a16="http://schemas.microsoft.com/office/drawing/2014/main" id="{D535D538-D069-3E77-C9C8-5A7A0BC05EE5}"/>
                </a:ext>
              </a:extLst>
            </p:cNvPr>
            <p:cNvSpPr txBox="1"/>
            <p:nvPr/>
          </p:nvSpPr>
          <p:spPr>
            <a:xfrm>
              <a:off x="6924163" y="4614593"/>
              <a:ext cx="900000" cy="707886"/>
            </a:xfrm>
            <a:prstGeom prst="rect">
              <a:avLst/>
            </a:prstGeom>
            <a:noFill/>
          </p:spPr>
          <p:txBody>
            <a:bodyPr wrap="square" rtlCol="0">
              <a:spAutoFit/>
            </a:bodyPr>
            <a:lstStyle/>
            <a:p>
              <a:pPr algn="ctr"/>
              <a:r>
                <a:rPr lang="en-US" altLang="zh-CN"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rPr>
                <a:t>03</a:t>
              </a:r>
              <a:endParaRPr lang="zh-CN" altLang="en-US"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endParaRPr>
            </a:p>
          </p:txBody>
        </p:sp>
        <p:sp>
          <p:nvSpPr>
            <p:cNvPr id="18" name="矩形 17">
              <a:extLst>
                <a:ext uri="{FF2B5EF4-FFF2-40B4-BE49-F238E27FC236}">
                  <a16:creationId xmlns:a16="http://schemas.microsoft.com/office/drawing/2014/main" id="{5984F230-B532-2461-F5F2-242788F45501}"/>
                </a:ext>
              </a:extLst>
            </p:cNvPr>
            <p:cNvSpPr/>
            <p:nvPr/>
          </p:nvSpPr>
          <p:spPr>
            <a:xfrm flipH="1">
              <a:off x="7325511" y="1808515"/>
              <a:ext cx="97304" cy="543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文本框 18">
              <a:extLst>
                <a:ext uri="{FF2B5EF4-FFF2-40B4-BE49-F238E27FC236}">
                  <a16:creationId xmlns:a16="http://schemas.microsoft.com/office/drawing/2014/main" id="{D4254795-7C26-208D-ACE3-BF602A368587}"/>
                </a:ext>
              </a:extLst>
            </p:cNvPr>
            <p:cNvSpPr txBox="1"/>
            <p:nvPr/>
          </p:nvSpPr>
          <p:spPr>
            <a:xfrm>
              <a:off x="6521419" y="2135674"/>
              <a:ext cx="1705489" cy="2119923"/>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经验不足</a:t>
              </a:r>
              <a:endParaRPr lang="en-US" altLang="zh-CN"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39" name="文本框 38">
              <a:extLst>
                <a:ext uri="{FF2B5EF4-FFF2-40B4-BE49-F238E27FC236}">
                  <a16:creationId xmlns:a16="http://schemas.microsoft.com/office/drawing/2014/main" id="{F59EB35C-EAC0-4968-A0B8-6704CD88FE0D}"/>
                </a:ext>
              </a:extLst>
            </p:cNvPr>
            <p:cNvSpPr txBox="1"/>
            <p:nvPr/>
          </p:nvSpPr>
          <p:spPr>
            <a:xfrm>
              <a:off x="6708163" y="3988831"/>
              <a:ext cx="1332000" cy="369332"/>
            </a:xfrm>
            <a:prstGeom prst="rect">
              <a:avLst/>
            </a:prstGeom>
            <a:noFill/>
          </p:spPr>
          <p:txBody>
            <a:bodyPr wrap="square">
              <a:spAutoFit/>
            </a:bodyPr>
            <a:lstStyle/>
            <a:p>
              <a:pPr algn="ctr"/>
              <a:r>
                <a:rPr lang="en-US" altLang="zh-CN" dirty="0">
                  <a:solidFill>
                    <a:schemeClr val="bg1"/>
                  </a:solidFill>
                  <a:effectLst>
                    <a:outerShdw blurRad="38100" dist="38100" dir="2700000" algn="tl">
                      <a:srgbClr val="000000">
                        <a:alpha val="43137"/>
                      </a:srgbClr>
                    </a:outerShdw>
                  </a:effectLst>
                  <a:latin typeface="Arial" panose="020B0604020202020204" pitchFamily="34" charset="0"/>
                  <a:ea typeface="思源黑体 CN Normal" panose="020B0400000000000000" pitchFamily="34" charset="-122"/>
                  <a:sym typeface="Arial" panose="020B0604020202020204" pitchFamily="34" charset="0"/>
                </a:rPr>
                <a:t>Part three</a:t>
              </a:r>
            </a:p>
          </p:txBody>
        </p:sp>
      </p:grpSp>
      <p:grpSp>
        <p:nvGrpSpPr>
          <p:cNvPr id="41" name="组合 40">
            <a:extLst>
              <a:ext uri="{FF2B5EF4-FFF2-40B4-BE49-F238E27FC236}">
                <a16:creationId xmlns:a16="http://schemas.microsoft.com/office/drawing/2014/main" id="{1E9FF622-E85A-F808-C877-017FF1FE61B8}"/>
              </a:ext>
            </a:extLst>
          </p:cNvPr>
          <p:cNvGrpSpPr/>
          <p:nvPr/>
        </p:nvGrpSpPr>
        <p:grpSpPr>
          <a:xfrm>
            <a:off x="1093939" y="1800604"/>
            <a:ext cx="2285356" cy="3823901"/>
            <a:chOff x="1090278" y="1801518"/>
            <a:chExt cx="2285356" cy="3823901"/>
          </a:xfrm>
        </p:grpSpPr>
        <p:pic>
          <p:nvPicPr>
            <p:cNvPr id="8" name="图片 7" descr="雪山上有白云&#10;&#10;描述已自动生成">
              <a:extLst>
                <a:ext uri="{FF2B5EF4-FFF2-40B4-BE49-F238E27FC236}">
                  <a16:creationId xmlns:a16="http://schemas.microsoft.com/office/drawing/2014/main" id="{CAFD6DD2-AF5B-DFFE-9319-59937C722252}"/>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1091212" y="1801518"/>
              <a:ext cx="2283488" cy="3823901"/>
            </a:xfrm>
            <a:prstGeom prst="rect">
              <a:avLst/>
            </a:prstGeom>
          </p:spPr>
        </p:pic>
        <p:sp>
          <p:nvSpPr>
            <p:cNvPr id="4" name="矩形 3">
              <a:extLst>
                <a:ext uri="{FF2B5EF4-FFF2-40B4-BE49-F238E27FC236}">
                  <a16:creationId xmlns:a16="http://schemas.microsoft.com/office/drawing/2014/main" id="{B14599C3-1574-D017-17FF-5F2837EC1EF3}"/>
                </a:ext>
              </a:extLst>
            </p:cNvPr>
            <p:cNvSpPr/>
            <p:nvPr/>
          </p:nvSpPr>
          <p:spPr>
            <a:xfrm>
              <a:off x="1090278" y="1801518"/>
              <a:ext cx="2285356" cy="3818796"/>
            </a:xfrm>
            <a:prstGeom prst="rect">
              <a:avLst/>
            </a:prstGeom>
            <a:solidFill>
              <a:srgbClr val="06398B">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5" name="文本框 4">
              <a:extLst>
                <a:ext uri="{FF2B5EF4-FFF2-40B4-BE49-F238E27FC236}">
                  <a16:creationId xmlns:a16="http://schemas.microsoft.com/office/drawing/2014/main" id="{CE25DA87-53B4-4681-B3EE-0800837CB21E}"/>
                </a:ext>
              </a:extLst>
            </p:cNvPr>
            <p:cNvSpPr txBox="1"/>
            <p:nvPr/>
          </p:nvSpPr>
          <p:spPr>
            <a:xfrm>
              <a:off x="1782956" y="4614593"/>
              <a:ext cx="900000" cy="707886"/>
            </a:xfrm>
            <a:prstGeom prst="rect">
              <a:avLst/>
            </a:prstGeom>
            <a:noFill/>
          </p:spPr>
          <p:txBody>
            <a:bodyPr wrap="square" rtlCol="0">
              <a:spAutoFit/>
            </a:bodyPr>
            <a:lstStyle/>
            <a:p>
              <a:pPr algn="ctr"/>
              <a:r>
                <a:rPr lang="en-US" altLang="zh-CN"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rPr>
                <a:t>01</a:t>
              </a:r>
              <a:endParaRPr lang="zh-CN" altLang="en-US" sz="4000" dirty="0">
                <a:solidFill>
                  <a:schemeClr val="bg1"/>
                </a:solidFill>
                <a:latin typeface="Arial Black" panose="020B0A04020102020204" pitchFamily="34" charset="0"/>
                <a:ea typeface="思源黑体 CN Normal" panose="020B0400000000000000" pitchFamily="34" charset="-122"/>
                <a:sym typeface="Arial" panose="020B0604020202020204" pitchFamily="34" charset="0"/>
              </a:endParaRPr>
            </a:p>
          </p:txBody>
        </p:sp>
        <p:sp>
          <p:nvSpPr>
            <p:cNvPr id="6" name="矩形 5">
              <a:extLst>
                <a:ext uri="{FF2B5EF4-FFF2-40B4-BE49-F238E27FC236}">
                  <a16:creationId xmlns:a16="http://schemas.microsoft.com/office/drawing/2014/main" id="{33F77728-0B2B-E94E-FE7A-679AF5D94F51}"/>
                </a:ext>
              </a:extLst>
            </p:cNvPr>
            <p:cNvSpPr/>
            <p:nvPr/>
          </p:nvSpPr>
          <p:spPr>
            <a:xfrm flipH="1">
              <a:off x="2184304" y="1801518"/>
              <a:ext cx="97304" cy="5436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7" name="文本框 6">
              <a:extLst>
                <a:ext uri="{FF2B5EF4-FFF2-40B4-BE49-F238E27FC236}">
                  <a16:creationId xmlns:a16="http://schemas.microsoft.com/office/drawing/2014/main" id="{3D8CCA1D-7A9C-3266-2144-187B7905D2C1}"/>
                </a:ext>
              </a:extLst>
            </p:cNvPr>
            <p:cNvSpPr txBox="1"/>
            <p:nvPr/>
          </p:nvSpPr>
          <p:spPr>
            <a:xfrm>
              <a:off x="1380212" y="2135674"/>
              <a:ext cx="1705489" cy="2119923"/>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工作概述</a:t>
              </a:r>
              <a:endParaRPr lang="en-US" altLang="zh-CN" sz="4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37" name="文本框 36">
              <a:extLst>
                <a:ext uri="{FF2B5EF4-FFF2-40B4-BE49-F238E27FC236}">
                  <a16:creationId xmlns:a16="http://schemas.microsoft.com/office/drawing/2014/main" id="{564534C1-786F-2BF5-0A0D-4D20548E90F3}"/>
                </a:ext>
              </a:extLst>
            </p:cNvPr>
            <p:cNvSpPr txBox="1"/>
            <p:nvPr/>
          </p:nvSpPr>
          <p:spPr>
            <a:xfrm>
              <a:off x="1566956" y="3988831"/>
              <a:ext cx="1332000" cy="369332"/>
            </a:xfrm>
            <a:prstGeom prst="rect">
              <a:avLst/>
            </a:prstGeom>
            <a:noFill/>
          </p:spPr>
          <p:txBody>
            <a:bodyPr wrap="square">
              <a:spAutoFit/>
            </a:bodyPr>
            <a:lstStyle/>
            <a:p>
              <a:pPr algn="ctr"/>
              <a:r>
                <a:rPr lang="en-US" altLang="zh-CN" dirty="0">
                  <a:solidFill>
                    <a:schemeClr val="bg1"/>
                  </a:solidFill>
                  <a:effectLst>
                    <a:outerShdw blurRad="38100" dist="38100" dir="2700000" algn="tl">
                      <a:srgbClr val="000000">
                        <a:alpha val="43137"/>
                      </a:srgbClr>
                    </a:outerShdw>
                  </a:effectLst>
                  <a:latin typeface="Arial" panose="020B0604020202020204" pitchFamily="34" charset="0"/>
                  <a:ea typeface="思源黑体 CN Normal" panose="020B0400000000000000" pitchFamily="34" charset="-122"/>
                  <a:sym typeface="Arial" panose="020B0604020202020204" pitchFamily="34" charset="0"/>
                </a:rPr>
                <a:t>Part one</a:t>
              </a:r>
              <a:endParaRPr lang="zh-CN" altLang="en-US" dirty="0">
                <a:solidFill>
                  <a:schemeClr val="bg1"/>
                </a:solidFill>
                <a:effectLst>
                  <a:outerShdw blurRad="38100" dist="38100" dir="2700000" algn="tl">
                    <a:srgbClr val="000000">
                      <a:alpha val="43137"/>
                    </a:srgbClr>
                  </a:outerShdw>
                </a:effectLst>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6" name="组合 25">
            <a:extLst>
              <a:ext uri="{FF2B5EF4-FFF2-40B4-BE49-F238E27FC236}">
                <a16:creationId xmlns:a16="http://schemas.microsoft.com/office/drawing/2014/main" id="{E1BB00A4-22E1-5882-14C9-B6BA83E211F6}"/>
              </a:ext>
            </a:extLst>
          </p:cNvPr>
          <p:cNvGrpSpPr/>
          <p:nvPr/>
        </p:nvGrpSpPr>
        <p:grpSpPr>
          <a:xfrm>
            <a:off x="1094193" y="608759"/>
            <a:ext cx="3844181" cy="830998"/>
            <a:chOff x="517856" y="591832"/>
            <a:chExt cx="4673937" cy="1010366"/>
          </a:xfrm>
        </p:grpSpPr>
        <p:sp>
          <p:nvSpPr>
            <p:cNvPr id="27" name="文本框 26">
              <a:extLst>
                <a:ext uri="{FF2B5EF4-FFF2-40B4-BE49-F238E27FC236}">
                  <a16:creationId xmlns:a16="http://schemas.microsoft.com/office/drawing/2014/main" id="{232A8CEB-A1E1-6468-F421-FE9D9B2C5075}"/>
                </a:ext>
              </a:extLst>
            </p:cNvPr>
            <p:cNvSpPr txBox="1"/>
            <p:nvPr/>
          </p:nvSpPr>
          <p:spPr>
            <a:xfrm flipH="1">
              <a:off x="517856" y="591832"/>
              <a:ext cx="1748036" cy="1010366"/>
            </a:xfrm>
            <a:prstGeom prst="rect">
              <a:avLst/>
            </a:prstGeom>
            <a:noFill/>
          </p:spPr>
          <p:txBody>
            <a:bodyPr vert="horz" wrap="square" rtlCol="0">
              <a:spAutoFit/>
            </a:bodyPr>
            <a:lstStyle/>
            <a:p>
              <a:pPr algn="dist"/>
              <a:r>
                <a:rPr lang="zh-CN" altLang="en-US" sz="4800" dirty="0">
                  <a:solidFill>
                    <a:srgbClr val="06398B"/>
                  </a:solidFill>
                  <a:latin typeface="优设标题黑" panose="00000500000000000000" pitchFamily="2" charset="-122"/>
                  <a:ea typeface="优设标题黑" panose="00000500000000000000" pitchFamily="2" charset="-122"/>
                  <a:sym typeface="Arial" panose="020B0604020202020204" pitchFamily="34" charset="0"/>
                </a:rPr>
                <a:t>目录</a:t>
              </a:r>
            </a:p>
          </p:txBody>
        </p:sp>
        <p:sp>
          <p:nvSpPr>
            <p:cNvPr id="28" name="文本框 27">
              <a:extLst>
                <a:ext uri="{FF2B5EF4-FFF2-40B4-BE49-F238E27FC236}">
                  <a16:creationId xmlns:a16="http://schemas.microsoft.com/office/drawing/2014/main" id="{5152889D-0B99-5BC8-23AF-85D1D77B6CA3}"/>
                </a:ext>
              </a:extLst>
            </p:cNvPr>
            <p:cNvSpPr txBox="1"/>
            <p:nvPr/>
          </p:nvSpPr>
          <p:spPr>
            <a:xfrm flipH="1">
              <a:off x="2417591" y="668287"/>
              <a:ext cx="2774202" cy="636155"/>
            </a:xfrm>
            <a:prstGeom prst="rect">
              <a:avLst/>
            </a:prstGeom>
            <a:noFill/>
          </p:spPr>
          <p:txBody>
            <a:bodyPr wrap="square" rtlCol="0">
              <a:spAutoFit/>
            </a:bodyPr>
            <a:lstStyle/>
            <a:p>
              <a:r>
                <a:rPr lang="en-US" altLang="zh-CN" sz="2800" kern="100" dirty="0">
                  <a:solidFill>
                    <a:schemeClr val="tx1">
                      <a:lumMod val="75000"/>
                      <a:lumOff val="25000"/>
                    </a:schemeClr>
                  </a:solidFill>
                  <a:ea typeface="优设标题黑" panose="00000500000000000000" pitchFamily="2" charset="-122"/>
                  <a:cs typeface="Times New Roman" panose="02020603050405020304" pitchFamily="18" charset="0"/>
                  <a:sym typeface="Arial" panose="020B0604020202020204" pitchFamily="34" charset="0"/>
                </a:rPr>
                <a:t>CONTENTS</a:t>
              </a:r>
              <a:endParaRPr lang="zh-CN" altLang="en-US" sz="2800" kern="100" dirty="0">
                <a:solidFill>
                  <a:schemeClr val="tx1">
                    <a:lumMod val="75000"/>
                    <a:lumOff val="25000"/>
                  </a:schemeClr>
                </a:solidFill>
                <a:ea typeface="优设标题黑" panose="00000500000000000000" pitchFamily="2" charset="-122"/>
                <a:cs typeface="Times New Roman" panose="02020603050405020304" pitchFamily="18" charset="0"/>
                <a:sym typeface="Arial" panose="020B0604020202020204" pitchFamily="34" charset="0"/>
              </a:endParaRPr>
            </a:p>
          </p:txBody>
        </p:sp>
        <p:sp>
          <p:nvSpPr>
            <p:cNvPr id="29" name="文本框 28">
              <a:extLst>
                <a:ext uri="{FF2B5EF4-FFF2-40B4-BE49-F238E27FC236}">
                  <a16:creationId xmlns:a16="http://schemas.microsoft.com/office/drawing/2014/main" id="{8F2A40A2-1389-8CD0-BA0F-2EF0CF940EBA}"/>
                </a:ext>
              </a:extLst>
            </p:cNvPr>
            <p:cNvSpPr txBox="1"/>
            <p:nvPr/>
          </p:nvSpPr>
          <p:spPr>
            <a:xfrm>
              <a:off x="2429051" y="1182890"/>
              <a:ext cx="2538689" cy="280656"/>
            </a:xfrm>
            <a:prstGeom prst="rect">
              <a:avLst/>
            </a:prstGeom>
            <a:noFill/>
          </p:spPr>
          <p:txBody>
            <a:bodyPr wrap="square">
              <a:spAutoFit/>
            </a:bodyPr>
            <a:lstStyle/>
            <a:p>
              <a:pPr algn="dist"/>
              <a:r>
                <a:rPr lang="en-US" altLang="zh-CN" sz="900" dirty="0">
                  <a:solidFill>
                    <a:schemeClr val="bg1">
                      <a:lumMod val="50000"/>
                    </a:schemeClr>
                  </a:solidFill>
                  <a:ea typeface="优设标题黑" panose="00000500000000000000" pitchFamily="2" charset="-122"/>
                  <a:sym typeface="Arial" panose="020B0604020202020204" pitchFamily="34" charset="0"/>
                </a:rPr>
                <a:t>BRAND VISUAL IDENTITY SYSTEM</a:t>
              </a:r>
              <a:endParaRPr lang="zh-CN" altLang="en-US" sz="900" dirty="0">
                <a:solidFill>
                  <a:schemeClr val="bg1">
                    <a:lumMod val="50000"/>
                  </a:schemeClr>
                </a:solidFill>
                <a:ea typeface="优设标题黑" panose="00000500000000000000" pitchFamily="2" charset="-122"/>
                <a:sym typeface="Arial" panose="020B0604020202020204" pitchFamily="34" charset="0"/>
              </a:endParaRPr>
            </a:p>
          </p:txBody>
        </p:sp>
        <p:sp>
          <p:nvSpPr>
            <p:cNvPr id="30" name="矩形 29">
              <a:extLst>
                <a:ext uri="{FF2B5EF4-FFF2-40B4-BE49-F238E27FC236}">
                  <a16:creationId xmlns:a16="http://schemas.microsoft.com/office/drawing/2014/main" id="{C653A9C6-DE72-8E66-DA3F-C3AA9774B819}"/>
                </a:ext>
              </a:extLst>
            </p:cNvPr>
            <p:cNvSpPr/>
            <p:nvPr/>
          </p:nvSpPr>
          <p:spPr>
            <a:xfrm rot="5400000">
              <a:off x="1994920" y="1074156"/>
              <a:ext cx="676610" cy="45719"/>
            </a:xfrm>
            <a:prstGeom prst="rect">
              <a:avLst/>
            </a:prstGeom>
            <a:solidFill>
              <a:srgbClr val="2933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400" dirty="0">
                <a:solidFill>
                  <a:srgbClr val="06398B"/>
                </a:solidFill>
                <a:latin typeface="优设标题黑" panose="00000500000000000000" pitchFamily="2" charset="-122"/>
                <a:ea typeface="优设标题黑" panose="00000500000000000000" pitchFamily="2" charset="-122"/>
                <a:sym typeface="Arial" panose="020B0604020202020204" pitchFamily="34" charset="0"/>
              </a:endParaRPr>
            </a:p>
          </p:txBody>
        </p:sp>
      </p:grpSp>
      <p:grpSp>
        <p:nvGrpSpPr>
          <p:cNvPr id="31" name="组合 30">
            <a:extLst>
              <a:ext uri="{FF2B5EF4-FFF2-40B4-BE49-F238E27FC236}">
                <a16:creationId xmlns:a16="http://schemas.microsoft.com/office/drawing/2014/main" id="{36B54944-ECB0-1FAD-183A-E76CDADADC43}"/>
              </a:ext>
            </a:extLst>
          </p:cNvPr>
          <p:cNvGrpSpPr/>
          <p:nvPr/>
        </p:nvGrpSpPr>
        <p:grpSpPr>
          <a:xfrm>
            <a:off x="9929368" y="5806029"/>
            <a:ext cx="1838849" cy="803319"/>
            <a:chOff x="9967041" y="5663417"/>
            <a:chExt cx="1838849" cy="803319"/>
          </a:xfrm>
        </p:grpSpPr>
        <p:sp>
          <p:nvSpPr>
            <p:cNvPr id="32" name="文本框 31">
              <a:extLst>
                <a:ext uri="{FF2B5EF4-FFF2-40B4-BE49-F238E27FC236}">
                  <a16:creationId xmlns:a16="http://schemas.microsoft.com/office/drawing/2014/main" id="{5931609B-015A-D5A4-2B97-8ABDED9F4804}"/>
                </a:ext>
              </a:extLst>
            </p:cNvPr>
            <p:cNvSpPr txBox="1"/>
            <p:nvPr/>
          </p:nvSpPr>
          <p:spPr>
            <a:xfrm>
              <a:off x="10935735" y="5759272"/>
              <a:ext cx="863997" cy="415498"/>
            </a:xfrm>
            <a:prstGeom prst="rect">
              <a:avLst/>
            </a:prstGeom>
            <a:noFill/>
          </p:spPr>
          <p:txBody>
            <a:bodyPr wrap="square">
              <a:spAutoFit/>
            </a:bodyPr>
            <a:lstStyle/>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WORK</a:t>
              </a:r>
            </a:p>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REPORT </a:t>
              </a:r>
              <a:endParaRPr lang="zh-CN" altLang="en-US"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3" name="文本框 32">
              <a:extLst>
                <a:ext uri="{FF2B5EF4-FFF2-40B4-BE49-F238E27FC236}">
                  <a16:creationId xmlns:a16="http://schemas.microsoft.com/office/drawing/2014/main" id="{CD55CC4F-9A0C-50DD-B353-60EE11C1B122}"/>
                </a:ext>
              </a:extLst>
            </p:cNvPr>
            <p:cNvSpPr txBox="1"/>
            <p:nvPr/>
          </p:nvSpPr>
          <p:spPr>
            <a:xfrm>
              <a:off x="9967041" y="6235904"/>
              <a:ext cx="1838849" cy="230832"/>
            </a:xfrm>
            <a:prstGeom prst="rect">
              <a:avLst/>
            </a:prstGeom>
            <a:noFill/>
          </p:spPr>
          <p:txBody>
            <a:bodyPr wrap="square">
              <a:spAutoFit/>
            </a:bodyPr>
            <a:lstStyle/>
            <a:p>
              <a:pPr algn="r"/>
              <a:r>
                <a:rPr lang="en-US" altLang="zh-CN" sz="9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 PLAN</a:t>
              </a:r>
            </a:p>
          </p:txBody>
        </p:sp>
        <p:cxnSp>
          <p:nvCxnSpPr>
            <p:cNvPr id="34" name="直接连接符 33">
              <a:extLst>
                <a:ext uri="{FF2B5EF4-FFF2-40B4-BE49-F238E27FC236}">
                  <a16:creationId xmlns:a16="http://schemas.microsoft.com/office/drawing/2014/main" id="{18AC07FD-486A-1F56-21DB-210631D054B0}"/>
                </a:ext>
              </a:extLst>
            </p:cNvPr>
            <p:cNvCxnSpPr>
              <a:cxnSpLocks/>
            </p:cNvCxnSpPr>
            <p:nvPr/>
          </p:nvCxnSpPr>
          <p:spPr>
            <a:xfrm>
              <a:off x="11591101" y="6199750"/>
              <a:ext cx="11190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5" name="椭圆 34">
              <a:extLst>
                <a:ext uri="{FF2B5EF4-FFF2-40B4-BE49-F238E27FC236}">
                  <a16:creationId xmlns:a16="http://schemas.microsoft.com/office/drawing/2014/main" id="{77B44B06-6230-804A-60E3-D3A852B3BB8C}"/>
                </a:ext>
              </a:extLst>
            </p:cNvPr>
            <p:cNvSpPr/>
            <p:nvPr/>
          </p:nvSpPr>
          <p:spPr>
            <a:xfrm>
              <a:off x="11643972" y="5663417"/>
              <a:ext cx="59702" cy="597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6" name="椭圆 35">
              <a:extLst>
                <a:ext uri="{FF2B5EF4-FFF2-40B4-BE49-F238E27FC236}">
                  <a16:creationId xmlns:a16="http://schemas.microsoft.com/office/drawing/2014/main" id="{B8DA0DF0-7092-75CF-863B-830C0789F6E8}"/>
                </a:ext>
              </a:extLst>
            </p:cNvPr>
            <p:cNvSpPr/>
            <p:nvPr/>
          </p:nvSpPr>
          <p:spPr>
            <a:xfrm>
              <a:off x="11528885" y="5663417"/>
              <a:ext cx="59702" cy="59702"/>
            </a:xfrm>
            <a:prstGeom prst="ellipse">
              <a:avLst/>
            </a:prstGeom>
            <a:solidFill>
              <a:srgbClr val="94BB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14" name="TextBox 3">
            <a:extLst>
              <a:ext uri="{FF2B5EF4-FFF2-40B4-BE49-F238E27FC236}">
                <a16:creationId xmlns:a16="http://schemas.microsoft.com/office/drawing/2014/main" id="{AA01AED5-2388-7B42-1020-200DFE7A69C3}"/>
              </a:ext>
            </a:extLst>
          </p:cNvPr>
          <p:cNvSpPr txBox="1"/>
          <p:nvPr/>
        </p:nvSpPr>
        <p:spPr>
          <a:xfrm>
            <a:off x="39960" y="0"/>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786880462"/>
      </p:ext>
    </p:extLst>
  </p:cSld>
  <p:clrMapOvr>
    <a:masterClrMapping/>
  </p:clrMapOvr>
  <mc:AlternateContent xmlns:mc="http://schemas.openxmlformats.org/markup-compatibility/2006" xmlns:p14="http://schemas.microsoft.com/office/powerpoint/2010/main">
    <mc:Choice Requires="p14">
      <p:transition spd="slow" p14:dur="2000" advTm="3000">
        <p:push dir="u"/>
      </p:transition>
    </mc:Choice>
    <mc:Fallback xmlns="">
      <p:transition spd="slow" advTm="3000">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10" presetClass="entr" presetSubtype="0" fill="hold"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par>
                          <p:cTn id="11" fill="hold">
                            <p:stCondLst>
                              <p:cond delay="500"/>
                            </p:stCondLst>
                            <p:childTnLst>
                              <p:par>
                                <p:cTn id="12" presetID="42" presetClass="entr" presetSubtype="0" fill="hold" nodeType="afterEffect">
                                  <p:stCondLst>
                                    <p:cond delay="0"/>
                                  </p:stCondLst>
                                  <p:childTnLst>
                                    <p:set>
                                      <p:cBhvr>
                                        <p:cTn id="13" dur="1" fill="hold">
                                          <p:stCondLst>
                                            <p:cond delay="0"/>
                                          </p:stCondLst>
                                        </p:cTn>
                                        <p:tgtEl>
                                          <p:spTgt spid="41"/>
                                        </p:tgtEl>
                                        <p:attrNameLst>
                                          <p:attrName>style.visibility</p:attrName>
                                        </p:attrNameLst>
                                      </p:cBhvr>
                                      <p:to>
                                        <p:strVal val="visible"/>
                                      </p:to>
                                    </p:set>
                                    <p:animEffect transition="in" filter="fade">
                                      <p:cBhvr>
                                        <p:cTn id="14" dur="1000"/>
                                        <p:tgtEl>
                                          <p:spTgt spid="41"/>
                                        </p:tgtEl>
                                      </p:cBhvr>
                                    </p:animEffect>
                                    <p:anim calcmode="lin" valueType="num">
                                      <p:cBhvr>
                                        <p:cTn id="15" dur="1000" fill="hold"/>
                                        <p:tgtEl>
                                          <p:spTgt spid="41"/>
                                        </p:tgtEl>
                                        <p:attrNameLst>
                                          <p:attrName>ppt_x</p:attrName>
                                        </p:attrNameLst>
                                      </p:cBhvr>
                                      <p:tavLst>
                                        <p:tav tm="0">
                                          <p:val>
                                            <p:strVal val="#ppt_x"/>
                                          </p:val>
                                        </p:tav>
                                        <p:tav tm="100000">
                                          <p:val>
                                            <p:strVal val="#ppt_x"/>
                                          </p:val>
                                        </p:tav>
                                      </p:tavLst>
                                    </p:anim>
                                    <p:anim calcmode="lin" valueType="num">
                                      <p:cBhvr>
                                        <p:cTn id="16" dur="1000" fill="hold"/>
                                        <p:tgtEl>
                                          <p:spTgt spid="41"/>
                                        </p:tgtEl>
                                        <p:attrNameLst>
                                          <p:attrName>ppt_y</p:attrName>
                                        </p:attrNameLst>
                                      </p:cBhvr>
                                      <p:tavLst>
                                        <p:tav tm="0">
                                          <p:val>
                                            <p:strVal val="#ppt_y+.1"/>
                                          </p:val>
                                        </p:tav>
                                        <p:tav tm="100000">
                                          <p:val>
                                            <p:strVal val="#ppt_y"/>
                                          </p:val>
                                        </p:tav>
                                      </p:tavLst>
                                    </p:anim>
                                  </p:childTnLst>
                                </p:cTn>
                              </p:par>
                            </p:childTnLst>
                          </p:cTn>
                        </p:par>
                        <p:par>
                          <p:cTn id="17" fill="hold">
                            <p:stCondLst>
                              <p:cond delay="1500"/>
                            </p:stCondLst>
                            <p:childTnLst>
                              <p:par>
                                <p:cTn id="18" presetID="42" presetClass="entr" presetSubtype="0" fill="hold" nodeType="afterEffect">
                                  <p:stCondLst>
                                    <p:cond delay="0"/>
                                  </p:stCondLst>
                                  <p:childTnLst>
                                    <p:set>
                                      <p:cBhvr>
                                        <p:cTn id="19" dur="1" fill="hold">
                                          <p:stCondLst>
                                            <p:cond delay="0"/>
                                          </p:stCondLst>
                                        </p:cTn>
                                        <p:tgtEl>
                                          <p:spTgt spid="42"/>
                                        </p:tgtEl>
                                        <p:attrNameLst>
                                          <p:attrName>style.visibility</p:attrName>
                                        </p:attrNameLst>
                                      </p:cBhvr>
                                      <p:to>
                                        <p:strVal val="visible"/>
                                      </p:to>
                                    </p:set>
                                    <p:animEffect transition="in" filter="fade">
                                      <p:cBhvr>
                                        <p:cTn id="20" dur="1000"/>
                                        <p:tgtEl>
                                          <p:spTgt spid="42"/>
                                        </p:tgtEl>
                                      </p:cBhvr>
                                    </p:animEffect>
                                    <p:anim calcmode="lin" valueType="num">
                                      <p:cBhvr>
                                        <p:cTn id="21" dur="1000" fill="hold"/>
                                        <p:tgtEl>
                                          <p:spTgt spid="42"/>
                                        </p:tgtEl>
                                        <p:attrNameLst>
                                          <p:attrName>ppt_x</p:attrName>
                                        </p:attrNameLst>
                                      </p:cBhvr>
                                      <p:tavLst>
                                        <p:tav tm="0">
                                          <p:val>
                                            <p:strVal val="#ppt_x"/>
                                          </p:val>
                                        </p:tav>
                                        <p:tav tm="100000">
                                          <p:val>
                                            <p:strVal val="#ppt_x"/>
                                          </p:val>
                                        </p:tav>
                                      </p:tavLst>
                                    </p:anim>
                                    <p:anim calcmode="lin" valueType="num">
                                      <p:cBhvr>
                                        <p:cTn id="22" dur="1000" fill="hold"/>
                                        <p:tgtEl>
                                          <p:spTgt spid="42"/>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42" presetClass="entr" presetSubtype="0" fill="hold" nodeType="after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fade">
                                      <p:cBhvr>
                                        <p:cTn id="26" dur="1000"/>
                                        <p:tgtEl>
                                          <p:spTgt spid="43"/>
                                        </p:tgtEl>
                                      </p:cBhvr>
                                    </p:animEffect>
                                    <p:anim calcmode="lin" valueType="num">
                                      <p:cBhvr>
                                        <p:cTn id="27" dur="1000" fill="hold"/>
                                        <p:tgtEl>
                                          <p:spTgt spid="43"/>
                                        </p:tgtEl>
                                        <p:attrNameLst>
                                          <p:attrName>ppt_x</p:attrName>
                                        </p:attrNameLst>
                                      </p:cBhvr>
                                      <p:tavLst>
                                        <p:tav tm="0">
                                          <p:val>
                                            <p:strVal val="#ppt_x"/>
                                          </p:val>
                                        </p:tav>
                                        <p:tav tm="100000">
                                          <p:val>
                                            <p:strVal val="#ppt_x"/>
                                          </p:val>
                                        </p:tav>
                                      </p:tavLst>
                                    </p:anim>
                                    <p:anim calcmode="lin" valueType="num">
                                      <p:cBhvr>
                                        <p:cTn id="28" dur="1000" fill="hold"/>
                                        <p:tgtEl>
                                          <p:spTgt spid="43"/>
                                        </p:tgtEl>
                                        <p:attrNameLst>
                                          <p:attrName>ppt_y</p:attrName>
                                        </p:attrNameLst>
                                      </p:cBhvr>
                                      <p:tavLst>
                                        <p:tav tm="0">
                                          <p:val>
                                            <p:strVal val="#ppt_y+.1"/>
                                          </p:val>
                                        </p:tav>
                                        <p:tav tm="100000">
                                          <p:val>
                                            <p:strVal val="#ppt_y"/>
                                          </p:val>
                                        </p:tav>
                                      </p:tavLst>
                                    </p:anim>
                                  </p:childTnLst>
                                </p:cTn>
                              </p:par>
                            </p:childTnLst>
                          </p:cTn>
                        </p:par>
                        <p:par>
                          <p:cTn id="29" fill="hold">
                            <p:stCondLst>
                              <p:cond delay="3500"/>
                            </p:stCondLst>
                            <p:childTnLst>
                              <p:par>
                                <p:cTn id="30" presetID="42" presetClass="entr" presetSubtype="0" fill="hold"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fade">
                                      <p:cBhvr>
                                        <p:cTn id="32" dur="1000"/>
                                        <p:tgtEl>
                                          <p:spTgt spid="44"/>
                                        </p:tgtEl>
                                      </p:cBhvr>
                                    </p:animEffect>
                                    <p:anim calcmode="lin" valueType="num">
                                      <p:cBhvr>
                                        <p:cTn id="33" dur="1000" fill="hold"/>
                                        <p:tgtEl>
                                          <p:spTgt spid="44"/>
                                        </p:tgtEl>
                                        <p:attrNameLst>
                                          <p:attrName>ppt_x</p:attrName>
                                        </p:attrNameLst>
                                      </p:cBhvr>
                                      <p:tavLst>
                                        <p:tav tm="0">
                                          <p:val>
                                            <p:strVal val="#ppt_x"/>
                                          </p:val>
                                        </p:tav>
                                        <p:tav tm="100000">
                                          <p:val>
                                            <p:strVal val="#ppt_x"/>
                                          </p:val>
                                        </p:tav>
                                      </p:tavLst>
                                    </p:anim>
                                    <p:anim calcmode="lin" valueType="num">
                                      <p:cBhvr>
                                        <p:cTn id="34"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男人站在岩石上&#10;&#10;描述已自动生成">
            <a:extLst>
              <a:ext uri="{FF2B5EF4-FFF2-40B4-BE49-F238E27FC236}">
                <a16:creationId xmlns:a16="http://schemas.microsoft.com/office/drawing/2014/main" id="{F305C93F-B0F8-BB0E-E75D-8601760359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1735667"/>
            <a:ext cx="5080000" cy="3386666"/>
          </a:xfrm>
          <a:prstGeom prst="rect">
            <a:avLst/>
          </a:prstGeom>
        </p:spPr>
      </p:pic>
      <p:sp>
        <p:nvSpPr>
          <p:cNvPr id="10" name="矩形 9">
            <a:extLst>
              <a:ext uri="{FF2B5EF4-FFF2-40B4-BE49-F238E27FC236}">
                <a16:creationId xmlns:a16="http://schemas.microsoft.com/office/drawing/2014/main" id="{9EFD5E34-4992-F9CE-A09A-DA3AD0AFCF7C}"/>
              </a:ext>
            </a:extLst>
          </p:cNvPr>
          <p:cNvSpPr/>
          <p:nvPr/>
        </p:nvSpPr>
        <p:spPr>
          <a:xfrm>
            <a:off x="5167085" y="1735667"/>
            <a:ext cx="7024915" cy="3386666"/>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DBF28384-CABB-831C-88F3-C29481A1B905}"/>
              </a:ext>
            </a:extLst>
          </p:cNvPr>
          <p:cNvGrpSpPr/>
          <p:nvPr/>
        </p:nvGrpSpPr>
        <p:grpSpPr>
          <a:xfrm>
            <a:off x="0" y="1621972"/>
            <a:ext cx="12192000" cy="3614057"/>
            <a:chOff x="0" y="1625600"/>
            <a:chExt cx="12192000" cy="3614057"/>
          </a:xfrm>
        </p:grpSpPr>
        <p:cxnSp>
          <p:nvCxnSpPr>
            <p:cNvPr id="12" name="直接连接符 11">
              <a:extLst>
                <a:ext uri="{FF2B5EF4-FFF2-40B4-BE49-F238E27FC236}">
                  <a16:creationId xmlns:a16="http://schemas.microsoft.com/office/drawing/2014/main" id="{A4D558C5-E82F-51A9-E7B0-BD1279F6B417}"/>
                </a:ext>
              </a:extLst>
            </p:cNvPr>
            <p:cNvCxnSpPr>
              <a:cxnSpLocks/>
            </p:cNvCxnSpPr>
            <p:nvPr/>
          </p:nvCxnSpPr>
          <p:spPr>
            <a:xfrm>
              <a:off x="0" y="1625600"/>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1A19D45-6C24-0B59-495E-CD07D772A3EE}"/>
                </a:ext>
              </a:extLst>
            </p:cNvPr>
            <p:cNvCxnSpPr>
              <a:cxnSpLocks/>
            </p:cNvCxnSpPr>
            <p:nvPr/>
          </p:nvCxnSpPr>
          <p:spPr>
            <a:xfrm>
              <a:off x="0" y="5239657"/>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D1FEDD15-525F-FAF8-3A15-72DABCFE9969}"/>
              </a:ext>
            </a:extLst>
          </p:cNvPr>
          <p:cNvGrpSpPr/>
          <p:nvPr/>
        </p:nvGrpSpPr>
        <p:grpSpPr>
          <a:xfrm>
            <a:off x="9929368" y="5806029"/>
            <a:ext cx="1838849" cy="803319"/>
            <a:chOff x="9967041" y="5663417"/>
            <a:chExt cx="1838849" cy="803319"/>
          </a:xfrm>
        </p:grpSpPr>
        <p:sp>
          <p:nvSpPr>
            <p:cNvPr id="17" name="文本框 16">
              <a:extLst>
                <a:ext uri="{FF2B5EF4-FFF2-40B4-BE49-F238E27FC236}">
                  <a16:creationId xmlns:a16="http://schemas.microsoft.com/office/drawing/2014/main" id="{419ACD0D-DEE1-8695-B926-24EE86257434}"/>
                </a:ext>
              </a:extLst>
            </p:cNvPr>
            <p:cNvSpPr txBox="1"/>
            <p:nvPr/>
          </p:nvSpPr>
          <p:spPr>
            <a:xfrm>
              <a:off x="10935735" y="5759272"/>
              <a:ext cx="863997" cy="415498"/>
            </a:xfrm>
            <a:prstGeom prst="rect">
              <a:avLst/>
            </a:prstGeom>
            <a:noFill/>
          </p:spPr>
          <p:txBody>
            <a:bodyPr wrap="square">
              <a:spAutoFit/>
            </a:bodyPr>
            <a:lstStyle/>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WORK</a:t>
              </a:r>
            </a:p>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REPORT </a:t>
              </a:r>
              <a:endParaRPr lang="zh-CN" altLang="en-US"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8EC7876D-0B01-6DF9-6110-D5C8369CAF76}"/>
                </a:ext>
              </a:extLst>
            </p:cNvPr>
            <p:cNvSpPr txBox="1"/>
            <p:nvPr/>
          </p:nvSpPr>
          <p:spPr>
            <a:xfrm>
              <a:off x="9967041" y="6235904"/>
              <a:ext cx="1838849" cy="230832"/>
            </a:xfrm>
            <a:prstGeom prst="rect">
              <a:avLst/>
            </a:prstGeom>
            <a:noFill/>
          </p:spPr>
          <p:txBody>
            <a:bodyPr wrap="square">
              <a:spAutoFit/>
            </a:bodyPr>
            <a:lstStyle/>
            <a:p>
              <a:pPr algn="r"/>
              <a:r>
                <a:rPr lang="en-US" altLang="zh-CN" sz="9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 PLAN</a:t>
              </a:r>
            </a:p>
          </p:txBody>
        </p:sp>
        <p:cxnSp>
          <p:nvCxnSpPr>
            <p:cNvPr id="19" name="直接连接符 18">
              <a:extLst>
                <a:ext uri="{FF2B5EF4-FFF2-40B4-BE49-F238E27FC236}">
                  <a16:creationId xmlns:a16="http://schemas.microsoft.com/office/drawing/2014/main" id="{985398A7-DAB0-6481-CD92-052D4ED82E58}"/>
                </a:ext>
              </a:extLst>
            </p:cNvPr>
            <p:cNvCxnSpPr>
              <a:cxnSpLocks/>
            </p:cNvCxnSpPr>
            <p:nvPr/>
          </p:nvCxnSpPr>
          <p:spPr>
            <a:xfrm>
              <a:off x="11591101" y="6199750"/>
              <a:ext cx="11190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52981AC2-EAF7-2E24-CD95-DA3C0CE63CDE}"/>
                </a:ext>
              </a:extLst>
            </p:cNvPr>
            <p:cNvSpPr/>
            <p:nvPr/>
          </p:nvSpPr>
          <p:spPr>
            <a:xfrm>
              <a:off x="11643972" y="5663417"/>
              <a:ext cx="59702" cy="597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椭圆 20">
              <a:extLst>
                <a:ext uri="{FF2B5EF4-FFF2-40B4-BE49-F238E27FC236}">
                  <a16:creationId xmlns:a16="http://schemas.microsoft.com/office/drawing/2014/main" id="{1B66489A-714D-6ED1-F809-6E17EA6C1F7C}"/>
                </a:ext>
              </a:extLst>
            </p:cNvPr>
            <p:cNvSpPr/>
            <p:nvPr/>
          </p:nvSpPr>
          <p:spPr>
            <a:xfrm>
              <a:off x="11528885" y="5663417"/>
              <a:ext cx="59702" cy="59702"/>
            </a:xfrm>
            <a:prstGeom prst="ellipse">
              <a:avLst/>
            </a:prstGeom>
            <a:solidFill>
              <a:srgbClr val="94BB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6" name="组合 25">
            <a:extLst>
              <a:ext uri="{FF2B5EF4-FFF2-40B4-BE49-F238E27FC236}">
                <a16:creationId xmlns:a16="http://schemas.microsoft.com/office/drawing/2014/main" id="{BDF0E3F0-FB86-0B85-FB4B-901D35E9C675}"/>
              </a:ext>
            </a:extLst>
          </p:cNvPr>
          <p:cNvGrpSpPr/>
          <p:nvPr/>
        </p:nvGrpSpPr>
        <p:grpSpPr>
          <a:xfrm>
            <a:off x="6823726" y="2749945"/>
            <a:ext cx="4497416" cy="1345144"/>
            <a:chOff x="6823726" y="2749945"/>
            <a:chExt cx="4497416" cy="1345144"/>
          </a:xfrm>
        </p:grpSpPr>
        <p:sp>
          <p:nvSpPr>
            <p:cNvPr id="22" name="文本框 21">
              <a:extLst>
                <a:ext uri="{FF2B5EF4-FFF2-40B4-BE49-F238E27FC236}">
                  <a16:creationId xmlns:a16="http://schemas.microsoft.com/office/drawing/2014/main" id="{233AEBC2-6718-14D2-E651-AF8145BA5A76}"/>
                </a:ext>
              </a:extLst>
            </p:cNvPr>
            <p:cNvSpPr txBox="1"/>
            <p:nvPr/>
          </p:nvSpPr>
          <p:spPr>
            <a:xfrm>
              <a:off x="6823726" y="2749945"/>
              <a:ext cx="4379572"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23" name="矩形 2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74038506-6586-95ED-C736-E2628C263950}"/>
                </a:ext>
              </a:extLst>
            </p:cNvPr>
            <p:cNvSpPr/>
            <p:nvPr/>
          </p:nvSpPr>
          <p:spPr>
            <a:xfrm>
              <a:off x="6823726" y="3526279"/>
              <a:ext cx="4497416" cy="568810"/>
            </a:xfrm>
            <a:prstGeom prst="rect">
              <a:avLst/>
            </a:prstGeom>
          </p:spPr>
          <p:txBody>
            <a:bodyPr wrap="square">
              <a:spAutoFit/>
            </a:bodyPr>
            <a:lstStyle/>
            <a:p>
              <a:pPr lvl="0" fontAlgn="base">
                <a:lnSpc>
                  <a:spcPct val="150000"/>
                </a:lnSpc>
                <a:spcBef>
                  <a:spcPct val="0"/>
                </a:spcBef>
                <a:spcAft>
                  <a:spcPct val="0"/>
                </a:spcAft>
              </a:pPr>
              <a:r>
                <a:rPr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Lorem Ipsum Dolor Sit Amet, Consectetuer Adipiscing Elit. Aenean Commodo Ligula Egret Dolor. </a:t>
              </a:r>
            </a:p>
          </p:txBody>
        </p:sp>
      </p:grpSp>
      <p:sp>
        <p:nvSpPr>
          <p:cNvPr id="24" name="矩形 23">
            <a:extLst>
              <a:ext uri="{FF2B5EF4-FFF2-40B4-BE49-F238E27FC236}">
                <a16:creationId xmlns:a16="http://schemas.microsoft.com/office/drawing/2014/main" id="{AC6FD766-886F-6633-4AC3-87A968043FA8}"/>
              </a:ext>
            </a:extLst>
          </p:cNvPr>
          <p:cNvSpPr/>
          <p:nvPr/>
        </p:nvSpPr>
        <p:spPr>
          <a:xfrm>
            <a:off x="1283755" y="1735666"/>
            <a:ext cx="3796245" cy="3386665"/>
          </a:xfrm>
          <a:prstGeom prst="rect">
            <a:avLst/>
          </a:prstGeom>
          <a:gradFill>
            <a:gsLst>
              <a:gs pos="24000">
                <a:srgbClr val="06398B">
                  <a:alpha val="0"/>
                </a:srgbClr>
              </a:gs>
              <a:gs pos="77000">
                <a:srgbClr val="06398B"/>
              </a:gs>
              <a:gs pos="100000">
                <a:srgbClr val="06398B"/>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5" name="矩形: 圆角 14">
            <a:extLst>
              <a:ext uri="{FF2B5EF4-FFF2-40B4-BE49-F238E27FC236}">
                <a16:creationId xmlns:a16="http://schemas.microsoft.com/office/drawing/2014/main" id="{21AA1F6F-2E5C-4EA8-08A2-F02E6FB5266E}"/>
              </a:ext>
            </a:extLst>
          </p:cNvPr>
          <p:cNvSpPr/>
          <p:nvPr/>
        </p:nvSpPr>
        <p:spPr>
          <a:xfrm>
            <a:off x="3947885" y="2550886"/>
            <a:ext cx="2351314" cy="1756229"/>
          </a:xfrm>
          <a:prstGeom prst="roundRect">
            <a:avLst/>
          </a:prstGeom>
          <a:solidFill>
            <a:schemeClr val="bg1"/>
          </a:solidFill>
          <a:ln>
            <a:noFill/>
          </a:ln>
          <a:effectLst>
            <a:outerShdw blurRad="254000" dist="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200" b="1" dirty="0">
                <a:solidFill>
                  <a:srgbClr val="06398B"/>
                </a:solidFill>
                <a:latin typeface="Arial Black" panose="020B0A04020102020204" pitchFamily="34" charset="0"/>
              </a:rPr>
              <a:t>01</a:t>
            </a:r>
            <a:endParaRPr lang="zh-CN" altLang="en-US" sz="7200" b="1" dirty="0">
              <a:solidFill>
                <a:srgbClr val="06398B"/>
              </a:solidFill>
              <a:latin typeface="Arial Black" panose="020B0A04020102020204" pitchFamily="34" charset="0"/>
            </a:endParaRPr>
          </a:p>
        </p:txBody>
      </p:sp>
    </p:spTree>
    <p:extLst>
      <p:ext uri="{BB962C8B-B14F-4D97-AF65-F5344CB8AC3E}">
        <p14:creationId xmlns:p14="http://schemas.microsoft.com/office/powerpoint/2010/main" val="11109349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p:tgtEl>
                                          <p:spTgt spid="26"/>
                                        </p:tgtEl>
                                        <p:attrNameLst>
                                          <p:attrName>ppt_x</p:attrName>
                                        </p:attrNameLst>
                                      </p:cBhvr>
                                      <p:tavLst>
                                        <p:tav tm="0">
                                          <p:val>
                                            <p:strVal val="#ppt_x-#ppt_w*1.125000"/>
                                          </p:val>
                                        </p:tav>
                                        <p:tav tm="100000">
                                          <p:val>
                                            <p:strVal val="#ppt_x"/>
                                          </p:val>
                                        </p:tav>
                                      </p:tavLst>
                                    </p:anim>
                                    <p:animEffect transition="in" filter="wipe(right)">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a:extLst>
              <a:ext uri="{FF2B5EF4-FFF2-40B4-BE49-F238E27FC236}">
                <a16:creationId xmlns:a16="http://schemas.microsoft.com/office/drawing/2014/main" id="{A7B15752-7191-3F57-E4F7-BFDD81369610}"/>
              </a:ext>
            </a:extLst>
          </p:cNvPr>
          <p:cNvGrpSpPr/>
          <p:nvPr/>
        </p:nvGrpSpPr>
        <p:grpSpPr>
          <a:xfrm>
            <a:off x="1508327" y="2351960"/>
            <a:ext cx="9175347" cy="3068118"/>
            <a:chOff x="1508327" y="2221332"/>
            <a:chExt cx="9175347" cy="3068118"/>
          </a:xfrm>
        </p:grpSpPr>
        <p:sp>
          <p:nvSpPr>
            <p:cNvPr id="8" name="流程图: 终止 8">
              <a:extLst>
                <a:ext uri="{FF2B5EF4-FFF2-40B4-BE49-F238E27FC236}">
                  <a16:creationId xmlns:a16="http://schemas.microsoft.com/office/drawing/2014/main" id="{928C2670-DB2E-4E6B-A83F-D0850A852108}"/>
                </a:ext>
              </a:extLst>
            </p:cNvPr>
            <p:cNvSpPr/>
            <p:nvPr/>
          </p:nvSpPr>
          <p:spPr>
            <a:xfrm rot="10800000" flipV="1">
              <a:off x="2242039" y="2370210"/>
              <a:ext cx="1304599" cy="384448"/>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2575 w 20700"/>
                <a:gd name="connsiteY0" fmla="*/ 0 h 21600"/>
                <a:gd name="connsiteX1" fmla="*/ 17225 w 20700"/>
                <a:gd name="connsiteY1" fmla="*/ 0 h 21600"/>
                <a:gd name="connsiteX2" fmla="*/ 20700 w 20700"/>
                <a:gd name="connsiteY2" fmla="*/ 10800 h 21600"/>
                <a:gd name="connsiteX3" fmla="*/ 17225 w 20700"/>
                <a:gd name="connsiteY3" fmla="*/ 21600 h 21600"/>
                <a:gd name="connsiteX4" fmla="*/ 2575 w 20700"/>
                <a:gd name="connsiteY4" fmla="*/ 21600 h 21600"/>
                <a:gd name="connsiteX5" fmla="*/ 0 w 20700"/>
                <a:gd name="connsiteY5" fmla="*/ 10800 h 21600"/>
                <a:gd name="connsiteX6" fmla="*/ 2575 w 20700"/>
                <a:gd name="connsiteY6" fmla="*/ 0 h 21600"/>
                <a:gd name="connsiteX0" fmla="*/ 2575 w 19900"/>
                <a:gd name="connsiteY0" fmla="*/ 0 h 21600"/>
                <a:gd name="connsiteX1" fmla="*/ 17225 w 19900"/>
                <a:gd name="connsiteY1" fmla="*/ 0 h 21600"/>
                <a:gd name="connsiteX2" fmla="*/ 19900 w 19900"/>
                <a:gd name="connsiteY2" fmla="*/ 10446 h 21600"/>
                <a:gd name="connsiteX3" fmla="*/ 17225 w 19900"/>
                <a:gd name="connsiteY3" fmla="*/ 21600 h 21600"/>
                <a:gd name="connsiteX4" fmla="*/ 2575 w 19900"/>
                <a:gd name="connsiteY4" fmla="*/ 21600 h 21600"/>
                <a:gd name="connsiteX5" fmla="*/ 0 w 19900"/>
                <a:gd name="connsiteY5" fmla="*/ 10800 h 21600"/>
                <a:gd name="connsiteX6" fmla="*/ 2575 w 19900"/>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00" h="21600">
                  <a:moveTo>
                    <a:pt x="2575" y="0"/>
                  </a:moveTo>
                  <a:lnTo>
                    <a:pt x="17225" y="0"/>
                  </a:lnTo>
                  <a:cubicBezTo>
                    <a:pt x="19144" y="0"/>
                    <a:pt x="19900" y="4481"/>
                    <a:pt x="19900" y="10446"/>
                  </a:cubicBezTo>
                  <a:cubicBezTo>
                    <a:pt x="19900" y="16411"/>
                    <a:pt x="19144" y="21600"/>
                    <a:pt x="17225" y="21600"/>
                  </a:cubicBezTo>
                  <a:lnTo>
                    <a:pt x="2575" y="21600"/>
                  </a:lnTo>
                  <a:cubicBezTo>
                    <a:pt x="656" y="21600"/>
                    <a:pt x="0" y="16765"/>
                    <a:pt x="0" y="10800"/>
                  </a:cubicBezTo>
                  <a:cubicBezTo>
                    <a:pt x="0" y="4835"/>
                    <a:pt x="656" y="0"/>
                    <a:pt x="2575" y="0"/>
                  </a:cubicBezTo>
                  <a:close/>
                </a:path>
              </a:pathLst>
            </a:cu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45269"/>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流程图: 终止 8">
              <a:extLst>
                <a:ext uri="{FF2B5EF4-FFF2-40B4-BE49-F238E27FC236}">
                  <a16:creationId xmlns:a16="http://schemas.microsoft.com/office/drawing/2014/main" id="{2244BAC2-DF4A-4EC6-BF8A-8816305EF038}"/>
                </a:ext>
              </a:extLst>
            </p:cNvPr>
            <p:cNvSpPr/>
            <p:nvPr/>
          </p:nvSpPr>
          <p:spPr>
            <a:xfrm rot="10800000" flipV="1">
              <a:off x="2215811" y="4086081"/>
              <a:ext cx="1357056" cy="399587"/>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2575 w 20700"/>
                <a:gd name="connsiteY0" fmla="*/ 0 h 21600"/>
                <a:gd name="connsiteX1" fmla="*/ 17225 w 20700"/>
                <a:gd name="connsiteY1" fmla="*/ 0 h 21600"/>
                <a:gd name="connsiteX2" fmla="*/ 20700 w 20700"/>
                <a:gd name="connsiteY2" fmla="*/ 10800 h 21600"/>
                <a:gd name="connsiteX3" fmla="*/ 17225 w 20700"/>
                <a:gd name="connsiteY3" fmla="*/ 21600 h 21600"/>
                <a:gd name="connsiteX4" fmla="*/ 2575 w 20700"/>
                <a:gd name="connsiteY4" fmla="*/ 21600 h 21600"/>
                <a:gd name="connsiteX5" fmla="*/ 0 w 20700"/>
                <a:gd name="connsiteY5" fmla="*/ 10800 h 21600"/>
                <a:gd name="connsiteX6" fmla="*/ 2575 w 20700"/>
                <a:gd name="connsiteY6" fmla="*/ 0 h 21600"/>
                <a:gd name="connsiteX0" fmla="*/ 2575 w 19900"/>
                <a:gd name="connsiteY0" fmla="*/ 0 h 21600"/>
                <a:gd name="connsiteX1" fmla="*/ 17225 w 19900"/>
                <a:gd name="connsiteY1" fmla="*/ 0 h 21600"/>
                <a:gd name="connsiteX2" fmla="*/ 19900 w 19900"/>
                <a:gd name="connsiteY2" fmla="*/ 10446 h 21600"/>
                <a:gd name="connsiteX3" fmla="*/ 17225 w 19900"/>
                <a:gd name="connsiteY3" fmla="*/ 21600 h 21600"/>
                <a:gd name="connsiteX4" fmla="*/ 2575 w 19900"/>
                <a:gd name="connsiteY4" fmla="*/ 21600 h 21600"/>
                <a:gd name="connsiteX5" fmla="*/ 0 w 19900"/>
                <a:gd name="connsiteY5" fmla="*/ 10800 h 21600"/>
                <a:gd name="connsiteX6" fmla="*/ 2575 w 19900"/>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00" h="21600">
                  <a:moveTo>
                    <a:pt x="2575" y="0"/>
                  </a:moveTo>
                  <a:lnTo>
                    <a:pt x="17225" y="0"/>
                  </a:lnTo>
                  <a:cubicBezTo>
                    <a:pt x="19144" y="0"/>
                    <a:pt x="19900" y="4481"/>
                    <a:pt x="19900" y="10446"/>
                  </a:cubicBezTo>
                  <a:cubicBezTo>
                    <a:pt x="19900" y="16411"/>
                    <a:pt x="19144" y="21600"/>
                    <a:pt x="17225" y="21600"/>
                  </a:cubicBezTo>
                  <a:lnTo>
                    <a:pt x="2575" y="21600"/>
                  </a:lnTo>
                  <a:cubicBezTo>
                    <a:pt x="656" y="21600"/>
                    <a:pt x="0" y="16765"/>
                    <a:pt x="0" y="10800"/>
                  </a:cubicBezTo>
                  <a:cubicBezTo>
                    <a:pt x="0" y="4835"/>
                    <a:pt x="656" y="0"/>
                    <a:pt x="2575" y="0"/>
                  </a:cubicBezTo>
                  <a:close/>
                </a:path>
              </a:pathLst>
            </a:cu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45269"/>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流程图: 终止 8">
              <a:extLst>
                <a:ext uri="{FF2B5EF4-FFF2-40B4-BE49-F238E27FC236}">
                  <a16:creationId xmlns:a16="http://schemas.microsoft.com/office/drawing/2014/main" id="{FEDD75E7-DA2F-4E52-851B-02DD50039253}"/>
                </a:ext>
              </a:extLst>
            </p:cNvPr>
            <p:cNvSpPr/>
            <p:nvPr/>
          </p:nvSpPr>
          <p:spPr>
            <a:xfrm rot="10800000" flipV="1">
              <a:off x="8619134" y="2362640"/>
              <a:ext cx="1357056" cy="399587"/>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2575 w 20700"/>
                <a:gd name="connsiteY0" fmla="*/ 0 h 21600"/>
                <a:gd name="connsiteX1" fmla="*/ 17225 w 20700"/>
                <a:gd name="connsiteY1" fmla="*/ 0 h 21600"/>
                <a:gd name="connsiteX2" fmla="*/ 20700 w 20700"/>
                <a:gd name="connsiteY2" fmla="*/ 10800 h 21600"/>
                <a:gd name="connsiteX3" fmla="*/ 17225 w 20700"/>
                <a:gd name="connsiteY3" fmla="*/ 21600 h 21600"/>
                <a:gd name="connsiteX4" fmla="*/ 2575 w 20700"/>
                <a:gd name="connsiteY4" fmla="*/ 21600 h 21600"/>
                <a:gd name="connsiteX5" fmla="*/ 0 w 20700"/>
                <a:gd name="connsiteY5" fmla="*/ 10800 h 21600"/>
                <a:gd name="connsiteX6" fmla="*/ 2575 w 20700"/>
                <a:gd name="connsiteY6" fmla="*/ 0 h 21600"/>
                <a:gd name="connsiteX0" fmla="*/ 2575 w 19900"/>
                <a:gd name="connsiteY0" fmla="*/ 0 h 21600"/>
                <a:gd name="connsiteX1" fmla="*/ 17225 w 19900"/>
                <a:gd name="connsiteY1" fmla="*/ 0 h 21600"/>
                <a:gd name="connsiteX2" fmla="*/ 19900 w 19900"/>
                <a:gd name="connsiteY2" fmla="*/ 10446 h 21600"/>
                <a:gd name="connsiteX3" fmla="*/ 17225 w 19900"/>
                <a:gd name="connsiteY3" fmla="*/ 21600 h 21600"/>
                <a:gd name="connsiteX4" fmla="*/ 2575 w 19900"/>
                <a:gd name="connsiteY4" fmla="*/ 21600 h 21600"/>
                <a:gd name="connsiteX5" fmla="*/ 0 w 19900"/>
                <a:gd name="connsiteY5" fmla="*/ 10800 h 21600"/>
                <a:gd name="connsiteX6" fmla="*/ 2575 w 19900"/>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00" h="21600">
                  <a:moveTo>
                    <a:pt x="2575" y="0"/>
                  </a:moveTo>
                  <a:lnTo>
                    <a:pt x="17225" y="0"/>
                  </a:lnTo>
                  <a:cubicBezTo>
                    <a:pt x="19144" y="0"/>
                    <a:pt x="19900" y="4481"/>
                    <a:pt x="19900" y="10446"/>
                  </a:cubicBezTo>
                  <a:cubicBezTo>
                    <a:pt x="19900" y="16411"/>
                    <a:pt x="19144" y="21600"/>
                    <a:pt x="17225" y="21600"/>
                  </a:cubicBezTo>
                  <a:lnTo>
                    <a:pt x="2575" y="21600"/>
                  </a:lnTo>
                  <a:cubicBezTo>
                    <a:pt x="656" y="21600"/>
                    <a:pt x="0" y="16765"/>
                    <a:pt x="0" y="10800"/>
                  </a:cubicBezTo>
                  <a:cubicBezTo>
                    <a:pt x="0" y="4835"/>
                    <a:pt x="656" y="0"/>
                    <a:pt x="2575" y="0"/>
                  </a:cubicBezTo>
                  <a:close/>
                </a:path>
              </a:pathLst>
            </a:cu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45269"/>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流程图: 终止 8">
              <a:extLst>
                <a:ext uri="{FF2B5EF4-FFF2-40B4-BE49-F238E27FC236}">
                  <a16:creationId xmlns:a16="http://schemas.microsoft.com/office/drawing/2014/main" id="{3DD80F1B-C5A1-47C4-8411-99D74D9CA0B1}"/>
                </a:ext>
              </a:extLst>
            </p:cNvPr>
            <p:cNvSpPr/>
            <p:nvPr/>
          </p:nvSpPr>
          <p:spPr>
            <a:xfrm rot="10800000" flipV="1">
              <a:off x="8619134" y="4086080"/>
              <a:ext cx="1357056" cy="399587"/>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2575 w 20700"/>
                <a:gd name="connsiteY0" fmla="*/ 0 h 21600"/>
                <a:gd name="connsiteX1" fmla="*/ 17225 w 20700"/>
                <a:gd name="connsiteY1" fmla="*/ 0 h 21600"/>
                <a:gd name="connsiteX2" fmla="*/ 20700 w 20700"/>
                <a:gd name="connsiteY2" fmla="*/ 10800 h 21600"/>
                <a:gd name="connsiteX3" fmla="*/ 17225 w 20700"/>
                <a:gd name="connsiteY3" fmla="*/ 21600 h 21600"/>
                <a:gd name="connsiteX4" fmla="*/ 2575 w 20700"/>
                <a:gd name="connsiteY4" fmla="*/ 21600 h 21600"/>
                <a:gd name="connsiteX5" fmla="*/ 0 w 20700"/>
                <a:gd name="connsiteY5" fmla="*/ 10800 h 21600"/>
                <a:gd name="connsiteX6" fmla="*/ 2575 w 20700"/>
                <a:gd name="connsiteY6" fmla="*/ 0 h 21600"/>
                <a:gd name="connsiteX0" fmla="*/ 2575 w 19900"/>
                <a:gd name="connsiteY0" fmla="*/ 0 h 21600"/>
                <a:gd name="connsiteX1" fmla="*/ 17225 w 19900"/>
                <a:gd name="connsiteY1" fmla="*/ 0 h 21600"/>
                <a:gd name="connsiteX2" fmla="*/ 19900 w 19900"/>
                <a:gd name="connsiteY2" fmla="*/ 10446 h 21600"/>
                <a:gd name="connsiteX3" fmla="*/ 17225 w 19900"/>
                <a:gd name="connsiteY3" fmla="*/ 21600 h 21600"/>
                <a:gd name="connsiteX4" fmla="*/ 2575 w 19900"/>
                <a:gd name="connsiteY4" fmla="*/ 21600 h 21600"/>
                <a:gd name="connsiteX5" fmla="*/ 0 w 19900"/>
                <a:gd name="connsiteY5" fmla="*/ 10800 h 21600"/>
                <a:gd name="connsiteX6" fmla="*/ 2575 w 19900"/>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00" h="21600">
                  <a:moveTo>
                    <a:pt x="2575" y="0"/>
                  </a:moveTo>
                  <a:lnTo>
                    <a:pt x="17225" y="0"/>
                  </a:lnTo>
                  <a:cubicBezTo>
                    <a:pt x="19144" y="0"/>
                    <a:pt x="19900" y="4481"/>
                    <a:pt x="19900" y="10446"/>
                  </a:cubicBezTo>
                  <a:cubicBezTo>
                    <a:pt x="19900" y="16411"/>
                    <a:pt x="19144" y="21600"/>
                    <a:pt x="17225" y="21600"/>
                  </a:cubicBezTo>
                  <a:lnTo>
                    <a:pt x="2575" y="21600"/>
                  </a:lnTo>
                  <a:cubicBezTo>
                    <a:pt x="656" y="21600"/>
                    <a:pt x="0" y="16765"/>
                    <a:pt x="0" y="10800"/>
                  </a:cubicBezTo>
                  <a:cubicBezTo>
                    <a:pt x="0" y="4835"/>
                    <a:pt x="656" y="0"/>
                    <a:pt x="2575" y="0"/>
                  </a:cubicBezTo>
                  <a:close/>
                </a:path>
              </a:pathLst>
            </a:cu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245269"/>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2BE36807-22C8-4F11-A045-E145DD079566}"/>
                </a:ext>
              </a:extLst>
            </p:cNvPr>
            <p:cNvSpPr txBox="1"/>
            <p:nvPr/>
          </p:nvSpPr>
          <p:spPr>
            <a:xfrm>
              <a:off x="8629070" y="2377768"/>
              <a:ext cx="1337185" cy="369332"/>
            </a:xfrm>
            <a:prstGeom prst="rect">
              <a:avLst/>
            </a:prstGeom>
            <a:noFill/>
            <a:effectLst/>
          </p:spPr>
          <p:txBody>
            <a:bodyPr wrap="square">
              <a:sp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14925ED5-49B2-43F6-81E1-91458D2D120D}"/>
                </a:ext>
              </a:extLst>
            </p:cNvPr>
            <p:cNvSpPr txBox="1"/>
            <p:nvPr/>
          </p:nvSpPr>
          <p:spPr>
            <a:xfrm>
              <a:off x="8629070" y="4101208"/>
              <a:ext cx="1337185" cy="369332"/>
            </a:xfrm>
            <a:prstGeom prst="rect">
              <a:avLst/>
            </a:prstGeom>
            <a:noFill/>
            <a:effectLst/>
          </p:spPr>
          <p:txBody>
            <a:bodyPr wrap="square">
              <a:sp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F6C282F3-37FD-4ED6-A0CD-055237C13831}"/>
                </a:ext>
              </a:extLst>
            </p:cNvPr>
            <p:cNvSpPr txBox="1"/>
            <p:nvPr/>
          </p:nvSpPr>
          <p:spPr>
            <a:xfrm>
              <a:off x="2225746" y="2377768"/>
              <a:ext cx="1337185" cy="369332"/>
            </a:xfrm>
            <a:prstGeom prst="rect">
              <a:avLst/>
            </a:prstGeom>
            <a:noFill/>
            <a:effectLst/>
          </p:spPr>
          <p:txBody>
            <a:bodyPr wrap="square">
              <a:sp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438CA554-F5D2-4E19-8013-2147F2A1F99B}"/>
                </a:ext>
              </a:extLst>
            </p:cNvPr>
            <p:cNvSpPr txBox="1"/>
            <p:nvPr/>
          </p:nvSpPr>
          <p:spPr>
            <a:xfrm>
              <a:off x="2225746" y="4101208"/>
              <a:ext cx="1337185" cy="369332"/>
            </a:xfrm>
            <a:prstGeom prst="rect">
              <a:avLst/>
            </a:prstGeom>
            <a:noFill/>
            <a:effectLst/>
          </p:spPr>
          <p:txBody>
            <a:bodyPr wrap="square">
              <a:sp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74D1C11B-A614-449C-95A1-645629B9F65E}"/>
                </a:ext>
              </a:extLst>
            </p:cNvPr>
            <p:cNvSpPr txBox="1"/>
            <p:nvPr/>
          </p:nvSpPr>
          <p:spPr>
            <a:xfrm>
              <a:off x="7911651" y="2831158"/>
              <a:ext cx="2772023" cy="705129"/>
            </a:xfrm>
            <a:prstGeom prst="rect">
              <a:avLst/>
            </a:prstGeom>
            <a:noFill/>
          </p:spPr>
          <p:txBody>
            <a:bodyPr wrap="square">
              <a:spAutoFit/>
            </a:bodyPr>
            <a:lstStyle/>
            <a:p>
              <a:pPr algn="ctr">
                <a:lnSpc>
                  <a:spcPct val="150000"/>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5" name="文本框 14">
              <a:extLst>
                <a:ext uri="{FF2B5EF4-FFF2-40B4-BE49-F238E27FC236}">
                  <a16:creationId xmlns:a16="http://schemas.microsoft.com/office/drawing/2014/main" id="{5F7EC261-A33F-4C83-B40B-BFDEE8E94164}"/>
                </a:ext>
              </a:extLst>
            </p:cNvPr>
            <p:cNvSpPr txBox="1"/>
            <p:nvPr/>
          </p:nvSpPr>
          <p:spPr>
            <a:xfrm>
              <a:off x="7911651" y="4554599"/>
              <a:ext cx="2772023" cy="705129"/>
            </a:xfrm>
            <a:prstGeom prst="rect">
              <a:avLst/>
            </a:prstGeom>
            <a:noFill/>
          </p:spPr>
          <p:txBody>
            <a:bodyPr wrap="square">
              <a:spAutoFit/>
            </a:bodyPr>
            <a:lstStyle/>
            <a:p>
              <a:pPr algn="ctr">
                <a:lnSpc>
                  <a:spcPct val="150000"/>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7" name="文本框 16">
              <a:extLst>
                <a:ext uri="{FF2B5EF4-FFF2-40B4-BE49-F238E27FC236}">
                  <a16:creationId xmlns:a16="http://schemas.microsoft.com/office/drawing/2014/main" id="{E2C83067-FF5F-420A-B05D-E11C2EF4D624}"/>
                </a:ext>
              </a:extLst>
            </p:cNvPr>
            <p:cNvSpPr txBox="1"/>
            <p:nvPr/>
          </p:nvSpPr>
          <p:spPr>
            <a:xfrm>
              <a:off x="1508327" y="2860880"/>
              <a:ext cx="2772023" cy="705129"/>
            </a:xfrm>
            <a:prstGeom prst="rect">
              <a:avLst/>
            </a:prstGeom>
            <a:noFill/>
          </p:spPr>
          <p:txBody>
            <a:bodyPr wrap="square">
              <a:spAutoFit/>
            </a:bodyPr>
            <a:lstStyle/>
            <a:p>
              <a:pPr algn="ctr">
                <a:lnSpc>
                  <a:spcPct val="150000"/>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9" name="文本框 18">
              <a:extLst>
                <a:ext uri="{FF2B5EF4-FFF2-40B4-BE49-F238E27FC236}">
                  <a16:creationId xmlns:a16="http://schemas.microsoft.com/office/drawing/2014/main" id="{338F6D38-D5DE-4200-B32A-481B97C8FD30}"/>
                </a:ext>
              </a:extLst>
            </p:cNvPr>
            <p:cNvSpPr txBox="1"/>
            <p:nvPr/>
          </p:nvSpPr>
          <p:spPr>
            <a:xfrm>
              <a:off x="1508327" y="4584321"/>
              <a:ext cx="2772023" cy="705129"/>
            </a:xfrm>
            <a:prstGeom prst="rect">
              <a:avLst/>
            </a:prstGeom>
            <a:noFill/>
          </p:spPr>
          <p:txBody>
            <a:bodyPr wrap="square">
              <a:spAutoFit/>
            </a:bodyPr>
            <a:lstStyle/>
            <a:p>
              <a:pPr algn="ctr">
                <a:lnSpc>
                  <a:spcPct val="150000"/>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pic>
          <p:nvPicPr>
            <p:cNvPr id="20" name="图片 19">
              <a:extLst>
                <a:ext uri="{FF2B5EF4-FFF2-40B4-BE49-F238E27FC236}">
                  <a16:creationId xmlns:a16="http://schemas.microsoft.com/office/drawing/2014/main" id="{C2186477-E46F-4A3B-BB82-638035FBFD53}"/>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4576802" y="2221332"/>
              <a:ext cx="3038396" cy="3038396"/>
            </a:xfrm>
            <a:custGeom>
              <a:avLst/>
              <a:gdLst>
                <a:gd name="connsiteX0" fmla="*/ 1804087 w 3608174"/>
                <a:gd name="connsiteY0" fmla="*/ 0 h 3608174"/>
                <a:gd name="connsiteX1" fmla="*/ 3608174 w 3608174"/>
                <a:gd name="connsiteY1" fmla="*/ 1804087 h 3608174"/>
                <a:gd name="connsiteX2" fmla="*/ 1804087 w 3608174"/>
                <a:gd name="connsiteY2" fmla="*/ 3608174 h 3608174"/>
                <a:gd name="connsiteX3" fmla="*/ 0 w 3608174"/>
                <a:gd name="connsiteY3" fmla="*/ 1804087 h 3608174"/>
                <a:gd name="connsiteX4" fmla="*/ 1804087 w 3608174"/>
                <a:gd name="connsiteY4" fmla="*/ 0 h 36081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8174" h="3608174">
                  <a:moveTo>
                    <a:pt x="1804087" y="0"/>
                  </a:moveTo>
                  <a:cubicBezTo>
                    <a:pt x="2800457" y="0"/>
                    <a:pt x="3608174" y="807717"/>
                    <a:pt x="3608174" y="1804087"/>
                  </a:cubicBezTo>
                  <a:cubicBezTo>
                    <a:pt x="3608174" y="2800457"/>
                    <a:pt x="2800457" y="3608174"/>
                    <a:pt x="1804087" y="3608174"/>
                  </a:cubicBezTo>
                  <a:cubicBezTo>
                    <a:pt x="807717" y="3608174"/>
                    <a:pt x="0" y="2800457"/>
                    <a:pt x="0" y="1804087"/>
                  </a:cubicBezTo>
                  <a:cubicBezTo>
                    <a:pt x="0" y="807717"/>
                    <a:pt x="807717" y="0"/>
                    <a:pt x="1804087" y="0"/>
                  </a:cubicBezTo>
                  <a:close/>
                </a:path>
              </a:pathLst>
            </a:custGeom>
          </p:spPr>
        </p:pic>
      </p:grpSp>
      <p:sp>
        <p:nvSpPr>
          <p:cNvPr id="3" name="文本框 2">
            <a:extLst>
              <a:ext uri="{FF2B5EF4-FFF2-40B4-BE49-F238E27FC236}">
                <a16:creationId xmlns:a16="http://schemas.microsoft.com/office/drawing/2014/main" id="{21C0A3D4-8BB7-5F3A-4D9F-F91172BBB0C6}"/>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70740367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图表 7">
            <a:extLst>
              <a:ext uri="{FF2B5EF4-FFF2-40B4-BE49-F238E27FC236}">
                <a16:creationId xmlns:a16="http://schemas.microsoft.com/office/drawing/2014/main" id="{5F226A8B-94EF-49B0-A642-15BAC3130D5D}"/>
              </a:ext>
            </a:extLst>
          </p:cNvPr>
          <p:cNvGraphicFramePr/>
          <p:nvPr>
            <p:extLst>
              <p:ext uri="{D42A27DB-BD31-4B8C-83A1-F6EECF244321}">
                <p14:modId xmlns:p14="http://schemas.microsoft.com/office/powerpoint/2010/main" val="3510576748"/>
              </p:ext>
            </p:extLst>
          </p:nvPr>
        </p:nvGraphicFramePr>
        <p:xfrm>
          <a:off x="5683457" y="1911924"/>
          <a:ext cx="5705269" cy="3803514"/>
        </p:xfrm>
        <a:graphic>
          <a:graphicData uri="http://schemas.openxmlformats.org/drawingml/2006/chart">
            <c:chart xmlns:c="http://schemas.openxmlformats.org/drawingml/2006/chart" xmlns:r="http://schemas.openxmlformats.org/officeDocument/2006/relationships" r:id="rId2"/>
          </a:graphicData>
        </a:graphic>
      </p:graphicFrame>
      <p:sp>
        <p:nvSpPr>
          <p:cNvPr id="9" name="文本框 8">
            <a:extLst>
              <a:ext uri="{FF2B5EF4-FFF2-40B4-BE49-F238E27FC236}">
                <a16:creationId xmlns:a16="http://schemas.microsoft.com/office/drawing/2014/main" id="{DCD23760-F210-465F-B9ED-CABE425F7C97}"/>
              </a:ext>
            </a:extLst>
          </p:cNvPr>
          <p:cNvSpPr txBox="1"/>
          <p:nvPr/>
        </p:nvSpPr>
        <p:spPr>
          <a:xfrm>
            <a:off x="1090918" y="3223796"/>
            <a:ext cx="1652281" cy="427296"/>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思源黑体 CN Normal" panose="020B0400000000000000" pitchFamily="34" charset="-122"/>
                <a:ea typeface="宋体" panose="02010600030101010101"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Arial" panose="020B0604020202020204" pitchFamily="34" charset="0"/>
                <a:ea typeface="思源黑体 CN Normal" panose="020B0400000000000000" pitchFamily="34" charset="-122"/>
                <a:sym typeface="Arial" panose="020B0604020202020204" pitchFamily="34" charset="0"/>
              </a:rPr>
              <a:t>在此</a:t>
            </a:r>
            <a:r>
              <a:rPr lang="zh-CN" altLang="en-US">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D3F1744C-8346-45E0-A0E3-08ABFA631506}"/>
              </a:ext>
            </a:extLst>
          </p:cNvPr>
          <p:cNvSpPr txBox="1"/>
          <p:nvPr/>
        </p:nvSpPr>
        <p:spPr>
          <a:xfrm>
            <a:off x="986340" y="3694362"/>
            <a:ext cx="405556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 </a:t>
            </a:r>
          </a:p>
        </p:txBody>
      </p:sp>
      <p:sp>
        <p:nvSpPr>
          <p:cNvPr id="11" name="文本框 10">
            <a:extLst>
              <a:ext uri="{FF2B5EF4-FFF2-40B4-BE49-F238E27FC236}">
                <a16:creationId xmlns:a16="http://schemas.microsoft.com/office/drawing/2014/main" id="{90EFC6CE-076F-4FEB-89A4-0E5255511EC2}"/>
              </a:ext>
            </a:extLst>
          </p:cNvPr>
          <p:cNvSpPr txBox="1"/>
          <p:nvPr/>
        </p:nvSpPr>
        <p:spPr>
          <a:xfrm>
            <a:off x="1090918" y="2050063"/>
            <a:ext cx="1652281" cy="369332"/>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思源黑体 CN Normal" panose="020B0400000000000000" pitchFamily="34" charset="-122"/>
                <a:ea typeface="宋体" panose="02010600030101010101"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Arial" panose="020B0604020202020204" pitchFamily="34" charset="0"/>
                <a:ea typeface="思源黑体 CN Normal" panose="020B0400000000000000" pitchFamily="34" charset="-122"/>
                <a:sym typeface="Arial" panose="020B0604020202020204" pitchFamily="34" charset="0"/>
              </a:rPr>
              <a:t>在此输入标题</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3C73430A-1E00-4B91-996F-FFA732729F5C}"/>
              </a:ext>
            </a:extLst>
          </p:cNvPr>
          <p:cNvSpPr txBox="1"/>
          <p:nvPr/>
        </p:nvSpPr>
        <p:spPr>
          <a:xfrm>
            <a:off x="986340" y="2520629"/>
            <a:ext cx="405556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 </a:t>
            </a:r>
          </a:p>
        </p:txBody>
      </p:sp>
      <p:sp>
        <p:nvSpPr>
          <p:cNvPr id="13" name="文本框 12">
            <a:extLst>
              <a:ext uri="{FF2B5EF4-FFF2-40B4-BE49-F238E27FC236}">
                <a16:creationId xmlns:a16="http://schemas.microsoft.com/office/drawing/2014/main" id="{6455E5F9-BDF8-4FB3-A247-7A44AF486D66}"/>
              </a:ext>
            </a:extLst>
          </p:cNvPr>
          <p:cNvSpPr txBox="1"/>
          <p:nvPr/>
        </p:nvSpPr>
        <p:spPr>
          <a:xfrm>
            <a:off x="1090918" y="4457233"/>
            <a:ext cx="1652281" cy="427296"/>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latin typeface="思源黑体 CN Normal" panose="020B0400000000000000" pitchFamily="34" charset="-122"/>
                <a:ea typeface="宋体" panose="02010600030101010101"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latin typeface="Arial" panose="020B0604020202020204" pitchFamily="34" charset="0"/>
                <a:ea typeface="思源黑体 CN Normal" panose="020B0400000000000000" pitchFamily="34" charset="-122"/>
                <a:sym typeface="Arial" panose="020B0604020202020204" pitchFamily="34" charset="0"/>
              </a:rPr>
              <a:t>在此</a:t>
            </a:r>
            <a:r>
              <a:rPr lang="zh-CN" altLang="en-US">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8E798583-2A33-4C55-A96B-7CC9949EBC6B}"/>
              </a:ext>
            </a:extLst>
          </p:cNvPr>
          <p:cNvSpPr txBox="1"/>
          <p:nvPr/>
        </p:nvSpPr>
        <p:spPr>
          <a:xfrm>
            <a:off x="986340" y="4927799"/>
            <a:ext cx="405556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 </a:t>
            </a:r>
          </a:p>
        </p:txBody>
      </p:sp>
      <p:sp>
        <p:nvSpPr>
          <p:cNvPr id="2" name="文本框 1">
            <a:extLst>
              <a:ext uri="{FF2B5EF4-FFF2-40B4-BE49-F238E27FC236}">
                <a16:creationId xmlns:a16="http://schemas.microsoft.com/office/drawing/2014/main" id="{F52694E5-FA8B-0098-B92D-72B02983CE7C}"/>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9756010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35" presetClass="path" presetSubtype="0" accel="50000" decel="50000" fill="hold" grpId="1" nodeType="withEffect">
                                  <p:stCondLst>
                                    <p:cond delay="0"/>
                                  </p:stCondLst>
                                  <p:childTnLst>
                                    <p:animMotion origin="layout" path="M -2.08333E-7 1.48148E-6 L 0.34596 1.48148E-6 " pathEditMode="relative" rAng="0" ptsTypes="AA">
                                      <p:cBhvr>
                                        <p:cTn id="11" dur="1000" spd="-100000" fill="hold"/>
                                        <p:tgtEl>
                                          <p:spTgt spid="8"/>
                                        </p:tgtEl>
                                        <p:attrNameLst>
                                          <p:attrName>ppt_x</p:attrName>
                                          <p:attrName>ppt_y</p:attrName>
                                        </p:attrNameLst>
                                      </p:cBhvr>
                                      <p:rCtr x="17292"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Graphic spid="8" grpId="1">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3">
            <a:extLst>
              <a:ext uri="{FF2B5EF4-FFF2-40B4-BE49-F238E27FC236}">
                <a16:creationId xmlns:a16="http://schemas.microsoft.com/office/drawing/2014/main" id="{CBF04930-C144-404E-99E8-8C0AA241EC93}"/>
              </a:ext>
            </a:extLst>
          </p:cNvPr>
          <p:cNvGrpSpPr/>
          <p:nvPr/>
        </p:nvGrpSpPr>
        <p:grpSpPr>
          <a:xfrm>
            <a:off x="4301056" y="2770089"/>
            <a:ext cx="3516863" cy="1758432"/>
            <a:chOff x="5025571" y="2441729"/>
            <a:chExt cx="11048999" cy="5524501"/>
          </a:xfrm>
        </p:grpSpPr>
        <p:sp>
          <p:nvSpPr>
            <p:cNvPr id="9" name="Arc 24">
              <a:extLst>
                <a:ext uri="{FF2B5EF4-FFF2-40B4-BE49-F238E27FC236}">
                  <a16:creationId xmlns:a16="http://schemas.microsoft.com/office/drawing/2014/main" id="{D3C6674E-861A-4F5D-96BA-A57373987661}"/>
                </a:ext>
              </a:extLst>
            </p:cNvPr>
            <p:cNvSpPr/>
            <p:nvPr/>
          </p:nvSpPr>
          <p:spPr>
            <a:xfrm rot="5400000">
              <a:off x="5025571" y="2441729"/>
              <a:ext cx="5524501" cy="5524501"/>
            </a:xfrm>
            <a:prstGeom prst="arc">
              <a:avLst>
                <a:gd name="adj1" fmla="val 16200000"/>
                <a:gd name="adj2" fmla="val 10800000"/>
              </a:avLst>
            </a:prstGeom>
            <a:ln w="9525">
              <a:solidFill>
                <a:schemeClr val="bg1">
                  <a:lumMod val="75000"/>
                </a:schemeClr>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Arc 25">
              <a:extLst>
                <a:ext uri="{FF2B5EF4-FFF2-40B4-BE49-F238E27FC236}">
                  <a16:creationId xmlns:a16="http://schemas.microsoft.com/office/drawing/2014/main" id="{DAD04183-D682-4081-8637-D2DCD7524631}"/>
                </a:ext>
              </a:extLst>
            </p:cNvPr>
            <p:cNvSpPr/>
            <p:nvPr/>
          </p:nvSpPr>
          <p:spPr>
            <a:xfrm rot="16200000">
              <a:off x="10550070" y="2441730"/>
              <a:ext cx="5524500" cy="5524500"/>
            </a:xfrm>
            <a:prstGeom prst="arc">
              <a:avLst>
                <a:gd name="adj1" fmla="val 16297427"/>
                <a:gd name="adj2" fmla="val 10800000"/>
              </a:avLst>
            </a:prstGeom>
            <a:ln w="9525">
              <a:solidFill>
                <a:schemeClr val="bg1">
                  <a:lumMod val="75000"/>
                </a:schemeClr>
              </a:solidFill>
              <a:prstDash val="sysDash"/>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11" name="Oval 16">
            <a:extLst>
              <a:ext uri="{FF2B5EF4-FFF2-40B4-BE49-F238E27FC236}">
                <a16:creationId xmlns:a16="http://schemas.microsoft.com/office/drawing/2014/main" id="{2AF3FCC2-5626-4F98-9266-6F2A42670D2C}"/>
              </a:ext>
            </a:extLst>
          </p:cNvPr>
          <p:cNvSpPr/>
          <p:nvPr/>
        </p:nvSpPr>
        <p:spPr>
          <a:xfrm>
            <a:off x="4546231" y="4173569"/>
            <a:ext cx="303665" cy="303665"/>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Oval 17">
            <a:extLst>
              <a:ext uri="{FF2B5EF4-FFF2-40B4-BE49-F238E27FC236}">
                <a16:creationId xmlns:a16="http://schemas.microsoft.com/office/drawing/2014/main" id="{79D7A9F0-399D-4492-BADE-6A0BAFF662B8}"/>
              </a:ext>
            </a:extLst>
          </p:cNvPr>
          <p:cNvSpPr/>
          <p:nvPr/>
        </p:nvSpPr>
        <p:spPr>
          <a:xfrm>
            <a:off x="7284840" y="2757100"/>
            <a:ext cx="303665" cy="303665"/>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nvGrpSpPr>
          <p:cNvPr id="13" name="Group 3">
            <a:extLst>
              <a:ext uri="{FF2B5EF4-FFF2-40B4-BE49-F238E27FC236}">
                <a16:creationId xmlns:a16="http://schemas.microsoft.com/office/drawing/2014/main" id="{EDB81699-51C8-4610-A5FD-EA4D61E833D4}"/>
              </a:ext>
            </a:extLst>
          </p:cNvPr>
          <p:cNvGrpSpPr/>
          <p:nvPr/>
        </p:nvGrpSpPr>
        <p:grpSpPr>
          <a:xfrm>
            <a:off x="6440731" y="3958660"/>
            <a:ext cx="995943" cy="995940"/>
            <a:chOff x="6714584" y="3938476"/>
            <a:chExt cx="1022143" cy="1022141"/>
          </a:xfrm>
          <a:solidFill>
            <a:srgbClr val="DFC187"/>
          </a:solidFill>
        </p:grpSpPr>
        <p:sp>
          <p:nvSpPr>
            <p:cNvPr id="14" name="Oval 18">
              <a:extLst>
                <a:ext uri="{FF2B5EF4-FFF2-40B4-BE49-F238E27FC236}">
                  <a16:creationId xmlns:a16="http://schemas.microsoft.com/office/drawing/2014/main" id="{6CF76B03-3FA2-49B5-B0E0-C1AEDBDDF5AB}"/>
                </a:ext>
              </a:extLst>
            </p:cNvPr>
            <p:cNvSpPr/>
            <p:nvPr/>
          </p:nvSpPr>
          <p:spPr>
            <a:xfrm flipH="1">
              <a:off x="6714584" y="3938476"/>
              <a:ext cx="1022143" cy="1022141"/>
            </a:xfrm>
            <a:prstGeom prst="ellipse">
              <a:avLst/>
            </a:prstGeom>
            <a:solidFill>
              <a:srgbClr val="06398B"/>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Oval 19">
              <a:extLst>
                <a:ext uri="{FF2B5EF4-FFF2-40B4-BE49-F238E27FC236}">
                  <a16:creationId xmlns:a16="http://schemas.microsoft.com/office/drawing/2014/main" id="{322A7D57-889C-46D1-BA80-9F9B85BD185A}"/>
                </a:ext>
              </a:extLst>
            </p:cNvPr>
            <p:cNvSpPr/>
            <p:nvPr/>
          </p:nvSpPr>
          <p:spPr>
            <a:xfrm flipH="1">
              <a:off x="6793889" y="4011683"/>
              <a:ext cx="871263" cy="871262"/>
            </a:xfrm>
            <a:prstGeom prst="ellipse">
              <a:avLst/>
            </a:prstGeom>
            <a:solidFill>
              <a:srgbClr val="06398B"/>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7" name="Group 6">
            <a:extLst>
              <a:ext uri="{FF2B5EF4-FFF2-40B4-BE49-F238E27FC236}">
                <a16:creationId xmlns:a16="http://schemas.microsoft.com/office/drawing/2014/main" id="{BB598354-F8CD-4A68-878F-FEDFAA762A5D}"/>
              </a:ext>
            </a:extLst>
          </p:cNvPr>
          <p:cNvGrpSpPr/>
          <p:nvPr/>
        </p:nvGrpSpPr>
        <p:grpSpPr>
          <a:xfrm>
            <a:off x="4682299" y="2374729"/>
            <a:ext cx="995943" cy="995940"/>
            <a:chOff x="4909893" y="2312876"/>
            <a:chExt cx="1022143" cy="1022141"/>
          </a:xfrm>
          <a:solidFill>
            <a:srgbClr val="5187B7"/>
          </a:solidFill>
        </p:grpSpPr>
        <p:sp>
          <p:nvSpPr>
            <p:cNvPr id="18" name="Oval 21">
              <a:extLst>
                <a:ext uri="{FF2B5EF4-FFF2-40B4-BE49-F238E27FC236}">
                  <a16:creationId xmlns:a16="http://schemas.microsoft.com/office/drawing/2014/main" id="{0DEE551E-671B-4388-B85F-1F1391E4D4EF}"/>
                </a:ext>
              </a:extLst>
            </p:cNvPr>
            <p:cNvSpPr/>
            <p:nvPr/>
          </p:nvSpPr>
          <p:spPr>
            <a:xfrm flipH="1">
              <a:off x="4909893" y="2312876"/>
              <a:ext cx="1022143" cy="1022141"/>
            </a:xfrm>
            <a:prstGeom prst="ellipse">
              <a:avLst/>
            </a:prstGeom>
            <a:solidFill>
              <a:srgbClr val="06398B"/>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Oval 22">
              <a:extLst>
                <a:ext uri="{FF2B5EF4-FFF2-40B4-BE49-F238E27FC236}">
                  <a16:creationId xmlns:a16="http://schemas.microsoft.com/office/drawing/2014/main" id="{994D1B28-CE23-4501-8DB5-02F4A65975DF}"/>
                </a:ext>
              </a:extLst>
            </p:cNvPr>
            <p:cNvSpPr/>
            <p:nvPr/>
          </p:nvSpPr>
          <p:spPr>
            <a:xfrm flipH="1">
              <a:off x="4989198" y="2388316"/>
              <a:ext cx="871263" cy="871262"/>
            </a:xfrm>
            <a:prstGeom prst="ellipse">
              <a:avLst/>
            </a:prstGeom>
            <a:solidFill>
              <a:srgbClr val="06398B"/>
            </a:solidFill>
            <a:ln w="381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endParaRPr sz="135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1" name="文本框 20">
            <a:extLst>
              <a:ext uri="{FF2B5EF4-FFF2-40B4-BE49-F238E27FC236}">
                <a16:creationId xmlns:a16="http://schemas.microsoft.com/office/drawing/2014/main" id="{378003EB-8DD7-4BF4-AF2C-B8E3F4EDD354}"/>
              </a:ext>
            </a:extLst>
          </p:cNvPr>
          <p:cNvSpPr txBox="1"/>
          <p:nvPr/>
        </p:nvSpPr>
        <p:spPr>
          <a:xfrm>
            <a:off x="1289124" y="2141635"/>
            <a:ext cx="1691344" cy="448071"/>
          </a:xfrm>
          <a:prstGeom prst="rect">
            <a:avLst/>
          </a:prstGeom>
          <a:solidFill>
            <a:srgbClr val="06398B"/>
          </a:solidFill>
        </p:spPr>
        <p:txBody>
          <a:bodyPr wrap="square">
            <a:spAutoFit/>
          </a:bodyPr>
          <a:lstStyle/>
          <a:p>
            <a:pPr algn="ctr">
              <a:lnSpc>
                <a:spcPct val="141978"/>
              </a:lnSpc>
            </a:pP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文本框 21">
            <a:extLst>
              <a:ext uri="{FF2B5EF4-FFF2-40B4-BE49-F238E27FC236}">
                <a16:creationId xmlns:a16="http://schemas.microsoft.com/office/drawing/2014/main" id="{4905E1DF-AEF3-491C-BE0F-C5281C09BEE2}"/>
              </a:ext>
            </a:extLst>
          </p:cNvPr>
          <p:cNvSpPr txBox="1"/>
          <p:nvPr/>
        </p:nvSpPr>
        <p:spPr>
          <a:xfrm>
            <a:off x="1162025" y="2664177"/>
            <a:ext cx="2772023" cy="674993"/>
          </a:xfrm>
          <a:prstGeom prst="rect">
            <a:avLst/>
          </a:prstGeom>
          <a:noFill/>
        </p:spPr>
        <p:txBody>
          <a:bodyPr wrap="square">
            <a:spAutoFit/>
          </a:bodyPr>
          <a:lstStyle/>
          <a:p>
            <a:pP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23" name="文本框 22">
            <a:extLst>
              <a:ext uri="{FF2B5EF4-FFF2-40B4-BE49-F238E27FC236}">
                <a16:creationId xmlns:a16="http://schemas.microsoft.com/office/drawing/2014/main" id="{C7AA19EB-7E1B-4D30-8D9C-025FAA94E555}"/>
              </a:ext>
            </a:extLst>
          </p:cNvPr>
          <p:cNvSpPr txBox="1"/>
          <p:nvPr/>
        </p:nvSpPr>
        <p:spPr>
          <a:xfrm>
            <a:off x="1289124" y="4193584"/>
            <a:ext cx="1691344" cy="448071"/>
          </a:xfrm>
          <a:prstGeom prst="rect">
            <a:avLst/>
          </a:prstGeom>
          <a:solidFill>
            <a:srgbClr val="06398B"/>
          </a:solidFill>
        </p:spPr>
        <p:txBody>
          <a:bodyPr wrap="square">
            <a:spAutoFit/>
          </a:bodyPr>
          <a:lstStyle/>
          <a:p>
            <a:pPr algn="ctr">
              <a:lnSpc>
                <a:spcPct val="141978"/>
              </a:lnSpc>
            </a:pP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62491626-1F5F-46D2-9FE3-E5DDFC584B98}"/>
              </a:ext>
            </a:extLst>
          </p:cNvPr>
          <p:cNvSpPr txBox="1"/>
          <p:nvPr/>
        </p:nvSpPr>
        <p:spPr>
          <a:xfrm>
            <a:off x="1162025" y="4716126"/>
            <a:ext cx="2772023" cy="674993"/>
          </a:xfrm>
          <a:prstGeom prst="rect">
            <a:avLst/>
          </a:prstGeom>
          <a:noFill/>
        </p:spPr>
        <p:txBody>
          <a:bodyPr wrap="square">
            <a:spAutoFit/>
          </a:bodyPr>
          <a:lstStyle/>
          <a:p>
            <a:pP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25" name="文本框 24">
            <a:extLst>
              <a:ext uri="{FF2B5EF4-FFF2-40B4-BE49-F238E27FC236}">
                <a16:creationId xmlns:a16="http://schemas.microsoft.com/office/drawing/2014/main" id="{5BE1E99E-1C5E-4DC3-8A88-75532E1812FB}"/>
              </a:ext>
            </a:extLst>
          </p:cNvPr>
          <p:cNvSpPr txBox="1"/>
          <p:nvPr/>
        </p:nvSpPr>
        <p:spPr>
          <a:xfrm>
            <a:off x="9519751" y="2123504"/>
            <a:ext cx="1549940" cy="448071"/>
          </a:xfrm>
          <a:prstGeom prst="rect">
            <a:avLst/>
          </a:prstGeom>
          <a:solidFill>
            <a:srgbClr val="06398B"/>
          </a:solidFill>
        </p:spPr>
        <p:txBody>
          <a:bodyPr wrap="square">
            <a:spAutoFit/>
          </a:bodyPr>
          <a:lstStyle/>
          <a:p>
            <a:pPr algn="ctr">
              <a:lnSpc>
                <a:spcPct val="141978"/>
              </a:lnSpc>
            </a:pP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文本框 25">
            <a:extLst>
              <a:ext uri="{FF2B5EF4-FFF2-40B4-BE49-F238E27FC236}">
                <a16:creationId xmlns:a16="http://schemas.microsoft.com/office/drawing/2014/main" id="{C19580E0-858C-4336-A4CB-9F723AC3878B}"/>
              </a:ext>
            </a:extLst>
          </p:cNvPr>
          <p:cNvSpPr txBox="1"/>
          <p:nvPr/>
        </p:nvSpPr>
        <p:spPr>
          <a:xfrm>
            <a:off x="8424768" y="2655119"/>
            <a:ext cx="2772023" cy="674993"/>
          </a:xfrm>
          <a:prstGeom prst="rect">
            <a:avLst/>
          </a:prstGeom>
          <a:noFill/>
        </p:spPr>
        <p:txBody>
          <a:bodyPr wrap="square">
            <a:spAutoFit/>
          </a:bodyPr>
          <a:lstStyle/>
          <a:p>
            <a:pPr algn="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27" name="文本框 26">
            <a:extLst>
              <a:ext uri="{FF2B5EF4-FFF2-40B4-BE49-F238E27FC236}">
                <a16:creationId xmlns:a16="http://schemas.microsoft.com/office/drawing/2014/main" id="{722433B4-EC5D-45C8-99AC-D1FAFA2EB28E}"/>
              </a:ext>
            </a:extLst>
          </p:cNvPr>
          <p:cNvSpPr txBox="1"/>
          <p:nvPr/>
        </p:nvSpPr>
        <p:spPr>
          <a:xfrm>
            <a:off x="9519751" y="4175453"/>
            <a:ext cx="1549940" cy="448071"/>
          </a:xfrm>
          <a:prstGeom prst="rect">
            <a:avLst/>
          </a:prstGeom>
          <a:solidFill>
            <a:srgbClr val="06398B"/>
          </a:solidFill>
        </p:spPr>
        <p:txBody>
          <a:bodyPr wrap="square">
            <a:spAutoFit/>
          </a:bodyPr>
          <a:lstStyle/>
          <a:p>
            <a:pPr algn="ctr">
              <a:lnSpc>
                <a:spcPct val="141978"/>
              </a:lnSpc>
            </a:pP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8" name="文本框 27">
            <a:extLst>
              <a:ext uri="{FF2B5EF4-FFF2-40B4-BE49-F238E27FC236}">
                <a16:creationId xmlns:a16="http://schemas.microsoft.com/office/drawing/2014/main" id="{775BB97F-CC96-4C01-8DB0-DAE6C5E9C8C5}"/>
              </a:ext>
            </a:extLst>
          </p:cNvPr>
          <p:cNvSpPr txBox="1"/>
          <p:nvPr/>
        </p:nvSpPr>
        <p:spPr>
          <a:xfrm>
            <a:off x="8424768" y="4707068"/>
            <a:ext cx="2772023" cy="674993"/>
          </a:xfrm>
          <a:prstGeom prst="rect">
            <a:avLst/>
          </a:prstGeom>
          <a:noFill/>
        </p:spPr>
        <p:txBody>
          <a:bodyPr wrap="square">
            <a:spAutoFit/>
          </a:bodyPr>
          <a:lstStyle/>
          <a:p>
            <a:pPr algn="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29" name="iconfont-1187-868307">
            <a:extLst>
              <a:ext uri="{FF2B5EF4-FFF2-40B4-BE49-F238E27FC236}">
                <a16:creationId xmlns:a16="http://schemas.microsoft.com/office/drawing/2014/main" id="{2BF45F34-A2A2-44B9-B1CC-30E3AFD9283E}"/>
              </a:ext>
            </a:extLst>
          </p:cNvPr>
          <p:cNvSpPr/>
          <p:nvPr/>
        </p:nvSpPr>
        <p:spPr>
          <a:xfrm>
            <a:off x="4971370" y="2668201"/>
            <a:ext cx="417800" cy="408996"/>
          </a:xfrm>
          <a:custGeom>
            <a:avLst/>
            <a:gdLst>
              <a:gd name="T0" fmla="*/ 2895 w 12754"/>
              <a:gd name="T1" fmla="*/ 3482 h 12486"/>
              <a:gd name="T2" fmla="*/ 6377 w 12754"/>
              <a:gd name="T3" fmla="*/ 0 h 12486"/>
              <a:gd name="T4" fmla="*/ 9859 w 12754"/>
              <a:gd name="T5" fmla="*/ 3482 h 12486"/>
              <a:gd name="T6" fmla="*/ 6377 w 12754"/>
              <a:gd name="T7" fmla="*/ 6963 h 12486"/>
              <a:gd name="T8" fmla="*/ 2895 w 12754"/>
              <a:gd name="T9" fmla="*/ 3482 h 12486"/>
              <a:gd name="T10" fmla="*/ 0 w 12754"/>
              <a:gd name="T11" fmla="*/ 12468 h 12486"/>
              <a:gd name="T12" fmla="*/ 3586 w 12754"/>
              <a:gd name="T13" fmla="*/ 7045 h 12486"/>
              <a:gd name="T14" fmla="*/ 6377 w 12754"/>
              <a:gd name="T15" fmla="*/ 8014 h 12486"/>
              <a:gd name="T16" fmla="*/ 9182 w 12754"/>
              <a:gd name="T17" fmla="*/ 7036 h 12486"/>
              <a:gd name="T18" fmla="*/ 12754 w 12754"/>
              <a:gd name="T19" fmla="*/ 12468 h 12486"/>
              <a:gd name="T20" fmla="*/ 0 w 12754"/>
              <a:gd name="T21" fmla="*/ 12468 h 12486"/>
              <a:gd name="T22" fmla="*/ 0 w 12754"/>
              <a:gd name="T23" fmla="*/ 12468 h 12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54" h="12486">
                <a:moveTo>
                  <a:pt x="2895" y="3482"/>
                </a:moveTo>
                <a:cubicBezTo>
                  <a:pt x="2895" y="1562"/>
                  <a:pt x="4457" y="0"/>
                  <a:pt x="6377" y="0"/>
                </a:cubicBezTo>
                <a:cubicBezTo>
                  <a:pt x="8297" y="0"/>
                  <a:pt x="9859" y="1562"/>
                  <a:pt x="9859" y="3482"/>
                </a:cubicBezTo>
                <a:cubicBezTo>
                  <a:pt x="9859" y="5402"/>
                  <a:pt x="8297" y="6963"/>
                  <a:pt x="6377" y="6963"/>
                </a:cubicBezTo>
                <a:cubicBezTo>
                  <a:pt x="4457" y="6963"/>
                  <a:pt x="2895" y="5402"/>
                  <a:pt x="2895" y="3482"/>
                </a:cubicBezTo>
                <a:close/>
                <a:moveTo>
                  <a:pt x="0" y="12468"/>
                </a:moveTo>
                <a:cubicBezTo>
                  <a:pt x="75" y="11626"/>
                  <a:pt x="479" y="8643"/>
                  <a:pt x="3586" y="7045"/>
                </a:cubicBezTo>
                <a:cubicBezTo>
                  <a:pt x="4356" y="7650"/>
                  <a:pt x="5324" y="8014"/>
                  <a:pt x="6377" y="8014"/>
                </a:cubicBezTo>
                <a:cubicBezTo>
                  <a:pt x="7436" y="8014"/>
                  <a:pt x="8409" y="7647"/>
                  <a:pt x="9182" y="7036"/>
                </a:cubicBezTo>
                <a:cubicBezTo>
                  <a:pt x="12302" y="8627"/>
                  <a:pt x="12678" y="11589"/>
                  <a:pt x="12754" y="12468"/>
                </a:cubicBezTo>
                <a:cubicBezTo>
                  <a:pt x="12736" y="12486"/>
                  <a:pt x="18" y="12470"/>
                  <a:pt x="0" y="12468"/>
                </a:cubicBezTo>
                <a:close/>
                <a:moveTo>
                  <a:pt x="0" y="12468"/>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0" name="iconfont-1191-866880">
            <a:extLst>
              <a:ext uri="{FF2B5EF4-FFF2-40B4-BE49-F238E27FC236}">
                <a16:creationId xmlns:a16="http://schemas.microsoft.com/office/drawing/2014/main" id="{C71079C6-E5B5-4A8F-8DBF-4601C571E20A}"/>
              </a:ext>
            </a:extLst>
          </p:cNvPr>
          <p:cNvSpPr/>
          <p:nvPr/>
        </p:nvSpPr>
        <p:spPr>
          <a:xfrm>
            <a:off x="6729802" y="4273668"/>
            <a:ext cx="417800" cy="365924"/>
          </a:xfrm>
          <a:custGeom>
            <a:avLst/>
            <a:gdLst>
              <a:gd name="T0" fmla="*/ 6964 w 7768"/>
              <a:gd name="T1" fmla="*/ 3224 h 6803"/>
              <a:gd name="T2" fmla="*/ 6493 w 7768"/>
              <a:gd name="T3" fmla="*/ 3224 h 6803"/>
              <a:gd name="T4" fmla="*/ 6493 w 7768"/>
              <a:gd name="T5" fmla="*/ 2232 h 6803"/>
              <a:gd name="T6" fmla="*/ 5870 w 7768"/>
              <a:gd name="T7" fmla="*/ 1517 h 6803"/>
              <a:gd name="T8" fmla="*/ 5858 w 7768"/>
              <a:gd name="T9" fmla="*/ 1403 h 6803"/>
              <a:gd name="T10" fmla="*/ 5358 w 7768"/>
              <a:gd name="T11" fmla="*/ 148 h 6803"/>
              <a:gd name="T12" fmla="*/ 5238 w 7768"/>
              <a:gd name="T13" fmla="*/ 26 h 6803"/>
              <a:gd name="T14" fmla="*/ 5060 w 7768"/>
              <a:gd name="T15" fmla="*/ 20 h 6803"/>
              <a:gd name="T16" fmla="*/ 1045 w 7768"/>
              <a:gd name="T17" fmla="*/ 1422 h 6803"/>
              <a:gd name="T18" fmla="*/ 946 w 7768"/>
              <a:gd name="T19" fmla="*/ 1489 h 6803"/>
              <a:gd name="T20" fmla="*/ 760 w 7768"/>
              <a:gd name="T21" fmla="*/ 1489 h 6803"/>
              <a:gd name="T22" fmla="*/ 0 w 7768"/>
              <a:gd name="T23" fmla="*/ 2233 h 6803"/>
              <a:gd name="T24" fmla="*/ 0 w 7768"/>
              <a:gd name="T25" fmla="*/ 6043 h 6803"/>
              <a:gd name="T26" fmla="*/ 760 w 7768"/>
              <a:gd name="T27" fmla="*/ 6803 h 6803"/>
              <a:gd name="T28" fmla="*/ 5645 w 7768"/>
              <a:gd name="T29" fmla="*/ 6803 h 6803"/>
              <a:gd name="T30" fmla="*/ 6493 w 7768"/>
              <a:gd name="T31" fmla="*/ 6043 h 6803"/>
              <a:gd name="T32" fmla="*/ 6493 w 7768"/>
              <a:gd name="T33" fmla="*/ 5176 h 6803"/>
              <a:gd name="T34" fmla="*/ 6964 w 7768"/>
              <a:gd name="T35" fmla="*/ 5176 h 6803"/>
              <a:gd name="T36" fmla="*/ 7768 w 7768"/>
              <a:gd name="T37" fmla="*/ 4425 h 6803"/>
              <a:gd name="T38" fmla="*/ 7768 w 7768"/>
              <a:gd name="T39" fmla="*/ 3976 h 6803"/>
              <a:gd name="T40" fmla="*/ 6964 w 7768"/>
              <a:gd name="T41" fmla="*/ 3224 h 6803"/>
              <a:gd name="T42" fmla="*/ 5005 w 7768"/>
              <a:gd name="T43" fmla="*/ 502 h 6803"/>
              <a:gd name="T44" fmla="*/ 5398 w 7768"/>
              <a:gd name="T45" fmla="*/ 1489 h 6803"/>
              <a:gd name="T46" fmla="*/ 2180 w 7768"/>
              <a:gd name="T47" fmla="*/ 1489 h 6803"/>
              <a:gd name="T48" fmla="*/ 5005 w 7768"/>
              <a:gd name="T49" fmla="*/ 502 h 6803"/>
              <a:gd name="T50" fmla="*/ 6029 w 7768"/>
              <a:gd name="T51" fmla="*/ 6043 h 6803"/>
              <a:gd name="T52" fmla="*/ 5645 w 7768"/>
              <a:gd name="T53" fmla="*/ 6369 h 6803"/>
              <a:gd name="T54" fmla="*/ 761 w 7768"/>
              <a:gd name="T55" fmla="*/ 6369 h 6803"/>
              <a:gd name="T56" fmla="*/ 464 w 7768"/>
              <a:gd name="T57" fmla="*/ 6043 h 6803"/>
              <a:gd name="T58" fmla="*/ 464 w 7768"/>
              <a:gd name="T59" fmla="*/ 2232 h 6803"/>
              <a:gd name="T60" fmla="*/ 761 w 7768"/>
              <a:gd name="T61" fmla="*/ 1923 h 6803"/>
              <a:gd name="T62" fmla="*/ 5645 w 7768"/>
              <a:gd name="T63" fmla="*/ 1923 h 6803"/>
              <a:gd name="T64" fmla="*/ 6029 w 7768"/>
              <a:gd name="T65" fmla="*/ 2232 h 6803"/>
              <a:gd name="T66" fmla="*/ 6029 w 7768"/>
              <a:gd name="T67" fmla="*/ 3224 h 6803"/>
              <a:gd name="T68" fmla="*/ 5325 w 7768"/>
              <a:gd name="T69" fmla="*/ 3224 h 6803"/>
              <a:gd name="T70" fmla="*/ 4522 w 7768"/>
              <a:gd name="T71" fmla="*/ 3976 h 6803"/>
              <a:gd name="T72" fmla="*/ 4522 w 7768"/>
              <a:gd name="T73" fmla="*/ 4425 h 6803"/>
              <a:gd name="T74" fmla="*/ 5325 w 7768"/>
              <a:gd name="T75" fmla="*/ 5176 h 6803"/>
              <a:gd name="T76" fmla="*/ 6029 w 7768"/>
              <a:gd name="T77" fmla="*/ 5176 h 6803"/>
              <a:gd name="T78" fmla="*/ 6029 w 7768"/>
              <a:gd name="T79" fmla="*/ 6043 h 6803"/>
              <a:gd name="T80" fmla="*/ 7304 w 7768"/>
              <a:gd name="T81" fmla="*/ 4425 h 6803"/>
              <a:gd name="T82" fmla="*/ 6964 w 7768"/>
              <a:gd name="T83" fmla="*/ 4743 h 6803"/>
              <a:gd name="T84" fmla="*/ 5325 w 7768"/>
              <a:gd name="T85" fmla="*/ 4743 h 6803"/>
              <a:gd name="T86" fmla="*/ 4985 w 7768"/>
              <a:gd name="T87" fmla="*/ 4425 h 6803"/>
              <a:gd name="T88" fmla="*/ 4985 w 7768"/>
              <a:gd name="T89" fmla="*/ 3976 h 6803"/>
              <a:gd name="T90" fmla="*/ 5325 w 7768"/>
              <a:gd name="T91" fmla="*/ 3658 h 6803"/>
              <a:gd name="T92" fmla="*/ 6964 w 7768"/>
              <a:gd name="T93" fmla="*/ 3658 h 6803"/>
              <a:gd name="T94" fmla="*/ 7304 w 7768"/>
              <a:gd name="T95" fmla="*/ 3976 h 6803"/>
              <a:gd name="T96" fmla="*/ 7304 w 7768"/>
              <a:gd name="T97" fmla="*/ 4425 h 6803"/>
              <a:gd name="T98" fmla="*/ 5570 w 7768"/>
              <a:gd name="T99" fmla="*/ 3984 h 6803"/>
              <a:gd name="T100" fmla="*/ 5348 w 7768"/>
              <a:gd name="T101" fmla="*/ 4192 h 6803"/>
              <a:gd name="T102" fmla="*/ 5570 w 7768"/>
              <a:gd name="T103" fmla="*/ 4400 h 6803"/>
              <a:gd name="T104" fmla="*/ 5792 w 7768"/>
              <a:gd name="T105" fmla="*/ 4192 h 6803"/>
              <a:gd name="T106" fmla="*/ 5570 w 7768"/>
              <a:gd name="T107" fmla="*/ 3984 h 68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768" h="6803">
                <a:moveTo>
                  <a:pt x="6964" y="3224"/>
                </a:moveTo>
                <a:lnTo>
                  <a:pt x="6493" y="3224"/>
                </a:lnTo>
                <a:lnTo>
                  <a:pt x="6493" y="2232"/>
                </a:lnTo>
                <a:cubicBezTo>
                  <a:pt x="6493" y="1893"/>
                  <a:pt x="6216" y="1606"/>
                  <a:pt x="5870" y="1517"/>
                </a:cubicBezTo>
                <a:cubicBezTo>
                  <a:pt x="5877" y="1480"/>
                  <a:pt x="5874" y="1441"/>
                  <a:pt x="5858" y="1403"/>
                </a:cubicBezTo>
                <a:lnTo>
                  <a:pt x="5358" y="148"/>
                </a:lnTo>
                <a:cubicBezTo>
                  <a:pt x="5337" y="94"/>
                  <a:pt x="5294" y="50"/>
                  <a:pt x="5238" y="26"/>
                </a:cubicBezTo>
                <a:cubicBezTo>
                  <a:pt x="5181" y="2"/>
                  <a:pt x="5118" y="0"/>
                  <a:pt x="5060" y="20"/>
                </a:cubicBezTo>
                <a:lnTo>
                  <a:pt x="1045" y="1422"/>
                </a:lnTo>
                <a:cubicBezTo>
                  <a:pt x="1005" y="1436"/>
                  <a:pt x="971" y="1460"/>
                  <a:pt x="946" y="1489"/>
                </a:cubicBezTo>
                <a:lnTo>
                  <a:pt x="760" y="1489"/>
                </a:lnTo>
                <a:cubicBezTo>
                  <a:pt x="317" y="1489"/>
                  <a:pt x="0" y="1822"/>
                  <a:pt x="0" y="2233"/>
                </a:cubicBezTo>
                <a:lnTo>
                  <a:pt x="0" y="6043"/>
                </a:lnTo>
                <a:cubicBezTo>
                  <a:pt x="0" y="6462"/>
                  <a:pt x="317" y="6803"/>
                  <a:pt x="760" y="6803"/>
                </a:cubicBezTo>
                <a:lnTo>
                  <a:pt x="5645" y="6803"/>
                </a:lnTo>
                <a:cubicBezTo>
                  <a:pt x="6088" y="6803"/>
                  <a:pt x="6493" y="6462"/>
                  <a:pt x="6493" y="6043"/>
                </a:cubicBezTo>
                <a:lnTo>
                  <a:pt x="6493" y="5176"/>
                </a:lnTo>
                <a:lnTo>
                  <a:pt x="6964" y="5176"/>
                </a:lnTo>
                <a:cubicBezTo>
                  <a:pt x="7408" y="5176"/>
                  <a:pt x="7768" y="4840"/>
                  <a:pt x="7768" y="4425"/>
                </a:cubicBezTo>
                <a:lnTo>
                  <a:pt x="7768" y="3976"/>
                </a:lnTo>
                <a:cubicBezTo>
                  <a:pt x="7768" y="3561"/>
                  <a:pt x="7408" y="3224"/>
                  <a:pt x="6964" y="3224"/>
                </a:cubicBezTo>
                <a:close/>
                <a:moveTo>
                  <a:pt x="5005" y="502"/>
                </a:moveTo>
                <a:lnTo>
                  <a:pt x="5398" y="1489"/>
                </a:lnTo>
                <a:lnTo>
                  <a:pt x="2180" y="1489"/>
                </a:lnTo>
                <a:lnTo>
                  <a:pt x="5005" y="502"/>
                </a:lnTo>
                <a:close/>
                <a:moveTo>
                  <a:pt x="6029" y="6043"/>
                </a:moveTo>
                <a:cubicBezTo>
                  <a:pt x="6029" y="6220"/>
                  <a:pt x="5830" y="6369"/>
                  <a:pt x="5645" y="6369"/>
                </a:cubicBezTo>
                <a:lnTo>
                  <a:pt x="761" y="6369"/>
                </a:lnTo>
                <a:cubicBezTo>
                  <a:pt x="576" y="6369"/>
                  <a:pt x="464" y="6220"/>
                  <a:pt x="464" y="6043"/>
                </a:cubicBezTo>
                <a:lnTo>
                  <a:pt x="464" y="2232"/>
                </a:lnTo>
                <a:cubicBezTo>
                  <a:pt x="464" y="2059"/>
                  <a:pt x="570" y="1923"/>
                  <a:pt x="761" y="1923"/>
                </a:cubicBezTo>
                <a:lnTo>
                  <a:pt x="5645" y="1923"/>
                </a:lnTo>
                <a:cubicBezTo>
                  <a:pt x="5836" y="1923"/>
                  <a:pt x="6029" y="2059"/>
                  <a:pt x="6029" y="2232"/>
                </a:cubicBezTo>
                <a:lnTo>
                  <a:pt x="6029" y="3224"/>
                </a:lnTo>
                <a:lnTo>
                  <a:pt x="5325" y="3224"/>
                </a:lnTo>
                <a:cubicBezTo>
                  <a:pt x="4881" y="3224"/>
                  <a:pt x="4522" y="3561"/>
                  <a:pt x="4522" y="3976"/>
                </a:cubicBezTo>
                <a:lnTo>
                  <a:pt x="4522" y="4425"/>
                </a:lnTo>
                <a:cubicBezTo>
                  <a:pt x="4522" y="4840"/>
                  <a:pt x="4881" y="5176"/>
                  <a:pt x="5325" y="5176"/>
                </a:cubicBezTo>
                <a:lnTo>
                  <a:pt x="6029" y="5176"/>
                </a:lnTo>
                <a:lnTo>
                  <a:pt x="6029" y="6043"/>
                </a:lnTo>
                <a:close/>
                <a:moveTo>
                  <a:pt x="7304" y="4425"/>
                </a:moveTo>
                <a:cubicBezTo>
                  <a:pt x="7304" y="4600"/>
                  <a:pt x="7152" y="4743"/>
                  <a:pt x="6964" y="4743"/>
                </a:cubicBezTo>
                <a:lnTo>
                  <a:pt x="5325" y="4743"/>
                </a:lnTo>
                <a:cubicBezTo>
                  <a:pt x="5137" y="4743"/>
                  <a:pt x="4985" y="4600"/>
                  <a:pt x="4985" y="4425"/>
                </a:cubicBezTo>
                <a:lnTo>
                  <a:pt x="4985" y="3976"/>
                </a:lnTo>
                <a:cubicBezTo>
                  <a:pt x="4985" y="3800"/>
                  <a:pt x="5137" y="3658"/>
                  <a:pt x="5325" y="3658"/>
                </a:cubicBezTo>
                <a:lnTo>
                  <a:pt x="6964" y="3658"/>
                </a:lnTo>
                <a:cubicBezTo>
                  <a:pt x="7152" y="3658"/>
                  <a:pt x="7304" y="3800"/>
                  <a:pt x="7304" y="3976"/>
                </a:cubicBezTo>
                <a:lnTo>
                  <a:pt x="7304" y="4425"/>
                </a:lnTo>
                <a:close/>
                <a:moveTo>
                  <a:pt x="5570" y="3984"/>
                </a:moveTo>
                <a:cubicBezTo>
                  <a:pt x="5447" y="3984"/>
                  <a:pt x="5348" y="4077"/>
                  <a:pt x="5348" y="4192"/>
                </a:cubicBezTo>
                <a:cubicBezTo>
                  <a:pt x="5348" y="4307"/>
                  <a:pt x="5447" y="4400"/>
                  <a:pt x="5570" y="4400"/>
                </a:cubicBezTo>
                <a:cubicBezTo>
                  <a:pt x="5692" y="4400"/>
                  <a:pt x="5792" y="4307"/>
                  <a:pt x="5792" y="4192"/>
                </a:cubicBezTo>
                <a:cubicBezTo>
                  <a:pt x="5792" y="4077"/>
                  <a:pt x="5692" y="3984"/>
                  <a:pt x="5570" y="398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2CF65B5A-AD1B-1904-B46D-04EECE499579}"/>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4019680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4">
            <a:extLst>
              <a:ext uri="{FF2B5EF4-FFF2-40B4-BE49-F238E27FC236}">
                <a16:creationId xmlns:a16="http://schemas.microsoft.com/office/drawing/2014/main" id="{FC9A254C-E074-4C25-A44A-2987227EE97F}"/>
              </a:ext>
            </a:extLst>
          </p:cNvPr>
          <p:cNvGrpSpPr/>
          <p:nvPr/>
        </p:nvGrpSpPr>
        <p:grpSpPr>
          <a:xfrm>
            <a:off x="1242817" y="3917297"/>
            <a:ext cx="487891" cy="487891"/>
            <a:chOff x="992566" y="1486733"/>
            <a:chExt cx="1004810" cy="1004810"/>
          </a:xfrm>
        </p:grpSpPr>
        <p:sp>
          <p:nvSpPr>
            <p:cNvPr id="9" name="椭圆 8">
              <a:extLst>
                <a:ext uri="{FF2B5EF4-FFF2-40B4-BE49-F238E27FC236}">
                  <a16:creationId xmlns:a16="http://schemas.microsoft.com/office/drawing/2014/main" id="{C9E6DFFB-4243-4C22-AA77-75F34EB51527}"/>
                </a:ext>
              </a:extLst>
            </p:cNvPr>
            <p:cNvSpPr/>
            <p:nvPr/>
          </p:nvSpPr>
          <p:spPr>
            <a:xfrm>
              <a:off x="992566" y="1486733"/>
              <a:ext cx="1004810" cy="1004810"/>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Oval 6">
              <a:extLst>
                <a:ext uri="{FF2B5EF4-FFF2-40B4-BE49-F238E27FC236}">
                  <a16:creationId xmlns:a16="http://schemas.microsoft.com/office/drawing/2014/main" id="{1352537B-1BB2-4C01-8433-A511800C1BFA}"/>
                </a:ext>
              </a:extLst>
            </p:cNvPr>
            <p:cNvSpPr/>
            <p:nvPr/>
          </p:nvSpPr>
          <p:spPr>
            <a:xfrm>
              <a:off x="1288742" y="1783335"/>
              <a:ext cx="412460" cy="411605"/>
            </a:xfrm>
            <a:custGeom>
              <a:avLst/>
              <a:gdLst>
                <a:gd name="connsiteX0" fmla="*/ 294872 w 608829"/>
                <a:gd name="connsiteY0" fmla="*/ 177400 h 607568"/>
                <a:gd name="connsiteX1" fmla="*/ 335683 w 608829"/>
                <a:gd name="connsiteY1" fmla="*/ 187426 h 607568"/>
                <a:gd name="connsiteX2" fmla="*/ 387100 w 608829"/>
                <a:gd name="connsiteY2" fmla="*/ 221138 h 607568"/>
                <a:gd name="connsiteX3" fmla="*/ 321745 w 608829"/>
                <a:gd name="connsiteY3" fmla="*/ 286295 h 607568"/>
                <a:gd name="connsiteX4" fmla="*/ 236256 w 608829"/>
                <a:gd name="connsiteY4" fmla="*/ 286295 h 607568"/>
                <a:gd name="connsiteX5" fmla="*/ 109882 w 608829"/>
                <a:gd name="connsiteY5" fmla="*/ 412484 h 607568"/>
                <a:gd name="connsiteX6" fmla="*/ 109882 w 608829"/>
                <a:gd name="connsiteY6" fmla="*/ 497848 h 607568"/>
                <a:gd name="connsiteX7" fmla="*/ 195370 w 608829"/>
                <a:gd name="connsiteY7" fmla="*/ 497848 h 607568"/>
                <a:gd name="connsiteX8" fmla="*/ 253498 w 608829"/>
                <a:gd name="connsiteY8" fmla="*/ 439805 h 607568"/>
                <a:gd name="connsiteX9" fmla="*/ 374814 w 608829"/>
                <a:gd name="connsiteY9" fmla="*/ 447846 h 607568"/>
                <a:gd name="connsiteX10" fmla="*/ 260726 w 608829"/>
                <a:gd name="connsiteY10" fmla="*/ 563108 h 607568"/>
                <a:gd name="connsiteX11" fmla="*/ 44526 w 608829"/>
                <a:gd name="connsiteY11" fmla="*/ 563108 h 607568"/>
                <a:gd name="connsiteX12" fmla="*/ 44526 w 608829"/>
                <a:gd name="connsiteY12" fmla="*/ 347328 h 607568"/>
                <a:gd name="connsiteX13" fmla="*/ 170901 w 608829"/>
                <a:gd name="connsiteY13" fmla="*/ 221138 h 607568"/>
                <a:gd name="connsiteX14" fmla="*/ 176889 w 608829"/>
                <a:gd name="connsiteY14" fmla="*/ 215674 h 607568"/>
                <a:gd name="connsiteX15" fmla="*/ 294872 w 608829"/>
                <a:gd name="connsiteY15" fmla="*/ 177400 h 607568"/>
                <a:gd name="connsiteX16" fmla="*/ 455930 w 608829"/>
                <a:gd name="connsiteY16" fmla="*/ 0 h 607568"/>
                <a:gd name="connsiteX17" fmla="*/ 563990 w 608829"/>
                <a:gd name="connsiteY17" fmla="*/ 44453 h 607568"/>
                <a:gd name="connsiteX18" fmla="*/ 563990 w 608829"/>
                <a:gd name="connsiteY18" fmla="*/ 260200 h 607568"/>
                <a:gd name="connsiteX19" fmla="*/ 516388 w 608829"/>
                <a:gd name="connsiteY19" fmla="*/ 307720 h 607568"/>
                <a:gd name="connsiteX20" fmla="*/ 437602 w 608829"/>
                <a:gd name="connsiteY20" fmla="*/ 386370 h 607568"/>
                <a:gd name="connsiteX21" fmla="*/ 425005 w 608829"/>
                <a:gd name="connsiteY21" fmla="*/ 397708 h 607568"/>
                <a:gd name="connsiteX22" fmla="*/ 272906 w 608829"/>
                <a:gd name="connsiteY22" fmla="*/ 419974 h 607568"/>
                <a:gd name="connsiteX23" fmla="*/ 221483 w 608829"/>
                <a:gd name="connsiteY23" fmla="*/ 386370 h 607568"/>
                <a:gd name="connsiteX24" fmla="*/ 286742 w 608829"/>
                <a:gd name="connsiteY24" fmla="*/ 321223 h 607568"/>
                <a:gd name="connsiteX25" fmla="*/ 372343 w 608829"/>
                <a:gd name="connsiteY25" fmla="*/ 321223 h 607568"/>
                <a:gd name="connsiteX26" fmla="*/ 422423 w 608829"/>
                <a:gd name="connsiteY26" fmla="*/ 271126 h 607568"/>
                <a:gd name="connsiteX27" fmla="*/ 498731 w 608829"/>
                <a:gd name="connsiteY27" fmla="*/ 195053 h 607568"/>
                <a:gd name="connsiteX28" fmla="*/ 498731 w 608829"/>
                <a:gd name="connsiteY28" fmla="*/ 109600 h 607568"/>
                <a:gd name="connsiteX29" fmla="*/ 413130 w 608829"/>
                <a:gd name="connsiteY29" fmla="*/ 109600 h 607568"/>
                <a:gd name="connsiteX30" fmla="*/ 352518 w 608829"/>
                <a:gd name="connsiteY30" fmla="*/ 170211 h 607568"/>
                <a:gd name="connsiteX31" fmla="*/ 231189 w 608829"/>
                <a:gd name="connsiteY31" fmla="*/ 160933 h 607568"/>
                <a:gd name="connsiteX32" fmla="*/ 347871 w 608829"/>
                <a:gd name="connsiteY32" fmla="*/ 44453 h 607568"/>
                <a:gd name="connsiteX33" fmla="*/ 455930 w 608829"/>
                <a:gd name="connsiteY33" fmla="*/ 0 h 60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8829" h="607568">
                  <a:moveTo>
                    <a:pt x="294872" y="177400"/>
                  </a:moveTo>
                  <a:cubicBezTo>
                    <a:pt x="308774" y="178830"/>
                    <a:pt x="322519" y="182168"/>
                    <a:pt x="335683" y="187426"/>
                  </a:cubicBezTo>
                  <a:cubicBezTo>
                    <a:pt x="354164" y="194642"/>
                    <a:pt x="371923" y="205983"/>
                    <a:pt x="387100" y="221138"/>
                  </a:cubicBezTo>
                  <a:lnTo>
                    <a:pt x="321745" y="286295"/>
                  </a:lnTo>
                  <a:cubicBezTo>
                    <a:pt x="298204" y="262789"/>
                    <a:pt x="259797" y="262789"/>
                    <a:pt x="236256" y="286295"/>
                  </a:cubicBezTo>
                  <a:lnTo>
                    <a:pt x="109882" y="412484"/>
                  </a:lnTo>
                  <a:cubicBezTo>
                    <a:pt x="86238" y="435990"/>
                    <a:pt x="86238" y="474342"/>
                    <a:pt x="109882" y="497848"/>
                  </a:cubicBezTo>
                  <a:cubicBezTo>
                    <a:pt x="133422" y="521457"/>
                    <a:pt x="171830" y="521457"/>
                    <a:pt x="195370" y="497848"/>
                  </a:cubicBezTo>
                  <a:lnTo>
                    <a:pt x="253498" y="439805"/>
                  </a:lnTo>
                  <a:cubicBezTo>
                    <a:pt x="303264" y="459599"/>
                    <a:pt x="316686" y="461249"/>
                    <a:pt x="374814" y="447846"/>
                  </a:cubicBezTo>
                  <a:lnTo>
                    <a:pt x="260726" y="563108"/>
                  </a:lnTo>
                  <a:cubicBezTo>
                    <a:pt x="201255" y="622388"/>
                    <a:pt x="103997" y="622388"/>
                    <a:pt x="44526" y="563108"/>
                  </a:cubicBezTo>
                  <a:cubicBezTo>
                    <a:pt x="-14841" y="503724"/>
                    <a:pt x="-14841" y="406608"/>
                    <a:pt x="44526" y="347328"/>
                  </a:cubicBezTo>
                  <a:lnTo>
                    <a:pt x="170901" y="221138"/>
                  </a:lnTo>
                  <a:cubicBezTo>
                    <a:pt x="172656" y="219385"/>
                    <a:pt x="174721" y="217324"/>
                    <a:pt x="176889" y="215674"/>
                  </a:cubicBezTo>
                  <a:cubicBezTo>
                    <a:pt x="210031" y="185982"/>
                    <a:pt x="253163" y="173108"/>
                    <a:pt x="294872" y="177400"/>
                  </a:cubicBezTo>
                  <a:close/>
                  <a:moveTo>
                    <a:pt x="455930" y="0"/>
                  </a:moveTo>
                  <a:cubicBezTo>
                    <a:pt x="495117" y="0"/>
                    <a:pt x="534303" y="14817"/>
                    <a:pt x="563990" y="44453"/>
                  </a:cubicBezTo>
                  <a:cubicBezTo>
                    <a:pt x="623776" y="104136"/>
                    <a:pt x="623776" y="200929"/>
                    <a:pt x="563990" y="260200"/>
                  </a:cubicBezTo>
                  <a:lnTo>
                    <a:pt x="516388" y="307720"/>
                  </a:lnTo>
                  <a:lnTo>
                    <a:pt x="437602" y="386370"/>
                  </a:lnTo>
                  <a:cubicBezTo>
                    <a:pt x="433782" y="390596"/>
                    <a:pt x="429135" y="394410"/>
                    <a:pt x="425005" y="397708"/>
                  </a:cubicBezTo>
                  <a:cubicBezTo>
                    <a:pt x="381120" y="432240"/>
                    <a:pt x="322986" y="439765"/>
                    <a:pt x="272906" y="419974"/>
                  </a:cubicBezTo>
                  <a:cubicBezTo>
                    <a:pt x="254319" y="412861"/>
                    <a:pt x="236662" y="401522"/>
                    <a:pt x="221483" y="386370"/>
                  </a:cubicBezTo>
                  <a:lnTo>
                    <a:pt x="286742" y="321223"/>
                  </a:lnTo>
                  <a:cubicBezTo>
                    <a:pt x="310388" y="344725"/>
                    <a:pt x="348697" y="344725"/>
                    <a:pt x="372343" y="321223"/>
                  </a:cubicBezTo>
                  <a:lnTo>
                    <a:pt x="422423" y="271126"/>
                  </a:lnTo>
                  <a:lnTo>
                    <a:pt x="498731" y="195053"/>
                  </a:lnTo>
                  <a:cubicBezTo>
                    <a:pt x="522274" y="171448"/>
                    <a:pt x="522274" y="133205"/>
                    <a:pt x="498731" y="109600"/>
                  </a:cubicBezTo>
                  <a:cubicBezTo>
                    <a:pt x="475085" y="86097"/>
                    <a:pt x="436776" y="86097"/>
                    <a:pt x="413130" y="109600"/>
                  </a:cubicBezTo>
                  <a:lnTo>
                    <a:pt x="352518" y="170211"/>
                  </a:lnTo>
                  <a:cubicBezTo>
                    <a:pt x="314622" y="152584"/>
                    <a:pt x="271150" y="149595"/>
                    <a:pt x="231189" y="160933"/>
                  </a:cubicBezTo>
                  <a:lnTo>
                    <a:pt x="347871" y="44453"/>
                  </a:lnTo>
                  <a:cubicBezTo>
                    <a:pt x="377558" y="14817"/>
                    <a:pt x="416744" y="0"/>
                    <a:pt x="45593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1" name="Group 10">
            <a:extLst>
              <a:ext uri="{FF2B5EF4-FFF2-40B4-BE49-F238E27FC236}">
                <a16:creationId xmlns:a16="http://schemas.microsoft.com/office/drawing/2014/main" id="{D00E1FC4-B881-4BFD-96DC-BC8D30D6B864}"/>
              </a:ext>
            </a:extLst>
          </p:cNvPr>
          <p:cNvGrpSpPr/>
          <p:nvPr/>
        </p:nvGrpSpPr>
        <p:grpSpPr>
          <a:xfrm>
            <a:off x="4326053" y="3917297"/>
            <a:ext cx="487891" cy="487891"/>
            <a:chOff x="992566" y="1486733"/>
            <a:chExt cx="1004810" cy="1004810"/>
          </a:xfrm>
        </p:grpSpPr>
        <p:sp>
          <p:nvSpPr>
            <p:cNvPr id="12" name="椭圆 11">
              <a:extLst>
                <a:ext uri="{FF2B5EF4-FFF2-40B4-BE49-F238E27FC236}">
                  <a16:creationId xmlns:a16="http://schemas.microsoft.com/office/drawing/2014/main" id="{6019DED0-BC44-4922-961A-00B9CDAD1E59}"/>
                </a:ext>
              </a:extLst>
            </p:cNvPr>
            <p:cNvSpPr/>
            <p:nvPr/>
          </p:nvSpPr>
          <p:spPr>
            <a:xfrm>
              <a:off x="992566" y="1486733"/>
              <a:ext cx="1004810" cy="1004810"/>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Oval 12">
              <a:extLst>
                <a:ext uri="{FF2B5EF4-FFF2-40B4-BE49-F238E27FC236}">
                  <a16:creationId xmlns:a16="http://schemas.microsoft.com/office/drawing/2014/main" id="{576253F4-A4BB-468A-B516-9AF48B807347}"/>
                </a:ext>
              </a:extLst>
            </p:cNvPr>
            <p:cNvSpPr/>
            <p:nvPr/>
          </p:nvSpPr>
          <p:spPr>
            <a:xfrm>
              <a:off x="1288742" y="1783219"/>
              <a:ext cx="412460" cy="411838"/>
            </a:xfrm>
            <a:custGeom>
              <a:avLst/>
              <a:gdLst>
                <a:gd name="T0" fmla="*/ 5847 w 6130"/>
                <a:gd name="T1" fmla="*/ 4531 h 6130"/>
                <a:gd name="T2" fmla="*/ 5530 w 6130"/>
                <a:gd name="T3" fmla="*/ 4531 h 6130"/>
                <a:gd name="T4" fmla="*/ 5530 w 6130"/>
                <a:gd name="T5" fmla="*/ 4463 h 6130"/>
                <a:gd name="T6" fmla="*/ 4132 w 6130"/>
                <a:gd name="T7" fmla="*/ 3065 h 6130"/>
                <a:gd name="T8" fmla="*/ 3265 w 6130"/>
                <a:gd name="T9" fmla="*/ 3065 h 6130"/>
                <a:gd name="T10" fmla="*/ 3265 w 6130"/>
                <a:gd name="T11" fmla="*/ 1599 h 6130"/>
                <a:gd name="T12" fmla="*/ 3581 w 6130"/>
                <a:gd name="T13" fmla="*/ 1599 h 6130"/>
                <a:gd name="T14" fmla="*/ 3864 w 6130"/>
                <a:gd name="T15" fmla="*/ 1316 h 6130"/>
                <a:gd name="T16" fmla="*/ 3864 w 6130"/>
                <a:gd name="T17" fmla="*/ 283 h 6130"/>
                <a:gd name="T18" fmla="*/ 3581 w 6130"/>
                <a:gd name="T19" fmla="*/ 0 h 6130"/>
                <a:gd name="T20" fmla="*/ 2549 w 6130"/>
                <a:gd name="T21" fmla="*/ 0 h 6130"/>
                <a:gd name="T22" fmla="*/ 2265 w 6130"/>
                <a:gd name="T23" fmla="*/ 283 h 6130"/>
                <a:gd name="T24" fmla="*/ 2265 w 6130"/>
                <a:gd name="T25" fmla="*/ 1316 h 6130"/>
                <a:gd name="T26" fmla="*/ 2549 w 6130"/>
                <a:gd name="T27" fmla="*/ 1599 h 6130"/>
                <a:gd name="T28" fmla="*/ 2865 w 6130"/>
                <a:gd name="T29" fmla="*/ 1599 h 6130"/>
                <a:gd name="T30" fmla="*/ 2865 w 6130"/>
                <a:gd name="T31" fmla="*/ 3065 h 6130"/>
                <a:gd name="T32" fmla="*/ 1998 w 6130"/>
                <a:gd name="T33" fmla="*/ 3065 h 6130"/>
                <a:gd name="T34" fmla="*/ 600 w 6130"/>
                <a:gd name="T35" fmla="*/ 4463 h 6130"/>
                <a:gd name="T36" fmla="*/ 600 w 6130"/>
                <a:gd name="T37" fmla="*/ 4531 h 6130"/>
                <a:gd name="T38" fmla="*/ 283 w 6130"/>
                <a:gd name="T39" fmla="*/ 4531 h 6130"/>
                <a:gd name="T40" fmla="*/ 0 w 6130"/>
                <a:gd name="T41" fmla="*/ 4814 h 6130"/>
                <a:gd name="T42" fmla="*/ 0 w 6130"/>
                <a:gd name="T43" fmla="*/ 5847 h 6130"/>
                <a:gd name="T44" fmla="*/ 283 w 6130"/>
                <a:gd name="T45" fmla="*/ 6130 h 6130"/>
                <a:gd name="T46" fmla="*/ 1316 w 6130"/>
                <a:gd name="T47" fmla="*/ 6130 h 6130"/>
                <a:gd name="T48" fmla="*/ 1599 w 6130"/>
                <a:gd name="T49" fmla="*/ 5847 h 6130"/>
                <a:gd name="T50" fmla="*/ 1599 w 6130"/>
                <a:gd name="T51" fmla="*/ 4814 h 6130"/>
                <a:gd name="T52" fmla="*/ 1316 w 6130"/>
                <a:gd name="T53" fmla="*/ 4531 h 6130"/>
                <a:gd name="T54" fmla="*/ 999 w 6130"/>
                <a:gd name="T55" fmla="*/ 4531 h 6130"/>
                <a:gd name="T56" fmla="*/ 999 w 6130"/>
                <a:gd name="T57" fmla="*/ 4463 h 6130"/>
                <a:gd name="T58" fmla="*/ 1998 w 6130"/>
                <a:gd name="T59" fmla="*/ 3465 h 6130"/>
                <a:gd name="T60" fmla="*/ 2865 w 6130"/>
                <a:gd name="T61" fmla="*/ 3465 h 6130"/>
                <a:gd name="T62" fmla="*/ 2865 w 6130"/>
                <a:gd name="T63" fmla="*/ 4531 h 6130"/>
                <a:gd name="T64" fmla="*/ 2549 w 6130"/>
                <a:gd name="T65" fmla="*/ 4531 h 6130"/>
                <a:gd name="T66" fmla="*/ 2265 w 6130"/>
                <a:gd name="T67" fmla="*/ 4814 h 6130"/>
                <a:gd name="T68" fmla="*/ 2265 w 6130"/>
                <a:gd name="T69" fmla="*/ 5847 h 6130"/>
                <a:gd name="T70" fmla="*/ 2549 w 6130"/>
                <a:gd name="T71" fmla="*/ 6130 h 6130"/>
                <a:gd name="T72" fmla="*/ 3581 w 6130"/>
                <a:gd name="T73" fmla="*/ 6130 h 6130"/>
                <a:gd name="T74" fmla="*/ 3864 w 6130"/>
                <a:gd name="T75" fmla="*/ 5847 h 6130"/>
                <a:gd name="T76" fmla="*/ 3864 w 6130"/>
                <a:gd name="T77" fmla="*/ 4814 h 6130"/>
                <a:gd name="T78" fmla="*/ 3581 w 6130"/>
                <a:gd name="T79" fmla="*/ 4531 h 6130"/>
                <a:gd name="T80" fmla="*/ 3265 w 6130"/>
                <a:gd name="T81" fmla="*/ 4531 h 6130"/>
                <a:gd name="T82" fmla="*/ 3265 w 6130"/>
                <a:gd name="T83" fmla="*/ 3465 h 6130"/>
                <a:gd name="T84" fmla="*/ 4132 w 6130"/>
                <a:gd name="T85" fmla="*/ 3465 h 6130"/>
                <a:gd name="T86" fmla="*/ 5130 w 6130"/>
                <a:gd name="T87" fmla="*/ 4463 h 6130"/>
                <a:gd name="T88" fmla="*/ 5130 w 6130"/>
                <a:gd name="T89" fmla="*/ 4531 h 6130"/>
                <a:gd name="T90" fmla="*/ 4814 w 6130"/>
                <a:gd name="T91" fmla="*/ 4531 h 6130"/>
                <a:gd name="T92" fmla="*/ 4531 w 6130"/>
                <a:gd name="T93" fmla="*/ 4814 h 6130"/>
                <a:gd name="T94" fmla="*/ 4531 w 6130"/>
                <a:gd name="T95" fmla="*/ 5847 h 6130"/>
                <a:gd name="T96" fmla="*/ 4814 w 6130"/>
                <a:gd name="T97" fmla="*/ 6130 h 6130"/>
                <a:gd name="T98" fmla="*/ 5847 w 6130"/>
                <a:gd name="T99" fmla="*/ 6130 h 6130"/>
                <a:gd name="T100" fmla="*/ 6130 w 6130"/>
                <a:gd name="T101" fmla="*/ 5847 h 6130"/>
                <a:gd name="T102" fmla="*/ 6130 w 6130"/>
                <a:gd name="T103" fmla="*/ 4814 h 6130"/>
                <a:gd name="T104" fmla="*/ 5847 w 6130"/>
                <a:gd name="T105" fmla="*/ 4531 h 6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30" h="6130">
                  <a:moveTo>
                    <a:pt x="5847" y="4531"/>
                  </a:moveTo>
                  <a:lnTo>
                    <a:pt x="5530" y="4531"/>
                  </a:lnTo>
                  <a:lnTo>
                    <a:pt x="5530" y="4463"/>
                  </a:lnTo>
                  <a:cubicBezTo>
                    <a:pt x="5530" y="3692"/>
                    <a:pt x="4903" y="3065"/>
                    <a:pt x="4132" y="3065"/>
                  </a:cubicBezTo>
                  <a:lnTo>
                    <a:pt x="3265" y="3065"/>
                  </a:lnTo>
                  <a:lnTo>
                    <a:pt x="3265" y="1599"/>
                  </a:lnTo>
                  <a:lnTo>
                    <a:pt x="3581" y="1599"/>
                  </a:lnTo>
                  <a:cubicBezTo>
                    <a:pt x="3738" y="1599"/>
                    <a:pt x="3864" y="1472"/>
                    <a:pt x="3864" y="1316"/>
                  </a:cubicBezTo>
                  <a:lnTo>
                    <a:pt x="3864" y="283"/>
                  </a:lnTo>
                  <a:cubicBezTo>
                    <a:pt x="3864" y="127"/>
                    <a:pt x="3738" y="0"/>
                    <a:pt x="3581" y="0"/>
                  </a:cubicBezTo>
                  <a:lnTo>
                    <a:pt x="2549" y="0"/>
                  </a:lnTo>
                  <a:cubicBezTo>
                    <a:pt x="2392" y="0"/>
                    <a:pt x="2265" y="127"/>
                    <a:pt x="2265" y="283"/>
                  </a:cubicBezTo>
                  <a:lnTo>
                    <a:pt x="2265" y="1316"/>
                  </a:lnTo>
                  <a:cubicBezTo>
                    <a:pt x="2265" y="1472"/>
                    <a:pt x="2392" y="1599"/>
                    <a:pt x="2549" y="1599"/>
                  </a:cubicBezTo>
                  <a:lnTo>
                    <a:pt x="2865" y="1599"/>
                  </a:lnTo>
                  <a:lnTo>
                    <a:pt x="2865" y="3065"/>
                  </a:lnTo>
                  <a:lnTo>
                    <a:pt x="1998" y="3065"/>
                  </a:lnTo>
                  <a:cubicBezTo>
                    <a:pt x="1227" y="3065"/>
                    <a:pt x="600" y="3692"/>
                    <a:pt x="600" y="4463"/>
                  </a:cubicBezTo>
                  <a:lnTo>
                    <a:pt x="600" y="4531"/>
                  </a:lnTo>
                  <a:lnTo>
                    <a:pt x="283" y="4531"/>
                  </a:lnTo>
                  <a:cubicBezTo>
                    <a:pt x="127" y="4531"/>
                    <a:pt x="0" y="4658"/>
                    <a:pt x="0" y="4814"/>
                  </a:cubicBezTo>
                  <a:lnTo>
                    <a:pt x="0" y="5847"/>
                  </a:lnTo>
                  <a:cubicBezTo>
                    <a:pt x="0" y="6003"/>
                    <a:pt x="127" y="6130"/>
                    <a:pt x="283" y="6130"/>
                  </a:cubicBezTo>
                  <a:lnTo>
                    <a:pt x="1316" y="6130"/>
                  </a:lnTo>
                  <a:cubicBezTo>
                    <a:pt x="1472" y="6130"/>
                    <a:pt x="1599" y="6003"/>
                    <a:pt x="1599" y="5847"/>
                  </a:cubicBezTo>
                  <a:lnTo>
                    <a:pt x="1599" y="4814"/>
                  </a:lnTo>
                  <a:cubicBezTo>
                    <a:pt x="1599" y="4658"/>
                    <a:pt x="1472" y="4531"/>
                    <a:pt x="1316" y="4531"/>
                  </a:cubicBezTo>
                  <a:lnTo>
                    <a:pt x="999" y="4531"/>
                  </a:lnTo>
                  <a:lnTo>
                    <a:pt x="999" y="4463"/>
                  </a:lnTo>
                  <a:cubicBezTo>
                    <a:pt x="999" y="3913"/>
                    <a:pt x="1447" y="3465"/>
                    <a:pt x="1998" y="3465"/>
                  </a:cubicBezTo>
                  <a:lnTo>
                    <a:pt x="2865" y="3465"/>
                  </a:lnTo>
                  <a:lnTo>
                    <a:pt x="2865" y="4531"/>
                  </a:lnTo>
                  <a:lnTo>
                    <a:pt x="2549" y="4531"/>
                  </a:lnTo>
                  <a:cubicBezTo>
                    <a:pt x="2392" y="4531"/>
                    <a:pt x="2265" y="4658"/>
                    <a:pt x="2265" y="4814"/>
                  </a:cubicBezTo>
                  <a:lnTo>
                    <a:pt x="2265" y="5847"/>
                  </a:lnTo>
                  <a:cubicBezTo>
                    <a:pt x="2265" y="6003"/>
                    <a:pt x="2392" y="6130"/>
                    <a:pt x="2549" y="6130"/>
                  </a:cubicBezTo>
                  <a:lnTo>
                    <a:pt x="3581" y="6130"/>
                  </a:lnTo>
                  <a:cubicBezTo>
                    <a:pt x="3738" y="6130"/>
                    <a:pt x="3864" y="6003"/>
                    <a:pt x="3864" y="5847"/>
                  </a:cubicBezTo>
                  <a:lnTo>
                    <a:pt x="3864" y="4814"/>
                  </a:lnTo>
                  <a:cubicBezTo>
                    <a:pt x="3864" y="4658"/>
                    <a:pt x="3738" y="4531"/>
                    <a:pt x="3581" y="4531"/>
                  </a:cubicBezTo>
                  <a:lnTo>
                    <a:pt x="3265" y="4531"/>
                  </a:lnTo>
                  <a:lnTo>
                    <a:pt x="3265" y="3465"/>
                  </a:lnTo>
                  <a:lnTo>
                    <a:pt x="4132" y="3465"/>
                  </a:lnTo>
                  <a:cubicBezTo>
                    <a:pt x="4683" y="3465"/>
                    <a:pt x="5130" y="3913"/>
                    <a:pt x="5130" y="4463"/>
                  </a:cubicBezTo>
                  <a:lnTo>
                    <a:pt x="5130" y="4531"/>
                  </a:lnTo>
                  <a:lnTo>
                    <a:pt x="4814" y="4531"/>
                  </a:lnTo>
                  <a:cubicBezTo>
                    <a:pt x="4657" y="4531"/>
                    <a:pt x="4531" y="4658"/>
                    <a:pt x="4531" y="4814"/>
                  </a:cubicBezTo>
                  <a:lnTo>
                    <a:pt x="4531" y="5847"/>
                  </a:lnTo>
                  <a:cubicBezTo>
                    <a:pt x="4531" y="6003"/>
                    <a:pt x="4657" y="6130"/>
                    <a:pt x="4814" y="6130"/>
                  </a:cubicBezTo>
                  <a:lnTo>
                    <a:pt x="5847" y="6130"/>
                  </a:lnTo>
                  <a:cubicBezTo>
                    <a:pt x="6003" y="6130"/>
                    <a:pt x="6130" y="6003"/>
                    <a:pt x="6130" y="5847"/>
                  </a:cubicBezTo>
                  <a:lnTo>
                    <a:pt x="6130" y="4814"/>
                  </a:lnTo>
                  <a:cubicBezTo>
                    <a:pt x="6130" y="4658"/>
                    <a:pt x="6003" y="4531"/>
                    <a:pt x="5847" y="453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14" name="文本框 13">
            <a:extLst>
              <a:ext uri="{FF2B5EF4-FFF2-40B4-BE49-F238E27FC236}">
                <a16:creationId xmlns:a16="http://schemas.microsoft.com/office/drawing/2014/main" id="{F81A39E9-39D6-48B6-9F34-F1FFF95FAFB6}"/>
              </a:ext>
            </a:extLst>
          </p:cNvPr>
          <p:cNvSpPr txBox="1"/>
          <p:nvPr/>
        </p:nvSpPr>
        <p:spPr>
          <a:xfrm>
            <a:off x="1831049" y="3917425"/>
            <a:ext cx="1791845" cy="487634"/>
          </a:xfrm>
          <a:prstGeom prst="rect">
            <a:avLst/>
          </a:prstGeom>
          <a:noFill/>
        </p:spPr>
        <p:txBody>
          <a:bodyPr wrap="square" rtlCol="0">
            <a:spAutoFit/>
          </a:bodyPr>
          <a:lstStyle/>
          <a:p>
            <a:pPr>
              <a:lnSpc>
                <a:spcPct val="141978"/>
              </a:lnSpc>
            </a:pPr>
            <a:r>
              <a:rPr lang="zh-CN" altLang="en-US" sz="20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 输入标题</a:t>
            </a:r>
          </a:p>
        </p:txBody>
      </p:sp>
      <p:sp>
        <p:nvSpPr>
          <p:cNvPr id="15" name="文本框 14">
            <a:extLst>
              <a:ext uri="{FF2B5EF4-FFF2-40B4-BE49-F238E27FC236}">
                <a16:creationId xmlns:a16="http://schemas.microsoft.com/office/drawing/2014/main" id="{4EE9A2E6-13A8-49FD-AF47-E1D2EBF47814}"/>
              </a:ext>
            </a:extLst>
          </p:cNvPr>
          <p:cNvSpPr txBox="1"/>
          <p:nvPr/>
        </p:nvSpPr>
        <p:spPr>
          <a:xfrm>
            <a:off x="1158945" y="4481648"/>
            <a:ext cx="2463949" cy="591829"/>
          </a:xfrm>
          <a:prstGeom prst="rect">
            <a:avLst/>
          </a:prstGeom>
          <a:noFill/>
          <a:ln>
            <a:noFill/>
          </a:ln>
        </p:spPr>
        <p:txBody>
          <a:bodyPr wrap="square" rtlCol="0">
            <a:spAutoFit/>
          </a:bodyPr>
          <a:lstStyle/>
          <a:p>
            <a:pPr>
              <a:lnSpc>
                <a:spcPct val="14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 输入内容</a:t>
            </a:r>
          </a:p>
        </p:txBody>
      </p:sp>
      <p:sp>
        <p:nvSpPr>
          <p:cNvPr id="16" name="文本框 15">
            <a:extLst>
              <a:ext uri="{FF2B5EF4-FFF2-40B4-BE49-F238E27FC236}">
                <a16:creationId xmlns:a16="http://schemas.microsoft.com/office/drawing/2014/main" id="{B33E9016-DA4C-4B83-9870-043AD3AD33C0}"/>
              </a:ext>
            </a:extLst>
          </p:cNvPr>
          <p:cNvSpPr txBox="1"/>
          <p:nvPr/>
        </p:nvSpPr>
        <p:spPr>
          <a:xfrm>
            <a:off x="4918473" y="3917425"/>
            <a:ext cx="1791845" cy="487634"/>
          </a:xfrm>
          <a:prstGeom prst="rect">
            <a:avLst/>
          </a:prstGeom>
          <a:noFill/>
        </p:spPr>
        <p:txBody>
          <a:bodyPr wrap="square" rtlCol="0">
            <a:spAutoFit/>
          </a:bodyPr>
          <a:lstStyle/>
          <a:p>
            <a:pPr>
              <a:lnSpc>
                <a:spcPct val="141978"/>
              </a:lnSpc>
            </a:pPr>
            <a:r>
              <a:rPr lang="zh-CN" altLang="en-US" sz="20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 输入标题</a:t>
            </a:r>
          </a:p>
        </p:txBody>
      </p:sp>
      <p:sp>
        <p:nvSpPr>
          <p:cNvPr id="17" name="文本框 16">
            <a:extLst>
              <a:ext uri="{FF2B5EF4-FFF2-40B4-BE49-F238E27FC236}">
                <a16:creationId xmlns:a16="http://schemas.microsoft.com/office/drawing/2014/main" id="{A94DDBF7-C165-4A70-B657-6DB3800F4F55}"/>
              </a:ext>
            </a:extLst>
          </p:cNvPr>
          <p:cNvSpPr txBox="1"/>
          <p:nvPr/>
        </p:nvSpPr>
        <p:spPr>
          <a:xfrm>
            <a:off x="4326053" y="4481648"/>
            <a:ext cx="2463949" cy="591829"/>
          </a:xfrm>
          <a:prstGeom prst="rect">
            <a:avLst/>
          </a:prstGeom>
          <a:noFill/>
          <a:ln>
            <a:noFill/>
          </a:ln>
        </p:spPr>
        <p:txBody>
          <a:bodyPr wrap="square" rtlCol="0">
            <a:spAutoFit/>
          </a:bodyPr>
          <a:lstStyle/>
          <a:p>
            <a:pPr>
              <a:lnSpc>
                <a:spcPct val="14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 输入内容</a:t>
            </a:r>
          </a:p>
        </p:txBody>
      </p:sp>
      <p:sp>
        <p:nvSpPr>
          <p:cNvPr id="18" name="文本框 17">
            <a:extLst>
              <a:ext uri="{FF2B5EF4-FFF2-40B4-BE49-F238E27FC236}">
                <a16:creationId xmlns:a16="http://schemas.microsoft.com/office/drawing/2014/main" id="{B5123CF4-C6A3-41CA-9B6E-590D35D33221}"/>
              </a:ext>
            </a:extLst>
          </p:cNvPr>
          <p:cNvSpPr txBox="1"/>
          <p:nvPr/>
        </p:nvSpPr>
        <p:spPr>
          <a:xfrm>
            <a:off x="1158945" y="2235207"/>
            <a:ext cx="5560843" cy="1592744"/>
          </a:xfrm>
          <a:prstGeom prst="rect">
            <a:avLst/>
          </a:prstGeom>
          <a:noFill/>
          <a:ln>
            <a:noFill/>
          </a:ln>
        </p:spPr>
        <p:txBody>
          <a:bodyPr wrap="square" rtlCol="0">
            <a:spAutoFit/>
          </a:bodyPr>
          <a:lstStyle/>
          <a:p>
            <a:pP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 输入内容请在此输入内容请在此输入内容请在此输入内容 输入内容请在此输入内容请在此输入内容请在此输入内容 输入内容</a:t>
            </a:r>
          </a:p>
          <a:p>
            <a:pPr>
              <a:lnSpc>
                <a:spcPct val="141978"/>
              </a:lnSpc>
            </a:pPr>
            <a:endPar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a:p>
            <a:pPr>
              <a:lnSpc>
                <a:spcPct val="141978"/>
              </a:lnSpc>
            </a:pPr>
            <a:endPar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pic>
        <p:nvPicPr>
          <p:cNvPr id="19" name="图片 18">
            <a:extLst>
              <a:ext uri="{FF2B5EF4-FFF2-40B4-BE49-F238E27FC236}">
                <a16:creationId xmlns:a16="http://schemas.microsoft.com/office/drawing/2014/main" id="{7F5946BE-DEFE-4296-ABF5-DB798DBDE919}"/>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509954" y="2235208"/>
            <a:ext cx="3295419" cy="2838270"/>
          </a:xfrm>
          <a:custGeom>
            <a:avLst/>
            <a:gdLst>
              <a:gd name="connsiteX0" fmla="*/ 773992 w 3295419"/>
              <a:gd name="connsiteY0" fmla="*/ 1903466 h 3066877"/>
              <a:gd name="connsiteX1" fmla="*/ 1449931 w 3295419"/>
              <a:gd name="connsiteY1" fmla="*/ 1903466 h 3066877"/>
              <a:gd name="connsiteX2" fmla="*/ 1449931 w 3295419"/>
              <a:gd name="connsiteY2" fmla="*/ 3066877 h 3066877"/>
              <a:gd name="connsiteX3" fmla="*/ 773992 w 3295419"/>
              <a:gd name="connsiteY3" fmla="*/ 3066877 h 3066877"/>
              <a:gd name="connsiteX4" fmla="*/ 2619480 w 3295419"/>
              <a:gd name="connsiteY4" fmla="*/ 578620 h 3066877"/>
              <a:gd name="connsiteX5" fmla="*/ 3295419 w 3295419"/>
              <a:gd name="connsiteY5" fmla="*/ 578620 h 3066877"/>
              <a:gd name="connsiteX6" fmla="*/ 3295419 w 3295419"/>
              <a:gd name="connsiteY6" fmla="*/ 3066877 h 3066877"/>
              <a:gd name="connsiteX7" fmla="*/ 2619480 w 3295419"/>
              <a:gd name="connsiteY7" fmla="*/ 3066877 h 3066877"/>
              <a:gd name="connsiteX8" fmla="*/ 2619480 w 3295419"/>
              <a:gd name="connsiteY8" fmla="*/ 0 h 3066877"/>
              <a:gd name="connsiteX9" fmla="*/ 3295419 w 3295419"/>
              <a:gd name="connsiteY9" fmla="*/ 0 h 3066877"/>
              <a:gd name="connsiteX10" fmla="*/ 3295419 w 3295419"/>
              <a:gd name="connsiteY10" fmla="*/ 482559 h 3066877"/>
              <a:gd name="connsiteX11" fmla="*/ 2619480 w 3295419"/>
              <a:gd name="connsiteY11" fmla="*/ 482559 h 3066877"/>
              <a:gd name="connsiteX12" fmla="*/ 1696736 w 3295419"/>
              <a:gd name="connsiteY12" fmla="*/ 0 h 3066877"/>
              <a:gd name="connsiteX13" fmla="*/ 2372675 w 3295419"/>
              <a:gd name="connsiteY13" fmla="*/ 0 h 3066877"/>
              <a:gd name="connsiteX14" fmla="*/ 2372675 w 3295419"/>
              <a:gd name="connsiteY14" fmla="*/ 3066877 h 3066877"/>
              <a:gd name="connsiteX15" fmla="*/ 1696736 w 3295419"/>
              <a:gd name="connsiteY15" fmla="*/ 3066877 h 3066877"/>
              <a:gd name="connsiteX16" fmla="*/ 773992 w 3295419"/>
              <a:gd name="connsiteY16" fmla="*/ 0 h 3066877"/>
              <a:gd name="connsiteX17" fmla="*/ 1449931 w 3295419"/>
              <a:gd name="connsiteY17" fmla="*/ 0 h 3066877"/>
              <a:gd name="connsiteX18" fmla="*/ 1449931 w 3295419"/>
              <a:gd name="connsiteY18" fmla="*/ 1747911 h 3066877"/>
              <a:gd name="connsiteX19" fmla="*/ 773992 w 3295419"/>
              <a:gd name="connsiteY19" fmla="*/ 1747911 h 3066877"/>
              <a:gd name="connsiteX20" fmla="*/ 0 w 3295419"/>
              <a:gd name="connsiteY20" fmla="*/ 0 h 3066877"/>
              <a:gd name="connsiteX21" fmla="*/ 527187 w 3295419"/>
              <a:gd name="connsiteY21" fmla="*/ 0 h 3066877"/>
              <a:gd name="connsiteX22" fmla="*/ 527187 w 3295419"/>
              <a:gd name="connsiteY22" fmla="*/ 3066877 h 3066877"/>
              <a:gd name="connsiteX23" fmla="*/ 0 w 3295419"/>
              <a:gd name="connsiteY23" fmla="*/ 3066877 h 3066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295419" h="3066877">
                <a:moveTo>
                  <a:pt x="773992" y="1903466"/>
                </a:moveTo>
                <a:lnTo>
                  <a:pt x="1449931" y="1903466"/>
                </a:lnTo>
                <a:lnTo>
                  <a:pt x="1449931" y="3066877"/>
                </a:lnTo>
                <a:lnTo>
                  <a:pt x="773992" y="3066877"/>
                </a:lnTo>
                <a:close/>
                <a:moveTo>
                  <a:pt x="2619480" y="578620"/>
                </a:moveTo>
                <a:lnTo>
                  <a:pt x="3295419" y="578620"/>
                </a:lnTo>
                <a:lnTo>
                  <a:pt x="3295419" y="3066877"/>
                </a:lnTo>
                <a:lnTo>
                  <a:pt x="2619480" y="3066877"/>
                </a:lnTo>
                <a:close/>
                <a:moveTo>
                  <a:pt x="2619480" y="0"/>
                </a:moveTo>
                <a:lnTo>
                  <a:pt x="3295419" y="0"/>
                </a:lnTo>
                <a:lnTo>
                  <a:pt x="3295419" y="482559"/>
                </a:lnTo>
                <a:lnTo>
                  <a:pt x="2619480" y="482559"/>
                </a:lnTo>
                <a:close/>
                <a:moveTo>
                  <a:pt x="1696736" y="0"/>
                </a:moveTo>
                <a:lnTo>
                  <a:pt x="2372675" y="0"/>
                </a:lnTo>
                <a:lnTo>
                  <a:pt x="2372675" y="3066877"/>
                </a:lnTo>
                <a:lnTo>
                  <a:pt x="1696736" y="3066877"/>
                </a:lnTo>
                <a:close/>
                <a:moveTo>
                  <a:pt x="773992" y="0"/>
                </a:moveTo>
                <a:lnTo>
                  <a:pt x="1449931" y="0"/>
                </a:lnTo>
                <a:lnTo>
                  <a:pt x="1449931" y="1747911"/>
                </a:lnTo>
                <a:lnTo>
                  <a:pt x="773992" y="1747911"/>
                </a:lnTo>
                <a:close/>
                <a:moveTo>
                  <a:pt x="0" y="0"/>
                </a:moveTo>
                <a:lnTo>
                  <a:pt x="527187" y="0"/>
                </a:lnTo>
                <a:lnTo>
                  <a:pt x="527187" y="3066877"/>
                </a:lnTo>
                <a:lnTo>
                  <a:pt x="0" y="3066877"/>
                </a:lnTo>
                <a:close/>
              </a:path>
            </a:pathLst>
          </a:custGeom>
        </p:spPr>
      </p:pic>
      <p:sp>
        <p:nvSpPr>
          <p:cNvPr id="2" name="文本框 1">
            <a:extLst>
              <a:ext uri="{FF2B5EF4-FFF2-40B4-BE49-F238E27FC236}">
                <a16:creationId xmlns:a16="http://schemas.microsoft.com/office/drawing/2014/main" id="{629BA495-5542-45E9-4BF3-1402B8D59E84}"/>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4913940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男人站在岩石上&#10;&#10;描述已自动生成">
            <a:extLst>
              <a:ext uri="{FF2B5EF4-FFF2-40B4-BE49-F238E27FC236}">
                <a16:creationId xmlns:a16="http://schemas.microsoft.com/office/drawing/2014/main" id="{F305C93F-B0F8-BB0E-E75D-8601760359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35667"/>
            <a:ext cx="5080000" cy="3386666"/>
          </a:xfrm>
          <a:prstGeom prst="rect">
            <a:avLst/>
          </a:prstGeom>
        </p:spPr>
      </p:pic>
      <p:sp>
        <p:nvSpPr>
          <p:cNvPr id="10" name="矩形 9">
            <a:extLst>
              <a:ext uri="{FF2B5EF4-FFF2-40B4-BE49-F238E27FC236}">
                <a16:creationId xmlns:a16="http://schemas.microsoft.com/office/drawing/2014/main" id="{9EFD5E34-4992-F9CE-A09A-DA3AD0AFCF7C}"/>
              </a:ext>
            </a:extLst>
          </p:cNvPr>
          <p:cNvSpPr/>
          <p:nvPr/>
        </p:nvSpPr>
        <p:spPr>
          <a:xfrm>
            <a:off x="5167085" y="1735667"/>
            <a:ext cx="7024915" cy="3386666"/>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DBF28384-CABB-831C-88F3-C29481A1B905}"/>
              </a:ext>
            </a:extLst>
          </p:cNvPr>
          <p:cNvGrpSpPr/>
          <p:nvPr/>
        </p:nvGrpSpPr>
        <p:grpSpPr>
          <a:xfrm>
            <a:off x="0" y="1621972"/>
            <a:ext cx="12192000" cy="3614057"/>
            <a:chOff x="0" y="1625600"/>
            <a:chExt cx="12192000" cy="3614057"/>
          </a:xfrm>
        </p:grpSpPr>
        <p:cxnSp>
          <p:nvCxnSpPr>
            <p:cNvPr id="12" name="直接连接符 11">
              <a:extLst>
                <a:ext uri="{FF2B5EF4-FFF2-40B4-BE49-F238E27FC236}">
                  <a16:creationId xmlns:a16="http://schemas.microsoft.com/office/drawing/2014/main" id="{A4D558C5-E82F-51A9-E7B0-BD1279F6B417}"/>
                </a:ext>
              </a:extLst>
            </p:cNvPr>
            <p:cNvCxnSpPr>
              <a:cxnSpLocks/>
            </p:cNvCxnSpPr>
            <p:nvPr/>
          </p:nvCxnSpPr>
          <p:spPr>
            <a:xfrm>
              <a:off x="0" y="1625600"/>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1A19D45-6C24-0B59-495E-CD07D772A3EE}"/>
                </a:ext>
              </a:extLst>
            </p:cNvPr>
            <p:cNvCxnSpPr>
              <a:cxnSpLocks/>
            </p:cNvCxnSpPr>
            <p:nvPr/>
          </p:nvCxnSpPr>
          <p:spPr>
            <a:xfrm>
              <a:off x="0" y="5239657"/>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D1FEDD15-525F-FAF8-3A15-72DABCFE9969}"/>
              </a:ext>
            </a:extLst>
          </p:cNvPr>
          <p:cNvGrpSpPr/>
          <p:nvPr/>
        </p:nvGrpSpPr>
        <p:grpSpPr>
          <a:xfrm>
            <a:off x="9929368" y="5806029"/>
            <a:ext cx="1838849" cy="803319"/>
            <a:chOff x="9967041" y="5663417"/>
            <a:chExt cx="1838849" cy="803319"/>
          </a:xfrm>
        </p:grpSpPr>
        <p:sp>
          <p:nvSpPr>
            <p:cNvPr id="17" name="文本框 16">
              <a:extLst>
                <a:ext uri="{FF2B5EF4-FFF2-40B4-BE49-F238E27FC236}">
                  <a16:creationId xmlns:a16="http://schemas.microsoft.com/office/drawing/2014/main" id="{419ACD0D-DEE1-8695-B926-24EE86257434}"/>
                </a:ext>
              </a:extLst>
            </p:cNvPr>
            <p:cNvSpPr txBox="1"/>
            <p:nvPr/>
          </p:nvSpPr>
          <p:spPr>
            <a:xfrm>
              <a:off x="10935735" y="5759272"/>
              <a:ext cx="863997" cy="415498"/>
            </a:xfrm>
            <a:prstGeom prst="rect">
              <a:avLst/>
            </a:prstGeom>
            <a:noFill/>
          </p:spPr>
          <p:txBody>
            <a:bodyPr wrap="square">
              <a:spAutoFit/>
            </a:bodyPr>
            <a:lstStyle/>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WORK</a:t>
              </a:r>
            </a:p>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REPORT </a:t>
              </a:r>
              <a:endParaRPr lang="zh-CN" altLang="en-US"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8EC7876D-0B01-6DF9-6110-D5C8369CAF76}"/>
                </a:ext>
              </a:extLst>
            </p:cNvPr>
            <p:cNvSpPr txBox="1"/>
            <p:nvPr/>
          </p:nvSpPr>
          <p:spPr>
            <a:xfrm>
              <a:off x="9967041" y="6235904"/>
              <a:ext cx="1838849" cy="230832"/>
            </a:xfrm>
            <a:prstGeom prst="rect">
              <a:avLst/>
            </a:prstGeom>
            <a:noFill/>
          </p:spPr>
          <p:txBody>
            <a:bodyPr wrap="square">
              <a:spAutoFit/>
            </a:bodyPr>
            <a:lstStyle/>
            <a:p>
              <a:pPr algn="r"/>
              <a:r>
                <a:rPr lang="en-US" altLang="zh-CN" sz="9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 PLAN</a:t>
              </a:r>
            </a:p>
          </p:txBody>
        </p:sp>
        <p:cxnSp>
          <p:nvCxnSpPr>
            <p:cNvPr id="19" name="直接连接符 18">
              <a:extLst>
                <a:ext uri="{FF2B5EF4-FFF2-40B4-BE49-F238E27FC236}">
                  <a16:creationId xmlns:a16="http://schemas.microsoft.com/office/drawing/2014/main" id="{985398A7-DAB0-6481-CD92-052D4ED82E58}"/>
                </a:ext>
              </a:extLst>
            </p:cNvPr>
            <p:cNvCxnSpPr>
              <a:cxnSpLocks/>
            </p:cNvCxnSpPr>
            <p:nvPr/>
          </p:nvCxnSpPr>
          <p:spPr>
            <a:xfrm>
              <a:off x="11591101" y="6199750"/>
              <a:ext cx="11190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52981AC2-EAF7-2E24-CD95-DA3C0CE63CDE}"/>
                </a:ext>
              </a:extLst>
            </p:cNvPr>
            <p:cNvSpPr/>
            <p:nvPr/>
          </p:nvSpPr>
          <p:spPr>
            <a:xfrm>
              <a:off x="11643972" y="5663417"/>
              <a:ext cx="59702" cy="597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椭圆 20">
              <a:extLst>
                <a:ext uri="{FF2B5EF4-FFF2-40B4-BE49-F238E27FC236}">
                  <a16:creationId xmlns:a16="http://schemas.microsoft.com/office/drawing/2014/main" id="{1B66489A-714D-6ED1-F809-6E17EA6C1F7C}"/>
                </a:ext>
              </a:extLst>
            </p:cNvPr>
            <p:cNvSpPr/>
            <p:nvPr/>
          </p:nvSpPr>
          <p:spPr>
            <a:xfrm>
              <a:off x="11528885" y="5663417"/>
              <a:ext cx="59702" cy="59702"/>
            </a:xfrm>
            <a:prstGeom prst="ellipse">
              <a:avLst/>
            </a:prstGeom>
            <a:solidFill>
              <a:srgbClr val="94BB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6" name="组合 25">
            <a:extLst>
              <a:ext uri="{FF2B5EF4-FFF2-40B4-BE49-F238E27FC236}">
                <a16:creationId xmlns:a16="http://schemas.microsoft.com/office/drawing/2014/main" id="{BDF0E3F0-FB86-0B85-FB4B-901D35E9C675}"/>
              </a:ext>
            </a:extLst>
          </p:cNvPr>
          <p:cNvGrpSpPr/>
          <p:nvPr/>
        </p:nvGrpSpPr>
        <p:grpSpPr>
          <a:xfrm>
            <a:off x="6823726" y="2749945"/>
            <a:ext cx="4497416" cy="1345144"/>
            <a:chOff x="6823726" y="2749945"/>
            <a:chExt cx="4497416" cy="1345144"/>
          </a:xfrm>
        </p:grpSpPr>
        <p:sp>
          <p:nvSpPr>
            <p:cNvPr id="22" name="文本框 21">
              <a:extLst>
                <a:ext uri="{FF2B5EF4-FFF2-40B4-BE49-F238E27FC236}">
                  <a16:creationId xmlns:a16="http://schemas.microsoft.com/office/drawing/2014/main" id="{233AEBC2-6718-14D2-E651-AF8145BA5A76}"/>
                </a:ext>
              </a:extLst>
            </p:cNvPr>
            <p:cNvSpPr txBox="1"/>
            <p:nvPr/>
          </p:nvSpPr>
          <p:spPr>
            <a:xfrm>
              <a:off x="6823726" y="2749945"/>
              <a:ext cx="4379572"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工作进度安排</a:t>
              </a:r>
              <a:endParaRPr lang="en-US" altLang="zh-CN"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23" name="矩形 2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74038506-6586-95ED-C736-E2628C263950}"/>
                </a:ext>
              </a:extLst>
            </p:cNvPr>
            <p:cNvSpPr/>
            <p:nvPr/>
          </p:nvSpPr>
          <p:spPr>
            <a:xfrm>
              <a:off x="6823726" y="3526279"/>
              <a:ext cx="4497416" cy="568810"/>
            </a:xfrm>
            <a:prstGeom prst="rect">
              <a:avLst/>
            </a:prstGeom>
          </p:spPr>
          <p:txBody>
            <a:bodyPr wrap="square">
              <a:spAutoFit/>
            </a:bodyPr>
            <a:lstStyle/>
            <a:p>
              <a:pPr lvl="0" fontAlgn="base">
                <a:lnSpc>
                  <a:spcPct val="150000"/>
                </a:lnSpc>
                <a:spcBef>
                  <a:spcPct val="0"/>
                </a:spcBef>
                <a:spcAft>
                  <a:spcPct val="0"/>
                </a:spcAft>
              </a:pPr>
              <a:r>
                <a:rPr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Lorem Ipsum Dolor Sit Amet, Consectetuer Adipiscing Elit. Aenean Commodo Ligula Egret Dolor. </a:t>
              </a:r>
            </a:p>
          </p:txBody>
        </p:sp>
      </p:grpSp>
      <p:sp>
        <p:nvSpPr>
          <p:cNvPr id="24" name="矩形 23">
            <a:extLst>
              <a:ext uri="{FF2B5EF4-FFF2-40B4-BE49-F238E27FC236}">
                <a16:creationId xmlns:a16="http://schemas.microsoft.com/office/drawing/2014/main" id="{AC6FD766-886F-6633-4AC3-87A968043FA8}"/>
              </a:ext>
            </a:extLst>
          </p:cNvPr>
          <p:cNvSpPr/>
          <p:nvPr/>
        </p:nvSpPr>
        <p:spPr>
          <a:xfrm>
            <a:off x="1283755" y="1735666"/>
            <a:ext cx="3796245" cy="3386665"/>
          </a:xfrm>
          <a:prstGeom prst="rect">
            <a:avLst/>
          </a:prstGeom>
          <a:gradFill>
            <a:gsLst>
              <a:gs pos="24000">
                <a:srgbClr val="06398B">
                  <a:alpha val="0"/>
                </a:srgbClr>
              </a:gs>
              <a:gs pos="77000">
                <a:srgbClr val="06398B"/>
              </a:gs>
              <a:gs pos="100000">
                <a:srgbClr val="06398B"/>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5" name="矩形: 圆角 14">
            <a:extLst>
              <a:ext uri="{FF2B5EF4-FFF2-40B4-BE49-F238E27FC236}">
                <a16:creationId xmlns:a16="http://schemas.microsoft.com/office/drawing/2014/main" id="{21AA1F6F-2E5C-4EA8-08A2-F02E6FB5266E}"/>
              </a:ext>
            </a:extLst>
          </p:cNvPr>
          <p:cNvSpPr/>
          <p:nvPr/>
        </p:nvSpPr>
        <p:spPr>
          <a:xfrm>
            <a:off x="3947885" y="2550886"/>
            <a:ext cx="2351314" cy="1756229"/>
          </a:xfrm>
          <a:prstGeom prst="roundRect">
            <a:avLst/>
          </a:prstGeom>
          <a:solidFill>
            <a:schemeClr val="bg1"/>
          </a:solidFill>
          <a:ln>
            <a:noFill/>
          </a:ln>
          <a:effectLst>
            <a:outerShdw blurRad="254000" dist="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200" b="1" dirty="0">
                <a:solidFill>
                  <a:srgbClr val="06398B"/>
                </a:solidFill>
                <a:latin typeface="Arial Black" panose="020B0A04020102020204" pitchFamily="34" charset="0"/>
              </a:rPr>
              <a:t>02</a:t>
            </a:r>
            <a:endParaRPr lang="zh-CN" altLang="en-US" sz="7200" b="1" dirty="0">
              <a:solidFill>
                <a:srgbClr val="06398B"/>
              </a:solidFill>
              <a:latin typeface="Arial Black" panose="020B0A04020102020204" pitchFamily="34" charset="0"/>
            </a:endParaRPr>
          </a:p>
        </p:txBody>
      </p:sp>
    </p:spTree>
    <p:extLst>
      <p:ext uri="{BB962C8B-B14F-4D97-AF65-F5344CB8AC3E}">
        <p14:creationId xmlns:p14="http://schemas.microsoft.com/office/powerpoint/2010/main" val="15129587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p:tgtEl>
                                          <p:spTgt spid="26"/>
                                        </p:tgtEl>
                                        <p:attrNameLst>
                                          <p:attrName>ppt_x</p:attrName>
                                        </p:attrNameLst>
                                      </p:cBhvr>
                                      <p:tavLst>
                                        <p:tav tm="0">
                                          <p:val>
                                            <p:strVal val="#ppt_x-#ppt_w*1.125000"/>
                                          </p:val>
                                        </p:tav>
                                        <p:tav tm="100000">
                                          <p:val>
                                            <p:strVal val="#ppt_x"/>
                                          </p:val>
                                        </p:tav>
                                      </p:tavLst>
                                    </p:anim>
                                    <p:animEffect transition="in" filter="wipe(right)">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26">
            <a:extLst>
              <a:ext uri="{FF2B5EF4-FFF2-40B4-BE49-F238E27FC236}">
                <a16:creationId xmlns:a16="http://schemas.microsoft.com/office/drawing/2014/main" id="{13F808BC-3C93-4483-87D3-32609E2B38ED}"/>
              </a:ext>
            </a:extLst>
          </p:cNvPr>
          <p:cNvSpPr/>
          <p:nvPr/>
        </p:nvSpPr>
        <p:spPr>
          <a:xfrm>
            <a:off x="1333500" y="2230120"/>
            <a:ext cx="2654300" cy="3311525"/>
          </a:xfrm>
          <a:custGeom>
            <a:avLst/>
            <a:gdLst>
              <a:gd name="connsiteX0" fmla="*/ 0 w 2654300"/>
              <a:gd name="connsiteY0" fmla="*/ 2493963 h 3311526"/>
              <a:gd name="connsiteX1" fmla="*/ 67207 w 2654300"/>
              <a:gd name="connsiteY1" fmla="*/ 2493963 h 3311526"/>
              <a:gd name="connsiteX2" fmla="*/ 67207 w 2654300"/>
              <a:gd name="connsiteY2" fmla="*/ 3244319 h 3311526"/>
              <a:gd name="connsiteX3" fmla="*/ 2587093 w 2654300"/>
              <a:gd name="connsiteY3" fmla="*/ 3244319 h 3311526"/>
              <a:gd name="connsiteX4" fmla="*/ 2587093 w 2654300"/>
              <a:gd name="connsiteY4" fmla="*/ 2493963 h 3311526"/>
              <a:gd name="connsiteX5" fmla="*/ 2654300 w 2654300"/>
              <a:gd name="connsiteY5" fmla="*/ 2493963 h 3311526"/>
              <a:gd name="connsiteX6" fmla="*/ 2654300 w 2654300"/>
              <a:gd name="connsiteY6" fmla="*/ 3311526 h 3311526"/>
              <a:gd name="connsiteX7" fmla="*/ 0 w 2654300"/>
              <a:gd name="connsiteY7" fmla="*/ 3311526 h 3311526"/>
              <a:gd name="connsiteX8" fmla="*/ 0 w 2654300"/>
              <a:gd name="connsiteY8" fmla="*/ 0 h 3311526"/>
              <a:gd name="connsiteX9" fmla="*/ 2654300 w 2654300"/>
              <a:gd name="connsiteY9" fmla="*/ 0 h 3311526"/>
              <a:gd name="connsiteX10" fmla="*/ 2654300 w 2654300"/>
              <a:gd name="connsiteY10" fmla="*/ 817563 h 3311526"/>
              <a:gd name="connsiteX11" fmla="*/ 2587093 w 2654300"/>
              <a:gd name="connsiteY11" fmla="*/ 817563 h 3311526"/>
              <a:gd name="connsiteX12" fmla="*/ 2587093 w 2654300"/>
              <a:gd name="connsiteY12" fmla="*/ 67207 h 3311526"/>
              <a:gd name="connsiteX13" fmla="*/ 67207 w 2654300"/>
              <a:gd name="connsiteY13" fmla="*/ 67207 h 3311526"/>
              <a:gd name="connsiteX14" fmla="*/ 67207 w 2654300"/>
              <a:gd name="connsiteY14" fmla="*/ 817563 h 3311526"/>
              <a:gd name="connsiteX15" fmla="*/ 0 w 2654300"/>
              <a:gd name="connsiteY15" fmla="*/ 817563 h 331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4300" h="3311526">
                <a:moveTo>
                  <a:pt x="0" y="2493963"/>
                </a:moveTo>
                <a:lnTo>
                  <a:pt x="67207" y="2493963"/>
                </a:lnTo>
                <a:lnTo>
                  <a:pt x="67207" y="3244319"/>
                </a:lnTo>
                <a:lnTo>
                  <a:pt x="2587093" y="3244319"/>
                </a:lnTo>
                <a:lnTo>
                  <a:pt x="2587093" y="2493963"/>
                </a:lnTo>
                <a:lnTo>
                  <a:pt x="2654300" y="2493963"/>
                </a:lnTo>
                <a:lnTo>
                  <a:pt x="2654300" y="3311526"/>
                </a:lnTo>
                <a:lnTo>
                  <a:pt x="0" y="3311526"/>
                </a:lnTo>
                <a:close/>
                <a:moveTo>
                  <a:pt x="0" y="0"/>
                </a:moveTo>
                <a:lnTo>
                  <a:pt x="2654300" y="0"/>
                </a:lnTo>
                <a:lnTo>
                  <a:pt x="2654300" y="817563"/>
                </a:lnTo>
                <a:lnTo>
                  <a:pt x="2587093" y="817563"/>
                </a:lnTo>
                <a:lnTo>
                  <a:pt x="2587093" y="67207"/>
                </a:lnTo>
                <a:lnTo>
                  <a:pt x="67207" y="67207"/>
                </a:lnTo>
                <a:lnTo>
                  <a:pt x="67207" y="817563"/>
                </a:lnTo>
                <a:lnTo>
                  <a:pt x="0" y="817563"/>
                </a:lnTo>
                <a:close/>
              </a:path>
            </a:pathLst>
          </a:custGeom>
          <a:solidFill>
            <a:srgbClr val="06398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任意多边形 36">
            <a:extLst>
              <a:ext uri="{FF2B5EF4-FFF2-40B4-BE49-F238E27FC236}">
                <a16:creationId xmlns:a16="http://schemas.microsoft.com/office/drawing/2014/main" id="{DADEFD3F-74D7-4F93-9F2E-36EAFCBE9FFD}"/>
              </a:ext>
            </a:extLst>
          </p:cNvPr>
          <p:cNvSpPr/>
          <p:nvPr/>
        </p:nvSpPr>
        <p:spPr>
          <a:xfrm>
            <a:off x="4768850" y="2230120"/>
            <a:ext cx="2654300" cy="3311525"/>
          </a:xfrm>
          <a:custGeom>
            <a:avLst/>
            <a:gdLst>
              <a:gd name="connsiteX0" fmla="*/ 0 w 2654300"/>
              <a:gd name="connsiteY0" fmla="*/ 2493963 h 3311526"/>
              <a:gd name="connsiteX1" fmla="*/ 67207 w 2654300"/>
              <a:gd name="connsiteY1" fmla="*/ 2493963 h 3311526"/>
              <a:gd name="connsiteX2" fmla="*/ 67207 w 2654300"/>
              <a:gd name="connsiteY2" fmla="*/ 3244319 h 3311526"/>
              <a:gd name="connsiteX3" fmla="*/ 2587093 w 2654300"/>
              <a:gd name="connsiteY3" fmla="*/ 3244319 h 3311526"/>
              <a:gd name="connsiteX4" fmla="*/ 2587093 w 2654300"/>
              <a:gd name="connsiteY4" fmla="*/ 2493963 h 3311526"/>
              <a:gd name="connsiteX5" fmla="*/ 2654300 w 2654300"/>
              <a:gd name="connsiteY5" fmla="*/ 2493963 h 3311526"/>
              <a:gd name="connsiteX6" fmla="*/ 2654300 w 2654300"/>
              <a:gd name="connsiteY6" fmla="*/ 3311526 h 3311526"/>
              <a:gd name="connsiteX7" fmla="*/ 0 w 2654300"/>
              <a:gd name="connsiteY7" fmla="*/ 3311526 h 3311526"/>
              <a:gd name="connsiteX8" fmla="*/ 0 w 2654300"/>
              <a:gd name="connsiteY8" fmla="*/ 0 h 3311526"/>
              <a:gd name="connsiteX9" fmla="*/ 2654300 w 2654300"/>
              <a:gd name="connsiteY9" fmla="*/ 0 h 3311526"/>
              <a:gd name="connsiteX10" fmla="*/ 2654300 w 2654300"/>
              <a:gd name="connsiteY10" fmla="*/ 817563 h 3311526"/>
              <a:gd name="connsiteX11" fmla="*/ 2587093 w 2654300"/>
              <a:gd name="connsiteY11" fmla="*/ 817563 h 3311526"/>
              <a:gd name="connsiteX12" fmla="*/ 2587093 w 2654300"/>
              <a:gd name="connsiteY12" fmla="*/ 67207 h 3311526"/>
              <a:gd name="connsiteX13" fmla="*/ 67207 w 2654300"/>
              <a:gd name="connsiteY13" fmla="*/ 67207 h 3311526"/>
              <a:gd name="connsiteX14" fmla="*/ 67207 w 2654300"/>
              <a:gd name="connsiteY14" fmla="*/ 817563 h 3311526"/>
              <a:gd name="connsiteX15" fmla="*/ 0 w 2654300"/>
              <a:gd name="connsiteY15" fmla="*/ 817563 h 331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4300" h="3311526">
                <a:moveTo>
                  <a:pt x="0" y="2493963"/>
                </a:moveTo>
                <a:lnTo>
                  <a:pt x="67207" y="2493963"/>
                </a:lnTo>
                <a:lnTo>
                  <a:pt x="67207" y="3244319"/>
                </a:lnTo>
                <a:lnTo>
                  <a:pt x="2587093" y="3244319"/>
                </a:lnTo>
                <a:lnTo>
                  <a:pt x="2587093" y="2493963"/>
                </a:lnTo>
                <a:lnTo>
                  <a:pt x="2654300" y="2493963"/>
                </a:lnTo>
                <a:lnTo>
                  <a:pt x="2654300" y="3311526"/>
                </a:lnTo>
                <a:lnTo>
                  <a:pt x="0" y="3311526"/>
                </a:lnTo>
                <a:close/>
                <a:moveTo>
                  <a:pt x="0" y="0"/>
                </a:moveTo>
                <a:lnTo>
                  <a:pt x="2654300" y="0"/>
                </a:lnTo>
                <a:lnTo>
                  <a:pt x="2654300" y="817563"/>
                </a:lnTo>
                <a:lnTo>
                  <a:pt x="2587093" y="817563"/>
                </a:lnTo>
                <a:lnTo>
                  <a:pt x="2587093" y="67207"/>
                </a:lnTo>
                <a:lnTo>
                  <a:pt x="67207" y="67207"/>
                </a:lnTo>
                <a:lnTo>
                  <a:pt x="67207" y="817563"/>
                </a:lnTo>
                <a:lnTo>
                  <a:pt x="0" y="817563"/>
                </a:lnTo>
                <a:close/>
              </a:path>
            </a:pathLst>
          </a:custGeom>
          <a:solidFill>
            <a:srgbClr val="06398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任意多边形 43">
            <a:extLst>
              <a:ext uri="{FF2B5EF4-FFF2-40B4-BE49-F238E27FC236}">
                <a16:creationId xmlns:a16="http://schemas.microsoft.com/office/drawing/2014/main" id="{638E1DA4-CA28-4B46-BB46-3952285C7DF0}"/>
              </a:ext>
            </a:extLst>
          </p:cNvPr>
          <p:cNvSpPr/>
          <p:nvPr/>
        </p:nvSpPr>
        <p:spPr>
          <a:xfrm>
            <a:off x="8204951" y="2230120"/>
            <a:ext cx="2654300" cy="3311525"/>
          </a:xfrm>
          <a:custGeom>
            <a:avLst/>
            <a:gdLst>
              <a:gd name="connsiteX0" fmla="*/ 0 w 2654300"/>
              <a:gd name="connsiteY0" fmla="*/ 2493963 h 3311526"/>
              <a:gd name="connsiteX1" fmla="*/ 67207 w 2654300"/>
              <a:gd name="connsiteY1" fmla="*/ 2493963 h 3311526"/>
              <a:gd name="connsiteX2" fmla="*/ 67207 w 2654300"/>
              <a:gd name="connsiteY2" fmla="*/ 3244319 h 3311526"/>
              <a:gd name="connsiteX3" fmla="*/ 2587093 w 2654300"/>
              <a:gd name="connsiteY3" fmla="*/ 3244319 h 3311526"/>
              <a:gd name="connsiteX4" fmla="*/ 2587093 w 2654300"/>
              <a:gd name="connsiteY4" fmla="*/ 2493963 h 3311526"/>
              <a:gd name="connsiteX5" fmla="*/ 2654300 w 2654300"/>
              <a:gd name="connsiteY5" fmla="*/ 2493963 h 3311526"/>
              <a:gd name="connsiteX6" fmla="*/ 2654300 w 2654300"/>
              <a:gd name="connsiteY6" fmla="*/ 3311526 h 3311526"/>
              <a:gd name="connsiteX7" fmla="*/ 0 w 2654300"/>
              <a:gd name="connsiteY7" fmla="*/ 3311526 h 3311526"/>
              <a:gd name="connsiteX8" fmla="*/ 0 w 2654300"/>
              <a:gd name="connsiteY8" fmla="*/ 0 h 3311526"/>
              <a:gd name="connsiteX9" fmla="*/ 2654300 w 2654300"/>
              <a:gd name="connsiteY9" fmla="*/ 0 h 3311526"/>
              <a:gd name="connsiteX10" fmla="*/ 2654300 w 2654300"/>
              <a:gd name="connsiteY10" fmla="*/ 817563 h 3311526"/>
              <a:gd name="connsiteX11" fmla="*/ 2587093 w 2654300"/>
              <a:gd name="connsiteY11" fmla="*/ 817563 h 3311526"/>
              <a:gd name="connsiteX12" fmla="*/ 2587093 w 2654300"/>
              <a:gd name="connsiteY12" fmla="*/ 67207 h 3311526"/>
              <a:gd name="connsiteX13" fmla="*/ 67207 w 2654300"/>
              <a:gd name="connsiteY13" fmla="*/ 67207 h 3311526"/>
              <a:gd name="connsiteX14" fmla="*/ 67207 w 2654300"/>
              <a:gd name="connsiteY14" fmla="*/ 817563 h 3311526"/>
              <a:gd name="connsiteX15" fmla="*/ 0 w 2654300"/>
              <a:gd name="connsiteY15" fmla="*/ 817563 h 3311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4300" h="3311526">
                <a:moveTo>
                  <a:pt x="0" y="2493963"/>
                </a:moveTo>
                <a:lnTo>
                  <a:pt x="67207" y="2493963"/>
                </a:lnTo>
                <a:lnTo>
                  <a:pt x="67207" y="3244319"/>
                </a:lnTo>
                <a:lnTo>
                  <a:pt x="2587093" y="3244319"/>
                </a:lnTo>
                <a:lnTo>
                  <a:pt x="2587093" y="2493963"/>
                </a:lnTo>
                <a:lnTo>
                  <a:pt x="2654300" y="2493963"/>
                </a:lnTo>
                <a:lnTo>
                  <a:pt x="2654300" y="3311526"/>
                </a:lnTo>
                <a:lnTo>
                  <a:pt x="0" y="3311526"/>
                </a:lnTo>
                <a:close/>
                <a:moveTo>
                  <a:pt x="0" y="0"/>
                </a:moveTo>
                <a:lnTo>
                  <a:pt x="2654300" y="0"/>
                </a:lnTo>
                <a:lnTo>
                  <a:pt x="2654300" y="817563"/>
                </a:lnTo>
                <a:lnTo>
                  <a:pt x="2587093" y="817563"/>
                </a:lnTo>
                <a:lnTo>
                  <a:pt x="2587093" y="67207"/>
                </a:lnTo>
                <a:lnTo>
                  <a:pt x="67207" y="67207"/>
                </a:lnTo>
                <a:lnTo>
                  <a:pt x="67207" y="817563"/>
                </a:lnTo>
                <a:lnTo>
                  <a:pt x="0" y="817563"/>
                </a:lnTo>
                <a:close/>
              </a:path>
            </a:pathLst>
          </a:custGeom>
          <a:solidFill>
            <a:srgbClr val="06398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sz="12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矩形 10">
            <a:extLst>
              <a:ext uri="{FF2B5EF4-FFF2-40B4-BE49-F238E27FC236}">
                <a16:creationId xmlns:a16="http://schemas.microsoft.com/office/drawing/2014/main" id="{4C3E128D-B828-4CC0-80F8-98673E6CB73A}"/>
              </a:ext>
            </a:extLst>
          </p:cNvPr>
          <p:cNvSpPr/>
          <p:nvPr/>
        </p:nvSpPr>
        <p:spPr>
          <a:xfrm>
            <a:off x="1520190" y="3901440"/>
            <a:ext cx="2280920" cy="1198880"/>
          </a:xfrm>
          <a:prstGeom prst="rect">
            <a:avLst/>
          </a:prstGeom>
        </p:spPr>
        <p:txBody>
          <a:bodyPr wrap="square">
            <a:spAutoFit/>
          </a:bodyPr>
          <a:lstStyle/>
          <a:p>
            <a:pPr algn="ctr">
              <a:lnSpc>
                <a:spcPct val="150000"/>
              </a:lnSpc>
              <a:defRPr sz="1800">
                <a:solidFill>
                  <a:srgbClr val="000000"/>
                </a:solidFill>
                <a:uFillTx/>
              </a:defRPr>
            </a:pPr>
            <a:r>
              <a:rPr lang="zh-CN"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在此添加您的文字内容，请在此添加您的文字内容。在此添加您的文字内容，请在此添加您的文字内容。</a:t>
            </a:r>
            <a:endParaRPr lang="zh-CN" altLang="en-US" sz="1200" dirty="0">
              <a:solidFill>
                <a:schemeClr val="bg2">
                  <a:lumMod val="25000"/>
                </a:schemeClr>
              </a:solidFill>
              <a:uFill>
                <a:solidFill>
                  <a:srgbClr val="808080"/>
                </a:solidFill>
              </a:u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2" name="文本框 11">
            <a:extLst>
              <a:ext uri="{FF2B5EF4-FFF2-40B4-BE49-F238E27FC236}">
                <a16:creationId xmlns:a16="http://schemas.microsoft.com/office/drawing/2014/main" id="{48ACA3C0-DE2B-4136-8666-9533BF4AB21B}"/>
              </a:ext>
            </a:extLst>
          </p:cNvPr>
          <p:cNvSpPr txBox="1"/>
          <p:nvPr/>
        </p:nvSpPr>
        <p:spPr>
          <a:xfrm>
            <a:off x="1767205" y="3533140"/>
            <a:ext cx="1786890" cy="368300"/>
          </a:xfrm>
          <a:prstGeom prst="rect">
            <a:avLst/>
          </a:prstGeom>
          <a:noFill/>
        </p:spPr>
        <p:txBody>
          <a:bodyPr wrap="square" rtlCol="0">
            <a:spAutoFit/>
          </a:bodyPr>
          <a:lstStyle/>
          <a:p>
            <a:pPr algn="ct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添加标题</a:t>
            </a:r>
            <a:endParaRPr lang="zh-CN" altLang="en-US"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矩形 12">
            <a:extLst>
              <a:ext uri="{FF2B5EF4-FFF2-40B4-BE49-F238E27FC236}">
                <a16:creationId xmlns:a16="http://schemas.microsoft.com/office/drawing/2014/main" id="{A6ED30C3-9410-4531-82A7-324968404DEB}"/>
              </a:ext>
            </a:extLst>
          </p:cNvPr>
          <p:cNvSpPr/>
          <p:nvPr/>
        </p:nvSpPr>
        <p:spPr>
          <a:xfrm>
            <a:off x="4955540" y="3901440"/>
            <a:ext cx="2280920" cy="1198880"/>
          </a:xfrm>
          <a:prstGeom prst="rect">
            <a:avLst/>
          </a:prstGeom>
        </p:spPr>
        <p:txBody>
          <a:bodyPr wrap="square">
            <a:spAutoFit/>
          </a:bodyPr>
          <a:lstStyle/>
          <a:p>
            <a:pPr algn="ctr">
              <a:lnSpc>
                <a:spcPct val="150000"/>
              </a:lnSpc>
              <a:defRPr sz="1800">
                <a:solidFill>
                  <a:srgbClr val="000000"/>
                </a:solidFill>
                <a:uFillTx/>
              </a:defRPr>
            </a:pPr>
            <a:r>
              <a:rPr lang="zh-CN"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在此添加您的文字内容，请在此添加您的文字内容。在此添加您的文字内容，请在此添加您的文字内容。</a:t>
            </a:r>
            <a:endParaRPr lang="zh-CN" altLang="en-US" sz="1200" dirty="0">
              <a:solidFill>
                <a:schemeClr val="bg2">
                  <a:lumMod val="25000"/>
                </a:schemeClr>
              </a:solidFill>
              <a:uFill>
                <a:solidFill>
                  <a:srgbClr val="808080"/>
                </a:solidFill>
              </a:u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4" name="文本框 13">
            <a:extLst>
              <a:ext uri="{FF2B5EF4-FFF2-40B4-BE49-F238E27FC236}">
                <a16:creationId xmlns:a16="http://schemas.microsoft.com/office/drawing/2014/main" id="{EF65F892-5D97-4C03-AECC-8726B124DA77}"/>
              </a:ext>
            </a:extLst>
          </p:cNvPr>
          <p:cNvSpPr txBox="1"/>
          <p:nvPr/>
        </p:nvSpPr>
        <p:spPr>
          <a:xfrm>
            <a:off x="5202555" y="3533140"/>
            <a:ext cx="1786890" cy="368300"/>
          </a:xfrm>
          <a:prstGeom prst="rect">
            <a:avLst/>
          </a:prstGeom>
          <a:noFill/>
        </p:spPr>
        <p:txBody>
          <a:bodyPr wrap="square" rtlCol="0">
            <a:spAutoFit/>
          </a:bodyPr>
          <a:lstStyle/>
          <a:p>
            <a:pPr algn="ct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添加标题</a:t>
            </a:r>
            <a:endParaRPr lang="zh-CN" altLang="en-US"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矩形 14">
            <a:extLst>
              <a:ext uri="{FF2B5EF4-FFF2-40B4-BE49-F238E27FC236}">
                <a16:creationId xmlns:a16="http://schemas.microsoft.com/office/drawing/2014/main" id="{2C0B0E6A-40A2-4185-8C88-32AF3905EFF7}"/>
              </a:ext>
            </a:extLst>
          </p:cNvPr>
          <p:cNvSpPr/>
          <p:nvPr/>
        </p:nvSpPr>
        <p:spPr>
          <a:xfrm>
            <a:off x="8391641" y="3901440"/>
            <a:ext cx="2280920" cy="1198880"/>
          </a:xfrm>
          <a:prstGeom prst="rect">
            <a:avLst/>
          </a:prstGeom>
        </p:spPr>
        <p:txBody>
          <a:bodyPr wrap="square">
            <a:spAutoFit/>
          </a:bodyPr>
          <a:lstStyle/>
          <a:p>
            <a:pPr algn="ctr">
              <a:lnSpc>
                <a:spcPct val="150000"/>
              </a:lnSpc>
              <a:defRPr sz="1800">
                <a:solidFill>
                  <a:srgbClr val="000000"/>
                </a:solidFill>
                <a:uFillTx/>
              </a:defRPr>
            </a:pPr>
            <a:r>
              <a:rPr lang="zh-CN"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在此添加您的文字内容，请在此添加您的文字内容。在此添加您的文字内容，请在此添加您的文字内容。</a:t>
            </a:r>
            <a:endParaRPr lang="zh-CN" altLang="en-US" sz="1200" dirty="0">
              <a:solidFill>
                <a:schemeClr val="bg2">
                  <a:lumMod val="25000"/>
                </a:schemeClr>
              </a:solidFill>
              <a:uFill>
                <a:solidFill>
                  <a:srgbClr val="808080"/>
                </a:solidFill>
              </a:u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6" name="文本框 15">
            <a:extLst>
              <a:ext uri="{FF2B5EF4-FFF2-40B4-BE49-F238E27FC236}">
                <a16:creationId xmlns:a16="http://schemas.microsoft.com/office/drawing/2014/main" id="{84DFC71B-6BB2-4C49-B57C-4A37DEF61E49}"/>
              </a:ext>
            </a:extLst>
          </p:cNvPr>
          <p:cNvSpPr txBox="1"/>
          <p:nvPr/>
        </p:nvSpPr>
        <p:spPr>
          <a:xfrm>
            <a:off x="8638656" y="3533140"/>
            <a:ext cx="1786890" cy="368300"/>
          </a:xfrm>
          <a:prstGeom prst="rect">
            <a:avLst/>
          </a:prstGeom>
          <a:noFill/>
        </p:spPr>
        <p:txBody>
          <a:bodyPr wrap="square" rtlCol="0">
            <a:spAutoFit/>
          </a:bodyPr>
          <a:lstStyle/>
          <a:p>
            <a:pPr algn="ct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添加标题</a:t>
            </a:r>
            <a:endParaRPr lang="zh-CN" altLang="en-US"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椭圆 16">
            <a:extLst>
              <a:ext uri="{FF2B5EF4-FFF2-40B4-BE49-F238E27FC236}">
                <a16:creationId xmlns:a16="http://schemas.microsoft.com/office/drawing/2014/main" id="{180CB196-2C50-4C28-9035-00417D96F047}"/>
              </a:ext>
            </a:extLst>
          </p:cNvPr>
          <p:cNvSpPr/>
          <p:nvPr/>
        </p:nvSpPr>
        <p:spPr>
          <a:xfrm>
            <a:off x="2263478" y="2525776"/>
            <a:ext cx="794343" cy="794343"/>
          </a:xfrm>
          <a:prstGeom prst="ellipse">
            <a:avLst/>
          </a:prstGeom>
          <a:solidFill>
            <a:srgbClr val="06398B"/>
          </a:solidFill>
          <a:ln w="19050">
            <a:noFill/>
          </a:ln>
          <a:effectLst>
            <a:outerShdw blurRad="152400" dist="63500" dir="5400000" sx="99000" sy="99000" algn="t" rotWithShape="0">
              <a:srgbClr val="488192">
                <a:alpha val="4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01</a:t>
            </a:r>
            <a:endParaRPr lang="zh-CN" altLang="en-US" sz="24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椭圆 17">
            <a:extLst>
              <a:ext uri="{FF2B5EF4-FFF2-40B4-BE49-F238E27FC236}">
                <a16:creationId xmlns:a16="http://schemas.microsoft.com/office/drawing/2014/main" id="{928DE1BF-599B-45CB-86E9-6FD6498F864B}"/>
              </a:ext>
            </a:extLst>
          </p:cNvPr>
          <p:cNvSpPr/>
          <p:nvPr/>
        </p:nvSpPr>
        <p:spPr>
          <a:xfrm>
            <a:off x="5698829" y="2525776"/>
            <a:ext cx="794343" cy="794343"/>
          </a:xfrm>
          <a:prstGeom prst="ellipse">
            <a:avLst/>
          </a:prstGeom>
          <a:solidFill>
            <a:srgbClr val="06398B"/>
          </a:solidFill>
          <a:ln w="19050">
            <a:noFill/>
          </a:ln>
          <a:effectLst>
            <a:outerShdw blurRad="152400" dist="63500" dir="5400000" sx="99000" sy="99000" algn="t" rotWithShape="0">
              <a:srgbClr val="488192">
                <a:alpha val="4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02</a:t>
            </a:r>
            <a:endParaRPr lang="zh-CN" altLang="en-US" sz="24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椭圆 18">
            <a:extLst>
              <a:ext uri="{FF2B5EF4-FFF2-40B4-BE49-F238E27FC236}">
                <a16:creationId xmlns:a16="http://schemas.microsoft.com/office/drawing/2014/main" id="{5E66B15F-98B5-4A94-8EDD-6D5130F444B7}"/>
              </a:ext>
            </a:extLst>
          </p:cNvPr>
          <p:cNvSpPr/>
          <p:nvPr/>
        </p:nvSpPr>
        <p:spPr>
          <a:xfrm>
            <a:off x="9134930" y="2525776"/>
            <a:ext cx="794343" cy="794343"/>
          </a:xfrm>
          <a:prstGeom prst="ellipse">
            <a:avLst/>
          </a:prstGeom>
          <a:solidFill>
            <a:srgbClr val="06398B"/>
          </a:solidFill>
          <a:ln w="19050">
            <a:noFill/>
          </a:ln>
          <a:effectLst>
            <a:outerShdw blurRad="152400" dist="63500" dir="5400000" sx="99000" sy="99000" algn="t" rotWithShape="0">
              <a:srgbClr val="488192">
                <a:alpha val="4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03</a:t>
            </a:r>
            <a:endParaRPr lang="zh-CN" altLang="en-US" sz="24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E417A37F-F522-8F9F-4551-06DEDA13261F}"/>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588758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B96EB728-BB94-4BE7-AF34-A6708831F518}"/>
              </a:ext>
            </a:extLst>
          </p:cNvPr>
          <p:cNvSpPr txBox="1">
            <a:spLocks/>
          </p:cNvSpPr>
          <p:nvPr/>
        </p:nvSpPr>
        <p:spPr>
          <a:xfrm>
            <a:off x="6723310" y="4905061"/>
            <a:ext cx="2907249" cy="307777"/>
          </a:xfrm>
          <a:prstGeom prst="rect">
            <a:avLst/>
          </a:prstGeom>
          <a:noFill/>
        </p:spPr>
        <p:txBody>
          <a:bodyPr wrap="square" rtlCol="0">
            <a:spAutoFit/>
          </a:bodyPr>
          <a:lstStyle>
            <a:defPPr>
              <a:defRPr lang="zh-CN"/>
            </a:defPPr>
            <a:lvl1pPr algn="ctr">
              <a:defRPr sz="20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endParaRPr 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TextBox 34">
            <a:extLst>
              <a:ext uri="{FF2B5EF4-FFF2-40B4-BE49-F238E27FC236}">
                <a16:creationId xmlns:a16="http://schemas.microsoft.com/office/drawing/2014/main" id="{E956C708-5300-447D-AD80-1114BC6A4DB5}"/>
              </a:ext>
            </a:extLst>
          </p:cNvPr>
          <p:cNvSpPr txBox="1"/>
          <p:nvPr/>
        </p:nvSpPr>
        <p:spPr>
          <a:xfrm>
            <a:off x="10231220" y="4852042"/>
            <a:ext cx="686656" cy="307777"/>
          </a:xfrm>
          <a:prstGeom prst="rect">
            <a:avLst/>
          </a:prstGeom>
          <a:noFill/>
        </p:spPr>
        <p:txBody>
          <a:bodyPr wrap="square" rtlCol="0">
            <a:spAutoFit/>
          </a:bodyPr>
          <a:lstStyle>
            <a:defPPr>
              <a:defRPr lang="zh-CN"/>
            </a:defPPr>
            <a:lvl1pPr>
              <a:defRPr sz="14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80</a:t>
            </a:r>
            <a:r>
              <a:rPr lang="en-US"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a:t>
            </a:r>
          </a:p>
        </p:txBody>
      </p:sp>
      <p:sp>
        <p:nvSpPr>
          <p:cNvPr id="10" name="PA-圆角矩形 23">
            <a:extLst>
              <a:ext uri="{FF2B5EF4-FFF2-40B4-BE49-F238E27FC236}">
                <a16:creationId xmlns:a16="http://schemas.microsoft.com/office/drawing/2014/main" id="{CF184AB9-6194-4630-A70C-31AB780D1889}"/>
              </a:ext>
            </a:extLst>
          </p:cNvPr>
          <p:cNvSpPr/>
          <p:nvPr>
            <p:custDataLst>
              <p:tags r:id="rId1"/>
            </p:custDataLst>
          </p:nvPr>
        </p:nvSpPr>
        <p:spPr>
          <a:xfrm>
            <a:off x="6748805" y="5273083"/>
            <a:ext cx="3942058" cy="217584"/>
          </a:xfrm>
          <a:prstGeom prst="roundRect">
            <a:avLst>
              <a:gd name="adj" fmla="val 50000"/>
            </a:avLst>
          </a:prstGeom>
          <a:gradFill flip="none" rotWithShape="1">
            <a:gsLst>
              <a:gs pos="84000">
                <a:srgbClr val="DBE5F1"/>
              </a:gs>
              <a:gs pos="93000">
                <a:srgbClr val="DBE5F1">
                  <a:lumMod val="41000"/>
                  <a:lumOff val="59000"/>
                </a:srgbClr>
              </a:gs>
            </a:gsLst>
            <a:path path="shape">
              <a:fillToRect l="50000" t="50000" r="50000" b="50000"/>
            </a:path>
            <a:tileRect/>
          </a:gradFill>
          <a:ln w="12700">
            <a:gradFill>
              <a:gsLst>
                <a:gs pos="0">
                  <a:schemeClr val="bg1">
                    <a:alpha val="0"/>
                  </a:schemeClr>
                </a:gs>
                <a:gs pos="100000">
                  <a:srgbClr val="D9E4F0">
                    <a:lumMod val="21000"/>
                    <a:lumOff val="79000"/>
                  </a:srgbClr>
                </a:gs>
              </a:gsLst>
              <a:lin ang="5400000" scaled="1"/>
            </a:gradFill>
          </a:ln>
          <a:effectLst>
            <a:innerShdw blurRad="76200" dist="38100" dir="13500000">
              <a:srgbClr val="8BA3BF">
                <a:alpha val="95000"/>
              </a:srgb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PA-圆角矩形 24">
            <a:extLst>
              <a:ext uri="{FF2B5EF4-FFF2-40B4-BE49-F238E27FC236}">
                <a16:creationId xmlns:a16="http://schemas.microsoft.com/office/drawing/2014/main" id="{4F0CED06-C1AC-4605-B535-BDCFDBE56366}"/>
              </a:ext>
            </a:extLst>
          </p:cNvPr>
          <p:cNvSpPr/>
          <p:nvPr>
            <p:custDataLst>
              <p:tags r:id="rId2"/>
            </p:custDataLst>
          </p:nvPr>
        </p:nvSpPr>
        <p:spPr>
          <a:xfrm>
            <a:off x="6795671" y="5306275"/>
            <a:ext cx="3256821" cy="151200"/>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Text Placeholder 2">
            <a:extLst>
              <a:ext uri="{FF2B5EF4-FFF2-40B4-BE49-F238E27FC236}">
                <a16:creationId xmlns:a16="http://schemas.microsoft.com/office/drawing/2014/main" id="{BE846776-3629-4582-BDFD-A3815403D472}"/>
              </a:ext>
            </a:extLst>
          </p:cNvPr>
          <p:cNvSpPr txBox="1">
            <a:spLocks/>
          </p:cNvSpPr>
          <p:nvPr/>
        </p:nvSpPr>
        <p:spPr>
          <a:xfrm>
            <a:off x="6723310" y="2142361"/>
            <a:ext cx="2907249" cy="307777"/>
          </a:xfrm>
          <a:prstGeom prst="rect">
            <a:avLst/>
          </a:prstGeom>
          <a:noFill/>
        </p:spPr>
        <p:txBody>
          <a:bodyPr wrap="square" rtlCol="0">
            <a:spAutoFit/>
          </a:bodyPr>
          <a:lstStyle>
            <a:defPPr>
              <a:defRPr lang="zh-CN"/>
            </a:defPPr>
            <a:lvl1pPr algn="ctr">
              <a:defRPr sz="20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endParaRPr 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TextBox 34">
            <a:extLst>
              <a:ext uri="{FF2B5EF4-FFF2-40B4-BE49-F238E27FC236}">
                <a16:creationId xmlns:a16="http://schemas.microsoft.com/office/drawing/2014/main" id="{AEEEA161-2C0A-440C-9853-85BD32A1FD49}"/>
              </a:ext>
            </a:extLst>
          </p:cNvPr>
          <p:cNvSpPr txBox="1"/>
          <p:nvPr/>
        </p:nvSpPr>
        <p:spPr>
          <a:xfrm>
            <a:off x="10231220" y="2089342"/>
            <a:ext cx="686656" cy="307777"/>
          </a:xfrm>
          <a:prstGeom prst="rect">
            <a:avLst/>
          </a:prstGeom>
          <a:noFill/>
        </p:spPr>
        <p:txBody>
          <a:bodyPr wrap="square" rtlCol="0">
            <a:spAutoFit/>
          </a:bodyPr>
          <a:lstStyle>
            <a:defPPr>
              <a:defRPr lang="zh-CN"/>
            </a:defPPr>
            <a:lvl1pPr>
              <a:defRPr sz="14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60</a:t>
            </a:r>
            <a:r>
              <a:rPr lang="en-US"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a:t>
            </a:r>
          </a:p>
        </p:txBody>
      </p:sp>
      <p:sp>
        <p:nvSpPr>
          <p:cNvPr id="14" name="PA-圆角矩形 23">
            <a:extLst>
              <a:ext uri="{FF2B5EF4-FFF2-40B4-BE49-F238E27FC236}">
                <a16:creationId xmlns:a16="http://schemas.microsoft.com/office/drawing/2014/main" id="{CE52E94B-1E42-464B-BDDD-F077F69A9ADA}"/>
              </a:ext>
            </a:extLst>
          </p:cNvPr>
          <p:cNvSpPr/>
          <p:nvPr>
            <p:custDataLst>
              <p:tags r:id="rId3"/>
            </p:custDataLst>
          </p:nvPr>
        </p:nvSpPr>
        <p:spPr>
          <a:xfrm>
            <a:off x="6748805" y="2510383"/>
            <a:ext cx="3942058" cy="217584"/>
          </a:xfrm>
          <a:prstGeom prst="roundRect">
            <a:avLst>
              <a:gd name="adj" fmla="val 50000"/>
            </a:avLst>
          </a:prstGeom>
          <a:gradFill flip="none" rotWithShape="1">
            <a:gsLst>
              <a:gs pos="84000">
                <a:srgbClr val="DBE5F1"/>
              </a:gs>
              <a:gs pos="93000">
                <a:srgbClr val="DBE5F1">
                  <a:lumMod val="41000"/>
                  <a:lumOff val="59000"/>
                </a:srgbClr>
              </a:gs>
            </a:gsLst>
            <a:path path="shape">
              <a:fillToRect l="50000" t="50000" r="50000" b="50000"/>
            </a:path>
            <a:tileRect/>
          </a:gradFill>
          <a:ln w="12700">
            <a:gradFill>
              <a:gsLst>
                <a:gs pos="0">
                  <a:schemeClr val="bg1">
                    <a:alpha val="0"/>
                  </a:schemeClr>
                </a:gs>
                <a:gs pos="100000">
                  <a:srgbClr val="D9E4F0">
                    <a:lumMod val="21000"/>
                    <a:lumOff val="79000"/>
                  </a:srgbClr>
                </a:gs>
              </a:gsLst>
              <a:lin ang="5400000" scaled="1"/>
            </a:gradFill>
          </a:ln>
          <a:effectLst>
            <a:innerShdw blurRad="76200" dist="38100" dir="13500000">
              <a:srgbClr val="8BA3BF">
                <a:alpha val="95000"/>
              </a:srgb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PA-圆角矩形 24">
            <a:extLst>
              <a:ext uri="{FF2B5EF4-FFF2-40B4-BE49-F238E27FC236}">
                <a16:creationId xmlns:a16="http://schemas.microsoft.com/office/drawing/2014/main" id="{66B4D56D-B14A-4E48-AB70-4532FBDB39DA}"/>
              </a:ext>
            </a:extLst>
          </p:cNvPr>
          <p:cNvSpPr/>
          <p:nvPr>
            <p:custDataLst>
              <p:tags r:id="rId4"/>
            </p:custDataLst>
          </p:nvPr>
        </p:nvSpPr>
        <p:spPr>
          <a:xfrm>
            <a:off x="6795671" y="2542963"/>
            <a:ext cx="2701392" cy="152424"/>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Text Placeholder 2">
            <a:extLst>
              <a:ext uri="{FF2B5EF4-FFF2-40B4-BE49-F238E27FC236}">
                <a16:creationId xmlns:a16="http://schemas.microsoft.com/office/drawing/2014/main" id="{AF9BE8BB-7794-478C-89A3-3A542E89B064}"/>
              </a:ext>
            </a:extLst>
          </p:cNvPr>
          <p:cNvSpPr txBox="1">
            <a:spLocks/>
          </p:cNvSpPr>
          <p:nvPr/>
        </p:nvSpPr>
        <p:spPr>
          <a:xfrm>
            <a:off x="6723310" y="3063261"/>
            <a:ext cx="2907249" cy="307777"/>
          </a:xfrm>
          <a:prstGeom prst="rect">
            <a:avLst/>
          </a:prstGeom>
          <a:noFill/>
        </p:spPr>
        <p:txBody>
          <a:bodyPr wrap="square" rtlCol="0">
            <a:spAutoFit/>
          </a:bodyPr>
          <a:lstStyle>
            <a:defPPr>
              <a:defRPr lang="zh-CN"/>
            </a:defPPr>
            <a:lvl1pPr algn="ctr">
              <a:defRPr sz="20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endParaRPr 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TextBox 34">
            <a:extLst>
              <a:ext uri="{FF2B5EF4-FFF2-40B4-BE49-F238E27FC236}">
                <a16:creationId xmlns:a16="http://schemas.microsoft.com/office/drawing/2014/main" id="{32F1E9AD-1816-4482-B016-765C67E29703}"/>
              </a:ext>
            </a:extLst>
          </p:cNvPr>
          <p:cNvSpPr txBox="1"/>
          <p:nvPr/>
        </p:nvSpPr>
        <p:spPr>
          <a:xfrm>
            <a:off x="10231220" y="3010242"/>
            <a:ext cx="686656" cy="307777"/>
          </a:xfrm>
          <a:prstGeom prst="rect">
            <a:avLst/>
          </a:prstGeom>
          <a:noFill/>
        </p:spPr>
        <p:txBody>
          <a:bodyPr wrap="square" rtlCol="0">
            <a:spAutoFit/>
          </a:bodyPr>
          <a:lstStyle>
            <a:defPPr>
              <a:defRPr lang="zh-CN"/>
            </a:defPPr>
            <a:lvl1pPr>
              <a:defRPr sz="14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40</a:t>
            </a:r>
            <a:r>
              <a:rPr lang="en-US"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a:t>
            </a:r>
          </a:p>
        </p:txBody>
      </p:sp>
      <p:sp>
        <p:nvSpPr>
          <p:cNvPr id="18" name="PA-圆角矩形 23">
            <a:extLst>
              <a:ext uri="{FF2B5EF4-FFF2-40B4-BE49-F238E27FC236}">
                <a16:creationId xmlns:a16="http://schemas.microsoft.com/office/drawing/2014/main" id="{35420AB8-257E-40E2-B8D7-171B38736ACE}"/>
              </a:ext>
            </a:extLst>
          </p:cNvPr>
          <p:cNvSpPr/>
          <p:nvPr>
            <p:custDataLst>
              <p:tags r:id="rId5"/>
            </p:custDataLst>
          </p:nvPr>
        </p:nvSpPr>
        <p:spPr>
          <a:xfrm>
            <a:off x="6748805" y="3431283"/>
            <a:ext cx="3942058" cy="217584"/>
          </a:xfrm>
          <a:prstGeom prst="roundRect">
            <a:avLst>
              <a:gd name="adj" fmla="val 50000"/>
            </a:avLst>
          </a:prstGeom>
          <a:gradFill flip="none" rotWithShape="1">
            <a:gsLst>
              <a:gs pos="84000">
                <a:srgbClr val="DBE5F1"/>
              </a:gs>
              <a:gs pos="93000">
                <a:srgbClr val="DBE5F1">
                  <a:lumMod val="41000"/>
                  <a:lumOff val="59000"/>
                </a:srgbClr>
              </a:gs>
            </a:gsLst>
            <a:path path="shape">
              <a:fillToRect l="50000" t="50000" r="50000" b="50000"/>
            </a:path>
            <a:tileRect/>
          </a:gradFill>
          <a:ln w="12700">
            <a:gradFill>
              <a:gsLst>
                <a:gs pos="0">
                  <a:schemeClr val="bg1">
                    <a:alpha val="0"/>
                  </a:schemeClr>
                </a:gs>
                <a:gs pos="100000">
                  <a:srgbClr val="D9E4F0">
                    <a:lumMod val="21000"/>
                    <a:lumOff val="79000"/>
                  </a:srgbClr>
                </a:gs>
              </a:gsLst>
              <a:lin ang="5400000" scaled="1"/>
            </a:gradFill>
          </a:ln>
          <a:effectLst>
            <a:innerShdw blurRad="76200" dist="38100" dir="13500000">
              <a:srgbClr val="8BA3BF">
                <a:alpha val="95000"/>
              </a:srgb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PA-圆角矩形 24">
            <a:extLst>
              <a:ext uri="{FF2B5EF4-FFF2-40B4-BE49-F238E27FC236}">
                <a16:creationId xmlns:a16="http://schemas.microsoft.com/office/drawing/2014/main" id="{DF80868A-02B8-458B-BFA3-ACD6A2CFBDF1}"/>
              </a:ext>
            </a:extLst>
          </p:cNvPr>
          <p:cNvSpPr/>
          <p:nvPr>
            <p:custDataLst>
              <p:tags r:id="rId6"/>
            </p:custDataLst>
          </p:nvPr>
        </p:nvSpPr>
        <p:spPr>
          <a:xfrm>
            <a:off x="6795671" y="3464836"/>
            <a:ext cx="1828071" cy="151340"/>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Text Placeholder 2">
            <a:extLst>
              <a:ext uri="{FF2B5EF4-FFF2-40B4-BE49-F238E27FC236}">
                <a16:creationId xmlns:a16="http://schemas.microsoft.com/office/drawing/2014/main" id="{3E373323-E154-4939-B087-EF8D43B6A916}"/>
              </a:ext>
            </a:extLst>
          </p:cNvPr>
          <p:cNvSpPr txBox="1">
            <a:spLocks/>
          </p:cNvSpPr>
          <p:nvPr/>
        </p:nvSpPr>
        <p:spPr>
          <a:xfrm>
            <a:off x="6723310" y="3984161"/>
            <a:ext cx="2907249" cy="307777"/>
          </a:xfrm>
          <a:prstGeom prst="rect">
            <a:avLst/>
          </a:prstGeom>
          <a:noFill/>
        </p:spPr>
        <p:txBody>
          <a:bodyPr wrap="square" rtlCol="0">
            <a:spAutoFit/>
          </a:bodyPr>
          <a:lstStyle>
            <a:defPPr>
              <a:defRPr lang="zh-CN"/>
            </a:defPPr>
            <a:lvl1pPr algn="ctr">
              <a:defRPr sz="20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zh-CN" alt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endParaRPr lang="en-US" sz="1400"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TextBox 34">
            <a:extLst>
              <a:ext uri="{FF2B5EF4-FFF2-40B4-BE49-F238E27FC236}">
                <a16:creationId xmlns:a16="http://schemas.microsoft.com/office/drawing/2014/main" id="{64652454-ADC3-445B-B790-3D8CC7E4C5B6}"/>
              </a:ext>
            </a:extLst>
          </p:cNvPr>
          <p:cNvSpPr txBox="1"/>
          <p:nvPr/>
        </p:nvSpPr>
        <p:spPr>
          <a:xfrm>
            <a:off x="10231220" y="3931142"/>
            <a:ext cx="686656" cy="307777"/>
          </a:xfrm>
          <a:prstGeom prst="rect">
            <a:avLst/>
          </a:prstGeom>
          <a:noFill/>
        </p:spPr>
        <p:txBody>
          <a:bodyPr wrap="square" rtlCol="0">
            <a:spAutoFit/>
          </a:bodyPr>
          <a:lstStyle>
            <a:defPPr>
              <a:defRPr lang="zh-CN"/>
            </a:defPPr>
            <a:lvl1pPr>
              <a:defRPr sz="1400">
                <a:solidFill>
                  <a:srgbClr val="516070"/>
                </a:solidFill>
                <a:effectLst>
                  <a:outerShdw blurRad="50800" dist="38100" dir="13500000" algn="br" rotWithShape="0">
                    <a:schemeClr val="bg1">
                      <a:alpha val="40000"/>
                    </a:schemeClr>
                  </a:outerShdw>
                </a:effectLst>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altLang="zh-CN"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50</a:t>
            </a:r>
            <a:r>
              <a:rPr lang="en-US" dirty="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rPr>
              <a:t>%</a:t>
            </a:r>
          </a:p>
        </p:txBody>
      </p:sp>
      <p:sp>
        <p:nvSpPr>
          <p:cNvPr id="22" name="PA-圆角矩形 23">
            <a:extLst>
              <a:ext uri="{FF2B5EF4-FFF2-40B4-BE49-F238E27FC236}">
                <a16:creationId xmlns:a16="http://schemas.microsoft.com/office/drawing/2014/main" id="{12527BA9-3F23-40BF-A06D-EB9982EFE6F1}"/>
              </a:ext>
            </a:extLst>
          </p:cNvPr>
          <p:cNvSpPr/>
          <p:nvPr>
            <p:custDataLst>
              <p:tags r:id="rId7"/>
            </p:custDataLst>
          </p:nvPr>
        </p:nvSpPr>
        <p:spPr>
          <a:xfrm>
            <a:off x="6748805" y="4352183"/>
            <a:ext cx="3942058" cy="217584"/>
          </a:xfrm>
          <a:prstGeom prst="roundRect">
            <a:avLst>
              <a:gd name="adj" fmla="val 50000"/>
            </a:avLst>
          </a:prstGeom>
          <a:gradFill flip="none" rotWithShape="1">
            <a:gsLst>
              <a:gs pos="84000">
                <a:srgbClr val="DBE5F1"/>
              </a:gs>
              <a:gs pos="93000">
                <a:srgbClr val="DBE5F1">
                  <a:lumMod val="41000"/>
                  <a:lumOff val="59000"/>
                </a:srgbClr>
              </a:gs>
            </a:gsLst>
            <a:path path="shape">
              <a:fillToRect l="50000" t="50000" r="50000" b="50000"/>
            </a:path>
            <a:tileRect/>
          </a:gradFill>
          <a:ln w="12700">
            <a:gradFill>
              <a:gsLst>
                <a:gs pos="0">
                  <a:schemeClr val="bg1">
                    <a:alpha val="0"/>
                  </a:schemeClr>
                </a:gs>
                <a:gs pos="100000">
                  <a:srgbClr val="D9E4F0">
                    <a:lumMod val="21000"/>
                    <a:lumOff val="79000"/>
                  </a:srgbClr>
                </a:gs>
              </a:gsLst>
              <a:lin ang="5400000" scaled="1"/>
            </a:gradFill>
          </a:ln>
          <a:effectLst>
            <a:innerShdw blurRad="76200" dist="38100" dir="13500000">
              <a:srgbClr val="8BA3BF">
                <a:alpha val="95000"/>
              </a:srgb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sz="2800">
              <a:solidFill>
                <a:schemeClr val="tx2">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PA-圆角矩形 24">
            <a:extLst>
              <a:ext uri="{FF2B5EF4-FFF2-40B4-BE49-F238E27FC236}">
                <a16:creationId xmlns:a16="http://schemas.microsoft.com/office/drawing/2014/main" id="{5DD28A55-0624-433D-ACA8-65B11FF10326}"/>
              </a:ext>
            </a:extLst>
          </p:cNvPr>
          <p:cNvSpPr/>
          <p:nvPr>
            <p:custDataLst>
              <p:tags r:id="rId8"/>
            </p:custDataLst>
          </p:nvPr>
        </p:nvSpPr>
        <p:spPr>
          <a:xfrm>
            <a:off x="6795671" y="4385625"/>
            <a:ext cx="2024921" cy="151200"/>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图文框 23">
            <a:extLst>
              <a:ext uri="{FF2B5EF4-FFF2-40B4-BE49-F238E27FC236}">
                <a16:creationId xmlns:a16="http://schemas.microsoft.com/office/drawing/2014/main" id="{9240091A-5B5F-42BD-9DFB-519FA459FDD2}"/>
              </a:ext>
            </a:extLst>
          </p:cNvPr>
          <p:cNvSpPr/>
          <p:nvPr/>
        </p:nvSpPr>
        <p:spPr>
          <a:xfrm>
            <a:off x="1273148" y="2359946"/>
            <a:ext cx="4813431" cy="3208954"/>
          </a:xfrm>
          <a:prstGeom prst="frame">
            <a:avLst>
              <a:gd name="adj1" fmla="val 245"/>
            </a:avLst>
          </a:prstGeom>
          <a:ln>
            <a:solidFill>
              <a:srgbClr val="06398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Arial" panose="020B0604020202020204" pitchFamily="34" charset="0"/>
              <a:ea typeface="思源黑体 CN Normal" panose="020B0400000000000000" pitchFamily="34" charset="-122"/>
              <a:sym typeface="Arial" panose="020B0604020202020204" pitchFamily="34" charset="0"/>
            </a:endParaRPr>
          </a:p>
        </p:txBody>
      </p:sp>
      <p:pic>
        <p:nvPicPr>
          <p:cNvPr id="25" name="图片 24">
            <a:extLst>
              <a:ext uri="{FF2B5EF4-FFF2-40B4-BE49-F238E27FC236}">
                <a16:creationId xmlns:a16="http://schemas.microsoft.com/office/drawing/2014/main" id="{1DEC5A86-472E-43CF-AC50-74D9BC76051D}"/>
              </a:ext>
            </a:extLst>
          </p:cNvPr>
          <p:cNvPicPr>
            <a:picLocks noChangeAspect="1"/>
          </p:cNvPicPr>
          <p:nvPr/>
        </p:nvPicPr>
        <p:blipFill>
          <a:blip r:embed="rId10" cstate="email">
            <a:extLst>
              <a:ext uri="{28A0092B-C50C-407E-A947-70E740481C1C}">
                <a14:useLocalDpi xmlns:a14="http://schemas.microsoft.com/office/drawing/2010/main"/>
              </a:ext>
            </a:extLst>
          </a:blip>
          <a:srcRect/>
          <a:stretch/>
        </p:blipFill>
        <p:spPr>
          <a:xfrm>
            <a:off x="1076696" y="2216153"/>
            <a:ext cx="4813431" cy="3208954"/>
          </a:xfrm>
          <a:prstGeom prst="rect">
            <a:avLst/>
          </a:prstGeom>
        </p:spPr>
      </p:pic>
      <p:sp>
        <p:nvSpPr>
          <p:cNvPr id="2" name="文本框 1">
            <a:extLst>
              <a:ext uri="{FF2B5EF4-FFF2-40B4-BE49-F238E27FC236}">
                <a16:creationId xmlns:a16="http://schemas.microsoft.com/office/drawing/2014/main" id="{EFAA59AE-F444-7F1A-0730-0663900304C0}"/>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6063378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D93FEFE6-1C7A-466C-AE4A-F4993FD0FB52}"/>
              </a:ext>
            </a:extLst>
          </p:cNvPr>
          <p:cNvSpPr txBox="1"/>
          <p:nvPr/>
        </p:nvSpPr>
        <p:spPr>
          <a:xfrm>
            <a:off x="2233484" y="1926329"/>
            <a:ext cx="1626174" cy="361827"/>
          </a:xfrm>
          <a:prstGeom prst="roundRect">
            <a:avLst>
              <a:gd name="adj" fmla="val 50000"/>
            </a:avLst>
          </a:prstGeom>
          <a:solidFill>
            <a:srgbClr val="06398B"/>
          </a:solidFill>
        </p:spPr>
        <p:txBody>
          <a:bodyPr wrap="square" bIns="72000" anchor="ctr" anchorCtr="0">
            <a:no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a:extLst>
              <a:ext uri="{FF2B5EF4-FFF2-40B4-BE49-F238E27FC236}">
                <a16:creationId xmlns:a16="http://schemas.microsoft.com/office/drawing/2014/main" id="{CDA5D482-5848-466F-9404-88DD726D6095}"/>
              </a:ext>
            </a:extLst>
          </p:cNvPr>
          <p:cNvSpPr txBox="1"/>
          <p:nvPr/>
        </p:nvSpPr>
        <p:spPr>
          <a:xfrm>
            <a:off x="2124407" y="2301057"/>
            <a:ext cx="356639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a:t>
            </a:r>
          </a:p>
        </p:txBody>
      </p:sp>
      <p:sp>
        <p:nvSpPr>
          <p:cNvPr id="10" name="文本框 9">
            <a:extLst>
              <a:ext uri="{FF2B5EF4-FFF2-40B4-BE49-F238E27FC236}">
                <a16:creationId xmlns:a16="http://schemas.microsoft.com/office/drawing/2014/main" id="{37F60453-9FB7-44AC-8965-B6627756A943}"/>
              </a:ext>
            </a:extLst>
          </p:cNvPr>
          <p:cNvSpPr txBox="1"/>
          <p:nvPr/>
        </p:nvSpPr>
        <p:spPr>
          <a:xfrm>
            <a:off x="2124407" y="3746157"/>
            <a:ext cx="356639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a:t>
            </a:r>
          </a:p>
        </p:txBody>
      </p:sp>
      <p:sp>
        <p:nvSpPr>
          <p:cNvPr id="11" name="文本框 10">
            <a:extLst>
              <a:ext uri="{FF2B5EF4-FFF2-40B4-BE49-F238E27FC236}">
                <a16:creationId xmlns:a16="http://schemas.microsoft.com/office/drawing/2014/main" id="{4E7FFC49-B1F4-4AD1-B955-27A2B5B46B5E}"/>
              </a:ext>
            </a:extLst>
          </p:cNvPr>
          <p:cNvSpPr txBox="1"/>
          <p:nvPr/>
        </p:nvSpPr>
        <p:spPr>
          <a:xfrm>
            <a:off x="2124405" y="5191256"/>
            <a:ext cx="356639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a:t>
            </a:r>
          </a:p>
        </p:txBody>
      </p:sp>
      <p:cxnSp>
        <p:nvCxnSpPr>
          <p:cNvPr id="12" name="Conector recto 44">
            <a:extLst>
              <a:ext uri="{FF2B5EF4-FFF2-40B4-BE49-F238E27FC236}">
                <a16:creationId xmlns:a16="http://schemas.microsoft.com/office/drawing/2014/main" id="{0EE66E8A-92B7-4404-8A46-7870C4EC2452}"/>
              </a:ext>
            </a:extLst>
          </p:cNvPr>
          <p:cNvCxnSpPr>
            <a:cxnSpLocks/>
          </p:cNvCxnSpPr>
          <p:nvPr/>
        </p:nvCxnSpPr>
        <p:spPr>
          <a:xfrm flipV="1">
            <a:off x="1525015" y="2038750"/>
            <a:ext cx="0" cy="37058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83F25D16-6113-4208-B17C-89712BB02BDF}"/>
              </a:ext>
            </a:extLst>
          </p:cNvPr>
          <p:cNvSpPr/>
          <p:nvPr/>
        </p:nvSpPr>
        <p:spPr>
          <a:xfrm>
            <a:off x="1415544" y="2208147"/>
            <a:ext cx="218942" cy="21894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椭圆 13">
            <a:extLst>
              <a:ext uri="{FF2B5EF4-FFF2-40B4-BE49-F238E27FC236}">
                <a16:creationId xmlns:a16="http://schemas.microsoft.com/office/drawing/2014/main" id="{463A4813-04A1-44CB-9FE5-68FFE2D7ED62}"/>
              </a:ext>
            </a:extLst>
          </p:cNvPr>
          <p:cNvSpPr/>
          <p:nvPr/>
        </p:nvSpPr>
        <p:spPr>
          <a:xfrm>
            <a:off x="1415544" y="3705745"/>
            <a:ext cx="218942" cy="21894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椭圆 14">
            <a:extLst>
              <a:ext uri="{FF2B5EF4-FFF2-40B4-BE49-F238E27FC236}">
                <a16:creationId xmlns:a16="http://schemas.microsoft.com/office/drawing/2014/main" id="{4C036667-DCD2-4740-A06B-4DE39285656C}"/>
              </a:ext>
            </a:extLst>
          </p:cNvPr>
          <p:cNvSpPr/>
          <p:nvPr/>
        </p:nvSpPr>
        <p:spPr>
          <a:xfrm>
            <a:off x="1415544" y="5343042"/>
            <a:ext cx="218942" cy="21894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25D0F652-9E77-420B-BCCF-D1BC91C59ECB}"/>
              </a:ext>
            </a:extLst>
          </p:cNvPr>
          <p:cNvSpPr txBox="1"/>
          <p:nvPr/>
        </p:nvSpPr>
        <p:spPr>
          <a:xfrm>
            <a:off x="7122779" y="2301057"/>
            <a:ext cx="356639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a:t>
            </a:r>
          </a:p>
        </p:txBody>
      </p:sp>
      <p:sp>
        <p:nvSpPr>
          <p:cNvPr id="17" name="文本框 16">
            <a:extLst>
              <a:ext uri="{FF2B5EF4-FFF2-40B4-BE49-F238E27FC236}">
                <a16:creationId xmlns:a16="http://schemas.microsoft.com/office/drawing/2014/main" id="{8BE14354-665F-43C6-914E-E9B14062F139}"/>
              </a:ext>
            </a:extLst>
          </p:cNvPr>
          <p:cNvSpPr txBox="1"/>
          <p:nvPr/>
        </p:nvSpPr>
        <p:spPr>
          <a:xfrm>
            <a:off x="7122779" y="3746157"/>
            <a:ext cx="356639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a:t>
            </a:r>
          </a:p>
        </p:txBody>
      </p:sp>
      <p:sp>
        <p:nvSpPr>
          <p:cNvPr id="18" name="文本框 17">
            <a:extLst>
              <a:ext uri="{FF2B5EF4-FFF2-40B4-BE49-F238E27FC236}">
                <a16:creationId xmlns:a16="http://schemas.microsoft.com/office/drawing/2014/main" id="{D8458196-951D-482A-8B0F-42485336868B}"/>
              </a:ext>
            </a:extLst>
          </p:cNvPr>
          <p:cNvSpPr txBox="1"/>
          <p:nvPr/>
        </p:nvSpPr>
        <p:spPr>
          <a:xfrm>
            <a:off x="7122777" y="5191256"/>
            <a:ext cx="3566390" cy="559512"/>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a:t>
            </a:r>
          </a:p>
        </p:txBody>
      </p:sp>
      <p:cxnSp>
        <p:nvCxnSpPr>
          <p:cNvPr id="19" name="Conector recto 44">
            <a:extLst>
              <a:ext uri="{FF2B5EF4-FFF2-40B4-BE49-F238E27FC236}">
                <a16:creationId xmlns:a16="http://schemas.microsoft.com/office/drawing/2014/main" id="{620ACAE7-729A-440C-8D9F-0183395758A5}"/>
              </a:ext>
            </a:extLst>
          </p:cNvPr>
          <p:cNvCxnSpPr>
            <a:cxnSpLocks/>
          </p:cNvCxnSpPr>
          <p:nvPr/>
        </p:nvCxnSpPr>
        <p:spPr>
          <a:xfrm flipV="1">
            <a:off x="6523387" y="1999212"/>
            <a:ext cx="0" cy="37058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0DA31691-E885-43E1-920D-651106BEF69C}"/>
              </a:ext>
            </a:extLst>
          </p:cNvPr>
          <p:cNvSpPr/>
          <p:nvPr/>
        </p:nvSpPr>
        <p:spPr>
          <a:xfrm>
            <a:off x="6413916" y="2168609"/>
            <a:ext cx="218942" cy="21894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椭圆 20">
            <a:extLst>
              <a:ext uri="{FF2B5EF4-FFF2-40B4-BE49-F238E27FC236}">
                <a16:creationId xmlns:a16="http://schemas.microsoft.com/office/drawing/2014/main" id="{83B259DE-D94D-4E9B-B71B-F909B18ACF9A}"/>
              </a:ext>
            </a:extLst>
          </p:cNvPr>
          <p:cNvSpPr/>
          <p:nvPr/>
        </p:nvSpPr>
        <p:spPr>
          <a:xfrm>
            <a:off x="6413916" y="3705745"/>
            <a:ext cx="218942" cy="21894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椭圆 21">
            <a:extLst>
              <a:ext uri="{FF2B5EF4-FFF2-40B4-BE49-F238E27FC236}">
                <a16:creationId xmlns:a16="http://schemas.microsoft.com/office/drawing/2014/main" id="{BD6A4AC5-509E-478C-908D-E2D4D9D9012A}"/>
              </a:ext>
            </a:extLst>
          </p:cNvPr>
          <p:cNvSpPr/>
          <p:nvPr/>
        </p:nvSpPr>
        <p:spPr>
          <a:xfrm>
            <a:off x="6413916" y="5343042"/>
            <a:ext cx="218942" cy="21894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943D36EF-CEEA-455F-9470-06858EC2F142}"/>
              </a:ext>
            </a:extLst>
          </p:cNvPr>
          <p:cNvSpPr txBox="1"/>
          <p:nvPr/>
        </p:nvSpPr>
        <p:spPr>
          <a:xfrm>
            <a:off x="2233484" y="3377879"/>
            <a:ext cx="1626174" cy="361827"/>
          </a:xfrm>
          <a:prstGeom prst="roundRect">
            <a:avLst>
              <a:gd name="adj" fmla="val 50000"/>
            </a:avLst>
          </a:prstGeom>
          <a:solidFill>
            <a:srgbClr val="06398B"/>
          </a:solidFill>
        </p:spPr>
        <p:txBody>
          <a:bodyPr wrap="square" bIns="72000" anchor="ctr" anchorCtr="0">
            <a:no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574B5B65-EEF6-4EFF-B711-D979DB69984A}"/>
              </a:ext>
            </a:extLst>
          </p:cNvPr>
          <p:cNvSpPr txBox="1"/>
          <p:nvPr/>
        </p:nvSpPr>
        <p:spPr>
          <a:xfrm>
            <a:off x="2233484" y="4829428"/>
            <a:ext cx="1626174" cy="361827"/>
          </a:xfrm>
          <a:prstGeom prst="roundRect">
            <a:avLst>
              <a:gd name="adj" fmla="val 50000"/>
            </a:avLst>
          </a:prstGeom>
          <a:solidFill>
            <a:srgbClr val="06398B"/>
          </a:solidFill>
        </p:spPr>
        <p:txBody>
          <a:bodyPr wrap="square" bIns="72000" anchor="ctr" anchorCtr="0">
            <a:no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文本框 24">
            <a:extLst>
              <a:ext uri="{FF2B5EF4-FFF2-40B4-BE49-F238E27FC236}">
                <a16:creationId xmlns:a16="http://schemas.microsoft.com/office/drawing/2014/main" id="{8A23C33D-5BC6-4405-ADCA-81A4636DF3C1}"/>
              </a:ext>
            </a:extLst>
          </p:cNvPr>
          <p:cNvSpPr txBox="1"/>
          <p:nvPr/>
        </p:nvSpPr>
        <p:spPr>
          <a:xfrm>
            <a:off x="7231855" y="1926329"/>
            <a:ext cx="1626174" cy="361827"/>
          </a:xfrm>
          <a:prstGeom prst="roundRect">
            <a:avLst>
              <a:gd name="adj" fmla="val 50000"/>
            </a:avLst>
          </a:prstGeom>
          <a:solidFill>
            <a:srgbClr val="06398B"/>
          </a:solidFill>
        </p:spPr>
        <p:txBody>
          <a:bodyPr wrap="square" bIns="72000" anchor="ctr" anchorCtr="0">
            <a:no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文本框 25">
            <a:extLst>
              <a:ext uri="{FF2B5EF4-FFF2-40B4-BE49-F238E27FC236}">
                <a16:creationId xmlns:a16="http://schemas.microsoft.com/office/drawing/2014/main" id="{FF90DF22-8B7E-48CF-B197-535CAC6EC162}"/>
              </a:ext>
            </a:extLst>
          </p:cNvPr>
          <p:cNvSpPr txBox="1"/>
          <p:nvPr/>
        </p:nvSpPr>
        <p:spPr>
          <a:xfrm>
            <a:off x="7231855" y="3377879"/>
            <a:ext cx="1626174" cy="361827"/>
          </a:xfrm>
          <a:prstGeom prst="roundRect">
            <a:avLst>
              <a:gd name="adj" fmla="val 50000"/>
            </a:avLst>
          </a:prstGeom>
          <a:solidFill>
            <a:srgbClr val="06398B"/>
          </a:solidFill>
        </p:spPr>
        <p:txBody>
          <a:bodyPr wrap="square" bIns="72000" anchor="ctr" anchorCtr="0">
            <a:no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7" name="文本框 26">
            <a:extLst>
              <a:ext uri="{FF2B5EF4-FFF2-40B4-BE49-F238E27FC236}">
                <a16:creationId xmlns:a16="http://schemas.microsoft.com/office/drawing/2014/main" id="{21527725-930E-4A44-BB83-376D4E53CC87}"/>
              </a:ext>
            </a:extLst>
          </p:cNvPr>
          <p:cNvSpPr txBox="1"/>
          <p:nvPr/>
        </p:nvSpPr>
        <p:spPr>
          <a:xfrm>
            <a:off x="7231855" y="4829428"/>
            <a:ext cx="1626174" cy="361827"/>
          </a:xfrm>
          <a:prstGeom prst="roundRect">
            <a:avLst>
              <a:gd name="adj" fmla="val 50000"/>
            </a:avLst>
          </a:prstGeom>
          <a:solidFill>
            <a:srgbClr val="06398B"/>
          </a:solidFill>
        </p:spPr>
        <p:txBody>
          <a:bodyPr wrap="square" bIns="72000" anchor="ctr" anchorCtr="0">
            <a:noAutofit/>
          </a:bodyPr>
          <a:lstStyle/>
          <a:p>
            <a:pPr algn="ctr"/>
            <a:r>
              <a:rPr lang="zh-CN" altLang="en-US"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8B3D47FF-856B-8C0B-B3FA-505C043ABCA1}"/>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6785543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11">
            <a:extLst>
              <a:ext uri="{FF2B5EF4-FFF2-40B4-BE49-F238E27FC236}">
                <a16:creationId xmlns:a16="http://schemas.microsoft.com/office/drawing/2014/main" id="{D2D6B12A-039D-4A27-809B-E644FA189534}"/>
              </a:ext>
            </a:extLst>
          </p:cNvPr>
          <p:cNvSpPr>
            <a:spLocks noChangeArrowheads="1"/>
          </p:cNvSpPr>
          <p:nvPr/>
        </p:nvSpPr>
        <p:spPr bwMode="auto">
          <a:xfrm>
            <a:off x="8498780" y="2182728"/>
            <a:ext cx="2484044" cy="445139"/>
          </a:xfrm>
          <a:prstGeom prst="chevron">
            <a:avLst>
              <a:gd name="adj" fmla="val 56362"/>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lt1"/>
                </a:solidFill>
                <a:latin typeface="Arial" panose="020B0604020202020204" pitchFamily="34" charset="0"/>
                <a:ea typeface="思源黑体 CN Normal" panose="020B0400000000000000" pitchFamily="34" charset="-122"/>
                <a:sym typeface="Arial" panose="020B0604020202020204" pitchFamily="34" charset="0"/>
              </a:rPr>
              <a:t>请</a:t>
            </a:r>
            <a:r>
              <a:rPr lang="zh-CN" altLang="en-US" sz="2000">
                <a:solidFill>
                  <a:schemeClr val="lt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000"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a:extLst>
              <a:ext uri="{FF2B5EF4-FFF2-40B4-BE49-F238E27FC236}">
                <a16:creationId xmlns:a16="http://schemas.microsoft.com/office/drawing/2014/main" id="{3F5D86AE-AB4A-4234-9097-33C6A05940E1}"/>
              </a:ext>
            </a:extLst>
          </p:cNvPr>
          <p:cNvSpPr txBox="1"/>
          <p:nvPr/>
        </p:nvSpPr>
        <p:spPr>
          <a:xfrm>
            <a:off x="5211814" y="2916117"/>
            <a:ext cx="2252206"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1FD47633-1F0C-4152-B357-14CC767833AF}"/>
              </a:ext>
            </a:extLst>
          </p:cNvPr>
          <p:cNvSpPr txBox="1"/>
          <p:nvPr/>
        </p:nvSpPr>
        <p:spPr>
          <a:xfrm>
            <a:off x="5090918" y="3319199"/>
            <a:ext cx="2493998" cy="559512"/>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1" name="文本框 10">
            <a:extLst>
              <a:ext uri="{FF2B5EF4-FFF2-40B4-BE49-F238E27FC236}">
                <a16:creationId xmlns:a16="http://schemas.microsoft.com/office/drawing/2014/main" id="{09E1DB48-C54B-418D-90F7-F23AF86A6C7C}"/>
              </a:ext>
            </a:extLst>
          </p:cNvPr>
          <p:cNvSpPr txBox="1"/>
          <p:nvPr/>
        </p:nvSpPr>
        <p:spPr>
          <a:xfrm>
            <a:off x="5211814" y="4381754"/>
            <a:ext cx="2252206"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289F1059-BAE4-4F82-80EE-B32987145318}"/>
              </a:ext>
            </a:extLst>
          </p:cNvPr>
          <p:cNvSpPr txBox="1"/>
          <p:nvPr/>
        </p:nvSpPr>
        <p:spPr>
          <a:xfrm>
            <a:off x="5090918" y="4784836"/>
            <a:ext cx="2493998" cy="559512"/>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3" name="文本框 12">
            <a:extLst>
              <a:ext uri="{FF2B5EF4-FFF2-40B4-BE49-F238E27FC236}">
                <a16:creationId xmlns:a16="http://schemas.microsoft.com/office/drawing/2014/main" id="{D2D6C3B7-6AAF-4EE1-8C44-6A2D5A45AEBB}"/>
              </a:ext>
            </a:extLst>
          </p:cNvPr>
          <p:cNvSpPr txBox="1"/>
          <p:nvPr/>
        </p:nvSpPr>
        <p:spPr>
          <a:xfrm>
            <a:off x="8614699" y="2916117"/>
            <a:ext cx="2252206"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33DAAFDC-9FC8-4426-AD2E-34C7449CF296}"/>
              </a:ext>
            </a:extLst>
          </p:cNvPr>
          <p:cNvSpPr txBox="1"/>
          <p:nvPr/>
        </p:nvSpPr>
        <p:spPr>
          <a:xfrm>
            <a:off x="8493803" y="3319199"/>
            <a:ext cx="2493998" cy="559512"/>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5" name="文本框 14">
            <a:extLst>
              <a:ext uri="{FF2B5EF4-FFF2-40B4-BE49-F238E27FC236}">
                <a16:creationId xmlns:a16="http://schemas.microsoft.com/office/drawing/2014/main" id="{71FD9DB1-4F94-4AF0-A8C7-4D9F4B93AA02}"/>
              </a:ext>
            </a:extLst>
          </p:cNvPr>
          <p:cNvSpPr txBox="1"/>
          <p:nvPr/>
        </p:nvSpPr>
        <p:spPr>
          <a:xfrm>
            <a:off x="8614699" y="4381754"/>
            <a:ext cx="2252206"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6B0D22AE-7F3B-40BB-8D49-1EE1D4458E6E}"/>
              </a:ext>
            </a:extLst>
          </p:cNvPr>
          <p:cNvSpPr txBox="1"/>
          <p:nvPr/>
        </p:nvSpPr>
        <p:spPr>
          <a:xfrm>
            <a:off x="8493803" y="4784836"/>
            <a:ext cx="2493998" cy="559512"/>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a:t>
            </a:r>
          </a:p>
        </p:txBody>
      </p:sp>
      <p:sp>
        <p:nvSpPr>
          <p:cNvPr id="17" name="AutoShape 11">
            <a:extLst>
              <a:ext uri="{FF2B5EF4-FFF2-40B4-BE49-F238E27FC236}">
                <a16:creationId xmlns:a16="http://schemas.microsoft.com/office/drawing/2014/main" id="{2B96CE07-A6E2-4DB2-81DF-94386FB92A20}"/>
              </a:ext>
            </a:extLst>
          </p:cNvPr>
          <p:cNvSpPr>
            <a:spLocks noChangeArrowheads="1"/>
          </p:cNvSpPr>
          <p:nvPr/>
        </p:nvSpPr>
        <p:spPr bwMode="auto">
          <a:xfrm>
            <a:off x="5095895" y="2205250"/>
            <a:ext cx="2484044" cy="445139"/>
          </a:xfrm>
          <a:prstGeom prst="chevron">
            <a:avLst>
              <a:gd name="adj" fmla="val 56362"/>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lt1"/>
                </a:solidFill>
                <a:latin typeface="Arial" panose="020B0604020202020204" pitchFamily="34" charset="0"/>
                <a:ea typeface="思源黑体 CN Normal" panose="020B0400000000000000" pitchFamily="34" charset="-122"/>
                <a:sym typeface="Arial" panose="020B0604020202020204" pitchFamily="34" charset="0"/>
              </a:rPr>
              <a:t>请</a:t>
            </a:r>
            <a:r>
              <a:rPr lang="zh-CN" altLang="en-US" sz="2000">
                <a:solidFill>
                  <a:schemeClr val="lt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000" dirty="0">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圆角矩形 21">
            <a:extLst>
              <a:ext uri="{FF2B5EF4-FFF2-40B4-BE49-F238E27FC236}">
                <a16:creationId xmlns:a16="http://schemas.microsoft.com/office/drawing/2014/main" id="{10DAF043-98CE-4748-8D5A-6035A8A7BDC0}"/>
              </a:ext>
            </a:extLst>
          </p:cNvPr>
          <p:cNvSpPr/>
          <p:nvPr/>
        </p:nvSpPr>
        <p:spPr>
          <a:xfrm>
            <a:off x="1209176" y="2298496"/>
            <a:ext cx="2957925" cy="3341871"/>
          </a:xfrm>
          <a:prstGeom prst="roundRect">
            <a:avLst>
              <a:gd name="adj" fmla="val 14177"/>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1978"/>
              </a:lnSpc>
            </a:pPr>
            <a:endParaRPr lang="zh-CN" altLang="en-US" sz="2400">
              <a:solidFill>
                <a:schemeClr val="tx1">
                  <a:lumMod val="65000"/>
                  <a:lumOff val="3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椭圆 18">
            <a:extLst>
              <a:ext uri="{FF2B5EF4-FFF2-40B4-BE49-F238E27FC236}">
                <a16:creationId xmlns:a16="http://schemas.microsoft.com/office/drawing/2014/main" id="{94E15CD3-1E2B-4E3D-A8C2-9B2ABF275B37}"/>
              </a:ext>
            </a:extLst>
          </p:cNvPr>
          <p:cNvSpPr/>
          <p:nvPr/>
        </p:nvSpPr>
        <p:spPr>
          <a:xfrm>
            <a:off x="2152303" y="1892399"/>
            <a:ext cx="1071670" cy="1071670"/>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椭圆 19">
            <a:extLst>
              <a:ext uri="{FF2B5EF4-FFF2-40B4-BE49-F238E27FC236}">
                <a16:creationId xmlns:a16="http://schemas.microsoft.com/office/drawing/2014/main" id="{965F9B85-20CE-4BA5-932B-D11C54D123EE}"/>
              </a:ext>
            </a:extLst>
          </p:cNvPr>
          <p:cNvSpPr/>
          <p:nvPr/>
        </p:nvSpPr>
        <p:spPr>
          <a:xfrm>
            <a:off x="2374429" y="2114526"/>
            <a:ext cx="627418" cy="627416"/>
          </a:xfrm>
          <a:prstGeom prst="ellipse">
            <a:avLst/>
          </a:prstGeom>
          <a:solidFill>
            <a:schemeClr val="bg1"/>
          </a:solidFill>
          <a:ln>
            <a:noFill/>
          </a:ln>
          <a:effectLst>
            <a:outerShdw blurRad="241300" dist="76200" dir="5400000" sx="99000" sy="99000" algn="t" rotWithShape="0">
              <a:schemeClr val="accent1">
                <a:lumMod val="50000"/>
                <a:alpha val="2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06398B"/>
                </a:solidFill>
                <a:latin typeface="Arial" panose="020B0604020202020204" pitchFamily="34" charset="0"/>
                <a:ea typeface="思源黑体 CN Normal" panose="020B0400000000000000" pitchFamily="34" charset="-122"/>
                <a:sym typeface="Arial" panose="020B0604020202020204" pitchFamily="34" charset="0"/>
              </a:rPr>
              <a:t>1</a:t>
            </a:r>
            <a:endParaRPr lang="zh-CN" altLang="en-US" dirty="0">
              <a:solidFill>
                <a:srgbClr val="06398B"/>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文本框 20">
            <a:extLst>
              <a:ext uri="{FF2B5EF4-FFF2-40B4-BE49-F238E27FC236}">
                <a16:creationId xmlns:a16="http://schemas.microsoft.com/office/drawing/2014/main" id="{C3E74EEC-80C9-4DB6-A0D3-79F3F9378369}"/>
              </a:ext>
            </a:extLst>
          </p:cNvPr>
          <p:cNvSpPr txBox="1"/>
          <p:nvPr/>
        </p:nvSpPr>
        <p:spPr>
          <a:xfrm>
            <a:off x="1562035" y="3151306"/>
            <a:ext cx="2252206" cy="464551"/>
          </a:xfrm>
          <a:prstGeom prst="rect">
            <a:avLst/>
          </a:prstGeom>
          <a:noFill/>
        </p:spPr>
        <p:txBody>
          <a:bodyPr wrap="square">
            <a:spAutoFit/>
          </a:bodyPr>
          <a:lstStyle/>
          <a:p>
            <a:pPr algn="ctr">
              <a:lnSpc>
                <a:spcPct val="131978"/>
              </a:lnSpc>
            </a:pPr>
            <a:r>
              <a:rPr lang="zh-CN" altLang="en-US" sz="20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0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文本框 21">
            <a:extLst>
              <a:ext uri="{FF2B5EF4-FFF2-40B4-BE49-F238E27FC236}">
                <a16:creationId xmlns:a16="http://schemas.microsoft.com/office/drawing/2014/main" id="{F63D4BF0-8E9F-4F5F-AE7F-BA86577F4C18}"/>
              </a:ext>
            </a:extLst>
          </p:cNvPr>
          <p:cNvSpPr txBox="1"/>
          <p:nvPr/>
        </p:nvSpPr>
        <p:spPr>
          <a:xfrm>
            <a:off x="1562035" y="3601292"/>
            <a:ext cx="2252206" cy="1047082"/>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 </a:t>
            </a:r>
          </a:p>
          <a:p>
            <a:pPr algn="ctr">
              <a:lnSpc>
                <a:spcPct val="131978"/>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43CBC4B8-C477-4BF0-BF44-B0B4C8FB65A1}"/>
              </a:ext>
            </a:extLst>
          </p:cNvPr>
          <p:cNvSpPr txBox="1"/>
          <p:nvPr/>
        </p:nvSpPr>
        <p:spPr>
          <a:xfrm>
            <a:off x="1562035" y="4581872"/>
            <a:ext cx="2252206" cy="803297"/>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 </a:t>
            </a:r>
          </a:p>
          <a:p>
            <a:pPr algn="ctr">
              <a:lnSpc>
                <a:spcPct val="131978"/>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cxnSp>
        <p:nvCxnSpPr>
          <p:cNvPr id="24" name="直接连接符 23">
            <a:extLst>
              <a:ext uri="{FF2B5EF4-FFF2-40B4-BE49-F238E27FC236}">
                <a16:creationId xmlns:a16="http://schemas.microsoft.com/office/drawing/2014/main" id="{57D96B02-7745-478C-980F-462D4091E57E}"/>
              </a:ext>
            </a:extLst>
          </p:cNvPr>
          <p:cNvCxnSpPr>
            <a:cxnSpLocks/>
          </p:cNvCxnSpPr>
          <p:nvPr/>
        </p:nvCxnSpPr>
        <p:spPr>
          <a:xfrm>
            <a:off x="1676725" y="4496054"/>
            <a:ext cx="2022827"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7BEDB673-7CA8-44B4-A504-0EB84334C4C1}"/>
              </a:ext>
            </a:extLst>
          </p:cNvPr>
          <p:cNvCxnSpPr>
            <a:cxnSpLocks/>
          </p:cNvCxnSpPr>
          <p:nvPr/>
        </p:nvCxnSpPr>
        <p:spPr>
          <a:xfrm>
            <a:off x="6101163" y="4158700"/>
            <a:ext cx="473508" cy="0"/>
          </a:xfrm>
          <a:prstGeom prst="line">
            <a:avLst/>
          </a:prstGeom>
          <a:ln w="28575">
            <a:solidFill>
              <a:srgbClr val="06398B"/>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74A7A471-2325-41CA-BFCD-AB8EF1473995}"/>
              </a:ext>
            </a:extLst>
          </p:cNvPr>
          <p:cNvCxnSpPr>
            <a:cxnSpLocks/>
          </p:cNvCxnSpPr>
          <p:nvPr/>
        </p:nvCxnSpPr>
        <p:spPr>
          <a:xfrm>
            <a:off x="9504048" y="4158700"/>
            <a:ext cx="473508" cy="0"/>
          </a:xfrm>
          <a:prstGeom prst="line">
            <a:avLst/>
          </a:prstGeom>
          <a:ln w="28575">
            <a:solidFill>
              <a:srgbClr val="06398B"/>
            </a:solidFill>
          </a:ln>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DF854352-407C-78A1-326E-81D36E4EEE67}"/>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404244561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fltVal val="0"/>
                                          </p:val>
                                        </p:tav>
                                        <p:tav tm="100000">
                                          <p:val>
                                            <p:strVal val="#ppt_w"/>
                                          </p:val>
                                        </p:tav>
                                      </p:tavLst>
                                    </p:anim>
                                    <p:anim calcmode="lin" valueType="num">
                                      <p:cBhvr>
                                        <p:cTn id="8" dur="500" fill="hold"/>
                                        <p:tgtEl>
                                          <p:spTgt spid="20"/>
                                        </p:tgtEl>
                                        <p:attrNameLst>
                                          <p:attrName>ppt_h</p:attrName>
                                        </p:attrNameLst>
                                      </p:cBhvr>
                                      <p:tavLst>
                                        <p:tav tm="0">
                                          <p:val>
                                            <p:fltVal val="0"/>
                                          </p:val>
                                        </p:tav>
                                        <p:tav tm="100000">
                                          <p:val>
                                            <p:strVal val="#ppt_h"/>
                                          </p:val>
                                        </p:tav>
                                      </p:tavLst>
                                    </p:anim>
                                    <p:animEffect transition="in" filter="fade">
                                      <p:cBhvr>
                                        <p:cTn id="9" dur="500"/>
                                        <p:tgtEl>
                                          <p:spTgt spid="20"/>
                                        </p:tgtEl>
                                      </p:cBhvr>
                                    </p:animEffect>
                                  </p:childTnLst>
                                </p:cTn>
                              </p:par>
                            </p:childTnLst>
                          </p:cTn>
                        </p:par>
                        <p:par>
                          <p:cTn id="10" fill="hold">
                            <p:stCondLst>
                              <p:cond delay="700"/>
                            </p:stCondLst>
                            <p:childTnLst>
                              <p:par>
                                <p:cTn id="11" presetID="21" presetClass="entr" presetSubtype="1"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wheel(1)">
                                      <p:cBhvr>
                                        <p:cTn id="13" dur="8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男人站在岩石上&#10;&#10;描述已自动生成">
            <a:extLst>
              <a:ext uri="{FF2B5EF4-FFF2-40B4-BE49-F238E27FC236}">
                <a16:creationId xmlns:a16="http://schemas.microsoft.com/office/drawing/2014/main" id="{F305C93F-B0F8-BB0E-E75D-8601760359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35667"/>
            <a:ext cx="5080000" cy="3386666"/>
          </a:xfrm>
          <a:prstGeom prst="rect">
            <a:avLst/>
          </a:prstGeom>
        </p:spPr>
      </p:pic>
      <p:sp>
        <p:nvSpPr>
          <p:cNvPr id="10" name="矩形 9">
            <a:extLst>
              <a:ext uri="{FF2B5EF4-FFF2-40B4-BE49-F238E27FC236}">
                <a16:creationId xmlns:a16="http://schemas.microsoft.com/office/drawing/2014/main" id="{9EFD5E34-4992-F9CE-A09A-DA3AD0AFCF7C}"/>
              </a:ext>
            </a:extLst>
          </p:cNvPr>
          <p:cNvSpPr/>
          <p:nvPr/>
        </p:nvSpPr>
        <p:spPr>
          <a:xfrm>
            <a:off x="5167085" y="1735667"/>
            <a:ext cx="7024915" cy="3386666"/>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DBF28384-CABB-831C-88F3-C29481A1B905}"/>
              </a:ext>
            </a:extLst>
          </p:cNvPr>
          <p:cNvGrpSpPr/>
          <p:nvPr/>
        </p:nvGrpSpPr>
        <p:grpSpPr>
          <a:xfrm>
            <a:off x="0" y="1621972"/>
            <a:ext cx="12192000" cy="3614057"/>
            <a:chOff x="0" y="1625600"/>
            <a:chExt cx="12192000" cy="3614057"/>
          </a:xfrm>
        </p:grpSpPr>
        <p:cxnSp>
          <p:nvCxnSpPr>
            <p:cNvPr id="12" name="直接连接符 11">
              <a:extLst>
                <a:ext uri="{FF2B5EF4-FFF2-40B4-BE49-F238E27FC236}">
                  <a16:creationId xmlns:a16="http://schemas.microsoft.com/office/drawing/2014/main" id="{A4D558C5-E82F-51A9-E7B0-BD1279F6B417}"/>
                </a:ext>
              </a:extLst>
            </p:cNvPr>
            <p:cNvCxnSpPr>
              <a:cxnSpLocks/>
            </p:cNvCxnSpPr>
            <p:nvPr/>
          </p:nvCxnSpPr>
          <p:spPr>
            <a:xfrm>
              <a:off x="0" y="1625600"/>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1A19D45-6C24-0B59-495E-CD07D772A3EE}"/>
                </a:ext>
              </a:extLst>
            </p:cNvPr>
            <p:cNvCxnSpPr>
              <a:cxnSpLocks/>
            </p:cNvCxnSpPr>
            <p:nvPr/>
          </p:nvCxnSpPr>
          <p:spPr>
            <a:xfrm>
              <a:off x="0" y="5239657"/>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D1FEDD15-525F-FAF8-3A15-72DABCFE9969}"/>
              </a:ext>
            </a:extLst>
          </p:cNvPr>
          <p:cNvGrpSpPr/>
          <p:nvPr/>
        </p:nvGrpSpPr>
        <p:grpSpPr>
          <a:xfrm>
            <a:off x="9929368" y="5806029"/>
            <a:ext cx="1838849" cy="803319"/>
            <a:chOff x="9967041" y="5663417"/>
            <a:chExt cx="1838849" cy="803319"/>
          </a:xfrm>
        </p:grpSpPr>
        <p:sp>
          <p:nvSpPr>
            <p:cNvPr id="17" name="文本框 16">
              <a:extLst>
                <a:ext uri="{FF2B5EF4-FFF2-40B4-BE49-F238E27FC236}">
                  <a16:creationId xmlns:a16="http://schemas.microsoft.com/office/drawing/2014/main" id="{419ACD0D-DEE1-8695-B926-24EE86257434}"/>
                </a:ext>
              </a:extLst>
            </p:cNvPr>
            <p:cNvSpPr txBox="1"/>
            <p:nvPr/>
          </p:nvSpPr>
          <p:spPr>
            <a:xfrm>
              <a:off x="10935735" y="5759272"/>
              <a:ext cx="863997" cy="415498"/>
            </a:xfrm>
            <a:prstGeom prst="rect">
              <a:avLst/>
            </a:prstGeom>
            <a:noFill/>
          </p:spPr>
          <p:txBody>
            <a:bodyPr wrap="square">
              <a:spAutoFit/>
            </a:bodyPr>
            <a:lstStyle/>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WORK</a:t>
              </a:r>
            </a:p>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REPORT </a:t>
              </a:r>
              <a:endParaRPr lang="zh-CN" altLang="en-US"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8EC7876D-0B01-6DF9-6110-D5C8369CAF76}"/>
                </a:ext>
              </a:extLst>
            </p:cNvPr>
            <p:cNvSpPr txBox="1"/>
            <p:nvPr/>
          </p:nvSpPr>
          <p:spPr>
            <a:xfrm>
              <a:off x="9967041" y="6235904"/>
              <a:ext cx="1838849" cy="230832"/>
            </a:xfrm>
            <a:prstGeom prst="rect">
              <a:avLst/>
            </a:prstGeom>
            <a:noFill/>
          </p:spPr>
          <p:txBody>
            <a:bodyPr wrap="square">
              <a:spAutoFit/>
            </a:bodyPr>
            <a:lstStyle/>
            <a:p>
              <a:pPr algn="r"/>
              <a:r>
                <a:rPr lang="en-US" altLang="zh-CN" sz="9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 PLAN</a:t>
              </a:r>
            </a:p>
          </p:txBody>
        </p:sp>
        <p:cxnSp>
          <p:nvCxnSpPr>
            <p:cNvPr id="19" name="直接连接符 18">
              <a:extLst>
                <a:ext uri="{FF2B5EF4-FFF2-40B4-BE49-F238E27FC236}">
                  <a16:creationId xmlns:a16="http://schemas.microsoft.com/office/drawing/2014/main" id="{985398A7-DAB0-6481-CD92-052D4ED82E58}"/>
                </a:ext>
              </a:extLst>
            </p:cNvPr>
            <p:cNvCxnSpPr>
              <a:cxnSpLocks/>
            </p:cNvCxnSpPr>
            <p:nvPr/>
          </p:nvCxnSpPr>
          <p:spPr>
            <a:xfrm>
              <a:off x="11591101" y="6199750"/>
              <a:ext cx="11190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52981AC2-EAF7-2E24-CD95-DA3C0CE63CDE}"/>
                </a:ext>
              </a:extLst>
            </p:cNvPr>
            <p:cNvSpPr/>
            <p:nvPr/>
          </p:nvSpPr>
          <p:spPr>
            <a:xfrm>
              <a:off x="11643972" y="5663417"/>
              <a:ext cx="59702" cy="597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椭圆 20">
              <a:extLst>
                <a:ext uri="{FF2B5EF4-FFF2-40B4-BE49-F238E27FC236}">
                  <a16:creationId xmlns:a16="http://schemas.microsoft.com/office/drawing/2014/main" id="{1B66489A-714D-6ED1-F809-6E17EA6C1F7C}"/>
                </a:ext>
              </a:extLst>
            </p:cNvPr>
            <p:cNvSpPr/>
            <p:nvPr/>
          </p:nvSpPr>
          <p:spPr>
            <a:xfrm>
              <a:off x="11528885" y="5663417"/>
              <a:ext cx="59702" cy="59702"/>
            </a:xfrm>
            <a:prstGeom prst="ellipse">
              <a:avLst/>
            </a:prstGeom>
            <a:solidFill>
              <a:srgbClr val="94BB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6" name="组合 25">
            <a:extLst>
              <a:ext uri="{FF2B5EF4-FFF2-40B4-BE49-F238E27FC236}">
                <a16:creationId xmlns:a16="http://schemas.microsoft.com/office/drawing/2014/main" id="{BDF0E3F0-FB86-0B85-FB4B-901D35E9C675}"/>
              </a:ext>
            </a:extLst>
          </p:cNvPr>
          <p:cNvGrpSpPr/>
          <p:nvPr/>
        </p:nvGrpSpPr>
        <p:grpSpPr>
          <a:xfrm>
            <a:off x="6823726" y="2749945"/>
            <a:ext cx="4497416" cy="1345144"/>
            <a:chOff x="6823726" y="2749945"/>
            <a:chExt cx="4497416" cy="1345144"/>
          </a:xfrm>
        </p:grpSpPr>
        <p:sp>
          <p:nvSpPr>
            <p:cNvPr id="22" name="文本框 21">
              <a:extLst>
                <a:ext uri="{FF2B5EF4-FFF2-40B4-BE49-F238E27FC236}">
                  <a16:creationId xmlns:a16="http://schemas.microsoft.com/office/drawing/2014/main" id="{233AEBC2-6718-14D2-E651-AF8145BA5A76}"/>
                </a:ext>
              </a:extLst>
            </p:cNvPr>
            <p:cNvSpPr txBox="1"/>
            <p:nvPr/>
          </p:nvSpPr>
          <p:spPr>
            <a:xfrm>
              <a:off x="6823726" y="2749945"/>
              <a:ext cx="4379572"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工作经验不足</a:t>
              </a:r>
              <a:endParaRPr lang="en-US" altLang="zh-CN"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23" name="矩形 2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74038506-6586-95ED-C736-E2628C263950}"/>
                </a:ext>
              </a:extLst>
            </p:cNvPr>
            <p:cNvSpPr/>
            <p:nvPr/>
          </p:nvSpPr>
          <p:spPr>
            <a:xfrm>
              <a:off x="6823726" y="3526279"/>
              <a:ext cx="4497416" cy="568810"/>
            </a:xfrm>
            <a:prstGeom prst="rect">
              <a:avLst/>
            </a:prstGeom>
          </p:spPr>
          <p:txBody>
            <a:bodyPr wrap="square">
              <a:spAutoFit/>
            </a:bodyPr>
            <a:lstStyle/>
            <a:p>
              <a:pPr lvl="0" fontAlgn="base">
                <a:lnSpc>
                  <a:spcPct val="150000"/>
                </a:lnSpc>
                <a:spcBef>
                  <a:spcPct val="0"/>
                </a:spcBef>
                <a:spcAft>
                  <a:spcPct val="0"/>
                </a:spcAft>
              </a:pPr>
              <a:r>
                <a:rPr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Lorem Ipsum Dolor Sit Amet, Consectetuer Adipiscing Elit. Aenean Commodo Ligula Egret Dolor. </a:t>
              </a:r>
            </a:p>
          </p:txBody>
        </p:sp>
      </p:grpSp>
      <p:sp>
        <p:nvSpPr>
          <p:cNvPr id="24" name="矩形 23">
            <a:extLst>
              <a:ext uri="{FF2B5EF4-FFF2-40B4-BE49-F238E27FC236}">
                <a16:creationId xmlns:a16="http://schemas.microsoft.com/office/drawing/2014/main" id="{AC6FD766-886F-6633-4AC3-87A968043FA8}"/>
              </a:ext>
            </a:extLst>
          </p:cNvPr>
          <p:cNvSpPr/>
          <p:nvPr/>
        </p:nvSpPr>
        <p:spPr>
          <a:xfrm>
            <a:off x="1283755" y="1735666"/>
            <a:ext cx="3796245" cy="3386665"/>
          </a:xfrm>
          <a:prstGeom prst="rect">
            <a:avLst/>
          </a:prstGeom>
          <a:gradFill>
            <a:gsLst>
              <a:gs pos="24000">
                <a:srgbClr val="06398B">
                  <a:alpha val="0"/>
                </a:srgbClr>
              </a:gs>
              <a:gs pos="77000">
                <a:srgbClr val="06398B"/>
              </a:gs>
              <a:gs pos="100000">
                <a:srgbClr val="06398B"/>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5" name="矩形: 圆角 14">
            <a:extLst>
              <a:ext uri="{FF2B5EF4-FFF2-40B4-BE49-F238E27FC236}">
                <a16:creationId xmlns:a16="http://schemas.microsoft.com/office/drawing/2014/main" id="{21AA1F6F-2E5C-4EA8-08A2-F02E6FB5266E}"/>
              </a:ext>
            </a:extLst>
          </p:cNvPr>
          <p:cNvSpPr/>
          <p:nvPr/>
        </p:nvSpPr>
        <p:spPr>
          <a:xfrm>
            <a:off x="3947885" y="2550886"/>
            <a:ext cx="2351314" cy="1756229"/>
          </a:xfrm>
          <a:prstGeom prst="roundRect">
            <a:avLst/>
          </a:prstGeom>
          <a:solidFill>
            <a:schemeClr val="bg1"/>
          </a:solidFill>
          <a:ln>
            <a:noFill/>
          </a:ln>
          <a:effectLst>
            <a:outerShdw blurRad="254000" dist="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200" b="1" dirty="0">
                <a:solidFill>
                  <a:srgbClr val="06398B"/>
                </a:solidFill>
                <a:latin typeface="Arial Black" panose="020B0A04020102020204" pitchFamily="34" charset="0"/>
              </a:rPr>
              <a:t>03</a:t>
            </a:r>
            <a:endParaRPr lang="zh-CN" altLang="en-US" sz="7200" b="1" dirty="0">
              <a:solidFill>
                <a:srgbClr val="06398B"/>
              </a:solidFill>
              <a:latin typeface="Arial Black" panose="020B0A04020102020204" pitchFamily="34" charset="0"/>
            </a:endParaRPr>
          </a:p>
        </p:txBody>
      </p:sp>
    </p:spTree>
    <p:extLst>
      <p:ext uri="{BB962C8B-B14F-4D97-AF65-F5344CB8AC3E}">
        <p14:creationId xmlns:p14="http://schemas.microsoft.com/office/powerpoint/2010/main" val="97579007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p:tgtEl>
                                          <p:spTgt spid="26"/>
                                        </p:tgtEl>
                                        <p:attrNameLst>
                                          <p:attrName>ppt_x</p:attrName>
                                        </p:attrNameLst>
                                      </p:cBhvr>
                                      <p:tavLst>
                                        <p:tav tm="0">
                                          <p:val>
                                            <p:strVal val="#ppt_x-#ppt_w*1.125000"/>
                                          </p:val>
                                        </p:tav>
                                        <p:tav tm="100000">
                                          <p:val>
                                            <p:strVal val="#ppt_x"/>
                                          </p:val>
                                        </p:tav>
                                      </p:tavLst>
                                    </p:anim>
                                    <p:animEffect transition="in" filter="wipe(right)">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0FDFD900-25CD-41FB-958C-C513F730A3A2}"/>
              </a:ext>
            </a:extLst>
          </p:cNvPr>
          <p:cNvGrpSpPr/>
          <p:nvPr/>
        </p:nvGrpSpPr>
        <p:grpSpPr>
          <a:xfrm>
            <a:off x="944314" y="1817107"/>
            <a:ext cx="10303372" cy="4007835"/>
            <a:chOff x="747650" y="1878971"/>
            <a:chExt cx="10303372" cy="4007835"/>
          </a:xfrm>
        </p:grpSpPr>
        <p:grpSp>
          <p:nvGrpSpPr>
            <p:cNvPr id="9" name="组合 8">
              <a:extLst>
                <a:ext uri="{FF2B5EF4-FFF2-40B4-BE49-F238E27FC236}">
                  <a16:creationId xmlns:a16="http://schemas.microsoft.com/office/drawing/2014/main" id="{4595C669-A54B-47B0-81C1-620B94894A15}"/>
                </a:ext>
              </a:extLst>
            </p:cNvPr>
            <p:cNvGrpSpPr/>
            <p:nvPr/>
          </p:nvGrpSpPr>
          <p:grpSpPr>
            <a:xfrm>
              <a:off x="747650" y="1878971"/>
              <a:ext cx="3133727" cy="4007835"/>
              <a:chOff x="1140977" y="1932262"/>
              <a:chExt cx="3133727" cy="4007835"/>
            </a:xfrm>
          </p:grpSpPr>
          <p:sp>
            <p:nvSpPr>
              <p:cNvPr id="22" name="矩形: 圆角 21">
                <a:extLst>
                  <a:ext uri="{FF2B5EF4-FFF2-40B4-BE49-F238E27FC236}">
                    <a16:creationId xmlns:a16="http://schemas.microsoft.com/office/drawing/2014/main" id="{A555DED7-CD77-47DF-9CA1-46328EA03734}"/>
                  </a:ext>
                </a:extLst>
              </p:cNvPr>
              <p:cNvSpPr/>
              <p:nvPr/>
            </p:nvSpPr>
            <p:spPr>
              <a:xfrm>
                <a:off x="1140977" y="1932262"/>
                <a:ext cx="3133727" cy="4007835"/>
              </a:xfrm>
              <a:prstGeom prst="roundRect">
                <a:avLst>
                  <a:gd name="adj" fmla="val 8156"/>
                </a:avLst>
              </a:prstGeom>
              <a:gradFill flip="none" rotWithShape="1">
                <a:gsLst>
                  <a:gs pos="41000">
                    <a:schemeClr val="bg1">
                      <a:lumMod val="95000"/>
                    </a:schemeClr>
                  </a:gs>
                  <a:gs pos="0">
                    <a:schemeClr val="bg1">
                      <a:lumMod val="95000"/>
                    </a:schemeClr>
                  </a:gs>
                  <a:gs pos="100000">
                    <a:schemeClr val="bg1">
                      <a:alpha val="0"/>
                    </a:schemeClr>
                  </a:gs>
                </a:gsLst>
                <a:lin ang="5400000" scaled="1"/>
                <a:tileRect/>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BE844FF1-8A62-4308-9D70-7981FAD2EF3D}"/>
                  </a:ext>
                </a:extLst>
              </p:cNvPr>
              <p:cNvSpPr txBox="1"/>
              <p:nvPr/>
            </p:nvSpPr>
            <p:spPr>
              <a:xfrm>
                <a:off x="1622783" y="4438061"/>
                <a:ext cx="2170114" cy="1171603"/>
              </a:xfrm>
              <a:prstGeom prst="rect">
                <a:avLst/>
              </a:prstGeom>
              <a:noFill/>
            </p:spPr>
            <p:txBody>
              <a:bodyPr wrap="square" rtlCol="0">
                <a:spAutoFit/>
              </a:bodyPr>
              <a:lstStyle>
                <a:defPPr>
                  <a:defRPr lang="zh-CN"/>
                </a:defPPr>
                <a:lvl1pPr>
                  <a:lnSpc>
                    <a:spcPct val="150000"/>
                  </a:lnSpc>
                  <a:defRPr sz="1200">
                    <a:solidFill>
                      <a:schemeClr val="bg2">
                        <a:lumMod val="25000"/>
                      </a:schemeClr>
                    </a:solidFill>
                    <a:latin typeface="+mn-ea"/>
                  </a:defRPr>
                </a:lvl1pPr>
                <a:lvl2pPr>
                  <a:defRPr/>
                </a:lvl2pPr>
                <a:lvl3pPr>
                  <a:defRPr/>
                </a:lvl3pPr>
                <a:lvl4pPr>
                  <a:defRPr/>
                </a:lvl4pPr>
                <a:lvl5pPr>
                  <a:defRPr/>
                </a:lvl5pPr>
                <a:lvl6pPr>
                  <a:defRPr/>
                </a:lvl6pPr>
                <a:lvl7pPr>
                  <a:defRPr/>
                </a:lvl7pPr>
                <a:lvl8pPr>
                  <a:defRPr/>
                </a:lvl8pPr>
                <a:lvl9pPr>
                  <a:defRPr/>
                </a:lvl9pPr>
              </a:lstStyle>
              <a:p>
                <a:pPr algn="ctr"/>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 </a:t>
                </a:r>
              </a:p>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6D0B0163-CAF2-4478-8B16-37355E57CAC5}"/>
                  </a:ext>
                </a:extLst>
              </p:cNvPr>
              <p:cNvSpPr txBox="1"/>
              <p:nvPr/>
            </p:nvSpPr>
            <p:spPr>
              <a:xfrm>
                <a:off x="1804627" y="3682834"/>
                <a:ext cx="1806426" cy="400110"/>
              </a:xfrm>
              <a:prstGeom prst="rect">
                <a:avLst/>
              </a:prstGeom>
              <a:noFill/>
            </p:spPr>
            <p:txBody>
              <a:bodyPr wrap="square">
                <a:spAutoFit/>
              </a:bodyPr>
              <a:lstStyle/>
              <a:p>
                <a:pPr algn="ctr"/>
                <a:r>
                  <a:rPr lang="zh-CN" altLang="en-US" sz="2000" dirty="0">
                    <a:solidFill>
                      <a:schemeClr val="bg2">
                        <a:lumMod val="10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p>
            </p:txBody>
          </p:sp>
          <p:cxnSp>
            <p:nvCxnSpPr>
              <p:cNvPr id="25" name="直接连接符 24">
                <a:extLst>
                  <a:ext uri="{FF2B5EF4-FFF2-40B4-BE49-F238E27FC236}">
                    <a16:creationId xmlns:a16="http://schemas.microsoft.com/office/drawing/2014/main" id="{E4F048F1-E359-4BF9-9C3E-F29D15557858}"/>
                  </a:ext>
                </a:extLst>
              </p:cNvPr>
              <p:cNvCxnSpPr>
                <a:cxnSpLocks/>
              </p:cNvCxnSpPr>
              <p:nvPr/>
            </p:nvCxnSpPr>
            <p:spPr>
              <a:xfrm>
                <a:off x="2400584" y="4241799"/>
                <a:ext cx="614513"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6" name="椭圆 25">
                <a:extLst>
                  <a:ext uri="{FF2B5EF4-FFF2-40B4-BE49-F238E27FC236}">
                    <a16:creationId xmlns:a16="http://schemas.microsoft.com/office/drawing/2014/main" id="{7C219B34-08EA-408C-8733-ACE60F3B496D}"/>
                  </a:ext>
                </a:extLst>
              </p:cNvPr>
              <p:cNvSpPr/>
              <p:nvPr/>
            </p:nvSpPr>
            <p:spPr>
              <a:xfrm>
                <a:off x="2213080" y="2436200"/>
                <a:ext cx="989521" cy="989521"/>
              </a:xfrm>
              <a:prstGeom prst="ellipse">
                <a:avLst/>
              </a:prstGeom>
              <a:solidFill>
                <a:srgbClr val="06398B"/>
              </a:solidFill>
              <a:ln>
                <a:noFill/>
              </a:ln>
              <a:effectLst>
                <a:outerShdw blurRad="177800" dist="215900" dir="5400000" sx="97000" sy="97000" algn="t"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01</a:t>
                </a:r>
                <a:endParaRPr lang="zh-CN" altLang="en-US"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0" name="组合 9">
              <a:extLst>
                <a:ext uri="{FF2B5EF4-FFF2-40B4-BE49-F238E27FC236}">
                  <a16:creationId xmlns:a16="http://schemas.microsoft.com/office/drawing/2014/main" id="{3C01B30D-9D3C-4A73-BC85-EF2AD9617453}"/>
                </a:ext>
              </a:extLst>
            </p:cNvPr>
            <p:cNvGrpSpPr/>
            <p:nvPr/>
          </p:nvGrpSpPr>
          <p:grpSpPr>
            <a:xfrm>
              <a:off x="4332473" y="1878971"/>
              <a:ext cx="3133727" cy="4007835"/>
              <a:chOff x="4477335" y="1932262"/>
              <a:chExt cx="3133727" cy="4007835"/>
            </a:xfrm>
          </p:grpSpPr>
          <p:sp>
            <p:nvSpPr>
              <p:cNvPr id="17" name="矩形: 圆角 16">
                <a:extLst>
                  <a:ext uri="{FF2B5EF4-FFF2-40B4-BE49-F238E27FC236}">
                    <a16:creationId xmlns:a16="http://schemas.microsoft.com/office/drawing/2014/main" id="{63E6BAF0-4985-4850-AF61-02F239EAAC11}"/>
                  </a:ext>
                </a:extLst>
              </p:cNvPr>
              <p:cNvSpPr/>
              <p:nvPr/>
            </p:nvSpPr>
            <p:spPr>
              <a:xfrm>
                <a:off x="4477335" y="1932262"/>
                <a:ext cx="3133727" cy="4007835"/>
              </a:xfrm>
              <a:prstGeom prst="roundRect">
                <a:avLst>
                  <a:gd name="adj" fmla="val 8156"/>
                </a:avLst>
              </a:prstGeom>
              <a:gradFill flip="none" rotWithShape="1">
                <a:gsLst>
                  <a:gs pos="41000">
                    <a:schemeClr val="bg1">
                      <a:lumMod val="95000"/>
                    </a:schemeClr>
                  </a:gs>
                  <a:gs pos="0">
                    <a:schemeClr val="bg1">
                      <a:lumMod val="95000"/>
                    </a:schemeClr>
                  </a:gs>
                  <a:gs pos="100000">
                    <a:schemeClr val="bg1">
                      <a:alpha val="0"/>
                    </a:schemeClr>
                  </a:gs>
                </a:gsLst>
                <a:lin ang="5400000" scaled="1"/>
                <a:tileRect/>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椭圆 17">
                <a:extLst>
                  <a:ext uri="{FF2B5EF4-FFF2-40B4-BE49-F238E27FC236}">
                    <a16:creationId xmlns:a16="http://schemas.microsoft.com/office/drawing/2014/main" id="{B3D32D4E-6BFA-4501-A45D-67B32C043DEE}"/>
                  </a:ext>
                </a:extLst>
              </p:cNvPr>
              <p:cNvSpPr/>
              <p:nvPr/>
            </p:nvSpPr>
            <p:spPr>
              <a:xfrm>
                <a:off x="5549437" y="2458455"/>
                <a:ext cx="989521" cy="989521"/>
              </a:xfrm>
              <a:prstGeom prst="ellipse">
                <a:avLst/>
              </a:prstGeom>
              <a:solidFill>
                <a:srgbClr val="06398B"/>
              </a:solidFill>
              <a:ln>
                <a:noFill/>
              </a:ln>
              <a:effectLst>
                <a:outerShdw blurRad="177800" dist="215900" dir="5400000" sx="97000" sy="97000" algn="t"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02</a:t>
                </a:r>
                <a:endParaRPr lang="zh-CN" altLang="en-US"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文本框 18">
                <a:extLst>
                  <a:ext uri="{FF2B5EF4-FFF2-40B4-BE49-F238E27FC236}">
                    <a16:creationId xmlns:a16="http://schemas.microsoft.com/office/drawing/2014/main" id="{1BD7B79B-4D5F-45A2-9D67-F81578C9CB11}"/>
                  </a:ext>
                </a:extLst>
              </p:cNvPr>
              <p:cNvSpPr txBox="1"/>
              <p:nvPr/>
            </p:nvSpPr>
            <p:spPr>
              <a:xfrm>
                <a:off x="5140984" y="3682834"/>
                <a:ext cx="1806426" cy="400110"/>
              </a:xfrm>
              <a:prstGeom prst="rect">
                <a:avLst/>
              </a:prstGeom>
              <a:noFill/>
            </p:spPr>
            <p:txBody>
              <a:bodyPr wrap="square">
                <a:spAutoFit/>
              </a:bodyPr>
              <a:lstStyle/>
              <a:p>
                <a:pPr algn="ctr"/>
                <a:r>
                  <a:rPr lang="zh-CN" altLang="en-US" sz="2000" dirty="0">
                    <a:solidFill>
                      <a:schemeClr val="bg2">
                        <a:lumMod val="10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p>
            </p:txBody>
          </p:sp>
          <p:cxnSp>
            <p:nvCxnSpPr>
              <p:cNvPr id="20" name="直接连接符 19">
                <a:extLst>
                  <a:ext uri="{FF2B5EF4-FFF2-40B4-BE49-F238E27FC236}">
                    <a16:creationId xmlns:a16="http://schemas.microsoft.com/office/drawing/2014/main" id="{3492BDEF-012C-4550-9ADF-E0E06ABF95EA}"/>
                  </a:ext>
                </a:extLst>
              </p:cNvPr>
              <p:cNvCxnSpPr>
                <a:cxnSpLocks/>
              </p:cNvCxnSpPr>
              <p:nvPr/>
            </p:nvCxnSpPr>
            <p:spPr>
              <a:xfrm>
                <a:off x="5736941" y="4241799"/>
                <a:ext cx="614513"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B93D804C-1B53-4F12-9C12-3CB0F4A70CC8}"/>
                  </a:ext>
                </a:extLst>
              </p:cNvPr>
              <p:cNvSpPr txBox="1"/>
              <p:nvPr/>
            </p:nvSpPr>
            <p:spPr>
              <a:xfrm>
                <a:off x="4959140" y="4438061"/>
                <a:ext cx="2170114" cy="1171603"/>
              </a:xfrm>
              <a:prstGeom prst="rect">
                <a:avLst/>
              </a:prstGeom>
              <a:noFill/>
            </p:spPr>
            <p:txBody>
              <a:bodyPr wrap="square" rtlCol="0">
                <a:spAutoFit/>
              </a:bodyPr>
              <a:lstStyle>
                <a:defPPr>
                  <a:defRPr lang="zh-CN"/>
                </a:defPPr>
                <a:lvl1pPr>
                  <a:lnSpc>
                    <a:spcPct val="150000"/>
                  </a:lnSpc>
                  <a:defRPr sz="1200">
                    <a:solidFill>
                      <a:schemeClr val="bg2">
                        <a:lumMod val="25000"/>
                      </a:schemeClr>
                    </a:solidFill>
                    <a:latin typeface="+mn-ea"/>
                  </a:defRPr>
                </a:lvl1pPr>
                <a:lvl2pPr>
                  <a:defRPr/>
                </a:lvl2pPr>
                <a:lvl3pPr>
                  <a:defRPr/>
                </a:lvl3pPr>
                <a:lvl4pPr>
                  <a:defRPr/>
                </a:lvl4pPr>
                <a:lvl5pPr>
                  <a:defRPr/>
                </a:lvl5pPr>
                <a:lvl6pPr>
                  <a:defRPr/>
                </a:lvl6pPr>
                <a:lvl7pPr>
                  <a:defRPr/>
                </a:lvl7pPr>
                <a:lvl8pPr>
                  <a:defRPr/>
                </a:lvl8pPr>
                <a:lvl9pPr>
                  <a:defRPr/>
                </a:lvl9pPr>
              </a:lstStyle>
              <a:p>
                <a:pPr algn="ctr"/>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 </a:t>
                </a:r>
              </a:p>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11" name="组合 10">
              <a:extLst>
                <a:ext uri="{FF2B5EF4-FFF2-40B4-BE49-F238E27FC236}">
                  <a16:creationId xmlns:a16="http://schemas.microsoft.com/office/drawing/2014/main" id="{907DA3F8-D09E-46E0-9882-18C51B059114}"/>
                </a:ext>
              </a:extLst>
            </p:cNvPr>
            <p:cNvGrpSpPr/>
            <p:nvPr/>
          </p:nvGrpSpPr>
          <p:grpSpPr>
            <a:xfrm>
              <a:off x="7917295" y="1878971"/>
              <a:ext cx="3133727" cy="4007835"/>
              <a:chOff x="7917295" y="1932262"/>
              <a:chExt cx="3133727" cy="4007835"/>
            </a:xfrm>
          </p:grpSpPr>
          <p:sp>
            <p:nvSpPr>
              <p:cNvPr id="12" name="矩形: 圆角 11">
                <a:extLst>
                  <a:ext uri="{FF2B5EF4-FFF2-40B4-BE49-F238E27FC236}">
                    <a16:creationId xmlns:a16="http://schemas.microsoft.com/office/drawing/2014/main" id="{AFBAE4B2-0CB8-4FD8-A24A-8D2938DD6844}"/>
                  </a:ext>
                </a:extLst>
              </p:cNvPr>
              <p:cNvSpPr/>
              <p:nvPr/>
            </p:nvSpPr>
            <p:spPr>
              <a:xfrm>
                <a:off x="7917295" y="1932262"/>
                <a:ext cx="3133727" cy="4007835"/>
              </a:xfrm>
              <a:prstGeom prst="roundRect">
                <a:avLst>
                  <a:gd name="adj" fmla="val 8156"/>
                </a:avLst>
              </a:prstGeom>
              <a:gradFill flip="none" rotWithShape="1">
                <a:gsLst>
                  <a:gs pos="41000">
                    <a:schemeClr val="bg1">
                      <a:lumMod val="95000"/>
                    </a:schemeClr>
                  </a:gs>
                  <a:gs pos="0">
                    <a:schemeClr val="bg1">
                      <a:lumMod val="95000"/>
                    </a:schemeClr>
                  </a:gs>
                  <a:gs pos="100000">
                    <a:schemeClr val="bg1">
                      <a:alpha val="0"/>
                    </a:schemeClr>
                  </a:gs>
                </a:gsLst>
                <a:lin ang="5400000" scaled="1"/>
                <a:tileRect/>
              </a:gra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椭圆 12">
                <a:extLst>
                  <a:ext uri="{FF2B5EF4-FFF2-40B4-BE49-F238E27FC236}">
                    <a16:creationId xmlns:a16="http://schemas.microsoft.com/office/drawing/2014/main" id="{71ECAA51-B7CE-49F4-9FAC-7C84879E5D4A}"/>
                  </a:ext>
                </a:extLst>
              </p:cNvPr>
              <p:cNvSpPr/>
              <p:nvPr/>
            </p:nvSpPr>
            <p:spPr>
              <a:xfrm>
                <a:off x="8989398" y="2458455"/>
                <a:ext cx="989521" cy="989521"/>
              </a:xfrm>
              <a:prstGeom prst="ellipse">
                <a:avLst/>
              </a:prstGeom>
              <a:solidFill>
                <a:srgbClr val="06398B"/>
              </a:solidFill>
              <a:ln>
                <a:noFill/>
              </a:ln>
              <a:effectLst>
                <a:outerShdw blurRad="177800" dist="215900" dir="5400000" sx="97000" sy="97000" algn="t" rotWithShape="0">
                  <a:schemeClr val="accent1">
                    <a:lumMod val="50000"/>
                    <a:alpha val="1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03</a:t>
                </a:r>
                <a:endParaRPr lang="zh-CN" altLang="en-US" sz="280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文本框 13">
                <a:extLst>
                  <a:ext uri="{FF2B5EF4-FFF2-40B4-BE49-F238E27FC236}">
                    <a16:creationId xmlns:a16="http://schemas.microsoft.com/office/drawing/2014/main" id="{44530FD1-B68A-4E33-974C-ACF19F5E3C14}"/>
                  </a:ext>
                </a:extLst>
              </p:cNvPr>
              <p:cNvSpPr txBox="1"/>
              <p:nvPr/>
            </p:nvSpPr>
            <p:spPr>
              <a:xfrm>
                <a:off x="8580945" y="3682834"/>
                <a:ext cx="1806426" cy="400110"/>
              </a:xfrm>
              <a:prstGeom prst="rect">
                <a:avLst/>
              </a:prstGeom>
              <a:noFill/>
            </p:spPr>
            <p:txBody>
              <a:bodyPr wrap="square">
                <a:spAutoFit/>
              </a:bodyPr>
              <a:lstStyle/>
              <a:p>
                <a:pPr algn="ctr"/>
                <a:r>
                  <a:rPr lang="zh-CN" altLang="en-US" sz="2000" dirty="0">
                    <a:solidFill>
                      <a:schemeClr val="bg2">
                        <a:lumMod val="10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p>
            </p:txBody>
          </p:sp>
          <p:cxnSp>
            <p:nvCxnSpPr>
              <p:cNvPr id="15" name="直接连接符 14">
                <a:extLst>
                  <a:ext uri="{FF2B5EF4-FFF2-40B4-BE49-F238E27FC236}">
                    <a16:creationId xmlns:a16="http://schemas.microsoft.com/office/drawing/2014/main" id="{4AEEB56C-98CC-462B-9AC9-F0E68CC12BF2}"/>
                  </a:ext>
                </a:extLst>
              </p:cNvPr>
              <p:cNvCxnSpPr>
                <a:cxnSpLocks/>
              </p:cNvCxnSpPr>
              <p:nvPr/>
            </p:nvCxnSpPr>
            <p:spPr>
              <a:xfrm>
                <a:off x="9176902" y="4241799"/>
                <a:ext cx="614513"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D376E4A3-1C7A-451A-BA76-20117DC144FD}"/>
                  </a:ext>
                </a:extLst>
              </p:cNvPr>
              <p:cNvSpPr txBox="1"/>
              <p:nvPr/>
            </p:nvSpPr>
            <p:spPr>
              <a:xfrm>
                <a:off x="8399101" y="4438061"/>
                <a:ext cx="2170114" cy="1171603"/>
              </a:xfrm>
              <a:prstGeom prst="rect">
                <a:avLst/>
              </a:prstGeom>
              <a:noFill/>
            </p:spPr>
            <p:txBody>
              <a:bodyPr wrap="square" rtlCol="0">
                <a:spAutoFit/>
              </a:bodyPr>
              <a:lstStyle>
                <a:defPPr>
                  <a:defRPr lang="zh-CN"/>
                </a:defPPr>
                <a:lvl1pPr>
                  <a:lnSpc>
                    <a:spcPct val="150000"/>
                  </a:lnSpc>
                  <a:defRPr sz="1200">
                    <a:solidFill>
                      <a:schemeClr val="bg2">
                        <a:lumMod val="25000"/>
                      </a:schemeClr>
                    </a:solidFill>
                    <a:latin typeface="+mn-ea"/>
                  </a:defRPr>
                </a:lvl1pPr>
                <a:lvl2pPr>
                  <a:defRPr/>
                </a:lvl2pPr>
                <a:lvl3pPr>
                  <a:defRPr/>
                </a:lvl3pPr>
                <a:lvl4pPr>
                  <a:defRPr/>
                </a:lvl4pPr>
                <a:lvl5pPr>
                  <a:defRPr/>
                </a:lvl5pPr>
                <a:lvl6pPr>
                  <a:defRPr/>
                </a:lvl6pPr>
                <a:lvl7pPr>
                  <a:defRPr/>
                </a:lvl7pPr>
                <a:lvl8pPr>
                  <a:defRPr/>
                </a:lvl8pPr>
                <a:lvl9pPr>
                  <a:defRPr/>
                </a:lvl9pPr>
              </a:lstStyle>
              <a:p>
                <a:pPr algn="ctr"/>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 </a:t>
                </a:r>
              </a:p>
              <a:p>
                <a:pPr algn="ct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grpSp>
      </p:grpSp>
      <p:sp>
        <p:nvSpPr>
          <p:cNvPr id="2" name="文本框 1">
            <a:extLst>
              <a:ext uri="{FF2B5EF4-FFF2-40B4-BE49-F238E27FC236}">
                <a16:creationId xmlns:a16="http://schemas.microsoft.com/office/drawing/2014/main" id="{6AD41CB1-7737-0F71-EFFF-29D972E210EA}"/>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6199395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S1ide-Rectangle 7">
            <a:extLst>
              <a:ext uri="{FF2B5EF4-FFF2-40B4-BE49-F238E27FC236}">
                <a16:creationId xmlns:a16="http://schemas.microsoft.com/office/drawing/2014/main" id="{D37F387E-8C37-4E98-A8C3-37C78D44CE83}"/>
              </a:ext>
            </a:extLst>
          </p:cNvPr>
          <p:cNvSpPr/>
          <p:nvPr/>
        </p:nvSpPr>
        <p:spPr>
          <a:xfrm>
            <a:off x="6145213" y="2037369"/>
            <a:ext cx="1982470" cy="1946275"/>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r>
              <a:rPr lang="zh-CN" altLang="en-US" dirty="0">
                <a:latin typeface="Arial" panose="020B0604020202020204" pitchFamily="34" charset="0"/>
                <a:ea typeface="思源黑体 CN Normal" panose="020B0400000000000000" pitchFamily="34" charset="-122"/>
                <a:sym typeface="Arial" panose="020B0604020202020204" pitchFamily="34" charset="0"/>
              </a:rPr>
            </a:br>
            <a:br>
              <a:rPr lang="zh-CN" altLang="en-US" dirty="0">
                <a:latin typeface="Arial" panose="020B0604020202020204" pitchFamily="34" charset="0"/>
                <a:ea typeface="思源黑体 CN Normal" panose="020B0400000000000000" pitchFamily="34" charset="-122"/>
                <a:sym typeface="Arial" panose="020B0604020202020204" pitchFamily="34" charset="0"/>
              </a:rPr>
            </a:b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iS1ide-Rectangle 6">
            <a:extLst>
              <a:ext uri="{FF2B5EF4-FFF2-40B4-BE49-F238E27FC236}">
                <a16:creationId xmlns:a16="http://schemas.microsoft.com/office/drawing/2014/main" id="{D4B6C7E6-DF17-4A66-A3F1-416D7905EBCC}"/>
              </a:ext>
            </a:extLst>
          </p:cNvPr>
          <p:cNvSpPr/>
          <p:nvPr/>
        </p:nvSpPr>
        <p:spPr>
          <a:xfrm>
            <a:off x="8908733" y="2037369"/>
            <a:ext cx="1982470" cy="1946275"/>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r>
              <a:rPr lang="zh-CN" altLang="en-US" dirty="0">
                <a:latin typeface="Arial" panose="020B0604020202020204" pitchFamily="34" charset="0"/>
                <a:ea typeface="思源黑体 CN Normal" panose="020B0400000000000000" pitchFamily="34" charset="-122"/>
                <a:sym typeface="Arial" panose="020B0604020202020204" pitchFamily="34" charset="0"/>
              </a:rPr>
            </a:br>
            <a:br>
              <a:rPr lang="zh-CN" altLang="en-US" dirty="0">
                <a:latin typeface="Arial" panose="020B0604020202020204" pitchFamily="34" charset="0"/>
                <a:ea typeface="思源黑体 CN Normal" panose="020B0400000000000000" pitchFamily="34" charset="-122"/>
                <a:sym typeface="Arial" panose="020B0604020202020204" pitchFamily="34" charset="0"/>
              </a:rPr>
            </a:br>
            <a:endParaRPr lang="zh-CN" altLang="en-US"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6ADB0BCB-DA6A-4532-A75F-CD742574A5D0}"/>
              </a:ext>
            </a:extLst>
          </p:cNvPr>
          <p:cNvSpPr txBox="1"/>
          <p:nvPr>
            <p:custDataLst>
              <p:tags r:id="rId1"/>
            </p:custDataLst>
          </p:nvPr>
        </p:nvSpPr>
        <p:spPr>
          <a:xfrm>
            <a:off x="1071563" y="3274984"/>
            <a:ext cx="4486910" cy="975995"/>
          </a:xfrm>
          <a:prstGeom prst="rect">
            <a:avLst/>
          </a:prstGeom>
        </p:spPr>
        <p:txBody>
          <a:bodyPr wrap="square">
            <a:spAutoFit/>
          </a:bodyPr>
          <a:lstStyle>
            <a:defPPr>
              <a:defRPr lang="zh-CN"/>
            </a:defPPr>
            <a:lvl1pPr defTabSz="456565">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60000"/>
              </a:lnSpc>
            </a:pPr>
            <a:r>
              <a:rPr lang="zh-CN"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请在此添加您的文字内容，请在此添加您的文字内容。请在此添加您的文字内容，请在此添加您的文字内容。请在此添加您的文字内容，请在此添加您的文字内容。</a:t>
            </a:r>
            <a:endParaRPr lang="zh-CN" altLang="en-US"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1" name="矩形 10">
            <a:extLst>
              <a:ext uri="{FF2B5EF4-FFF2-40B4-BE49-F238E27FC236}">
                <a16:creationId xmlns:a16="http://schemas.microsoft.com/office/drawing/2014/main" id="{6FE8CF63-AB8E-46BF-A645-1E23A9F362A1}"/>
              </a:ext>
            </a:extLst>
          </p:cNvPr>
          <p:cNvSpPr/>
          <p:nvPr/>
        </p:nvSpPr>
        <p:spPr>
          <a:xfrm>
            <a:off x="1186133" y="2957546"/>
            <a:ext cx="1057075" cy="45719"/>
          </a:xfrm>
          <a:prstGeom prst="rect">
            <a:avLst/>
          </a:prstGeom>
          <a:solidFill>
            <a:srgbClr val="06398B"/>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TextBox 7">
            <a:extLst>
              <a:ext uri="{FF2B5EF4-FFF2-40B4-BE49-F238E27FC236}">
                <a16:creationId xmlns:a16="http://schemas.microsoft.com/office/drawing/2014/main" id="{4C723D53-D5D7-441F-86BE-B91F085A14B5}"/>
              </a:ext>
            </a:extLst>
          </p:cNvPr>
          <p:cNvSpPr txBox="1"/>
          <p:nvPr/>
        </p:nvSpPr>
        <p:spPr>
          <a:xfrm>
            <a:off x="1071563" y="2301482"/>
            <a:ext cx="2621280" cy="460375"/>
          </a:xfrm>
          <a:prstGeom prst="rect">
            <a:avLst/>
          </a:prstGeom>
          <a:noFill/>
        </p:spPr>
        <p:txBody>
          <a:bodyPr wrap="none" rtlCol="0">
            <a:spAutoFit/>
          </a:bodyPr>
          <a:lstStyle/>
          <a:p>
            <a:pPr algn="l"/>
            <a:r>
              <a:rPr lang="zh-CN" altLang="en-US" sz="24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rPr>
              <a:t>添加页面标题内容</a:t>
            </a:r>
          </a:p>
        </p:txBody>
      </p:sp>
      <p:sp>
        <p:nvSpPr>
          <p:cNvPr id="13" name="TextBox 13">
            <a:extLst>
              <a:ext uri="{FF2B5EF4-FFF2-40B4-BE49-F238E27FC236}">
                <a16:creationId xmlns:a16="http://schemas.microsoft.com/office/drawing/2014/main" id="{0319301B-0F45-4A4E-B338-B971FB48C3C8}"/>
              </a:ext>
            </a:extLst>
          </p:cNvPr>
          <p:cNvSpPr txBox="1">
            <a:spLocks noChangeArrowheads="1"/>
          </p:cNvSpPr>
          <p:nvPr/>
        </p:nvSpPr>
        <p:spPr bwMode="auto">
          <a:xfrm>
            <a:off x="6224906" y="3405159"/>
            <a:ext cx="1823085"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Calibri" panose="020F0502020204030204" charset="0"/>
                <a:ea typeface="宋体" panose="02010600030101010101" pitchFamily="2" charset="-122"/>
              </a:defRPr>
            </a:lvl1pPr>
            <a:lvl2pPr marL="742950" indent="-285750" defTabSz="1216025">
              <a:defRPr>
                <a:solidFill>
                  <a:schemeClr val="tx1"/>
                </a:solidFill>
                <a:latin typeface="Calibri" panose="020F0502020204030204" charset="0"/>
                <a:ea typeface="宋体" panose="02010600030101010101" pitchFamily="2" charset="-122"/>
              </a:defRPr>
            </a:lvl2pPr>
            <a:lvl3pPr marL="1143000" indent="-228600" defTabSz="1216025">
              <a:defRPr>
                <a:solidFill>
                  <a:schemeClr val="tx1"/>
                </a:solidFill>
                <a:latin typeface="Calibri" panose="020F0502020204030204" charset="0"/>
                <a:ea typeface="宋体" panose="02010600030101010101" pitchFamily="2" charset="-122"/>
              </a:defRPr>
            </a:lvl3pPr>
            <a:lvl4pPr marL="1600200" indent="-228600" defTabSz="1216025">
              <a:defRPr>
                <a:solidFill>
                  <a:schemeClr val="tx1"/>
                </a:solidFill>
                <a:latin typeface="Calibri" panose="020F0502020204030204" charset="0"/>
                <a:ea typeface="宋体" panose="02010600030101010101" pitchFamily="2" charset="-122"/>
              </a:defRPr>
            </a:lvl4pPr>
            <a:lvl5pPr marL="2057400" indent="-228600" defTabSz="1216025">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pPr>
            <a:r>
              <a:rPr lang="zh-CN" altLang="en-US" sz="20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添加标题</a:t>
            </a:r>
            <a:endParaRPr lang="zh-CN" altLang="en-US" sz="20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4" name="TextBox 59">
            <a:extLst>
              <a:ext uri="{FF2B5EF4-FFF2-40B4-BE49-F238E27FC236}">
                <a16:creationId xmlns:a16="http://schemas.microsoft.com/office/drawing/2014/main" id="{CB561267-E218-4224-AC9B-954DDBEA3399}"/>
              </a:ext>
            </a:extLst>
          </p:cNvPr>
          <p:cNvSpPr txBox="1">
            <a:spLocks noChangeArrowheads="1"/>
          </p:cNvSpPr>
          <p:nvPr/>
        </p:nvSpPr>
        <p:spPr bwMode="auto">
          <a:xfrm>
            <a:off x="6130608" y="4418619"/>
            <a:ext cx="2011680"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Calibri" panose="020F0502020204030204" charset="0"/>
                <a:ea typeface="宋体" panose="02010600030101010101" pitchFamily="2" charset="-122"/>
              </a:defRPr>
            </a:lvl1pPr>
            <a:lvl2pPr marL="742950" indent="-285750" defTabSz="1216025">
              <a:defRPr>
                <a:solidFill>
                  <a:schemeClr val="tx1"/>
                </a:solidFill>
                <a:latin typeface="Calibri" panose="020F0502020204030204" charset="0"/>
                <a:ea typeface="宋体" panose="02010600030101010101" pitchFamily="2" charset="-122"/>
              </a:defRPr>
            </a:lvl2pPr>
            <a:lvl3pPr marL="1143000" indent="-228600" defTabSz="1216025">
              <a:defRPr>
                <a:solidFill>
                  <a:schemeClr val="tx1"/>
                </a:solidFill>
                <a:latin typeface="Calibri" panose="020F0502020204030204" charset="0"/>
                <a:ea typeface="宋体" panose="02010600030101010101" pitchFamily="2" charset="-122"/>
              </a:defRPr>
            </a:lvl3pPr>
            <a:lvl4pPr marL="1600200" indent="-228600" defTabSz="1216025">
              <a:defRPr>
                <a:solidFill>
                  <a:schemeClr val="tx1"/>
                </a:solidFill>
                <a:latin typeface="Calibri" panose="020F0502020204030204" charset="0"/>
                <a:ea typeface="宋体" panose="02010600030101010101" pitchFamily="2" charset="-122"/>
              </a:defRPr>
            </a:lvl4pPr>
            <a:lvl5pPr marL="2057400" indent="-228600" defTabSz="1216025">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a:lnSpc>
                <a:spcPct val="150000"/>
              </a:lnSpc>
            </a:pPr>
            <a:r>
              <a:rPr lang="zh-CN" sz="12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请在此添加您的文字内容，请在此添加您的文字内容。请在此添加您的文字内容，请在此添加您的文字内容。</a:t>
            </a:r>
            <a:endParaRPr lang="zh-CN" altLang="zh-CN" sz="12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5" name="TextBox 13">
            <a:extLst>
              <a:ext uri="{FF2B5EF4-FFF2-40B4-BE49-F238E27FC236}">
                <a16:creationId xmlns:a16="http://schemas.microsoft.com/office/drawing/2014/main" id="{EA74327F-941E-4981-AFD3-DC2D20D5D0CE}"/>
              </a:ext>
            </a:extLst>
          </p:cNvPr>
          <p:cNvSpPr txBox="1">
            <a:spLocks noChangeArrowheads="1"/>
          </p:cNvSpPr>
          <p:nvPr/>
        </p:nvSpPr>
        <p:spPr bwMode="auto">
          <a:xfrm>
            <a:off x="8949691" y="3417859"/>
            <a:ext cx="1823085" cy="307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Calibri" panose="020F0502020204030204" charset="0"/>
                <a:ea typeface="宋体" panose="02010600030101010101" pitchFamily="2" charset="-122"/>
              </a:defRPr>
            </a:lvl1pPr>
            <a:lvl2pPr marL="742950" indent="-285750" defTabSz="1216025">
              <a:defRPr>
                <a:solidFill>
                  <a:schemeClr val="tx1"/>
                </a:solidFill>
                <a:latin typeface="Calibri" panose="020F0502020204030204" charset="0"/>
                <a:ea typeface="宋体" panose="02010600030101010101" pitchFamily="2" charset="-122"/>
              </a:defRPr>
            </a:lvl2pPr>
            <a:lvl3pPr marL="1143000" indent="-228600" defTabSz="1216025">
              <a:defRPr>
                <a:solidFill>
                  <a:schemeClr val="tx1"/>
                </a:solidFill>
                <a:latin typeface="Calibri" panose="020F0502020204030204" charset="0"/>
                <a:ea typeface="宋体" panose="02010600030101010101" pitchFamily="2" charset="-122"/>
              </a:defRPr>
            </a:lvl3pPr>
            <a:lvl4pPr marL="1600200" indent="-228600" defTabSz="1216025">
              <a:defRPr>
                <a:solidFill>
                  <a:schemeClr val="tx1"/>
                </a:solidFill>
                <a:latin typeface="Calibri" panose="020F0502020204030204" charset="0"/>
                <a:ea typeface="宋体" panose="02010600030101010101" pitchFamily="2" charset="-122"/>
              </a:defRPr>
            </a:lvl4pPr>
            <a:lvl5pPr marL="2057400" indent="-228600" defTabSz="1216025">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eaLnBrk="1" hangingPunct="1">
              <a:lnSpc>
                <a:spcPct val="100000"/>
              </a:lnSpc>
              <a:spcBef>
                <a:spcPct val="0"/>
              </a:spcBef>
            </a:pPr>
            <a:r>
              <a:rPr lang="zh-CN" altLang="en-US" sz="200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添加标题</a:t>
            </a:r>
            <a:endParaRPr lang="zh-CN" altLang="en-US" sz="20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6" name="TextBox 59">
            <a:extLst>
              <a:ext uri="{FF2B5EF4-FFF2-40B4-BE49-F238E27FC236}">
                <a16:creationId xmlns:a16="http://schemas.microsoft.com/office/drawing/2014/main" id="{0CB7E19A-BD0E-491A-8DC9-B356E2244D50}"/>
              </a:ext>
            </a:extLst>
          </p:cNvPr>
          <p:cNvSpPr txBox="1">
            <a:spLocks noChangeArrowheads="1"/>
          </p:cNvSpPr>
          <p:nvPr/>
        </p:nvSpPr>
        <p:spPr bwMode="auto">
          <a:xfrm>
            <a:off x="8855393" y="4418619"/>
            <a:ext cx="2011680"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Calibri" panose="020F0502020204030204" charset="0"/>
                <a:ea typeface="宋体" panose="02010600030101010101" pitchFamily="2" charset="-122"/>
              </a:defRPr>
            </a:lvl1pPr>
            <a:lvl2pPr marL="742950" indent="-285750" defTabSz="1216025">
              <a:defRPr>
                <a:solidFill>
                  <a:schemeClr val="tx1"/>
                </a:solidFill>
                <a:latin typeface="Calibri" panose="020F0502020204030204" charset="0"/>
                <a:ea typeface="宋体" panose="02010600030101010101" pitchFamily="2" charset="-122"/>
              </a:defRPr>
            </a:lvl2pPr>
            <a:lvl3pPr marL="1143000" indent="-228600" defTabSz="1216025">
              <a:defRPr>
                <a:solidFill>
                  <a:schemeClr val="tx1"/>
                </a:solidFill>
                <a:latin typeface="Calibri" panose="020F0502020204030204" charset="0"/>
                <a:ea typeface="宋体" panose="02010600030101010101" pitchFamily="2" charset="-122"/>
              </a:defRPr>
            </a:lvl3pPr>
            <a:lvl4pPr marL="1600200" indent="-228600" defTabSz="1216025">
              <a:defRPr>
                <a:solidFill>
                  <a:schemeClr val="tx1"/>
                </a:solidFill>
                <a:latin typeface="Calibri" panose="020F0502020204030204" charset="0"/>
                <a:ea typeface="宋体" panose="02010600030101010101" pitchFamily="2" charset="-122"/>
              </a:defRPr>
            </a:lvl4pPr>
            <a:lvl5pPr marL="2057400" indent="-228600" defTabSz="1216025">
              <a:defRPr>
                <a:solidFill>
                  <a:schemeClr val="tx1"/>
                </a:solidFill>
                <a:latin typeface="Calibri" panose="020F0502020204030204" charset="0"/>
                <a:ea typeface="宋体" panose="02010600030101010101" pitchFamily="2"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Calibri" panose="020F0502020204030204" charset="0"/>
                <a:ea typeface="宋体" panose="02010600030101010101" pitchFamily="2" charset="-122"/>
              </a:defRPr>
            </a:lvl9pPr>
          </a:lstStyle>
          <a:p>
            <a:pPr algn="ctr">
              <a:lnSpc>
                <a:spcPct val="150000"/>
              </a:lnSpc>
            </a:pPr>
            <a:r>
              <a:rPr lang="zh-CN" sz="12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请在此添加您的文字内容，请在此添加您的文字内容。请在此添加您的文字内容，请在此添加您的文字内容。</a:t>
            </a:r>
            <a:endParaRPr lang="zh-CN" altLang="zh-CN" sz="1200"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7" name="文本框 9">
            <a:extLst>
              <a:ext uri="{FF2B5EF4-FFF2-40B4-BE49-F238E27FC236}">
                <a16:creationId xmlns:a16="http://schemas.microsoft.com/office/drawing/2014/main" id="{60309ECC-F2EF-483D-85D5-D732ED0B1CB2}"/>
              </a:ext>
            </a:extLst>
          </p:cNvPr>
          <p:cNvSpPr txBox="1"/>
          <p:nvPr>
            <p:custDataLst>
              <p:tags r:id="rId2"/>
            </p:custDataLst>
          </p:nvPr>
        </p:nvSpPr>
        <p:spPr>
          <a:xfrm>
            <a:off x="1071563" y="4550064"/>
            <a:ext cx="4486910" cy="975995"/>
          </a:xfrm>
          <a:prstGeom prst="rect">
            <a:avLst/>
          </a:prstGeom>
        </p:spPr>
        <p:txBody>
          <a:bodyPr wrap="square">
            <a:spAutoFit/>
          </a:bodyPr>
          <a:lstStyle>
            <a:defPPr>
              <a:defRPr lang="zh-CN"/>
            </a:defPPr>
            <a:lvl1pPr defTabSz="456565">
              <a:lnSpc>
                <a:spcPct val="130000"/>
              </a:lnSpc>
              <a:defRPr sz="12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nSpc>
                <a:spcPct val="160000"/>
              </a:lnSpc>
            </a:pPr>
            <a:r>
              <a:rPr lang="zh-CN"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请在此添加您的文字内容，请在此添加您的文字内容。请在此添加您的文字内容，请在此添加您的文字内容。请在此添加您的文字内容，请在此添加您的文字内容。</a:t>
            </a:r>
            <a:endParaRPr lang="zh-CN" altLang="en-US" dirty="0">
              <a:solidFill>
                <a:schemeClr val="tx1">
                  <a:lumMod val="75000"/>
                  <a:lumOff val="25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useBgFill="1">
        <p:nvSpPr>
          <p:cNvPr id="18" name="Freeform 9">
            <a:extLst>
              <a:ext uri="{FF2B5EF4-FFF2-40B4-BE49-F238E27FC236}">
                <a16:creationId xmlns:a16="http://schemas.microsoft.com/office/drawing/2014/main" id="{B1D4A8D5-1CE7-436B-8069-6ABED33492EA}"/>
              </a:ext>
            </a:extLst>
          </p:cNvPr>
          <p:cNvSpPr>
            <a:spLocks noEditPoints="1"/>
          </p:cNvSpPr>
          <p:nvPr/>
        </p:nvSpPr>
        <p:spPr bwMode="auto">
          <a:xfrm>
            <a:off x="6783689" y="2439381"/>
            <a:ext cx="705519" cy="638857"/>
          </a:xfrm>
          <a:custGeom>
            <a:avLst/>
            <a:gdLst>
              <a:gd name="T0" fmla="*/ 0 w 94"/>
              <a:gd name="T1" fmla="*/ 58 h 84"/>
              <a:gd name="T2" fmla="*/ 24 w 94"/>
              <a:gd name="T3" fmla="*/ 58 h 84"/>
              <a:gd name="T4" fmla="*/ 24 w 94"/>
              <a:gd name="T5" fmla="*/ 84 h 84"/>
              <a:gd name="T6" fmla="*/ 0 w 94"/>
              <a:gd name="T7" fmla="*/ 84 h 84"/>
              <a:gd name="T8" fmla="*/ 0 w 94"/>
              <a:gd name="T9" fmla="*/ 58 h 84"/>
              <a:gd name="T10" fmla="*/ 62 w 94"/>
              <a:gd name="T11" fmla="*/ 7 h 84"/>
              <a:gd name="T12" fmla="*/ 55 w 94"/>
              <a:gd name="T13" fmla="*/ 20 h 84"/>
              <a:gd name="T14" fmla="*/ 48 w 94"/>
              <a:gd name="T15" fmla="*/ 32 h 84"/>
              <a:gd name="T16" fmla="*/ 43 w 94"/>
              <a:gd name="T17" fmla="*/ 24 h 84"/>
              <a:gd name="T18" fmla="*/ 6 w 94"/>
              <a:gd name="T19" fmla="*/ 46 h 84"/>
              <a:gd name="T20" fmla="*/ 1 w 94"/>
              <a:gd name="T21" fmla="*/ 38 h 84"/>
              <a:gd name="T22" fmla="*/ 38 w 94"/>
              <a:gd name="T23" fmla="*/ 16 h 84"/>
              <a:gd name="T24" fmla="*/ 33 w 94"/>
              <a:gd name="T25" fmla="*/ 8 h 84"/>
              <a:gd name="T26" fmla="*/ 47 w 94"/>
              <a:gd name="T27" fmla="*/ 8 h 84"/>
              <a:gd name="T28" fmla="*/ 62 w 94"/>
              <a:gd name="T29" fmla="*/ 7 h 84"/>
              <a:gd name="T30" fmla="*/ 78 w 94"/>
              <a:gd name="T31" fmla="*/ 0 h 84"/>
              <a:gd name="T32" fmla="*/ 68 w 94"/>
              <a:gd name="T33" fmla="*/ 9 h 84"/>
              <a:gd name="T34" fmla="*/ 78 w 94"/>
              <a:gd name="T35" fmla="*/ 19 h 84"/>
              <a:gd name="T36" fmla="*/ 87 w 94"/>
              <a:gd name="T37" fmla="*/ 9 h 84"/>
              <a:gd name="T38" fmla="*/ 78 w 94"/>
              <a:gd name="T39" fmla="*/ 0 h 84"/>
              <a:gd name="T40" fmla="*/ 61 w 94"/>
              <a:gd name="T41" fmla="*/ 46 h 84"/>
              <a:gd name="T42" fmla="*/ 67 w 94"/>
              <a:gd name="T43" fmla="*/ 50 h 84"/>
              <a:gd name="T44" fmla="*/ 66 w 94"/>
              <a:gd name="T45" fmla="*/ 84 h 84"/>
              <a:gd name="T46" fmla="*/ 74 w 94"/>
              <a:gd name="T47" fmla="*/ 84 h 84"/>
              <a:gd name="T48" fmla="*/ 76 w 94"/>
              <a:gd name="T49" fmla="*/ 55 h 84"/>
              <a:gd name="T50" fmla="*/ 79 w 94"/>
              <a:gd name="T51" fmla="*/ 55 h 84"/>
              <a:gd name="T52" fmla="*/ 81 w 94"/>
              <a:gd name="T53" fmla="*/ 84 h 84"/>
              <a:gd name="T54" fmla="*/ 89 w 94"/>
              <a:gd name="T55" fmla="*/ 84 h 84"/>
              <a:gd name="T56" fmla="*/ 88 w 94"/>
              <a:gd name="T57" fmla="*/ 50 h 84"/>
              <a:gd name="T58" fmla="*/ 94 w 94"/>
              <a:gd name="T59" fmla="*/ 46 h 84"/>
              <a:gd name="T60" fmla="*/ 89 w 94"/>
              <a:gd name="T61" fmla="*/ 21 h 84"/>
              <a:gd name="T62" fmla="*/ 66 w 94"/>
              <a:gd name="T63" fmla="*/ 21 h 84"/>
              <a:gd name="T64" fmla="*/ 61 w 94"/>
              <a:gd name="T65" fmla="*/ 46 h 84"/>
              <a:gd name="T66" fmla="*/ 32 w 94"/>
              <a:gd name="T67" fmla="*/ 44 h 84"/>
              <a:gd name="T68" fmla="*/ 32 w 94"/>
              <a:gd name="T69" fmla="*/ 84 h 84"/>
              <a:gd name="T70" fmla="*/ 55 w 94"/>
              <a:gd name="T71" fmla="*/ 84 h 84"/>
              <a:gd name="T72" fmla="*/ 55 w 94"/>
              <a:gd name="T73" fmla="*/ 44 h 84"/>
              <a:gd name="T74" fmla="*/ 32 w 94"/>
              <a:gd name="T75" fmla="*/ 4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4" h="84">
                <a:moveTo>
                  <a:pt x="0" y="58"/>
                </a:moveTo>
                <a:cubicBezTo>
                  <a:pt x="24" y="58"/>
                  <a:pt x="24" y="58"/>
                  <a:pt x="24" y="58"/>
                </a:cubicBezTo>
                <a:cubicBezTo>
                  <a:pt x="24" y="84"/>
                  <a:pt x="24" y="84"/>
                  <a:pt x="24" y="84"/>
                </a:cubicBezTo>
                <a:cubicBezTo>
                  <a:pt x="0" y="84"/>
                  <a:pt x="0" y="84"/>
                  <a:pt x="0" y="84"/>
                </a:cubicBezTo>
                <a:cubicBezTo>
                  <a:pt x="0" y="58"/>
                  <a:pt x="0" y="58"/>
                  <a:pt x="0" y="58"/>
                </a:cubicBezTo>
                <a:close/>
                <a:moveTo>
                  <a:pt x="62" y="7"/>
                </a:moveTo>
                <a:cubicBezTo>
                  <a:pt x="55" y="20"/>
                  <a:pt x="55" y="20"/>
                  <a:pt x="55" y="20"/>
                </a:cubicBezTo>
                <a:cubicBezTo>
                  <a:pt x="48" y="32"/>
                  <a:pt x="48" y="32"/>
                  <a:pt x="48" y="32"/>
                </a:cubicBezTo>
                <a:cubicBezTo>
                  <a:pt x="43" y="24"/>
                  <a:pt x="43" y="24"/>
                  <a:pt x="43" y="24"/>
                </a:cubicBezTo>
                <a:cubicBezTo>
                  <a:pt x="6" y="46"/>
                  <a:pt x="6" y="46"/>
                  <a:pt x="6" y="46"/>
                </a:cubicBezTo>
                <a:cubicBezTo>
                  <a:pt x="1" y="38"/>
                  <a:pt x="1" y="38"/>
                  <a:pt x="1" y="38"/>
                </a:cubicBezTo>
                <a:cubicBezTo>
                  <a:pt x="38" y="16"/>
                  <a:pt x="38" y="16"/>
                  <a:pt x="38" y="16"/>
                </a:cubicBezTo>
                <a:cubicBezTo>
                  <a:pt x="33" y="8"/>
                  <a:pt x="33" y="8"/>
                  <a:pt x="33" y="8"/>
                </a:cubicBezTo>
                <a:cubicBezTo>
                  <a:pt x="47" y="8"/>
                  <a:pt x="47" y="8"/>
                  <a:pt x="47" y="8"/>
                </a:cubicBezTo>
                <a:cubicBezTo>
                  <a:pt x="62" y="7"/>
                  <a:pt x="62" y="7"/>
                  <a:pt x="62" y="7"/>
                </a:cubicBezTo>
                <a:close/>
                <a:moveTo>
                  <a:pt x="78" y="0"/>
                </a:moveTo>
                <a:cubicBezTo>
                  <a:pt x="72" y="0"/>
                  <a:pt x="68" y="4"/>
                  <a:pt x="68" y="9"/>
                </a:cubicBezTo>
                <a:cubicBezTo>
                  <a:pt x="68" y="14"/>
                  <a:pt x="72" y="19"/>
                  <a:pt x="78" y="19"/>
                </a:cubicBezTo>
                <a:cubicBezTo>
                  <a:pt x="83" y="19"/>
                  <a:pt x="87" y="14"/>
                  <a:pt x="87" y="9"/>
                </a:cubicBezTo>
                <a:cubicBezTo>
                  <a:pt x="87" y="4"/>
                  <a:pt x="83" y="0"/>
                  <a:pt x="78" y="0"/>
                </a:cubicBezTo>
                <a:close/>
                <a:moveTo>
                  <a:pt x="61" y="46"/>
                </a:moveTo>
                <a:cubicBezTo>
                  <a:pt x="63" y="47"/>
                  <a:pt x="65" y="49"/>
                  <a:pt x="67" y="50"/>
                </a:cubicBezTo>
                <a:cubicBezTo>
                  <a:pt x="66" y="84"/>
                  <a:pt x="66" y="84"/>
                  <a:pt x="66" y="84"/>
                </a:cubicBezTo>
                <a:cubicBezTo>
                  <a:pt x="74" y="84"/>
                  <a:pt x="74" y="84"/>
                  <a:pt x="74" y="84"/>
                </a:cubicBezTo>
                <a:cubicBezTo>
                  <a:pt x="76" y="55"/>
                  <a:pt x="76" y="55"/>
                  <a:pt x="76" y="55"/>
                </a:cubicBezTo>
                <a:cubicBezTo>
                  <a:pt x="79" y="55"/>
                  <a:pt x="79" y="55"/>
                  <a:pt x="79" y="55"/>
                </a:cubicBezTo>
                <a:cubicBezTo>
                  <a:pt x="81" y="84"/>
                  <a:pt x="81" y="84"/>
                  <a:pt x="81" y="84"/>
                </a:cubicBezTo>
                <a:cubicBezTo>
                  <a:pt x="89" y="84"/>
                  <a:pt x="89" y="84"/>
                  <a:pt x="89" y="84"/>
                </a:cubicBezTo>
                <a:cubicBezTo>
                  <a:pt x="88" y="50"/>
                  <a:pt x="88" y="50"/>
                  <a:pt x="88" y="50"/>
                </a:cubicBezTo>
                <a:cubicBezTo>
                  <a:pt x="94" y="46"/>
                  <a:pt x="94" y="46"/>
                  <a:pt x="94" y="46"/>
                </a:cubicBezTo>
                <a:cubicBezTo>
                  <a:pt x="89" y="21"/>
                  <a:pt x="89" y="21"/>
                  <a:pt x="89" y="21"/>
                </a:cubicBezTo>
                <a:cubicBezTo>
                  <a:pt x="64" y="21"/>
                  <a:pt x="91" y="21"/>
                  <a:pt x="66" y="21"/>
                </a:cubicBezTo>
                <a:cubicBezTo>
                  <a:pt x="61" y="46"/>
                  <a:pt x="61" y="46"/>
                  <a:pt x="61" y="46"/>
                </a:cubicBezTo>
                <a:close/>
                <a:moveTo>
                  <a:pt x="32" y="44"/>
                </a:moveTo>
                <a:cubicBezTo>
                  <a:pt x="32" y="84"/>
                  <a:pt x="32" y="84"/>
                  <a:pt x="32" y="84"/>
                </a:cubicBezTo>
                <a:cubicBezTo>
                  <a:pt x="55" y="84"/>
                  <a:pt x="55" y="84"/>
                  <a:pt x="55" y="84"/>
                </a:cubicBezTo>
                <a:cubicBezTo>
                  <a:pt x="55" y="44"/>
                  <a:pt x="55" y="44"/>
                  <a:pt x="55" y="44"/>
                </a:cubicBezTo>
                <a:lnTo>
                  <a:pt x="32" y="44"/>
                </a:ln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schemeClr val="tx2">
                  <a:lumMod val="5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useBgFill="1">
        <p:nvSpPr>
          <p:cNvPr id="19" name="Freeform 11">
            <a:extLst>
              <a:ext uri="{FF2B5EF4-FFF2-40B4-BE49-F238E27FC236}">
                <a16:creationId xmlns:a16="http://schemas.microsoft.com/office/drawing/2014/main" id="{2E1DF597-C148-42AA-89A3-B0137A1807A8}"/>
              </a:ext>
            </a:extLst>
          </p:cNvPr>
          <p:cNvSpPr>
            <a:spLocks noEditPoints="1"/>
          </p:cNvSpPr>
          <p:nvPr/>
        </p:nvSpPr>
        <p:spPr bwMode="auto">
          <a:xfrm>
            <a:off x="9572360" y="2439381"/>
            <a:ext cx="577746" cy="738850"/>
          </a:xfrm>
          <a:custGeom>
            <a:avLst/>
            <a:gdLst>
              <a:gd name="T0" fmla="*/ 0 w 77"/>
              <a:gd name="T1" fmla="*/ 85 h 98"/>
              <a:gd name="T2" fmla="*/ 29 w 77"/>
              <a:gd name="T3" fmla="*/ 98 h 98"/>
              <a:gd name="T4" fmla="*/ 30 w 77"/>
              <a:gd name="T5" fmla="*/ 98 h 98"/>
              <a:gd name="T6" fmla="*/ 30 w 77"/>
              <a:gd name="T7" fmla="*/ 98 h 98"/>
              <a:gd name="T8" fmla="*/ 31 w 77"/>
              <a:gd name="T9" fmla="*/ 98 h 98"/>
              <a:gd name="T10" fmla="*/ 33 w 77"/>
              <a:gd name="T11" fmla="*/ 98 h 98"/>
              <a:gd name="T12" fmla="*/ 33 w 77"/>
              <a:gd name="T13" fmla="*/ 98 h 98"/>
              <a:gd name="T14" fmla="*/ 34 w 77"/>
              <a:gd name="T15" fmla="*/ 98 h 98"/>
              <a:gd name="T16" fmla="*/ 35 w 77"/>
              <a:gd name="T17" fmla="*/ 98 h 98"/>
              <a:gd name="T18" fmla="*/ 36 w 77"/>
              <a:gd name="T19" fmla="*/ 98 h 98"/>
              <a:gd name="T20" fmla="*/ 37 w 77"/>
              <a:gd name="T21" fmla="*/ 98 h 98"/>
              <a:gd name="T22" fmla="*/ 38 w 77"/>
              <a:gd name="T23" fmla="*/ 98 h 98"/>
              <a:gd name="T24" fmla="*/ 39 w 77"/>
              <a:gd name="T25" fmla="*/ 98 h 98"/>
              <a:gd name="T26" fmla="*/ 40 w 77"/>
              <a:gd name="T27" fmla="*/ 98 h 98"/>
              <a:gd name="T28" fmla="*/ 41 w 77"/>
              <a:gd name="T29" fmla="*/ 98 h 98"/>
              <a:gd name="T30" fmla="*/ 42 w 77"/>
              <a:gd name="T31" fmla="*/ 98 h 98"/>
              <a:gd name="T32" fmla="*/ 43 w 77"/>
              <a:gd name="T33" fmla="*/ 98 h 98"/>
              <a:gd name="T34" fmla="*/ 43 w 77"/>
              <a:gd name="T35" fmla="*/ 98 h 98"/>
              <a:gd name="T36" fmla="*/ 44 w 77"/>
              <a:gd name="T37" fmla="*/ 98 h 98"/>
              <a:gd name="T38" fmla="*/ 45 w 77"/>
              <a:gd name="T39" fmla="*/ 98 h 98"/>
              <a:gd name="T40" fmla="*/ 46 w 77"/>
              <a:gd name="T41" fmla="*/ 98 h 98"/>
              <a:gd name="T42" fmla="*/ 47 w 77"/>
              <a:gd name="T43" fmla="*/ 98 h 98"/>
              <a:gd name="T44" fmla="*/ 47 w 77"/>
              <a:gd name="T45" fmla="*/ 98 h 98"/>
              <a:gd name="T46" fmla="*/ 77 w 77"/>
              <a:gd name="T47" fmla="*/ 85 h 98"/>
              <a:gd name="T48" fmla="*/ 22 w 77"/>
              <a:gd name="T49" fmla="*/ 33 h 98"/>
              <a:gd name="T50" fmla="*/ 25 w 77"/>
              <a:gd name="T51" fmla="*/ 20 h 98"/>
              <a:gd name="T52" fmla="*/ 22 w 77"/>
              <a:gd name="T53" fmla="*/ 0 h 98"/>
              <a:gd name="T54" fmla="*/ 27 w 77"/>
              <a:gd name="T55" fmla="*/ 6 h 98"/>
              <a:gd name="T56" fmla="*/ 35 w 77"/>
              <a:gd name="T57" fmla="*/ 0 h 98"/>
              <a:gd name="T58" fmla="*/ 40 w 77"/>
              <a:gd name="T59" fmla="*/ 6 h 98"/>
              <a:gd name="T60" fmla="*/ 48 w 77"/>
              <a:gd name="T61" fmla="*/ 0 h 98"/>
              <a:gd name="T62" fmla="*/ 50 w 77"/>
              <a:gd name="T63" fmla="*/ 6 h 98"/>
              <a:gd name="T64" fmla="*/ 59 w 77"/>
              <a:gd name="T65" fmla="*/ 1 h 98"/>
              <a:gd name="T66" fmla="*/ 18 w 77"/>
              <a:gd name="T67" fmla="*/ 31 h 98"/>
              <a:gd name="T68" fmla="*/ 18 w 77"/>
              <a:gd name="T69" fmla="*/ 22 h 98"/>
              <a:gd name="T70" fmla="*/ 63 w 77"/>
              <a:gd name="T71" fmla="*/ 26 h 98"/>
              <a:gd name="T72" fmla="*/ 18 w 77"/>
              <a:gd name="T73" fmla="*/ 31 h 98"/>
              <a:gd name="T74" fmla="*/ 43 w 77"/>
              <a:gd name="T75" fmla="*/ 86 h 98"/>
              <a:gd name="T76" fmla="*/ 35 w 77"/>
              <a:gd name="T77" fmla="*/ 84 h 98"/>
              <a:gd name="T78" fmla="*/ 30 w 77"/>
              <a:gd name="T79" fmla="*/ 69 h 98"/>
              <a:gd name="T80" fmla="*/ 37 w 77"/>
              <a:gd name="T81" fmla="*/ 78 h 98"/>
              <a:gd name="T82" fmla="*/ 40 w 77"/>
              <a:gd name="T83" fmla="*/ 78 h 98"/>
              <a:gd name="T84" fmla="*/ 39 w 77"/>
              <a:gd name="T85" fmla="*/ 70 h 98"/>
              <a:gd name="T86" fmla="*/ 30 w 77"/>
              <a:gd name="T87" fmla="*/ 57 h 98"/>
              <a:gd name="T88" fmla="*/ 35 w 77"/>
              <a:gd name="T89" fmla="*/ 46 h 98"/>
              <a:gd name="T90" fmla="*/ 43 w 77"/>
              <a:gd name="T91" fmla="*/ 44 h 98"/>
              <a:gd name="T92" fmla="*/ 48 w 77"/>
              <a:gd name="T93" fmla="*/ 53 h 98"/>
              <a:gd name="T94" fmla="*/ 40 w 77"/>
              <a:gd name="T95" fmla="*/ 59 h 98"/>
              <a:gd name="T96" fmla="*/ 39 w 77"/>
              <a:gd name="T97" fmla="*/ 51 h 98"/>
              <a:gd name="T98" fmla="*/ 38 w 77"/>
              <a:gd name="T99" fmla="*/ 56 h 98"/>
              <a:gd name="T100" fmla="*/ 47 w 77"/>
              <a:gd name="T101" fmla="*/ 68 h 98"/>
              <a:gd name="T102" fmla="*/ 49 w 77"/>
              <a:gd name="T103" fmla="*/ 77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 h="98">
                <a:moveTo>
                  <a:pt x="22" y="33"/>
                </a:moveTo>
                <a:cubicBezTo>
                  <a:pt x="11" y="49"/>
                  <a:pt x="4" y="66"/>
                  <a:pt x="0" y="85"/>
                </a:cubicBezTo>
                <a:cubicBezTo>
                  <a:pt x="1" y="91"/>
                  <a:pt x="5" y="96"/>
                  <a:pt x="11" y="98"/>
                </a:cubicBezTo>
                <a:cubicBezTo>
                  <a:pt x="29" y="98"/>
                  <a:pt x="29" y="98"/>
                  <a:pt x="29" y="98"/>
                </a:cubicBezTo>
                <a:cubicBezTo>
                  <a:pt x="30" y="98"/>
                  <a:pt x="30" y="98"/>
                  <a:pt x="30" y="98"/>
                </a:cubicBezTo>
                <a:cubicBezTo>
                  <a:pt x="30" y="98"/>
                  <a:pt x="30" y="98"/>
                  <a:pt x="30" y="98"/>
                </a:cubicBezTo>
                <a:cubicBezTo>
                  <a:pt x="30" y="98"/>
                  <a:pt x="30" y="98"/>
                  <a:pt x="30" y="98"/>
                </a:cubicBezTo>
                <a:cubicBezTo>
                  <a:pt x="30" y="98"/>
                  <a:pt x="30" y="98"/>
                  <a:pt x="30" y="98"/>
                </a:cubicBezTo>
                <a:cubicBezTo>
                  <a:pt x="31" y="98"/>
                  <a:pt x="31" y="98"/>
                  <a:pt x="31" y="98"/>
                </a:cubicBezTo>
                <a:cubicBezTo>
                  <a:pt x="31" y="98"/>
                  <a:pt x="31" y="98"/>
                  <a:pt x="31" y="98"/>
                </a:cubicBezTo>
                <a:cubicBezTo>
                  <a:pt x="32" y="98"/>
                  <a:pt x="32" y="98"/>
                  <a:pt x="32" y="98"/>
                </a:cubicBezTo>
                <a:cubicBezTo>
                  <a:pt x="33" y="98"/>
                  <a:pt x="33" y="98"/>
                  <a:pt x="33" y="98"/>
                </a:cubicBezTo>
                <a:cubicBezTo>
                  <a:pt x="33" y="98"/>
                  <a:pt x="33" y="98"/>
                  <a:pt x="33" y="98"/>
                </a:cubicBezTo>
                <a:cubicBezTo>
                  <a:pt x="33" y="98"/>
                  <a:pt x="33" y="98"/>
                  <a:pt x="33" y="98"/>
                </a:cubicBezTo>
                <a:cubicBezTo>
                  <a:pt x="34" y="98"/>
                  <a:pt x="34" y="98"/>
                  <a:pt x="34" y="98"/>
                </a:cubicBezTo>
                <a:cubicBezTo>
                  <a:pt x="34" y="98"/>
                  <a:pt x="34" y="98"/>
                  <a:pt x="34" y="98"/>
                </a:cubicBezTo>
                <a:cubicBezTo>
                  <a:pt x="34" y="98"/>
                  <a:pt x="34" y="98"/>
                  <a:pt x="34" y="98"/>
                </a:cubicBezTo>
                <a:cubicBezTo>
                  <a:pt x="35" y="98"/>
                  <a:pt x="35" y="98"/>
                  <a:pt x="35" y="98"/>
                </a:cubicBezTo>
                <a:cubicBezTo>
                  <a:pt x="35" y="98"/>
                  <a:pt x="35" y="98"/>
                  <a:pt x="35" y="98"/>
                </a:cubicBezTo>
                <a:cubicBezTo>
                  <a:pt x="36" y="98"/>
                  <a:pt x="36" y="98"/>
                  <a:pt x="36" y="98"/>
                </a:cubicBezTo>
                <a:cubicBezTo>
                  <a:pt x="37" y="98"/>
                  <a:pt x="37" y="98"/>
                  <a:pt x="37" y="98"/>
                </a:cubicBezTo>
                <a:cubicBezTo>
                  <a:pt x="37" y="98"/>
                  <a:pt x="37" y="98"/>
                  <a:pt x="37" y="98"/>
                </a:cubicBezTo>
                <a:cubicBezTo>
                  <a:pt x="37" y="98"/>
                  <a:pt x="37" y="98"/>
                  <a:pt x="37" y="98"/>
                </a:cubicBezTo>
                <a:cubicBezTo>
                  <a:pt x="38" y="98"/>
                  <a:pt x="38" y="98"/>
                  <a:pt x="38" y="98"/>
                </a:cubicBezTo>
                <a:cubicBezTo>
                  <a:pt x="38" y="98"/>
                  <a:pt x="38" y="98"/>
                  <a:pt x="38" y="98"/>
                </a:cubicBezTo>
                <a:cubicBezTo>
                  <a:pt x="39" y="98"/>
                  <a:pt x="39" y="98"/>
                  <a:pt x="39" y="98"/>
                </a:cubicBezTo>
                <a:cubicBezTo>
                  <a:pt x="39" y="98"/>
                  <a:pt x="39" y="98"/>
                  <a:pt x="39" y="98"/>
                </a:cubicBezTo>
                <a:cubicBezTo>
                  <a:pt x="40" y="98"/>
                  <a:pt x="40" y="98"/>
                  <a:pt x="40" y="98"/>
                </a:cubicBezTo>
                <a:cubicBezTo>
                  <a:pt x="40" y="98"/>
                  <a:pt x="40" y="98"/>
                  <a:pt x="40" y="98"/>
                </a:cubicBezTo>
                <a:cubicBezTo>
                  <a:pt x="41" y="98"/>
                  <a:pt x="41" y="98"/>
                  <a:pt x="41" y="98"/>
                </a:cubicBezTo>
                <a:cubicBezTo>
                  <a:pt x="41" y="98"/>
                  <a:pt x="41" y="98"/>
                  <a:pt x="41" y="98"/>
                </a:cubicBezTo>
                <a:cubicBezTo>
                  <a:pt x="42" y="98"/>
                  <a:pt x="42" y="98"/>
                  <a:pt x="42" y="98"/>
                </a:cubicBezTo>
                <a:cubicBezTo>
                  <a:pt x="42" y="98"/>
                  <a:pt x="42" y="98"/>
                  <a:pt x="42" y="98"/>
                </a:cubicBezTo>
                <a:cubicBezTo>
                  <a:pt x="43" y="98"/>
                  <a:pt x="43" y="98"/>
                  <a:pt x="43" y="98"/>
                </a:cubicBezTo>
                <a:cubicBezTo>
                  <a:pt x="43" y="98"/>
                  <a:pt x="43" y="98"/>
                  <a:pt x="43" y="98"/>
                </a:cubicBezTo>
                <a:cubicBezTo>
                  <a:pt x="43" y="98"/>
                  <a:pt x="43" y="98"/>
                  <a:pt x="43" y="98"/>
                </a:cubicBezTo>
                <a:cubicBezTo>
                  <a:pt x="43" y="98"/>
                  <a:pt x="43" y="98"/>
                  <a:pt x="43" y="98"/>
                </a:cubicBezTo>
                <a:cubicBezTo>
                  <a:pt x="44" y="98"/>
                  <a:pt x="44" y="98"/>
                  <a:pt x="44" y="98"/>
                </a:cubicBezTo>
                <a:cubicBezTo>
                  <a:pt x="45" y="98"/>
                  <a:pt x="45" y="98"/>
                  <a:pt x="45" y="98"/>
                </a:cubicBezTo>
                <a:cubicBezTo>
                  <a:pt x="45" y="98"/>
                  <a:pt x="45" y="98"/>
                  <a:pt x="45" y="98"/>
                </a:cubicBezTo>
                <a:cubicBezTo>
                  <a:pt x="46" y="98"/>
                  <a:pt x="46" y="98"/>
                  <a:pt x="46" y="98"/>
                </a:cubicBezTo>
                <a:cubicBezTo>
                  <a:pt x="46" y="98"/>
                  <a:pt x="46" y="98"/>
                  <a:pt x="46" y="98"/>
                </a:cubicBezTo>
                <a:cubicBezTo>
                  <a:pt x="46" y="98"/>
                  <a:pt x="46" y="98"/>
                  <a:pt x="46" y="98"/>
                </a:cubicBezTo>
                <a:cubicBezTo>
                  <a:pt x="47" y="98"/>
                  <a:pt x="47" y="98"/>
                  <a:pt x="47" y="98"/>
                </a:cubicBezTo>
                <a:cubicBezTo>
                  <a:pt x="47" y="98"/>
                  <a:pt x="47" y="98"/>
                  <a:pt x="47" y="98"/>
                </a:cubicBezTo>
                <a:cubicBezTo>
                  <a:pt x="47" y="98"/>
                  <a:pt x="47" y="98"/>
                  <a:pt x="47" y="98"/>
                </a:cubicBezTo>
                <a:cubicBezTo>
                  <a:pt x="66" y="98"/>
                  <a:pt x="66" y="98"/>
                  <a:pt x="66" y="98"/>
                </a:cubicBezTo>
                <a:cubicBezTo>
                  <a:pt x="72" y="96"/>
                  <a:pt x="75" y="91"/>
                  <a:pt x="77" y="85"/>
                </a:cubicBezTo>
                <a:cubicBezTo>
                  <a:pt x="72" y="66"/>
                  <a:pt x="66" y="49"/>
                  <a:pt x="55" y="33"/>
                </a:cubicBezTo>
                <a:cubicBezTo>
                  <a:pt x="44" y="33"/>
                  <a:pt x="33" y="33"/>
                  <a:pt x="22" y="33"/>
                </a:cubicBezTo>
                <a:close/>
                <a:moveTo>
                  <a:pt x="50" y="20"/>
                </a:moveTo>
                <a:cubicBezTo>
                  <a:pt x="42" y="20"/>
                  <a:pt x="34" y="20"/>
                  <a:pt x="25" y="20"/>
                </a:cubicBezTo>
                <a:cubicBezTo>
                  <a:pt x="16" y="1"/>
                  <a:pt x="16" y="1"/>
                  <a:pt x="16" y="1"/>
                </a:cubicBezTo>
                <a:cubicBezTo>
                  <a:pt x="22" y="0"/>
                  <a:pt x="22" y="0"/>
                  <a:pt x="22" y="0"/>
                </a:cubicBezTo>
                <a:cubicBezTo>
                  <a:pt x="25" y="6"/>
                  <a:pt x="25" y="6"/>
                  <a:pt x="25" y="6"/>
                </a:cubicBezTo>
                <a:cubicBezTo>
                  <a:pt x="27" y="6"/>
                  <a:pt x="27" y="6"/>
                  <a:pt x="27" y="6"/>
                </a:cubicBezTo>
                <a:cubicBezTo>
                  <a:pt x="27" y="0"/>
                  <a:pt x="27" y="0"/>
                  <a:pt x="27" y="0"/>
                </a:cubicBezTo>
                <a:cubicBezTo>
                  <a:pt x="35" y="0"/>
                  <a:pt x="35" y="0"/>
                  <a:pt x="35" y="0"/>
                </a:cubicBezTo>
                <a:cubicBezTo>
                  <a:pt x="36" y="6"/>
                  <a:pt x="36" y="6"/>
                  <a:pt x="36" y="6"/>
                </a:cubicBezTo>
                <a:cubicBezTo>
                  <a:pt x="40" y="6"/>
                  <a:pt x="40" y="6"/>
                  <a:pt x="40" y="6"/>
                </a:cubicBezTo>
                <a:cubicBezTo>
                  <a:pt x="40" y="0"/>
                  <a:pt x="40" y="0"/>
                  <a:pt x="40" y="0"/>
                </a:cubicBezTo>
                <a:cubicBezTo>
                  <a:pt x="48" y="0"/>
                  <a:pt x="48" y="0"/>
                  <a:pt x="48" y="0"/>
                </a:cubicBezTo>
                <a:cubicBezTo>
                  <a:pt x="48" y="6"/>
                  <a:pt x="48" y="6"/>
                  <a:pt x="48" y="6"/>
                </a:cubicBezTo>
                <a:cubicBezTo>
                  <a:pt x="50" y="6"/>
                  <a:pt x="50" y="6"/>
                  <a:pt x="50" y="6"/>
                </a:cubicBezTo>
                <a:cubicBezTo>
                  <a:pt x="53" y="0"/>
                  <a:pt x="53" y="0"/>
                  <a:pt x="53" y="0"/>
                </a:cubicBezTo>
                <a:cubicBezTo>
                  <a:pt x="59" y="1"/>
                  <a:pt x="59" y="1"/>
                  <a:pt x="59" y="1"/>
                </a:cubicBezTo>
                <a:cubicBezTo>
                  <a:pt x="50" y="20"/>
                  <a:pt x="50" y="20"/>
                  <a:pt x="50" y="20"/>
                </a:cubicBezTo>
                <a:close/>
                <a:moveTo>
                  <a:pt x="18" y="31"/>
                </a:moveTo>
                <a:cubicBezTo>
                  <a:pt x="16" y="31"/>
                  <a:pt x="14" y="29"/>
                  <a:pt x="14" y="26"/>
                </a:cubicBezTo>
                <a:cubicBezTo>
                  <a:pt x="14" y="24"/>
                  <a:pt x="16" y="22"/>
                  <a:pt x="18" y="22"/>
                </a:cubicBezTo>
                <a:cubicBezTo>
                  <a:pt x="59" y="22"/>
                  <a:pt x="59" y="22"/>
                  <a:pt x="59" y="22"/>
                </a:cubicBezTo>
                <a:cubicBezTo>
                  <a:pt x="61" y="22"/>
                  <a:pt x="63" y="24"/>
                  <a:pt x="63" y="26"/>
                </a:cubicBezTo>
                <a:cubicBezTo>
                  <a:pt x="63" y="29"/>
                  <a:pt x="61" y="31"/>
                  <a:pt x="59" y="31"/>
                </a:cubicBezTo>
                <a:cubicBezTo>
                  <a:pt x="18" y="31"/>
                  <a:pt x="18" y="31"/>
                  <a:pt x="18" y="31"/>
                </a:cubicBezTo>
                <a:close/>
                <a:moveTo>
                  <a:pt x="43" y="84"/>
                </a:moveTo>
                <a:cubicBezTo>
                  <a:pt x="43" y="86"/>
                  <a:pt x="43" y="86"/>
                  <a:pt x="43" y="86"/>
                </a:cubicBezTo>
                <a:cubicBezTo>
                  <a:pt x="35" y="86"/>
                  <a:pt x="35" y="86"/>
                  <a:pt x="35" y="86"/>
                </a:cubicBezTo>
                <a:cubicBezTo>
                  <a:pt x="35" y="84"/>
                  <a:pt x="35" y="84"/>
                  <a:pt x="35" y="84"/>
                </a:cubicBezTo>
                <a:cubicBezTo>
                  <a:pt x="32" y="83"/>
                  <a:pt x="30" y="81"/>
                  <a:pt x="30" y="77"/>
                </a:cubicBezTo>
                <a:cubicBezTo>
                  <a:pt x="30" y="69"/>
                  <a:pt x="30" y="69"/>
                  <a:pt x="30" y="69"/>
                </a:cubicBezTo>
                <a:cubicBezTo>
                  <a:pt x="37" y="69"/>
                  <a:pt x="37" y="69"/>
                  <a:pt x="37" y="69"/>
                </a:cubicBezTo>
                <a:cubicBezTo>
                  <a:pt x="37" y="78"/>
                  <a:pt x="37" y="78"/>
                  <a:pt x="37" y="78"/>
                </a:cubicBezTo>
                <a:cubicBezTo>
                  <a:pt x="37" y="78"/>
                  <a:pt x="38" y="79"/>
                  <a:pt x="39" y="79"/>
                </a:cubicBezTo>
                <a:cubicBezTo>
                  <a:pt x="40" y="79"/>
                  <a:pt x="40" y="78"/>
                  <a:pt x="40" y="78"/>
                </a:cubicBezTo>
                <a:cubicBezTo>
                  <a:pt x="40" y="73"/>
                  <a:pt x="40" y="73"/>
                  <a:pt x="40" y="73"/>
                </a:cubicBezTo>
                <a:cubicBezTo>
                  <a:pt x="40" y="72"/>
                  <a:pt x="40" y="71"/>
                  <a:pt x="39" y="70"/>
                </a:cubicBezTo>
                <a:cubicBezTo>
                  <a:pt x="38" y="69"/>
                  <a:pt x="36" y="67"/>
                  <a:pt x="32" y="63"/>
                </a:cubicBezTo>
                <a:cubicBezTo>
                  <a:pt x="31" y="61"/>
                  <a:pt x="30" y="59"/>
                  <a:pt x="30" y="57"/>
                </a:cubicBezTo>
                <a:cubicBezTo>
                  <a:pt x="30" y="53"/>
                  <a:pt x="30" y="53"/>
                  <a:pt x="30" y="53"/>
                </a:cubicBezTo>
                <a:cubicBezTo>
                  <a:pt x="30" y="49"/>
                  <a:pt x="32" y="47"/>
                  <a:pt x="35" y="46"/>
                </a:cubicBezTo>
                <a:cubicBezTo>
                  <a:pt x="35" y="44"/>
                  <a:pt x="35" y="44"/>
                  <a:pt x="35" y="44"/>
                </a:cubicBezTo>
                <a:cubicBezTo>
                  <a:pt x="43" y="44"/>
                  <a:pt x="43" y="44"/>
                  <a:pt x="43" y="44"/>
                </a:cubicBezTo>
                <a:cubicBezTo>
                  <a:pt x="43" y="46"/>
                  <a:pt x="43" y="46"/>
                  <a:pt x="43" y="46"/>
                </a:cubicBezTo>
                <a:cubicBezTo>
                  <a:pt x="46" y="47"/>
                  <a:pt x="48" y="49"/>
                  <a:pt x="48" y="53"/>
                </a:cubicBezTo>
                <a:cubicBezTo>
                  <a:pt x="48" y="59"/>
                  <a:pt x="48" y="59"/>
                  <a:pt x="48" y="59"/>
                </a:cubicBezTo>
                <a:cubicBezTo>
                  <a:pt x="40" y="59"/>
                  <a:pt x="40" y="59"/>
                  <a:pt x="40" y="59"/>
                </a:cubicBezTo>
                <a:cubicBezTo>
                  <a:pt x="40" y="52"/>
                  <a:pt x="40" y="52"/>
                  <a:pt x="40" y="52"/>
                </a:cubicBezTo>
                <a:cubicBezTo>
                  <a:pt x="40" y="51"/>
                  <a:pt x="40" y="51"/>
                  <a:pt x="39" y="51"/>
                </a:cubicBezTo>
                <a:cubicBezTo>
                  <a:pt x="38" y="51"/>
                  <a:pt x="38" y="52"/>
                  <a:pt x="38" y="53"/>
                </a:cubicBezTo>
                <a:cubicBezTo>
                  <a:pt x="38" y="56"/>
                  <a:pt x="38" y="56"/>
                  <a:pt x="38" y="56"/>
                </a:cubicBezTo>
                <a:cubicBezTo>
                  <a:pt x="38" y="57"/>
                  <a:pt x="39" y="59"/>
                  <a:pt x="41" y="61"/>
                </a:cubicBezTo>
                <a:cubicBezTo>
                  <a:pt x="44" y="64"/>
                  <a:pt x="47" y="67"/>
                  <a:pt x="47" y="68"/>
                </a:cubicBezTo>
                <a:cubicBezTo>
                  <a:pt x="48" y="69"/>
                  <a:pt x="49" y="71"/>
                  <a:pt x="49" y="72"/>
                </a:cubicBezTo>
                <a:cubicBezTo>
                  <a:pt x="49" y="77"/>
                  <a:pt x="49" y="77"/>
                  <a:pt x="49" y="77"/>
                </a:cubicBezTo>
                <a:cubicBezTo>
                  <a:pt x="49" y="81"/>
                  <a:pt x="47" y="83"/>
                  <a:pt x="43" y="84"/>
                </a:cubicBez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2000">
              <a:solidFill>
                <a:schemeClr val="tx2">
                  <a:lumMod val="50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8DC8507C-4E1A-841F-D3EE-A953EAA86932}"/>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34309661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1+#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1+#ppt_w/2"/>
                                          </p:val>
                                        </p:tav>
                                        <p:tav tm="100000">
                                          <p:val>
                                            <p:strVal val="#ppt_x"/>
                                          </p:val>
                                        </p:tav>
                                      </p:tavLst>
                                    </p:anim>
                                    <p:anim calcmode="lin" valueType="num">
                                      <p:cBhvr additive="base">
                                        <p:cTn id="16" dur="500" fill="hold"/>
                                        <p:tgtEl>
                                          <p:spTgt spid="10"/>
                                        </p:tgtEl>
                                        <p:attrNameLst>
                                          <p:attrName>ppt_y</p:attrName>
                                        </p:attrNameLst>
                                      </p:cBhvr>
                                      <p:tavLst>
                                        <p:tav tm="0">
                                          <p:val>
                                            <p:strVal val="#ppt_y"/>
                                          </p:val>
                                        </p:tav>
                                        <p:tav tm="100000">
                                          <p:val>
                                            <p:strVal val="#ppt_y"/>
                                          </p:val>
                                        </p:tav>
                                      </p:tavLst>
                                    </p:anim>
                                  </p:childTnLst>
                                </p:cTn>
                              </p:par>
                              <p:par>
                                <p:cTn id="17" presetID="10" presetClass="entr" presetSubtype="0" fill="hold" grpId="0" nodeType="withEffect">
                                  <p:stCondLst>
                                    <p:cond delay="125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125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125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125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2" presetClass="entr" presetSubtype="2"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1+#ppt_w/2"/>
                                          </p:val>
                                        </p:tav>
                                        <p:tav tm="100000">
                                          <p:val>
                                            <p:strVal val="#ppt_x"/>
                                          </p:val>
                                        </p:tav>
                                      </p:tavLst>
                                    </p:anim>
                                    <p:anim calcmode="lin" valueType="num">
                                      <p:cBhvr additive="base">
                                        <p:cTn id="32"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bldLvl="0" animBg="1"/>
      <p:bldP spid="12" grpId="0"/>
      <p:bldP spid="13" grpId="0"/>
      <p:bldP spid="14" grpId="0"/>
      <p:bldP spid="15" grpId="0"/>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4A6569A5-4EF0-49B3-80D3-4D47AFE38907}"/>
              </a:ext>
            </a:extLst>
          </p:cNvPr>
          <p:cNvSpPr txBox="1"/>
          <p:nvPr/>
        </p:nvSpPr>
        <p:spPr>
          <a:xfrm>
            <a:off x="1157716" y="2546664"/>
            <a:ext cx="2783379" cy="1171603"/>
          </a:xfrm>
          <a:prstGeom prst="rect">
            <a:avLst/>
          </a:prstGeom>
          <a:noFill/>
        </p:spPr>
        <p:txBody>
          <a:bodyPr wrap="square">
            <a:spAutoFit/>
          </a:bodyPr>
          <a:lstStyle/>
          <a:p>
            <a:pPr algn="ctr">
              <a:lnSpc>
                <a:spcPct val="150000"/>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在此处添加内容在此次添加内容在此处添加内容在此次添加内容在此处添加内容在此处添加内容 </a:t>
            </a:r>
          </a:p>
          <a:p>
            <a:pPr algn="ctr">
              <a:lnSpc>
                <a:spcPct val="150000"/>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8">
            <a:extLst>
              <a:ext uri="{FF2B5EF4-FFF2-40B4-BE49-F238E27FC236}">
                <a16:creationId xmlns:a16="http://schemas.microsoft.com/office/drawing/2014/main" id="{12B85883-A2E5-45AF-8EF8-FD4F7C77D118}"/>
              </a:ext>
            </a:extLst>
          </p:cNvPr>
          <p:cNvSpPr txBox="1"/>
          <p:nvPr/>
        </p:nvSpPr>
        <p:spPr>
          <a:xfrm>
            <a:off x="1423302" y="2027481"/>
            <a:ext cx="2252206" cy="588879"/>
          </a:xfrm>
          <a:prstGeom prst="rect">
            <a:avLst/>
          </a:prstGeom>
          <a:noFill/>
        </p:spPr>
        <p:txBody>
          <a:bodyPr wrap="square">
            <a:spAutoFit/>
          </a:bodyPr>
          <a:lstStyle/>
          <a:p>
            <a:pPr algn="ctr">
              <a:lnSpc>
                <a:spcPct val="150000"/>
              </a:lnSpc>
            </a:pPr>
            <a:r>
              <a:rPr lang="zh-CN" alt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在此输入标题</a:t>
            </a:r>
            <a:endParaRPr lang="en-US" altLang="zh-CN"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BDD20432-A035-4C11-A050-7DCB5B536477}"/>
              </a:ext>
            </a:extLst>
          </p:cNvPr>
          <p:cNvSpPr txBox="1"/>
          <p:nvPr/>
        </p:nvSpPr>
        <p:spPr>
          <a:xfrm>
            <a:off x="8296361" y="2501059"/>
            <a:ext cx="2783379" cy="1171603"/>
          </a:xfrm>
          <a:prstGeom prst="rect">
            <a:avLst/>
          </a:prstGeom>
          <a:noFill/>
        </p:spPr>
        <p:txBody>
          <a:bodyPr wrap="square">
            <a:spAutoFit/>
          </a:bodyPr>
          <a:lstStyle/>
          <a:p>
            <a:pPr algn="ctr">
              <a:lnSpc>
                <a:spcPct val="150000"/>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在此处添加内容在此次添加内容在此处添加内容在此次添加内容在此处添加内容在此处添加内容 </a:t>
            </a:r>
          </a:p>
          <a:p>
            <a:pPr algn="ctr">
              <a:lnSpc>
                <a:spcPct val="150000"/>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0">
            <a:extLst>
              <a:ext uri="{FF2B5EF4-FFF2-40B4-BE49-F238E27FC236}">
                <a16:creationId xmlns:a16="http://schemas.microsoft.com/office/drawing/2014/main" id="{48C1D8E7-DF8F-4141-B676-74C76EF459AF}"/>
              </a:ext>
            </a:extLst>
          </p:cNvPr>
          <p:cNvSpPr txBox="1"/>
          <p:nvPr/>
        </p:nvSpPr>
        <p:spPr>
          <a:xfrm>
            <a:off x="8561947" y="1981876"/>
            <a:ext cx="2252206" cy="588879"/>
          </a:xfrm>
          <a:prstGeom prst="rect">
            <a:avLst/>
          </a:prstGeom>
          <a:noFill/>
        </p:spPr>
        <p:txBody>
          <a:bodyPr wrap="square">
            <a:spAutoFit/>
          </a:bodyPr>
          <a:lstStyle/>
          <a:p>
            <a:pPr algn="ctr">
              <a:lnSpc>
                <a:spcPct val="150000"/>
              </a:lnSpc>
            </a:pPr>
            <a:r>
              <a:rPr lang="zh-CN" alt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在此输入标题</a:t>
            </a:r>
            <a:endParaRPr lang="en-US" altLang="zh-CN"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文本框 11">
            <a:extLst>
              <a:ext uri="{FF2B5EF4-FFF2-40B4-BE49-F238E27FC236}">
                <a16:creationId xmlns:a16="http://schemas.microsoft.com/office/drawing/2014/main" id="{ACCEEA95-6BF6-4476-8D30-62FC45D65379}"/>
              </a:ext>
            </a:extLst>
          </p:cNvPr>
          <p:cNvSpPr txBox="1"/>
          <p:nvPr/>
        </p:nvSpPr>
        <p:spPr>
          <a:xfrm>
            <a:off x="4704311" y="4606238"/>
            <a:ext cx="2783379" cy="1171603"/>
          </a:xfrm>
          <a:prstGeom prst="rect">
            <a:avLst/>
          </a:prstGeom>
          <a:noFill/>
        </p:spPr>
        <p:txBody>
          <a:bodyPr wrap="square">
            <a:spAutoFit/>
          </a:bodyPr>
          <a:lstStyle/>
          <a:p>
            <a:pPr algn="ctr">
              <a:lnSpc>
                <a:spcPct val="150000"/>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在此处添加内容在此次添加内容在此处添加内容在此次添加内容在此处添加内容在此处添加内容 </a:t>
            </a:r>
          </a:p>
          <a:p>
            <a:pPr algn="ctr">
              <a:lnSpc>
                <a:spcPct val="150000"/>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F51714D0-393E-48EA-AA90-62B491D5E5FB}"/>
              </a:ext>
            </a:extLst>
          </p:cNvPr>
          <p:cNvSpPr txBox="1"/>
          <p:nvPr/>
        </p:nvSpPr>
        <p:spPr>
          <a:xfrm>
            <a:off x="4969897" y="4087055"/>
            <a:ext cx="2252206" cy="588879"/>
          </a:xfrm>
          <a:prstGeom prst="rect">
            <a:avLst/>
          </a:prstGeom>
          <a:noFill/>
        </p:spPr>
        <p:txBody>
          <a:bodyPr wrap="square">
            <a:spAutoFit/>
          </a:bodyPr>
          <a:lstStyle/>
          <a:p>
            <a:pPr algn="ctr">
              <a:lnSpc>
                <a:spcPct val="150000"/>
              </a:lnSpc>
            </a:pPr>
            <a:r>
              <a:rPr lang="zh-CN" alt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在此输入标题</a:t>
            </a:r>
            <a:endParaRPr lang="en-US" altLang="zh-CN"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pic>
        <p:nvPicPr>
          <p:cNvPr id="14" name="图片 13">
            <a:extLst>
              <a:ext uri="{FF2B5EF4-FFF2-40B4-BE49-F238E27FC236}">
                <a16:creationId xmlns:a16="http://schemas.microsoft.com/office/drawing/2014/main" id="{BF7C89CA-1FAC-423A-8043-EFC77977CCE1}"/>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975821" y="3830204"/>
            <a:ext cx="3147168" cy="1887748"/>
          </a:xfrm>
          <a:prstGeom prst="rect">
            <a:avLst/>
          </a:prstGeom>
        </p:spPr>
      </p:pic>
      <p:pic>
        <p:nvPicPr>
          <p:cNvPr id="15" name="图片 14">
            <a:extLst>
              <a:ext uri="{FF2B5EF4-FFF2-40B4-BE49-F238E27FC236}">
                <a16:creationId xmlns:a16="http://schemas.microsoft.com/office/drawing/2014/main" id="{7E5C20B0-8ECA-4BC1-A7FD-E5C81DE46707}"/>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4514280" y="1891973"/>
            <a:ext cx="3163440" cy="1847018"/>
          </a:xfrm>
          <a:prstGeom prst="rect">
            <a:avLst/>
          </a:prstGeom>
        </p:spPr>
      </p:pic>
      <p:pic>
        <p:nvPicPr>
          <p:cNvPr id="16" name="图片 15">
            <a:extLst>
              <a:ext uri="{FF2B5EF4-FFF2-40B4-BE49-F238E27FC236}">
                <a16:creationId xmlns:a16="http://schemas.microsoft.com/office/drawing/2014/main" id="{95CEA3E4-FEBB-437D-8BD1-D29D7E0316C3}"/>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8114466" y="3830203"/>
            <a:ext cx="3147168" cy="1887748"/>
          </a:xfrm>
          <a:prstGeom prst="rect">
            <a:avLst/>
          </a:prstGeom>
        </p:spPr>
      </p:pic>
      <p:sp>
        <p:nvSpPr>
          <p:cNvPr id="2" name="文本框 1">
            <a:extLst>
              <a:ext uri="{FF2B5EF4-FFF2-40B4-BE49-F238E27FC236}">
                <a16:creationId xmlns:a16="http://schemas.microsoft.com/office/drawing/2014/main" id="{68577EF5-63E3-D4B1-3B11-61F5BE1FCD9A}"/>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8810172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a:extLst>
              <a:ext uri="{FF2B5EF4-FFF2-40B4-BE49-F238E27FC236}">
                <a16:creationId xmlns:a16="http://schemas.microsoft.com/office/drawing/2014/main" id="{447CED42-3564-4F8A-B3D5-3FC8BE18F897}"/>
              </a:ext>
            </a:extLst>
          </p:cNvPr>
          <p:cNvGrpSpPr/>
          <p:nvPr/>
        </p:nvGrpSpPr>
        <p:grpSpPr>
          <a:xfrm>
            <a:off x="1148084" y="2034390"/>
            <a:ext cx="9895833" cy="841397"/>
            <a:chOff x="1230539" y="1903156"/>
            <a:chExt cx="9895833" cy="841397"/>
          </a:xfrm>
        </p:grpSpPr>
        <p:sp>
          <p:nvSpPr>
            <p:cNvPr id="8" name="圆角矩形 41">
              <a:extLst>
                <a:ext uri="{FF2B5EF4-FFF2-40B4-BE49-F238E27FC236}">
                  <a16:creationId xmlns:a16="http://schemas.microsoft.com/office/drawing/2014/main" id="{8AB5C340-DEFF-4C50-A2B4-E142E9B0DEB4}"/>
                </a:ext>
              </a:extLst>
            </p:cNvPr>
            <p:cNvSpPr/>
            <p:nvPr/>
          </p:nvSpPr>
          <p:spPr bwMode="auto">
            <a:xfrm>
              <a:off x="1230539" y="1941255"/>
              <a:ext cx="2754316" cy="575240"/>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文本框 12">
              <a:extLst>
                <a:ext uri="{FF2B5EF4-FFF2-40B4-BE49-F238E27FC236}">
                  <a16:creationId xmlns:a16="http://schemas.microsoft.com/office/drawing/2014/main" id="{71B6DAFD-FA4E-492C-AF62-9481E14481E1}"/>
                </a:ext>
              </a:extLst>
            </p:cNvPr>
            <p:cNvSpPr txBox="1"/>
            <p:nvPr/>
          </p:nvSpPr>
          <p:spPr bwMode="auto">
            <a:xfrm>
              <a:off x="1669048" y="1903156"/>
              <a:ext cx="1877298" cy="539073"/>
            </a:xfrm>
            <a:prstGeom prst="rect">
              <a:avLst/>
            </a:prstGeom>
            <a:noFill/>
            <a:ln>
              <a:noFill/>
            </a:ln>
          </p:spPr>
          <p:txBody>
            <a:bodyPr wrap="square" lIns="91391" tIns="45696" rIns="91391" bIns="45696">
              <a:spAutoFit/>
            </a:bodyPr>
            <a:lstStyle/>
            <a:p>
              <a:pPr algn="ctr">
                <a:lnSpc>
                  <a:spcPct val="131978"/>
                </a:lnSpc>
                <a:defRPr/>
              </a:pPr>
              <a:r>
                <a:rPr lang="zh-CN" altLang="en-US"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文本框 15">
              <a:extLst>
                <a:ext uri="{FF2B5EF4-FFF2-40B4-BE49-F238E27FC236}">
                  <a16:creationId xmlns:a16="http://schemas.microsoft.com/office/drawing/2014/main" id="{AB86BCBE-A026-4EEE-9248-7BB1B291A1C4}"/>
                </a:ext>
              </a:extLst>
            </p:cNvPr>
            <p:cNvSpPr txBox="1"/>
            <p:nvPr/>
          </p:nvSpPr>
          <p:spPr>
            <a:xfrm>
              <a:off x="4562849" y="1941256"/>
              <a:ext cx="6563523" cy="803297"/>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在此处添加内容在此次添加内容在此处添加内容在此次添加内容在此处添加内容在此次添加内容在此次添加内容在此处添加内容在此次添加内容在此处添加内容在此次添加内容 </a:t>
              </a:r>
            </a:p>
            <a:p>
              <a:pPr>
                <a:lnSpc>
                  <a:spcPct val="131978"/>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3" name="组合 22">
            <a:extLst>
              <a:ext uri="{FF2B5EF4-FFF2-40B4-BE49-F238E27FC236}">
                <a16:creationId xmlns:a16="http://schemas.microsoft.com/office/drawing/2014/main" id="{2AE432CB-486C-4E5E-BBD3-A0A57A6EF46C}"/>
              </a:ext>
            </a:extLst>
          </p:cNvPr>
          <p:cNvGrpSpPr/>
          <p:nvPr/>
        </p:nvGrpSpPr>
        <p:grpSpPr>
          <a:xfrm>
            <a:off x="1148084" y="3031499"/>
            <a:ext cx="9895643" cy="803297"/>
            <a:chOff x="1230729" y="3038071"/>
            <a:chExt cx="9895643" cy="803297"/>
          </a:xfrm>
        </p:grpSpPr>
        <p:sp>
          <p:nvSpPr>
            <p:cNvPr id="10" name="圆角矩形 45">
              <a:extLst>
                <a:ext uri="{FF2B5EF4-FFF2-40B4-BE49-F238E27FC236}">
                  <a16:creationId xmlns:a16="http://schemas.microsoft.com/office/drawing/2014/main" id="{10A53998-BD69-44B0-83A0-4CFDB03D3A63}"/>
                </a:ext>
              </a:extLst>
            </p:cNvPr>
            <p:cNvSpPr/>
            <p:nvPr/>
          </p:nvSpPr>
          <p:spPr bwMode="auto">
            <a:xfrm>
              <a:off x="1230729" y="3074537"/>
              <a:ext cx="2753936" cy="573608"/>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文本框 12">
              <a:extLst>
                <a:ext uri="{FF2B5EF4-FFF2-40B4-BE49-F238E27FC236}">
                  <a16:creationId xmlns:a16="http://schemas.microsoft.com/office/drawing/2014/main" id="{8E3B5957-86D2-4C5F-B6A6-7DD8FD2D7E34}"/>
                </a:ext>
              </a:extLst>
            </p:cNvPr>
            <p:cNvSpPr txBox="1"/>
            <p:nvPr/>
          </p:nvSpPr>
          <p:spPr bwMode="auto">
            <a:xfrm>
              <a:off x="1899861" y="3059617"/>
              <a:ext cx="1415673" cy="539073"/>
            </a:xfrm>
            <a:prstGeom prst="rect">
              <a:avLst/>
            </a:prstGeom>
            <a:noFill/>
            <a:ln>
              <a:noFill/>
            </a:ln>
          </p:spPr>
          <p:txBody>
            <a:bodyPr wrap="none" lIns="91391" tIns="45696" rIns="91391" bIns="45696">
              <a:spAutoFit/>
            </a:bodyPr>
            <a:lstStyle/>
            <a:p>
              <a:pPr algn="ctr">
                <a:lnSpc>
                  <a:spcPct val="131978"/>
                </a:lnSpc>
                <a:defRPr/>
              </a:pPr>
              <a:r>
                <a:rPr lang="zh-CN" altLang="en-US"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7" name="文本框 16">
              <a:extLst>
                <a:ext uri="{FF2B5EF4-FFF2-40B4-BE49-F238E27FC236}">
                  <a16:creationId xmlns:a16="http://schemas.microsoft.com/office/drawing/2014/main" id="{6D1AF0E9-7BFD-4304-A5D4-F439B6D619EB}"/>
                </a:ext>
              </a:extLst>
            </p:cNvPr>
            <p:cNvSpPr txBox="1"/>
            <p:nvPr/>
          </p:nvSpPr>
          <p:spPr>
            <a:xfrm>
              <a:off x="4562849" y="3038071"/>
              <a:ext cx="6563523" cy="803297"/>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在此处添加内容在此次添加内容在此处添加内容在此次添加内容在此处添加内容在此次添加内容在此次添加内容在此处添加内容在此次添加内容在此处添加内容在此次添加内容 </a:t>
              </a:r>
            </a:p>
            <a:p>
              <a:pPr>
                <a:lnSpc>
                  <a:spcPct val="131978"/>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3" name="组合 2">
            <a:extLst>
              <a:ext uri="{FF2B5EF4-FFF2-40B4-BE49-F238E27FC236}">
                <a16:creationId xmlns:a16="http://schemas.microsoft.com/office/drawing/2014/main" id="{D26990EF-69EA-4ACB-A970-360D1D648527}"/>
              </a:ext>
            </a:extLst>
          </p:cNvPr>
          <p:cNvGrpSpPr/>
          <p:nvPr/>
        </p:nvGrpSpPr>
        <p:grpSpPr>
          <a:xfrm>
            <a:off x="1148084" y="3990508"/>
            <a:ext cx="9895071" cy="813656"/>
            <a:chOff x="1231301" y="4177821"/>
            <a:chExt cx="9895071" cy="813656"/>
          </a:xfrm>
        </p:grpSpPr>
        <p:sp>
          <p:nvSpPr>
            <p:cNvPr id="12" name="圆角矩形 49">
              <a:extLst>
                <a:ext uri="{FF2B5EF4-FFF2-40B4-BE49-F238E27FC236}">
                  <a16:creationId xmlns:a16="http://schemas.microsoft.com/office/drawing/2014/main" id="{3A3807D4-D3EE-4A59-BA6B-29B2087EFFF3}"/>
                </a:ext>
              </a:extLst>
            </p:cNvPr>
            <p:cNvSpPr/>
            <p:nvPr/>
          </p:nvSpPr>
          <p:spPr bwMode="auto">
            <a:xfrm>
              <a:off x="1231301" y="4197442"/>
              <a:ext cx="2752792" cy="573207"/>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文本框 12">
              <a:extLst>
                <a:ext uri="{FF2B5EF4-FFF2-40B4-BE49-F238E27FC236}">
                  <a16:creationId xmlns:a16="http://schemas.microsoft.com/office/drawing/2014/main" id="{00614427-0FEF-4D40-9920-A18650DC50A9}"/>
                </a:ext>
              </a:extLst>
            </p:cNvPr>
            <p:cNvSpPr txBox="1"/>
            <p:nvPr/>
          </p:nvSpPr>
          <p:spPr bwMode="auto">
            <a:xfrm>
              <a:off x="1899861" y="4177821"/>
              <a:ext cx="1415673" cy="539073"/>
            </a:xfrm>
            <a:prstGeom prst="rect">
              <a:avLst/>
            </a:prstGeom>
            <a:noFill/>
            <a:ln>
              <a:noFill/>
            </a:ln>
          </p:spPr>
          <p:txBody>
            <a:bodyPr wrap="none" lIns="91391" tIns="45696" rIns="91391" bIns="45696">
              <a:spAutoFit/>
            </a:bodyPr>
            <a:lstStyle/>
            <a:p>
              <a:pPr algn="ctr">
                <a:lnSpc>
                  <a:spcPct val="131978"/>
                </a:lnSpc>
                <a:defRPr/>
              </a:pPr>
              <a:r>
                <a:rPr lang="zh-CN" altLang="en-US"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CA82FD98-50EE-49D2-883C-F259B41125CE}"/>
                </a:ext>
              </a:extLst>
            </p:cNvPr>
            <p:cNvSpPr txBox="1"/>
            <p:nvPr/>
          </p:nvSpPr>
          <p:spPr>
            <a:xfrm>
              <a:off x="4562849" y="4188180"/>
              <a:ext cx="6563523" cy="803297"/>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在此处添加内容在此次添加内容在此处添加内容在此次添加内容在此处添加内容在此次添加内容在此次添加内容在此处添加内容在此次添加内容在此处添加内容在此次添加内容 </a:t>
              </a:r>
            </a:p>
            <a:p>
              <a:pPr>
                <a:lnSpc>
                  <a:spcPct val="131978"/>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 name="组合 1">
            <a:extLst>
              <a:ext uri="{FF2B5EF4-FFF2-40B4-BE49-F238E27FC236}">
                <a16:creationId xmlns:a16="http://schemas.microsoft.com/office/drawing/2014/main" id="{FBC9388D-9B27-4758-B4A4-FD962D4C4C66}"/>
              </a:ext>
            </a:extLst>
          </p:cNvPr>
          <p:cNvGrpSpPr/>
          <p:nvPr/>
        </p:nvGrpSpPr>
        <p:grpSpPr>
          <a:xfrm>
            <a:off x="1148084" y="4959876"/>
            <a:ext cx="9895735" cy="803297"/>
            <a:chOff x="1230637" y="5278202"/>
            <a:chExt cx="9895735" cy="803297"/>
          </a:xfrm>
        </p:grpSpPr>
        <p:sp>
          <p:nvSpPr>
            <p:cNvPr id="14" name="圆角矩形 53">
              <a:extLst>
                <a:ext uri="{FF2B5EF4-FFF2-40B4-BE49-F238E27FC236}">
                  <a16:creationId xmlns:a16="http://schemas.microsoft.com/office/drawing/2014/main" id="{ACD41184-0B43-4E2E-979A-CCEAEAA5AC6B}"/>
                </a:ext>
              </a:extLst>
            </p:cNvPr>
            <p:cNvSpPr/>
            <p:nvPr/>
          </p:nvSpPr>
          <p:spPr bwMode="auto">
            <a:xfrm>
              <a:off x="1230637" y="5320212"/>
              <a:ext cx="2754121" cy="575342"/>
            </a:xfrm>
            <a:prstGeom prst="roundRect">
              <a:avLst>
                <a:gd name="adj" fmla="val 50000"/>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文本框 12">
              <a:extLst>
                <a:ext uri="{FF2B5EF4-FFF2-40B4-BE49-F238E27FC236}">
                  <a16:creationId xmlns:a16="http://schemas.microsoft.com/office/drawing/2014/main" id="{8B7AF5EE-80AC-4513-90CA-4EAB8184325F}"/>
                </a:ext>
              </a:extLst>
            </p:cNvPr>
            <p:cNvSpPr txBox="1"/>
            <p:nvPr/>
          </p:nvSpPr>
          <p:spPr bwMode="auto">
            <a:xfrm>
              <a:off x="1899861" y="5334282"/>
              <a:ext cx="1415673" cy="539073"/>
            </a:xfrm>
            <a:prstGeom prst="rect">
              <a:avLst/>
            </a:prstGeom>
            <a:noFill/>
            <a:ln>
              <a:noFill/>
            </a:ln>
          </p:spPr>
          <p:txBody>
            <a:bodyPr wrap="none" lIns="91391" tIns="45696" rIns="91391" bIns="45696">
              <a:spAutoFit/>
            </a:bodyPr>
            <a:lstStyle/>
            <a:p>
              <a:pPr algn="ctr">
                <a:lnSpc>
                  <a:spcPct val="131978"/>
                </a:lnSpc>
                <a:defRPr/>
              </a:pPr>
              <a:r>
                <a:rPr lang="zh-CN" altLang="en-US"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rPr>
                <a:t>输入标题</a:t>
              </a:r>
              <a:endParaRPr lang="en-US" altLang="zh-CN" sz="2400" kern="0" dirty="0">
                <a:solidFill>
                  <a:schemeClr val="bg1"/>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文本框 18">
              <a:extLst>
                <a:ext uri="{FF2B5EF4-FFF2-40B4-BE49-F238E27FC236}">
                  <a16:creationId xmlns:a16="http://schemas.microsoft.com/office/drawing/2014/main" id="{06845EBA-78AE-4E88-AE1F-A9C345D4299E}"/>
                </a:ext>
              </a:extLst>
            </p:cNvPr>
            <p:cNvSpPr txBox="1"/>
            <p:nvPr/>
          </p:nvSpPr>
          <p:spPr>
            <a:xfrm>
              <a:off x="4562849" y="5278202"/>
              <a:ext cx="6563523" cy="803297"/>
            </a:xfrm>
            <a:prstGeom prst="rect">
              <a:avLst/>
            </a:prstGeom>
            <a:noFill/>
          </p:spPr>
          <p:txBody>
            <a:bodyPr wrap="square">
              <a:spAutoFit/>
            </a:bodyPr>
            <a:lstStyle/>
            <a:p>
              <a:pP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在此处添加内容在此次添加内容在此处添加内容在此次添加内容在此处添加内容在此次添加内容在此次添加内容在此处添加内容在此次添加内容在此处添加内容在此次添加内容 </a:t>
              </a:r>
            </a:p>
            <a:p>
              <a:pPr>
                <a:lnSpc>
                  <a:spcPct val="131978"/>
                </a:lnSpc>
              </a:pPr>
              <a:endPar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0" name="文本框 19">
            <a:extLst>
              <a:ext uri="{FF2B5EF4-FFF2-40B4-BE49-F238E27FC236}">
                <a16:creationId xmlns:a16="http://schemas.microsoft.com/office/drawing/2014/main" id="{D4DC8F36-9F85-F483-C48C-E0A7C96F2EF2}"/>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301492399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男人站在岩石上&#10;&#10;描述已自动生成">
            <a:extLst>
              <a:ext uri="{FF2B5EF4-FFF2-40B4-BE49-F238E27FC236}">
                <a16:creationId xmlns:a16="http://schemas.microsoft.com/office/drawing/2014/main" id="{F305C93F-B0F8-BB0E-E75D-86017603592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35667"/>
            <a:ext cx="5080000" cy="3386666"/>
          </a:xfrm>
          <a:prstGeom prst="rect">
            <a:avLst/>
          </a:prstGeom>
        </p:spPr>
      </p:pic>
      <p:sp>
        <p:nvSpPr>
          <p:cNvPr id="10" name="矩形 9">
            <a:extLst>
              <a:ext uri="{FF2B5EF4-FFF2-40B4-BE49-F238E27FC236}">
                <a16:creationId xmlns:a16="http://schemas.microsoft.com/office/drawing/2014/main" id="{9EFD5E34-4992-F9CE-A09A-DA3AD0AFCF7C}"/>
              </a:ext>
            </a:extLst>
          </p:cNvPr>
          <p:cNvSpPr/>
          <p:nvPr/>
        </p:nvSpPr>
        <p:spPr>
          <a:xfrm>
            <a:off x="5167085" y="1735667"/>
            <a:ext cx="7024915" cy="3386666"/>
          </a:xfrm>
          <a:prstGeom prst="rect">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DBF28384-CABB-831C-88F3-C29481A1B905}"/>
              </a:ext>
            </a:extLst>
          </p:cNvPr>
          <p:cNvGrpSpPr/>
          <p:nvPr/>
        </p:nvGrpSpPr>
        <p:grpSpPr>
          <a:xfrm>
            <a:off x="0" y="1621972"/>
            <a:ext cx="12192000" cy="3614057"/>
            <a:chOff x="0" y="1625600"/>
            <a:chExt cx="12192000" cy="3614057"/>
          </a:xfrm>
        </p:grpSpPr>
        <p:cxnSp>
          <p:nvCxnSpPr>
            <p:cNvPr id="12" name="直接连接符 11">
              <a:extLst>
                <a:ext uri="{FF2B5EF4-FFF2-40B4-BE49-F238E27FC236}">
                  <a16:creationId xmlns:a16="http://schemas.microsoft.com/office/drawing/2014/main" id="{A4D558C5-E82F-51A9-E7B0-BD1279F6B417}"/>
                </a:ext>
              </a:extLst>
            </p:cNvPr>
            <p:cNvCxnSpPr>
              <a:cxnSpLocks/>
            </p:cNvCxnSpPr>
            <p:nvPr/>
          </p:nvCxnSpPr>
          <p:spPr>
            <a:xfrm>
              <a:off x="0" y="1625600"/>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1A19D45-6C24-0B59-495E-CD07D772A3EE}"/>
                </a:ext>
              </a:extLst>
            </p:cNvPr>
            <p:cNvCxnSpPr>
              <a:cxnSpLocks/>
            </p:cNvCxnSpPr>
            <p:nvPr/>
          </p:nvCxnSpPr>
          <p:spPr>
            <a:xfrm>
              <a:off x="0" y="5239657"/>
              <a:ext cx="12192000" cy="0"/>
            </a:xfrm>
            <a:prstGeom prst="line">
              <a:avLst/>
            </a:prstGeom>
            <a:ln w="19050">
              <a:solidFill>
                <a:srgbClr val="06398B"/>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D1FEDD15-525F-FAF8-3A15-72DABCFE9969}"/>
              </a:ext>
            </a:extLst>
          </p:cNvPr>
          <p:cNvGrpSpPr/>
          <p:nvPr/>
        </p:nvGrpSpPr>
        <p:grpSpPr>
          <a:xfrm>
            <a:off x="9929368" y="5806029"/>
            <a:ext cx="1838849" cy="803319"/>
            <a:chOff x="9967041" y="5663417"/>
            <a:chExt cx="1838849" cy="803319"/>
          </a:xfrm>
        </p:grpSpPr>
        <p:sp>
          <p:nvSpPr>
            <p:cNvPr id="17" name="文本框 16">
              <a:extLst>
                <a:ext uri="{FF2B5EF4-FFF2-40B4-BE49-F238E27FC236}">
                  <a16:creationId xmlns:a16="http://schemas.microsoft.com/office/drawing/2014/main" id="{419ACD0D-DEE1-8695-B926-24EE86257434}"/>
                </a:ext>
              </a:extLst>
            </p:cNvPr>
            <p:cNvSpPr txBox="1"/>
            <p:nvPr/>
          </p:nvSpPr>
          <p:spPr>
            <a:xfrm>
              <a:off x="10935735" y="5759272"/>
              <a:ext cx="863997" cy="415498"/>
            </a:xfrm>
            <a:prstGeom prst="rect">
              <a:avLst/>
            </a:prstGeom>
            <a:noFill/>
          </p:spPr>
          <p:txBody>
            <a:bodyPr wrap="square">
              <a:spAutoFit/>
            </a:bodyPr>
            <a:lstStyle/>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WORK</a:t>
              </a:r>
            </a:p>
            <a:p>
              <a:pPr algn="r"/>
              <a:r>
                <a:rPr lang="en-US" altLang="zh-CN"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REPORT </a:t>
              </a:r>
              <a:endParaRPr lang="zh-CN" altLang="en-US" sz="105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8" name="文本框 17">
              <a:extLst>
                <a:ext uri="{FF2B5EF4-FFF2-40B4-BE49-F238E27FC236}">
                  <a16:creationId xmlns:a16="http://schemas.microsoft.com/office/drawing/2014/main" id="{8EC7876D-0B01-6DF9-6110-D5C8369CAF76}"/>
                </a:ext>
              </a:extLst>
            </p:cNvPr>
            <p:cNvSpPr txBox="1"/>
            <p:nvPr/>
          </p:nvSpPr>
          <p:spPr>
            <a:xfrm>
              <a:off x="9967041" y="6235904"/>
              <a:ext cx="1838849" cy="230832"/>
            </a:xfrm>
            <a:prstGeom prst="rect">
              <a:avLst/>
            </a:prstGeom>
            <a:noFill/>
          </p:spPr>
          <p:txBody>
            <a:bodyPr wrap="square">
              <a:spAutoFit/>
            </a:bodyPr>
            <a:lstStyle/>
            <a:p>
              <a:pPr algn="r"/>
              <a:r>
                <a:rPr lang="en-US" altLang="zh-CN" sz="900" dirty="0">
                  <a:solidFill>
                    <a:schemeClr val="tx1">
                      <a:lumMod val="75000"/>
                      <a:lumOff val="25000"/>
                    </a:schemeClr>
                  </a:solidFill>
                  <a:latin typeface="Arial" panose="020B0604020202020204" pitchFamily="34" charset="0"/>
                  <a:ea typeface="思源黑体 CN Normal" panose="020B0400000000000000" pitchFamily="34" charset="-122"/>
                  <a:sym typeface="Arial" panose="020B0604020202020204" pitchFamily="34" charset="0"/>
                </a:rPr>
                <a:t>BUSINESS PLAN</a:t>
              </a:r>
            </a:p>
          </p:txBody>
        </p:sp>
        <p:cxnSp>
          <p:nvCxnSpPr>
            <p:cNvPr id="19" name="直接连接符 18">
              <a:extLst>
                <a:ext uri="{FF2B5EF4-FFF2-40B4-BE49-F238E27FC236}">
                  <a16:creationId xmlns:a16="http://schemas.microsoft.com/office/drawing/2014/main" id="{985398A7-DAB0-6481-CD92-052D4ED82E58}"/>
                </a:ext>
              </a:extLst>
            </p:cNvPr>
            <p:cNvCxnSpPr>
              <a:cxnSpLocks/>
            </p:cNvCxnSpPr>
            <p:nvPr/>
          </p:nvCxnSpPr>
          <p:spPr>
            <a:xfrm>
              <a:off x="11591101" y="6199750"/>
              <a:ext cx="11190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0" name="椭圆 19">
              <a:extLst>
                <a:ext uri="{FF2B5EF4-FFF2-40B4-BE49-F238E27FC236}">
                  <a16:creationId xmlns:a16="http://schemas.microsoft.com/office/drawing/2014/main" id="{52981AC2-EAF7-2E24-CD95-DA3C0CE63CDE}"/>
                </a:ext>
              </a:extLst>
            </p:cNvPr>
            <p:cNvSpPr/>
            <p:nvPr/>
          </p:nvSpPr>
          <p:spPr>
            <a:xfrm>
              <a:off x="11643972" y="5663417"/>
              <a:ext cx="59702" cy="5970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椭圆 20">
              <a:extLst>
                <a:ext uri="{FF2B5EF4-FFF2-40B4-BE49-F238E27FC236}">
                  <a16:creationId xmlns:a16="http://schemas.microsoft.com/office/drawing/2014/main" id="{1B66489A-714D-6ED1-F809-6E17EA6C1F7C}"/>
                </a:ext>
              </a:extLst>
            </p:cNvPr>
            <p:cNvSpPr/>
            <p:nvPr/>
          </p:nvSpPr>
          <p:spPr>
            <a:xfrm>
              <a:off x="11528885" y="5663417"/>
              <a:ext cx="59702" cy="59702"/>
            </a:xfrm>
            <a:prstGeom prst="ellipse">
              <a:avLst/>
            </a:prstGeom>
            <a:solidFill>
              <a:srgbClr val="94BB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7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grpSp>
        <p:nvGrpSpPr>
          <p:cNvPr id="26" name="组合 25">
            <a:extLst>
              <a:ext uri="{FF2B5EF4-FFF2-40B4-BE49-F238E27FC236}">
                <a16:creationId xmlns:a16="http://schemas.microsoft.com/office/drawing/2014/main" id="{BDF0E3F0-FB86-0B85-FB4B-901D35E9C675}"/>
              </a:ext>
            </a:extLst>
          </p:cNvPr>
          <p:cNvGrpSpPr/>
          <p:nvPr/>
        </p:nvGrpSpPr>
        <p:grpSpPr>
          <a:xfrm>
            <a:off x="6823726" y="2749945"/>
            <a:ext cx="4497416" cy="1345144"/>
            <a:chOff x="6823726" y="2749945"/>
            <a:chExt cx="4497416" cy="1345144"/>
          </a:xfrm>
        </p:grpSpPr>
        <p:sp>
          <p:nvSpPr>
            <p:cNvPr id="22" name="文本框 21">
              <a:extLst>
                <a:ext uri="{FF2B5EF4-FFF2-40B4-BE49-F238E27FC236}">
                  <a16:creationId xmlns:a16="http://schemas.microsoft.com/office/drawing/2014/main" id="{233AEBC2-6718-14D2-E651-AF8145BA5A76}"/>
                </a:ext>
              </a:extLst>
            </p:cNvPr>
            <p:cNvSpPr txBox="1"/>
            <p:nvPr/>
          </p:nvSpPr>
          <p:spPr>
            <a:xfrm>
              <a:off x="6823726" y="2749945"/>
              <a:ext cx="4379572"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未来工作安排</a:t>
              </a:r>
              <a:endParaRPr lang="en-US" altLang="zh-CN" sz="5400" kern="100" dirty="0">
                <a:solidFill>
                  <a:schemeClr val="bg1"/>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
          <p:nvSpPr>
            <p:cNvPr id="23" name="矩形 22"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a:extLst>
                <a:ext uri="{FF2B5EF4-FFF2-40B4-BE49-F238E27FC236}">
                  <a16:creationId xmlns:a16="http://schemas.microsoft.com/office/drawing/2014/main" id="{74038506-6586-95ED-C736-E2628C263950}"/>
                </a:ext>
              </a:extLst>
            </p:cNvPr>
            <p:cNvSpPr/>
            <p:nvPr/>
          </p:nvSpPr>
          <p:spPr>
            <a:xfrm>
              <a:off x="6823726" y="3526279"/>
              <a:ext cx="4497416" cy="568810"/>
            </a:xfrm>
            <a:prstGeom prst="rect">
              <a:avLst/>
            </a:prstGeom>
          </p:spPr>
          <p:txBody>
            <a:bodyPr wrap="square">
              <a:spAutoFit/>
            </a:bodyPr>
            <a:lstStyle/>
            <a:p>
              <a:pPr lvl="0" fontAlgn="base">
                <a:lnSpc>
                  <a:spcPct val="150000"/>
                </a:lnSpc>
                <a:spcBef>
                  <a:spcPct val="0"/>
                </a:spcBef>
                <a:spcAft>
                  <a:spcPct val="0"/>
                </a:spcAft>
              </a:pPr>
              <a:r>
                <a:rPr lang="en-US" altLang="zh-CN" sz="1100" dirty="0">
                  <a:solidFill>
                    <a:schemeClr val="bg1"/>
                  </a:solidFill>
                  <a:latin typeface="Arial" panose="020B0604020202020204" pitchFamily="34" charset="0"/>
                  <a:ea typeface="思源黑体 CN Normal" panose="020B0400000000000000" pitchFamily="34" charset="-122"/>
                  <a:cs typeface="+mn-ea"/>
                  <a:sym typeface="Arial" panose="020B0604020202020204" pitchFamily="34" charset="0"/>
                </a:rPr>
                <a:t>Lorem Ipsum Dolor Sit Amet, Consectetuer Adipiscing Elit. Aenean Commodo Ligula Egret Dolor. </a:t>
              </a:r>
            </a:p>
          </p:txBody>
        </p:sp>
      </p:grpSp>
      <p:sp>
        <p:nvSpPr>
          <p:cNvPr id="24" name="矩形 23">
            <a:extLst>
              <a:ext uri="{FF2B5EF4-FFF2-40B4-BE49-F238E27FC236}">
                <a16:creationId xmlns:a16="http://schemas.microsoft.com/office/drawing/2014/main" id="{AC6FD766-886F-6633-4AC3-87A968043FA8}"/>
              </a:ext>
            </a:extLst>
          </p:cNvPr>
          <p:cNvSpPr/>
          <p:nvPr/>
        </p:nvSpPr>
        <p:spPr>
          <a:xfrm>
            <a:off x="1283755" y="1735666"/>
            <a:ext cx="3796245" cy="3386665"/>
          </a:xfrm>
          <a:prstGeom prst="rect">
            <a:avLst/>
          </a:prstGeom>
          <a:gradFill>
            <a:gsLst>
              <a:gs pos="24000">
                <a:srgbClr val="06398B">
                  <a:alpha val="0"/>
                </a:srgbClr>
              </a:gs>
              <a:gs pos="77000">
                <a:srgbClr val="06398B"/>
              </a:gs>
              <a:gs pos="100000">
                <a:srgbClr val="06398B"/>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5" name="矩形: 圆角 14">
            <a:extLst>
              <a:ext uri="{FF2B5EF4-FFF2-40B4-BE49-F238E27FC236}">
                <a16:creationId xmlns:a16="http://schemas.microsoft.com/office/drawing/2014/main" id="{21AA1F6F-2E5C-4EA8-08A2-F02E6FB5266E}"/>
              </a:ext>
            </a:extLst>
          </p:cNvPr>
          <p:cNvSpPr/>
          <p:nvPr/>
        </p:nvSpPr>
        <p:spPr>
          <a:xfrm>
            <a:off x="3947885" y="2550886"/>
            <a:ext cx="2351314" cy="1756229"/>
          </a:xfrm>
          <a:prstGeom prst="roundRect">
            <a:avLst/>
          </a:prstGeom>
          <a:solidFill>
            <a:schemeClr val="bg1"/>
          </a:solidFill>
          <a:ln>
            <a:noFill/>
          </a:ln>
          <a:effectLst>
            <a:outerShdw blurRad="254000" dist="127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7200" b="1" dirty="0">
                <a:solidFill>
                  <a:srgbClr val="06398B"/>
                </a:solidFill>
                <a:latin typeface="Arial Black" panose="020B0A04020102020204" pitchFamily="34" charset="0"/>
              </a:rPr>
              <a:t>04</a:t>
            </a:r>
            <a:endParaRPr lang="zh-CN" altLang="en-US" sz="7200" b="1" dirty="0">
              <a:solidFill>
                <a:srgbClr val="06398B"/>
              </a:solidFill>
              <a:latin typeface="Arial Black" panose="020B0A04020102020204" pitchFamily="34" charset="0"/>
            </a:endParaRPr>
          </a:p>
        </p:txBody>
      </p:sp>
    </p:spTree>
    <p:extLst>
      <p:ext uri="{BB962C8B-B14F-4D97-AF65-F5344CB8AC3E}">
        <p14:creationId xmlns:p14="http://schemas.microsoft.com/office/powerpoint/2010/main" val="7863109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500" fill="hold"/>
                                        <p:tgtEl>
                                          <p:spTgt spid="15"/>
                                        </p:tgtEl>
                                        <p:attrNameLst>
                                          <p:attrName>ppt_w</p:attrName>
                                        </p:attrNameLst>
                                      </p:cBhvr>
                                      <p:tavLst>
                                        <p:tav tm="0">
                                          <p:val>
                                            <p:fltVal val="0"/>
                                          </p:val>
                                        </p:tav>
                                        <p:tav tm="100000">
                                          <p:val>
                                            <p:strVal val="#ppt_w"/>
                                          </p:val>
                                        </p:tav>
                                      </p:tavLst>
                                    </p:anim>
                                    <p:anim calcmode="lin" valueType="num">
                                      <p:cBhvr>
                                        <p:cTn id="12" dur="500" fill="hold"/>
                                        <p:tgtEl>
                                          <p:spTgt spid="15"/>
                                        </p:tgtEl>
                                        <p:attrNameLst>
                                          <p:attrName>ppt_h</p:attrName>
                                        </p:attrNameLst>
                                      </p:cBhvr>
                                      <p:tavLst>
                                        <p:tav tm="0">
                                          <p:val>
                                            <p:fltVal val="0"/>
                                          </p:val>
                                        </p:tav>
                                        <p:tav tm="100000">
                                          <p:val>
                                            <p:strVal val="#ppt_h"/>
                                          </p:val>
                                        </p:tav>
                                      </p:tavLst>
                                    </p:anim>
                                    <p:animEffect transition="in" filter="fade">
                                      <p:cBhvr>
                                        <p:cTn id="13" dur="500"/>
                                        <p:tgtEl>
                                          <p:spTgt spid="15"/>
                                        </p:tgtEl>
                                      </p:cBhvr>
                                    </p:animEffect>
                                  </p:childTnLst>
                                </p:cTn>
                              </p:par>
                            </p:childTnLst>
                          </p:cTn>
                        </p:par>
                        <p:par>
                          <p:cTn id="14" fill="hold">
                            <p:stCondLst>
                              <p:cond delay="1000"/>
                            </p:stCondLst>
                            <p:childTnLst>
                              <p:par>
                                <p:cTn id="15" presetID="12" presetClass="entr" presetSubtype="8" fill="hold" nodeType="after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p:tgtEl>
                                          <p:spTgt spid="26"/>
                                        </p:tgtEl>
                                        <p:attrNameLst>
                                          <p:attrName>ppt_x</p:attrName>
                                        </p:attrNameLst>
                                      </p:cBhvr>
                                      <p:tavLst>
                                        <p:tav tm="0">
                                          <p:val>
                                            <p:strVal val="#ppt_x-#ppt_w*1.125000"/>
                                          </p:val>
                                        </p:tav>
                                        <p:tav tm="100000">
                                          <p:val>
                                            <p:strVal val="#ppt_x"/>
                                          </p:val>
                                        </p:tav>
                                      </p:tavLst>
                                    </p:anim>
                                    <p:animEffect transition="in" filter="wipe(right)">
                                      <p:cBhvr>
                                        <p:cTn id="1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A2372F48-756C-4777-82DA-8DF5A692E167}"/>
              </a:ext>
            </a:extLst>
          </p:cNvPr>
          <p:cNvGrpSpPr/>
          <p:nvPr/>
        </p:nvGrpSpPr>
        <p:grpSpPr>
          <a:xfrm>
            <a:off x="921215" y="1998990"/>
            <a:ext cx="10349571" cy="3647390"/>
            <a:chOff x="1532965" y="1960598"/>
            <a:chExt cx="9444857" cy="3328550"/>
          </a:xfrm>
        </p:grpSpPr>
        <p:sp>
          <p:nvSpPr>
            <p:cNvPr id="9" name="箭头: 右 42">
              <a:extLst>
                <a:ext uri="{FF2B5EF4-FFF2-40B4-BE49-F238E27FC236}">
                  <a16:creationId xmlns:a16="http://schemas.microsoft.com/office/drawing/2014/main" id="{A375B351-EA75-41A3-886A-E31F2CD81700}"/>
                </a:ext>
              </a:extLst>
            </p:cNvPr>
            <p:cNvSpPr/>
            <p:nvPr/>
          </p:nvSpPr>
          <p:spPr>
            <a:xfrm>
              <a:off x="4576610" y="3761314"/>
              <a:ext cx="901598" cy="236992"/>
            </a:xfrm>
            <a:prstGeom prst="rightArrow">
              <a:avLst>
                <a:gd name="adj1" fmla="val 37211"/>
                <a:gd name="adj2" fmla="val 54329"/>
              </a:avLst>
            </a:prstGeom>
            <a:gradFill>
              <a:gsLst>
                <a:gs pos="0">
                  <a:srgbClr val="F2F4F8"/>
                </a:gs>
                <a:gs pos="100000">
                  <a:schemeClr val="bg1">
                    <a:lumMod val="85000"/>
                  </a:schemeClr>
                </a:gs>
              </a:gsLst>
              <a:lin ang="299999"/>
            </a:gradFill>
            <a:ln w="25400">
              <a:solidFill>
                <a:srgbClr val="000000">
                  <a:alpha val="0"/>
                </a:srgbClr>
              </a:solidFill>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0" name="箭头: 右 43">
              <a:extLst>
                <a:ext uri="{FF2B5EF4-FFF2-40B4-BE49-F238E27FC236}">
                  <a16:creationId xmlns:a16="http://schemas.microsoft.com/office/drawing/2014/main" id="{9527A082-BD11-4D1D-9238-1C675488C59D}"/>
                </a:ext>
              </a:extLst>
            </p:cNvPr>
            <p:cNvSpPr/>
            <p:nvPr/>
          </p:nvSpPr>
          <p:spPr>
            <a:xfrm>
              <a:off x="6276766" y="4369249"/>
              <a:ext cx="901598" cy="236992"/>
            </a:xfrm>
            <a:prstGeom prst="rightArrow">
              <a:avLst>
                <a:gd name="adj1" fmla="val 37211"/>
                <a:gd name="adj2" fmla="val 54329"/>
              </a:avLst>
            </a:prstGeom>
            <a:gradFill>
              <a:gsLst>
                <a:gs pos="0">
                  <a:srgbClr val="F2F4F8"/>
                </a:gs>
                <a:gs pos="100000">
                  <a:schemeClr val="bg1">
                    <a:lumMod val="85000"/>
                  </a:schemeClr>
                </a:gs>
              </a:gsLst>
              <a:lin ang="299999"/>
            </a:gradFill>
            <a:ln w="25400">
              <a:solidFill>
                <a:srgbClr val="000000">
                  <a:alpha val="0"/>
                </a:srgbClr>
              </a:solidFill>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1" name="箭头: 右 44">
              <a:extLst>
                <a:ext uri="{FF2B5EF4-FFF2-40B4-BE49-F238E27FC236}">
                  <a16:creationId xmlns:a16="http://schemas.microsoft.com/office/drawing/2014/main" id="{1E70AD0C-AB70-4F58-845E-4211C793B175}"/>
                </a:ext>
              </a:extLst>
            </p:cNvPr>
            <p:cNvSpPr/>
            <p:nvPr/>
          </p:nvSpPr>
          <p:spPr>
            <a:xfrm>
              <a:off x="8064506" y="3761314"/>
              <a:ext cx="901598" cy="236992"/>
            </a:xfrm>
            <a:prstGeom prst="rightArrow">
              <a:avLst>
                <a:gd name="adj1" fmla="val 37211"/>
                <a:gd name="adj2" fmla="val 54329"/>
              </a:avLst>
            </a:prstGeom>
            <a:gradFill>
              <a:gsLst>
                <a:gs pos="0">
                  <a:srgbClr val="F2F4F8"/>
                </a:gs>
                <a:gs pos="100000">
                  <a:schemeClr val="bg1">
                    <a:lumMod val="85000"/>
                  </a:schemeClr>
                </a:gs>
              </a:gsLst>
              <a:lin ang="299999"/>
            </a:gradFill>
            <a:ln w="25400">
              <a:solidFill>
                <a:srgbClr val="000000">
                  <a:alpha val="0"/>
                </a:srgbClr>
              </a:solidFill>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2" name="箭头: 右 45">
              <a:extLst>
                <a:ext uri="{FF2B5EF4-FFF2-40B4-BE49-F238E27FC236}">
                  <a16:creationId xmlns:a16="http://schemas.microsoft.com/office/drawing/2014/main" id="{C7D28D50-DDE3-4015-9631-0DFBB04DCF3A}"/>
                </a:ext>
              </a:extLst>
            </p:cNvPr>
            <p:cNvSpPr/>
            <p:nvPr/>
          </p:nvSpPr>
          <p:spPr>
            <a:xfrm>
              <a:off x="2788870" y="4369249"/>
              <a:ext cx="901598" cy="236992"/>
            </a:xfrm>
            <a:prstGeom prst="rightArrow">
              <a:avLst>
                <a:gd name="adj1" fmla="val 37211"/>
                <a:gd name="adj2" fmla="val 54329"/>
              </a:avLst>
            </a:prstGeom>
            <a:gradFill>
              <a:gsLst>
                <a:gs pos="0">
                  <a:srgbClr val="F2F4F8"/>
                </a:gs>
                <a:gs pos="100000">
                  <a:schemeClr val="bg1">
                    <a:lumMod val="85000"/>
                  </a:schemeClr>
                </a:gs>
              </a:gsLst>
              <a:lin ang="299999"/>
            </a:gradFill>
            <a:ln w="25400">
              <a:solidFill>
                <a:srgbClr val="000000">
                  <a:alpha val="0"/>
                </a:srgbClr>
              </a:solidFill>
              <a:miter lim="400000"/>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3" name="矩形: 圆角 46">
              <a:extLst>
                <a:ext uri="{FF2B5EF4-FFF2-40B4-BE49-F238E27FC236}">
                  <a16:creationId xmlns:a16="http://schemas.microsoft.com/office/drawing/2014/main" id="{D201D0B0-7375-4C65-9A50-F817535C5AF4}"/>
                </a:ext>
              </a:extLst>
            </p:cNvPr>
            <p:cNvSpPr/>
            <p:nvPr/>
          </p:nvSpPr>
          <p:spPr>
            <a:xfrm rot="18900000">
              <a:off x="2141153" y="3671434"/>
              <a:ext cx="1073182" cy="1073184"/>
            </a:xfrm>
            <a:prstGeom prst="roundRect">
              <a:avLst/>
            </a:pr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4" name="矩形: 圆角 47">
              <a:extLst>
                <a:ext uri="{FF2B5EF4-FFF2-40B4-BE49-F238E27FC236}">
                  <a16:creationId xmlns:a16="http://schemas.microsoft.com/office/drawing/2014/main" id="{90EA5651-B182-4C1C-B832-691992FB704B}"/>
                </a:ext>
              </a:extLst>
            </p:cNvPr>
            <p:cNvSpPr/>
            <p:nvPr/>
          </p:nvSpPr>
          <p:spPr>
            <a:xfrm rot="18900000">
              <a:off x="3882634" y="3671434"/>
              <a:ext cx="1073182" cy="1073184"/>
            </a:xfrm>
            <a:prstGeom prst="roundRect">
              <a:avLst/>
            </a:pr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5" name="矩形: 圆角 48">
              <a:extLst>
                <a:ext uri="{FF2B5EF4-FFF2-40B4-BE49-F238E27FC236}">
                  <a16:creationId xmlns:a16="http://schemas.microsoft.com/office/drawing/2014/main" id="{9CDF0BF1-8A24-460E-B0C2-14388E027B46}"/>
                </a:ext>
              </a:extLst>
            </p:cNvPr>
            <p:cNvSpPr/>
            <p:nvPr/>
          </p:nvSpPr>
          <p:spPr>
            <a:xfrm rot="18900000">
              <a:off x="5624115" y="3671434"/>
              <a:ext cx="1073182" cy="1073184"/>
            </a:xfrm>
            <a:prstGeom prst="roundRect">
              <a:avLst/>
            </a:pr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6" name="矩形: 圆角 49">
              <a:extLst>
                <a:ext uri="{FF2B5EF4-FFF2-40B4-BE49-F238E27FC236}">
                  <a16:creationId xmlns:a16="http://schemas.microsoft.com/office/drawing/2014/main" id="{2B61EE29-F5A4-4ADD-B8DB-C10D230CF19F}"/>
                </a:ext>
              </a:extLst>
            </p:cNvPr>
            <p:cNvSpPr/>
            <p:nvPr/>
          </p:nvSpPr>
          <p:spPr>
            <a:xfrm rot="18900000">
              <a:off x="7365595" y="3671434"/>
              <a:ext cx="1073182" cy="1073184"/>
            </a:xfrm>
            <a:prstGeom prst="roundRect">
              <a:avLst/>
            </a:pr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7" name="矩形: 圆角 50">
              <a:extLst>
                <a:ext uri="{FF2B5EF4-FFF2-40B4-BE49-F238E27FC236}">
                  <a16:creationId xmlns:a16="http://schemas.microsoft.com/office/drawing/2014/main" id="{0242F29A-BCA3-4EA1-9292-416E15F41BD3}"/>
                </a:ext>
              </a:extLst>
            </p:cNvPr>
            <p:cNvSpPr/>
            <p:nvPr/>
          </p:nvSpPr>
          <p:spPr>
            <a:xfrm rot="18900000">
              <a:off x="9107073" y="3671434"/>
              <a:ext cx="1073182" cy="1073184"/>
            </a:xfrm>
            <a:prstGeom prst="roundRect">
              <a:avLst/>
            </a:pr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white"/>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8" name="任意多边形: 形状 51">
              <a:extLst>
                <a:ext uri="{FF2B5EF4-FFF2-40B4-BE49-F238E27FC236}">
                  <a16:creationId xmlns:a16="http://schemas.microsoft.com/office/drawing/2014/main" id="{AD200C22-F7FF-466A-B1F0-4A32E18AE8B6}"/>
                </a:ext>
              </a:extLst>
            </p:cNvPr>
            <p:cNvSpPr/>
            <p:nvPr/>
          </p:nvSpPr>
          <p:spPr>
            <a:xfrm>
              <a:off x="7721831" y="4004795"/>
              <a:ext cx="365858" cy="365858"/>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chemeClr val="bg1"/>
            </a:solidFill>
            <a:ln w="12700" cap="flat">
              <a:no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9" name="任意多边形: 形状 52">
              <a:extLst>
                <a:ext uri="{FF2B5EF4-FFF2-40B4-BE49-F238E27FC236}">
                  <a16:creationId xmlns:a16="http://schemas.microsoft.com/office/drawing/2014/main" id="{A0E58C7D-C530-45AA-AF63-E2BA63D7BE87}"/>
                </a:ext>
              </a:extLst>
            </p:cNvPr>
            <p:cNvSpPr/>
            <p:nvPr/>
          </p:nvSpPr>
          <p:spPr>
            <a:xfrm>
              <a:off x="2477772" y="4045315"/>
              <a:ext cx="391218" cy="290199"/>
            </a:xfrm>
            <a:custGeom>
              <a:avLst/>
              <a:gdLst>
                <a:gd name="connsiteX0" fmla="*/ 9246 w 338138"/>
                <a:gd name="connsiteY0" fmla="*/ 217487 h 250825"/>
                <a:gd name="connsiteX1" fmla="*/ 328892 w 338138"/>
                <a:gd name="connsiteY1" fmla="*/ 217487 h 250825"/>
                <a:gd name="connsiteX2" fmla="*/ 338138 w 338138"/>
                <a:gd name="connsiteY2" fmla="*/ 226822 h 250825"/>
                <a:gd name="connsiteX3" fmla="*/ 314363 w 338138"/>
                <a:gd name="connsiteY3" fmla="*/ 250825 h 250825"/>
                <a:gd name="connsiteX4" fmla="*/ 23775 w 338138"/>
                <a:gd name="connsiteY4" fmla="*/ 250825 h 250825"/>
                <a:gd name="connsiteX5" fmla="*/ 0 w 338138"/>
                <a:gd name="connsiteY5" fmla="*/ 226822 h 250825"/>
                <a:gd name="connsiteX6" fmla="*/ 9246 w 338138"/>
                <a:gd name="connsiteY6" fmla="*/ 217487 h 250825"/>
                <a:gd name="connsiteX7" fmla="*/ 100182 w 338138"/>
                <a:gd name="connsiteY7" fmla="*/ 100012 h 250825"/>
                <a:gd name="connsiteX8" fmla="*/ 123655 w 338138"/>
                <a:gd name="connsiteY8" fmla="*/ 100012 h 250825"/>
                <a:gd name="connsiteX9" fmla="*/ 130175 w 338138"/>
                <a:gd name="connsiteY9" fmla="*/ 106705 h 250825"/>
                <a:gd name="connsiteX10" fmla="*/ 130175 w 338138"/>
                <a:gd name="connsiteY10" fmla="*/ 161583 h 250825"/>
                <a:gd name="connsiteX11" fmla="*/ 123655 w 338138"/>
                <a:gd name="connsiteY11" fmla="*/ 168275 h 250825"/>
                <a:gd name="connsiteX12" fmla="*/ 100182 w 338138"/>
                <a:gd name="connsiteY12" fmla="*/ 168275 h 250825"/>
                <a:gd name="connsiteX13" fmla="*/ 93662 w 338138"/>
                <a:gd name="connsiteY13" fmla="*/ 161583 h 250825"/>
                <a:gd name="connsiteX14" fmla="*/ 93662 w 338138"/>
                <a:gd name="connsiteY14" fmla="*/ 106705 h 250825"/>
                <a:gd name="connsiteX15" fmla="*/ 100182 w 338138"/>
                <a:gd name="connsiteY15" fmla="*/ 100012 h 250825"/>
                <a:gd name="connsiteX16" fmla="*/ 157332 w 338138"/>
                <a:gd name="connsiteY16" fmla="*/ 77787 h 250825"/>
                <a:gd name="connsiteX17" fmla="*/ 180805 w 338138"/>
                <a:gd name="connsiteY17" fmla="*/ 77787 h 250825"/>
                <a:gd name="connsiteX18" fmla="*/ 187325 w 338138"/>
                <a:gd name="connsiteY18" fmla="*/ 84441 h 250825"/>
                <a:gd name="connsiteX19" fmla="*/ 187325 w 338138"/>
                <a:gd name="connsiteY19" fmla="*/ 161622 h 250825"/>
                <a:gd name="connsiteX20" fmla="*/ 180805 w 338138"/>
                <a:gd name="connsiteY20" fmla="*/ 168275 h 250825"/>
                <a:gd name="connsiteX21" fmla="*/ 157332 w 338138"/>
                <a:gd name="connsiteY21" fmla="*/ 168275 h 250825"/>
                <a:gd name="connsiteX22" fmla="*/ 150812 w 338138"/>
                <a:gd name="connsiteY22" fmla="*/ 161622 h 250825"/>
                <a:gd name="connsiteX23" fmla="*/ 150812 w 338138"/>
                <a:gd name="connsiteY23" fmla="*/ 84441 h 250825"/>
                <a:gd name="connsiteX24" fmla="*/ 157332 w 338138"/>
                <a:gd name="connsiteY24" fmla="*/ 77787 h 250825"/>
                <a:gd name="connsiteX25" fmla="*/ 216070 w 338138"/>
                <a:gd name="connsiteY25" fmla="*/ 49212 h 250825"/>
                <a:gd name="connsiteX26" fmla="*/ 239543 w 338138"/>
                <a:gd name="connsiteY26" fmla="*/ 49212 h 250825"/>
                <a:gd name="connsiteX27" fmla="*/ 246063 w 338138"/>
                <a:gd name="connsiteY27" fmla="*/ 55827 h 250825"/>
                <a:gd name="connsiteX28" fmla="*/ 246063 w 338138"/>
                <a:gd name="connsiteY28" fmla="*/ 161661 h 250825"/>
                <a:gd name="connsiteX29" fmla="*/ 239543 w 338138"/>
                <a:gd name="connsiteY29" fmla="*/ 168275 h 250825"/>
                <a:gd name="connsiteX30" fmla="*/ 216070 w 338138"/>
                <a:gd name="connsiteY30" fmla="*/ 168275 h 250825"/>
                <a:gd name="connsiteX31" fmla="*/ 209550 w 338138"/>
                <a:gd name="connsiteY31" fmla="*/ 161661 h 250825"/>
                <a:gd name="connsiteX32" fmla="*/ 209550 w 338138"/>
                <a:gd name="connsiteY32" fmla="*/ 55827 h 250825"/>
                <a:gd name="connsiteX33" fmla="*/ 216070 w 338138"/>
                <a:gd name="connsiteY33" fmla="*/ 49212 h 250825"/>
                <a:gd name="connsiteX34" fmla="*/ 53428 w 338138"/>
                <a:gd name="connsiteY34" fmla="*/ 22225 h 250825"/>
                <a:gd name="connsiteX35" fmla="*/ 50800 w 338138"/>
                <a:gd name="connsiteY35" fmla="*/ 24858 h 250825"/>
                <a:gd name="connsiteX36" fmla="*/ 50800 w 338138"/>
                <a:gd name="connsiteY36" fmla="*/ 182834 h 250825"/>
                <a:gd name="connsiteX37" fmla="*/ 53428 w 338138"/>
                <a:gd name="connsiteY37" fmla="*/ 184150 h 250825"/>
                <a:gd name="connsiteX38" fmla="*/ 284710 w 338138"/>
                <a:gd name="connsiteY38" fmla="*/ 184150 h 250825"/>
                <a:gd name="connsiteX39" fmla="*/ 287338 w 338138"/>
                <a:gd name="connsiteY39" fmla="*/ 182834 h 250825"/>
                <a:gd name="connsiteX40" fmla="*/ 287338 w 338138"/>
                <a:gd name="connsiteY40" fmla="*/ 24858 h 250825"/>
                <a:gd name="connsiteX41" fmla="*/ 284710 w 338138"/>
                <a:gd name="connsiteY41" fmla="*/ 22225 h 250825"/>
                <a:gd name="connsiteX42" fmla="*/ 53428 w 338138"/>
                <a:gd name="connsiteY42" fmla="*/ 22225 h 250825"/>
                <a:gd name="connsiteX43" fmla="*/ 53663 w 338138"/>
                <a:gd name="connsiteY43" fmla="*/ 0 h 250825"/>
                <a:gd name="connsiteX44" fmla="*/ 286062 w 338138"/>
                <a:gd name="connsiteY44" fmla="*/ 0 h 250825"/>
                <a:gd name="connsiteX45" fmla="*/ 311150 w 338138"/>
                <a:gd name="connsiteY45" fmla="*/ 25008 h 250825"/>
                <a:gd name="connsiteX46" fmla="*/ 311150 w 338138"/>
                <a:gd name="connsiteY46" fmla="*/ 182955 h 250825"/>
                <a:gd name="connsiteX47" fmla="*/ 286062 w 338138"/>
                <a:gd name="connsiteY47" fmla="*/ 207963 h 250825"/>
                <a:gd name="connsiteX48" fmla="*/ 53663 w 338138"/>
                <a:gd name="connsiteY48" fmla="*/ 207963 h 250825"/>
                <a:gd name="connsiteX49" fmla="*/ 28575 w 338138"/>
                <a:gd name="connsiteY49" fmla="*/ 182955 h 250825"/>
                <a:gd name="connsiteX50" fmla="*/ 28575 w 338138"/>
                <a:gd name="connsiteY50" fmla="*/ 25008 h 250825"/>
                <a:gd name="connsiteX51" fmla="*/ 53663 w 338138"/>
                <a:gd name="connsiteY51" fmla="*/ 0 h 25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38138" h="250825">
                  <a:moveTo>
                    <a:pt x="9246" y="217487"/>
                  </a:moveTo>
                  <a:cubicBezTo>
                    <a:pt x="9246" y="217487"/>
                    <a:pt x="9246" y="217487"/>
                    <a:pt x="328892" y="217487"/>
                  </a:cubicBezTo>
                  <a:cubicBezTo>
                    <a:pt x="334176" y="217487"/>
                    <a:pt x="338138" y="221488"/>
                    <a:pt x="338138" y="226822"/>
                  </a:cubicBezTo>
                  <a:cubicBezTo>
                    <a:pt x="338138" y="240157"/>
                    <a:pt x="327571" y="250825"/>
                    <a:pt x="314363" y="250825"/>
                  </a:cubicBezTo>
                  <a:cubicBezTo>
                    <a:pt x="314363" y="250825"/>
                    <a:pt x="314363" y="250825"/>
                    <a:pt x="23775" y="250825"/>
                  </a:cubicBezTo>
                  <a:cubicBezTo>
                    <a:pt x="10567" y="250825"/>
                    <a:pt x="0" y="240157"/>
                    <a:pt x="0" y="226822"/>
                  </a:cubicBezTo>
                  <a:cubicBezTo>
                    <a:pt x="0" y="221488"/>
                    <a:pt x="3962" y="217487"/>
                    <a:pt x="9246" y="217487"/>
                  </a:cubicBezTo>
                  <a:close/>
                  <a:moveTo>
                    <a:pt x="100182" y="100012"/>
                  </a:moveTo>
                  <a:cubicBezTo>
                    <a:pt x="100182" y="100012"/>
                    <a:pt x="100182" y="100012"/>
                    <a:pt x="123655" y="100012"/>
                  </a:cubicBezTo>
                  <a:cubicBezTo>
                    <a:pt x="127567" y="100012"/>
                    <a:pt x="130175" y="102689"/>
                    <a:pt x="130175" y="106705"/>
                  </a:cubicBezTo>
                  <a:cubicBezTo>
                    <a:pt x="130175" y="106705"/>
                    <a:pt x="130175" y="106705"/>
                    <a:pt x="130175" y="161583"/>
                  </a:cubicBezTo>
                  <a:cubicBezTo>
                    <a:pt x="130175" y="165598"/>
                    <a:pt x="127567" y="168275"/>
                    <a:pt x="123655" y="168275"/>
                  </a:cubicBezTo>
                  <a:cubicBezTo>
                    <a:pt x="123655" y="168275"/>
                    <a:pt x="123655" y="168275"/>
                    <a:pt x="100182" y="168275"/>
                  </a:cubicBezTo>
                  <a:cubicBezTo>
                    <a:pt x="96270" y="168275"/>
                    <a:pt x="93662" y="165598"/>
                    <a:pt x="93662" y="161583"/>
                  </a:cubicBezTo>
                  <a:cubicBezTo>
                    <a:pt x="93662" y="161583"/>
                    <a:pt x="93662" y="161583"/>
                    <a:pt x="93662" y="106705"/>
                  </a:cubicBezTo>
                  <a:cubicBezTo>
                    <a:pt x="93662" y="102689"/>
                    <a:pt x="96270" y="100012"/>
                    <a:pt x="100182" y="100012"/>
                  </a:cubicBezTo>
                  <a:close/>
                  <a:moveTo>
                    <a:pt x="157332" y="77787"/>
                  </a:moveTo>
                  <a:cubicBezTo>
                    <a:pt x="157332" y="77787"/>
                    <a:pt x="157332" y="77787"/>
                    <a:pt x="180805" y="77787"/>
                  </a:cubicBezTo>
                  <a:cubicBezTo>
                    <a:pt x="184717" y="77787"/>
                    <a:pt x="187325" y="81779"/>
                    <a:pt x="187325" y="84441"/>
                  </a:cubicBezTo>
                  <a:cubicBezTo>
                    <a:pt x="187325" y="84441"/>
                    <a:pt x="187325" y="84441"/>
                    <a:pt x="187325" y="161622"/>
                  </a:cubicBezTo>
                  <a:cubicBezTo>
                    <a:pt x="187325" y="165614"/>
                    <a:pt x="184717" y="168275"/>
                    <a:pt x="180805" y="168275"/>
                  </a:cubicBezTo>
                  <a:cubicBezTo>
                    <a:pt x="180805" y="168275"/>
                    <a:pt x="180805" y="168275"/>
                    <a:pt x="157332" y="168275"/>
                  </a:cubicBezTo>
                  <a:cubicBezTo>
                    <a:pt x="153420" y="168275"/>
                    <a:pt x="150812" y="165614"/>
                    <a:pt x="150812" y="161622"/>
                  </a:cubicBezTo>
                  <a:cubicBezTo>
                    <a:pt x="150812" y="161622"/>
                    <a:pt x="150812" y="161622"/>
                    <a:pt x="150812" y="84441"/>
                  </a:cubicBezTo>
                  <a:cubicBezTo>
                    <a:pt x="150812" y="81779"/>
                    <a:pt x="153420" y="77787"/>
                    <a:pt x="157332" y="77787"/>
                  </a:cubicBezTo>
                  <a:close/>
                  <a:moveTo>
                    <a:pt x="216070" y="49212"/>
                  </a:moveTo>
                  <a:cubicBezTo>
                    <a:pt x="216070" y="49212"/>
                    <a:pt x="216070" y="49212"/>
                    <a:pt x="239543" y="49212"/>
                  </a:cubicBezTo>
                  <a:cubicBezTo>
                    <a:pt x="243455" y="49212"/>
                    <a:pt x="246063" y="51858"/>
                    <a:pt x="246063" y="55827"/>
                  </a:cubicBezTo>
                  <a:cubicBezTo>
                    <a:pt x="246063" y="55827"/>
                    <a:pt x="246063" y="55827"/>
                    <a:pt x="246063" y="161661"/>
                  </a:cubicBezTo>
                  <a:cubicBezTo>
                    <a:pt x="246063" y="165629"/>
                    <a:pt x="243455" y="168275"/>
                    <a:pt x="239543" y="168275"/>
                  </a:cubicBezTo>
                  <a:cubicBezTo>
                    <a:pt x="239543" y="168275"/>
                    <a:pt x="239543" y="168275"/>
                    <a:pt x="216070" y="168275"/>
                  </a:cubicBezTo>
                  <a:cubicBezTo>
                    <a:pt x="212158" y="168275"/>
                    <a:pt x="209550" y="165629"/>
                    <a:pt x="209550" y="161661"/>
                  </a:cubicBezTo>
                  <a:cubicBezTo>
                    <a:pt x="209550" y="161661"/>
                    <a:pt x="209550" y="161661"/>
                    <a:pt x="209550" y="55827"/>
                  </a:cubicBezTo>
                  <a:cubicBezTo>
                    <a:pt x="209550" y="51858"/>
                    <a:pt x="212158" y="49212"/>
                    <a:pt x="216070" y="49212"/>
                  </a:cubicBezTo>
                  <a:close/>
                  <a:moveTo>
                    <a:pt x="53428" y="22225"/>
                  </a:moveTo>
                  <a:cubicBezTo>
                    <a:pt x="52114" y="22225"/>
                    <a:pt x="50800" y="23541"/>
                    <a:pt x="50800" y="24858"/>
                  </a:cubicBezTo>
                  <a:lnTo>
                    <a:pt x="50800" y="182834"/>
                  </a:lnTo>
                  <a:cubicBezTo>
                    <a:pt x="50800" y="184150"/>
                    <a:pt x="52114" y="184150"/>
                    <a:pt x="53428" y="184150"/>
                  </a:cubicBezTo>
                  <a:cubicBezTo>
                    <a:pt x="53428" y="184150"/>
                    <a:pt x="53428" y="184150"/>
                    <a:pt x="284710" y="184150"/>
                  </a:cubicBezTo>
                  <a:cubicBezTo>
                    <a:pt x="286024" y="184150"/>
                    <a:pt x="287338" y="184150"/>
                    <a:pt x="287338" y="182834"/>
                  </a:cubicBezTo>
                  <a:cubicBezTo>
                    <a:pt x="287338" y="182834"/>
                    <a:pt x="287338" y="182834"/>
                    <a:pt x="287338" y="24858"/>
                  </a:cubicBezTo>
                  <a:cubicBezTo>
                    <a:pt x="287338" y="23541"/>
                    <a:pt x="286024" y="22225"/>
                    <a:pt x="284710" y="22225"/>
                  </a:cubicBezTo>
                  <a:cubicBezTo>
                    <a:pt x="284710" y="22225"/>
                    <a:pt x="284710" y="22225"/>
                    <a:pt x="53428" y="22225"/>
                  </a:cubicBezTo>
                  <a:close/>
                  <a:moveTo>
                    <a:pt x="53663" y="0"/>
                  </a:moveTo>
                  <a:cubicBezTo>
                    <a:pt x="53663" y="0"/>
                    <a:pt x="53663" y="0"/>
                    <a:pt x="286062" y="0"/>
                  </a:cubicBezTo>
                  <a:cubicBezTo>
                    <a:pt x="300587" y="0"/>
                    <a:pt x="311150" y="10530"/>
                    <a:pt x="311150" y="25008"/>
                  </a:cubicBezTo>
                  <a:cubicBezTo>
                    <a:pt x="311150" y="25008"/>
                    <a:pt x="311150" y="25008"/>
                    <a:pt x="311150" y="182955"/>
                  </a:cubicBezTo>
                  <a:cubicBezTo>
                    <a:pt x="311150" y="196117"/>
                    <a:pt x="300587" y="207963"/>
                    <a:pt x="286062" y="207963"/>
                  </a:cubicBezTo>
                  <a:cubicBezTo>
                    <a:pt x="286062" y="207963"/>
                    <a:pt x="286062" y="207963"/>
                    <a:pt x="53663" y="207963"/>
                  </a:cubicBezTo>
                  <a:cubicBezTo>
                    <a:pt x="39138" y="207963"/>
                    <a:pt x="28575" y="196117"/>
                    <a:pt x="28575" y="182955"/>
                  </a:cubicBezTo>
                  <a:cubicBezTo>
                    <a:pt x="28575" y="182955"/>
                    <a:pt x="28575" y="182955"/>
                    <a:pt x="28575" y="25008"/>
                  </a:cubicBezTo>
                  <a:cubicBezTo>
                    <a:pt x="28575" y="10530"/>
                    <a:pt x="39138" y="0"/>
                    <a:pt x="53663" y="0"/>
                  </a:cubicBezTo>
                  <a:close/>
                </a:path>
              </a:pathLst>
            </a:custGeom>
            <a:solidFill>
              <a:schemeClr val="bg1"/>
            </a:solidFill>
            <a:ln w="12700" cap="flat">
              <a:noFill/>
              <a:miter lim="4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0" name="任意多边形: 形状 53">
              <a:extLst>
                <a:ext uri="{FF2B5EF4-FFF2-40B4-BE49-F238E27FC236}">
                  <a16:creationId xmlns:a16="http://schemas.microsoft.com/office/drawing/2014/main" id="{4AB174B0-7A70-4496-A17D-712B3661E0DC}"/>
                </a:ext>
              </a:extLst>
            </p:cNvPr>
            <p:cNvSpPr/>
            <p:nvPr/>
          </p:nvSpPr>
          <p:spPr>
            <a:xfrm>
              <a:off x="9460839" y="4031393"/>
              <a:ext cx="365858" cy="333323"/>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w="12700" cap="flat">
              <a:no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1" name="任意多边形: 形状 54">
              <a:extLst>
                <a:ext uri="{FF2B5EF4-FFF2-40B4-BE49-F238E27FC236}">
                  <a16:creationId xmlns:a16="http://schemas.microsoft.com/office/drawing/2014/main" id="{9F302FA6-4A66-4518-9B35-91CA1BC9CC87}"/>
                </a:ext>
              </a:extLst>
            </p:cNvPr>
            <p:cNvSpPr/>
            <p:nvPr/>
          </p:nvSpPr>
          <p:spPr>
            <a:xfrm>
              <a:off x="4239303" y="3995044"/>
              <a:ext cx="354966" cy="365901"/>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w="12700" cap="flat">
              <a:no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2" name="任意多边形: 形状 55">
              <a:extLst>
                <a:ext uri="{FF2B5EF4-FFF2-40B4-BE49-F238E27FC236}">
                  <a16:creationId xmlns:a16="http://schemas.microsoft.com/office/drawing/2014/main" id="{AB334B7A-1051-40BE-B047-AC2FB44C4B99}"/>
                </a:ext>
              </a:extLst>
            </p:cNvPr>
            <p:cNvSpPr/>
            <p:nvPr/>
          </p:nvSpPr>
          <p:spPr>
            <a:xfrm>
              <a:off x="5970792" y="4015931"/>
              <a:ext cx="365893" cy="365891"/>
            </a:xfrm>
            <a:custGeom>
              <a:avLst/>
              <a:gdLst>
                <a:gd name="connsiteX0" fmla="*/ 199497 w 331788"/>
                <a:gd name="connsiteY0" fmla="*/ 265112 h 331787"/>
                <a:gd name="connsiteX1" fmla="*/ 209798 w 331788"/>
                <a:gd name="connsiteY1" fmla="*/ 279217 h 331787"/>
                <a:gd name="connsiteX2" fmla="*/ 238126 w 331788"/>
                <a:gd name="connsiteY2" fmla="*/ 315118 h 331787"/>
                <a:gd name="connsiteX3" fmla="*/ 166018 w 331788"/>
                <a:gd name="connsiteY3" fmla="*/ 331787 h 331787"/>
                <a:gd name="connsiteX4" fmla="*/ 122238 w 331788"/>
                <a:gd name="connsiteY4" fmla="*/ 325376 h 331787"/>
                <a:gd name="connsiteX5" fmla="*/ 199497 w 331788"/>
                <a:gd name="connsiteY5" fmla="*/ 265112 h 331787"/>
                <a:gd name="connsiteX6" fmla="*/ 190500 w 331788"/>
                <a:gd name="connsiteY6" fmla="*/ 228600 h 331787"/>
                <a:gd name="connsiteX7" fmla="*/ 201490 w 331788"/>
                <a:gd name="connsiteY7" fmla="*/ 228600 h 331787"/>
                <a:gd name="connsiteX8" fmla="*/ 206375 w 331788"/>
                <a:gd name="connsiteY8" fmla="*/ 236394 h 331787"/>
                <a:gd name="connsiteX9" fmla="*/ 200269 w 331788"/>
                <a:gd name="connsiteY9" fmla="*/ 242888 h 331787"/>
                <a:gd name="connsiteX10" fmla="*/ 190500 w 331788"/>
                <a:gd name="connsiteY10" fmla="*/ 228600 h 331787"/>
                <a:gd name="connsiteX11" fmla="*/ 146452 w 331788"/>
                <a:gd name="connsiteY11" fmla="*/ 228600 h 331787"/>
                <a:gd name="connsiteX12" fmla="*/ 164590 w 331788"/>
                <a:gd name="connsiteY12" fmla="*/ 229897 h 331787"/>
                <a:gd name="connsiteX13" fmla="*/ 165885 w 331788"/>
                <a:gd name="connsiteY13" fmla="*/ 229897 h 331787"/>
                <a:gd name="connsiteX14" fmla="*/ 173659 w 331788"/>
                <a:gd name="connsiteY14" fmla="*/ 229897 h 331787"/>
                <a:gd name="connsiteX15" fmla="*/ 190501 w 331788"/>
                <a:gd name="connsiteY15" fmla="*/ 253240 h 331787"/>
                <a:gd name="connsiteX16" fmla="*/ 103699 w 331788"/>
                <a:gd name="connsiteY16" fmla="*/ 320675 h 331787"/>
                <a:gd name="connsiteX17" fmla="*/ 77788 w 331788"/>
                <a:gd name="connsiteY17" fmla="*/ 306410 h 331787"/>
                <a:gd name="connsiteX18" fmla="*/ 112768 w 331788"/>
                <a:gd name="connsiteY18" fmla="*/ 244162 h 331787"/>
                <a:gd name="connsiteX19" fmla="*/ 121837 w 331788"/>
                <a:gd name="connsiteY19" fmla="*/ 245459 h 331787"/>
                <a:gd name="connsiteX20" fmla="*/ 146452 w 331788"/>
                <a:gd name="connsiteY20" fmla="*/ 228600 h 331787"/>
                <a:gd name="connsiteX21" fmla="*/ 323851 w 331788"/>
                <a:gd name="connsiteY21" fmla="*/ 217487 h 331787"/>
                <a:gd name="connsiteX22" fmla="*/ 249631 w 331788"/>
                <a:gd name="connsiteY22" fmla="*/ 307975 h 331787"/>
                <a:gd name="connsiteX23" fmla="*/ 207963 w 331788"/>
                <a:gd name="connsiteY23" fmla="*/ 253682 h 331787"/>
                <a:gd name="connsiteX24" fmla="*/ 218380 w 331788"/>
                <a:gd name="connsiteY24" fmla="*/ 243341 h 331787"/>
                <a:gd name="connsiteX25" fmla="*/ 227495 w 331788"/>
                <a:gd name="connsiteY25" fmla="*/ 244634 h 331787"/>
                <a:gd name="connsiteX26" fmla="*/ 253537 w 331788"/>
                <a:gd name="connsiteY26" fmla="*/ 225243 h 331787"/>
                <a:gd name="connsiteX27" fmla="*/ 323851 w 331788"/>
                <a:gd name="connsiteY27" fmla="*/ 217487 h 331787"/>
                <a:gd name="connsiteX28" fmla="*/ 3175 w 331788"/>
                <a:gd name="connsiteY28" fmla="*/ 196850 h 331787"/>
                <a:gd name="connsiteX29" fmla="*/ 93642 w 331788"/>
                <a:gd name="connsiteY29" fmla="*/ 222902 h 331787"/>
                <a:gd name="connsiteX30" fmla="*/ 100013 w 331788"/>
                <a:gd name="connsiteY30" fmla="*/ 235927 h 331787"/>
                <a:gd name="connsiteX31" fmla="*/ 65610 w 331788"/>
                <a:gd name="connsiteY31" fmla="*/ 298450 h 331787"/>
                <a:gd name="connsiteX32" fmla="*/ 3175 w 331788"/>
                <a:gd name="connsiteY32" fmla="*/ 196850 h 331787"/>
                <a:gd name="connsiteX33" fmla="*/ 146517 w 331788"/>
                <a:gd name="connsiteY33" fmla="*/ 192087 h 331787"/>
                <a:gd name="connsiteX34" fmla="*/ 163513 w 331788"/>
                <a:gd name="connsiteY34" fmla="*/ 215900 h 331787"/>
                <a:gd name="connsiteX35" fmla="*/ 147825 w 331788"/>
                <a:gd name="connsiteY35" fmla="*/ 214577 h 331787"/>
                <a:gd name="connsiteX36" fmla="*/ 141288 w 331788"/>
                <a:gd name="connsiteY36" fmla="*/ 200025 h 331787"/>
                <a:gd name="connsiteX37" fmla="*/ 146517 w 331788"/>
                <a:gd name="connsiteY37" fmla="*/ 192087 h 331787"/>
                <a:gd name="connsiteX38" fmla="*/ 277877 w 331788"/>
                <a:gd name="connsiteY38" fmla="*/ 160337 h 331787"/>
                <a:gd name="connsiteX39" fmla="*/ 314326 w 331788"/>
                <a:gd name="connsiteY39" fmla="*/ 204624 h 331787"/>
                <a:gd name="connsiteX40" fmla="*/ 253143 w 331788"/>
                <a:gd name="connsiteY40" fmla="*/ 211137 h 331787"/>
                <a:gd name="connsiteX41" fmla="*/ 249238 w 331788"/>
                <a:gd name="connsiteY41" fmla="*/ 203322 h 331787"/>
                <a:gd name="connsiteX42" fmla="*/ 277877 w 331788"/>
                <a:gd name="connsiteY42" fmla="*/ 160337 h 331787"/>
                <a:gd name="connsiteX43" fmla="*/ 290513 w 331788"/>
                <a:gd name="connsiteY43" fmla="*/ 153987 h 331787"/>
                <a:gd name="connsiteX44" fmla="*/ 331788 w 331788"/>
                <a:gd name="connsiteY44" fmla="*/ 167061 h 331787"/>
                <a:gd name="connsiteX45" fmla="*/ 329125 w 331788"/>
                <a:gd name="connsiteY45" fmla="*/ 198437 h 331787"/>
                <a:gd name="connsiteX46" fmla="*/ 290513 w 331788"/>
                <a:gd name="connsiteY46" fmla="*/ 153987 h 331787"/>
                <a:gd name="connsiteX47" fmla="*/ 113341 w 331788"/>
                <a:gd name="connsiteY47" fmla="*/ 139700 h 331787"/>
                <a:gd name="connsiteX48" fmla="*/ 130085 w 331788"/>
                <a:gd name="connsiteY48" fmla="*/ 169324 h 331787"/>
                <a:gd name="connsiteX49" fmla="*/ 136525 w 331788"/>
                <a:gd name="connsiteY49" fmla="*/ 178340 h 331787"/>
                <a:gd name="connsiteX50" fmla="*/ 128797 w 331788"/>
                <a:gd name="connsiteY50" fmla="*/ 191219 h 331787"/>
                <a:gd name="connsiteX51" fmla="*/ 121069 w 331788"/>
                <a:gd name="connsiteY51" fmla="*/ 189932 h 331787"/>
                <a:gd name="connsiteX52" fmla="*/ 95310 w 331788"/>
                <a:gd name="connsiteY52" fmla="*/ 207963 h 331787"/>
                <a:gd name="connsiteX53" fmla="*/ 1288 w 331788"/>
                <a:gd name="connsiteY53" fmla="*/ 179628 h 331787"/>
                <a:gd name="connsiteX54" fmla="*/ 0 w 331788"/>
                <a:gd name="connsiteY54" fmla="*/ 165460 h 331787"/>
                <a:gd name="connsiteX55" fmla="*/ 1288 w 331788"/>
                <a:gd name="connsiteY55" fmla="*/ 151292 h 331787"/>
                <a:gd name="connsiteX56" fmla="*/ 113341 w 331788"/>
                <a:gd name="connsiteY56" fmla="*/ 139700 h 331787"/>
                <a:gd name="connsiteX57" fmla="*/ 186315 w 331788"/>
                <a:gd name="connsiteY57" fmla="*/ 138112 h 331787"/>
                <a:gd name="connsiteX58" fmla="*/ 268288 w 331788"/>
                <a:gd name="connsiteY58" fmla="*/ 149780 h 331787"/>
                <a:gd name="connsiteX59" fmla="*/ 238829 w 331788"/>
                <a:gd name="connsiteY59" fmla="*/ 193860 h 331787"/>
                <a:gd name="connsiteX60" fmla="*/ 227301 w 331788"/>
                <a:gd name="connsiteY60" fmla="*/ 191267 h 331787"/>
                <a:gd name="connsiteX61" fmla="*/ 200404 w 331788"/>
                <a:gd name="connsiteY61" fmla="*/ 214604 h 331787"/>
                <a:gd name="connsiteX62" fmla="*/ 179911 w 331788"/>
                <a:gd name="connsiteY62" fmla="*/ 215900 h 331787"/>
                <a:gd name="connsiteX63" fmla="*/ 155575 w 331788"/>
                <a:gd name="connsiteY63" fmla="*/ 179599 h 331787"/>
                <a:gd name="connsiteX64" fmla="*/ 173507 w 331788"/>
                <a:gd name="connsiteY64" fmla="*/ 154966 h 331787"/>
                <a:gd name="connsiteX65" fmla="*/ 186315 w 331788"/>
                <a:gd name="connsiteY65" fmla="*/ 138112 h 331787"/>
                <a:gd name="connsiteX66" fmla="*/ 168276 w 331788"/>
                <a:gd name="connsiteY66" fmla="*/ 138112 h 331787"/>
                <a:gd name="connsiteX67" fmla="*/ 161661 w 331788"/>
                <a:gd name="connsiteY67" fmla="*/ 145566 h 331787"/>
                <a:gd name="connsiteX68" fmla="*/ 145786 w 331788"/>
                <a:gd name="connsiteY68" fmla="*/ 166687 h 331787"/>
                <a:gd name="connsiteX69" fmla="*/ 141817 w 331788"/>
                <a:gd name="connsiteY69" fmla="*/ 161718 h 331787"/>
                <a:gd name="connsiteX70" fmla="*/ 128588 w 331788"/>
                <a:gd name="connsiteY70" fmla="*/ 139354 h 331787"/>
                <a:gd name="connsiteX71" fmla="*/ 168276 w 331788"/>
                <a:gd name="connsiteY71" fmla="*/ 138112 h 331787"/>
                <a:gd name="connsiteX72" fmla="*/ 220028 w 331788"/>
                <a:gd name="connsiteY72" fmla="*/ 103187 h 331787"/>
                <a:gd name="connsiteX73" fmla="*/ 232728 w 331788"/>
                <a:gd name="connsiteY73" fmla="*/ 105784 h 331787"/>
                <a:gd name="connsiteX74" fmla="*/ 237808 w 331788"/>
                <a:gd name="connsiteY74" fmla="*/ 105784 h 331787"/>
                <a:gd name="connsiteX75" fmla="*/ 246698 w 331788"/>
                <a:gd name="connsiteY75" fmla="*/ 118773 h 331787"/>
                <a:gd name="connsiteX76" fmla="*/ 255588 w 331788"/>
                <a:gd name="connsiteY76" fmla="*/ 131762 h 331787"/>
                <a:gd name="connsiteX77" fmla="*/ 198438 w 331788"/>
                <a:gd name="connsiteY77" fmla="*/ 125267 h 331787"/>
                <a:gd name="connsiteX78" fmla="*/ 220028 w 331788"/>
                <a:gd name="connsiteY78" fmla="*/ 103187 h 331787"/>
                <a:gd name="connsiteX79" fmla="*/ 317236 w 331788"/>
                <a:gd name="connsiteY79" fmla="*/ 98425 h 331787"/>
                <a:gd name="connsiteX80" fmla="*/ 331788 w 331788"/>
                <a:gd name="connsiteY80" fmla="*/ 152400 h 331787"/>
                <a:gd name="connsiteX81" fmla="*/ 292100 w 331788"/>
                <a:gd name="connsiteY81" fmla="*/ 140552 h 331787"/>
                <a:gd name="connsiteX82" fmla="*/ 317236 w 331788"/>
                <a:gd name="connsiteY82" fmla="*/ 98425 h 331787"/>
                <a:gd name="connsiteX83" fmla="*/ 286068 w 331788"/>
                <a:gd name="connsiteY83" fmla="*/ 52387 h 331787"/>
                <a:gd name="connsiteX84" fmla="*/ 309563 w 331788"/>
                <a:gd name="connsiteY84" fmla="*/ 84748 h 331787"/>
                <a:gd name="connsiteX85" fmla="*/ 278236 w 331788"/>
                <a:gd name="connsiteY85" fmla="*/ 136525 h 331787"/>
                <a:gd name="connsiteX86" fmla="*/ 276931 w 331788"/>
                <a:gd name="connsiteY86" fmla="*/ 136525 h 331787"/>
                <a:gd name="connsiteX87" fmla="*/ 258657 w 331788"/>
                <a:gd name="connsiteY87" fmla="*/ 110636 h 331787"/>
                <a:gd name="connsiteX88" fmla="*/ 250825 w 331788"/>
                <a:gd name="connsiteY88" fmla="*/ 98986 h 331787"/>
                <a:gd name="connsiteX89" fmla="*/ 259962 w 331788"/>
                <a:gd name="connsiteY89" fmla="*/ 78275 h 331787"/>
                <a:gd name="connsiteX90" fmla="*/ 258657 w 331788"/>
                <a:gd name="connsiteY90" fmla="*/ 70509 h 331787"/>
                <a:gd name="connsiteX91" fmla="*/ 286068 w 331788"/>
                <a:gd name="connsiteY91" fmla="*/ 52387 h 331787"/>
                <a:gd name="connsiteX92" fmla="*/ 73025 w 331788"/>
                <a:gd name="connsiteY92" fmla="*/ 28575 h 331787"/>
                <a:gd name="connsiteX93" fmla="*/ 107950 w 331788"/>
                <a:gd name="connsiteY93" fmla="*/ 126377 h 331787"/>
                <a:gd name="connsiteX94" fmla="*/ 3175 w 331788"/>
                <a:gd name="connsiteY94" fmla="*/ 138113 h 331787"/>
                <a:gd name="connsiteX95" fmla="*/ 73025 w 331788"/>
                <a:gd name="connsiteY95" fmla="*/ 28575 h 331787"/>
                <a:gd name="connsiteX96" fmla="*/ 203200 w 331788"/>
                <a:gd name="connsiteY96" fmla="*/ 4762 h 331787"/>
                <a:gd name="connsiteX97" fmla="*/ 274638 w 331788"/>
                <a:gd name="connsiteY97" fmla="*/ 41817 h 331787"/>
                <a:gd name="connsiteX98" fmla="*/ 251258 w 331788"/>
                <a:gd name="connsiteY98" fmla="*/ 57150 h 331787"/>
                <a:gd name="connsiteX99" fmla="*/ 233074 w 331788"/>
                <a:gd name="connsiteY99" fmla="*/ 50761 h 331787"/>
                <a:gd name="connsiteX100" fmla="*/ 225281 w 331788"/>
                <a:gd name="connsiteY100" fmla="*/ 52039 h 331787"/>
                <a:gd name="connsiteX101" fmla="*/ 203200 w 331788"/>
                <a:gd name="connsiteY101" fmla="*/ 4762 h 331787"/>
                <a:gd name="connsiteX102" fmla="*/ 165260 w 331788"/>
                <a:gd name="connsiteY102" fmla="*/ 0 h 331787"/>
                <a:gd name="connsiteX103" fmla="*/ 185786 w 331788"/>
                <a:gd name="connsiteY103" fmla="*/ 1290 h 331787"/>
                <a:gd name="connsiteX104" fmla="*/ 212725 w 331788"/>
                <a:gd name="connsiteY104" fmla="*/ 59333 h 331787"/>
                <a:gd name="connsiteX105" fmla="*/ 205028 w 331788"/>
                <a:gd name="connsiteY105" fmla="*/ 77390 h 331787"/>
                <a:gd name="connsiteX106" fmla="*/ 208876 w 331788"/>
                <a:gd name="connsiteY106" fmla="*/ 91579 h 331787"/>
                <a:gd name="connsiteX107" fmla="*/ 179371 w 331788"/>
                <a:gd name="connsiteY107" fmla="*/ 122535 h 331787"/>
                <a:gd name="connsiteX108" fmla="*/ 176806 w 331788"/>
                <a:gd name="connsiteY108" fmla="*/ 122535 h 331787"/>
                <a:gd name="connsiteX109" fmla="*/ 122927 w 331788"/>
                <a:gd name="connsiteY109" fmla="*/ 123825 h 331787"/>
                <a:gd name="connsiteX110" fmla="*/ 85725 w 331788"/>
                <a:gd name="connsiteY110" fmla="*/ 20637 h 331787"/>
                <a:gd name="connsiteX111" fmla="*/ 165260 w 331788"/>
                <a:gd name="connsiteY111" fmla="*/ 0 h 33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331788" h="331787">
                  <a:moveTo>
                    <a:pt x="199497" y="265112"/>
                  </a:moveTo>
                  <a:cubicBezTo>
                    <a:pt x="203360" y="270241"/>
                    <a:pt x="205935" y="274088"/>
                    <a:pt x="209798" y="279217"/>
                  </a:cubicBezTo>
                  <a:cubicBezTo>
                    <a:pt x="222674" y="295885"/>
                    <a:pt x="231688" y="307425"/>
                    <a:pt x="238126" y="315118"/>
                  </a:cubicBezTo>
                  <a:cubicBezTo>
                    <a:pt x="216236" y="325376"/>
                    <a:pt x="191771" y="331787"/>
                    <a:pt x="166018" y="331787"/>
                  </a:cubicBezTo>
                  <a:cubicBezTo>
                    <a:pt x="150566" y="331787"/>
                    <a:pt x="136402" y="329223"/>
                    <a:pt x="122238" y="325376"/>
                  </a:cubicBezTo>
                  <a:cubicBezTo>
                    <a:pt x="141553" y="312554"/>
                    <a:pt x="169881" y="293321"/>
                    <a:pt x="199497" y="265112"/>
                  </a:cubicBezTo>
                  <a:close/>
                  <a:moveTo>
                    <a:pt x="190500" y="228600"/>
                  </a:moveTo>
                  <a:cubicBezTo>
                    <a:pt x="194163" y="228600"/>
                    <a:pt x="197827" y="228600"/>
                    <a:pt x="201490" y="228600"/>
                  </a:cubicBezTo>
                  <a:cubicBezTo>
                    <a:pt x="202712" y="231198"/>
                    <a:pt x="203933" y="233796"/>
                    <a:pt x="206375" y="236394"/>
                  </a:cubicBezTo>
                  <a:cubicBezTo>
                    <a:pt x="203933" y="237693"/>
                    <a:pt x="201490" y="240290"/>
                    <a:pt x="200269" y="242888"/>
                  </a:cubicBezTo>
                  <a:cubicBezTo>
                    <a:pt x="196606" y="237693"/>
                    <a:pt x="194163" y="233796"/>
                    <a:pt x="190500" y="228600"/>
                  </a:cubicBezTo>
                  <a:close/>
                  <a:moveTo>
                    <a:pt x="146452" y="228600"/>
                  </a:moveTo>
                  <a:cubicBezTo>
                    <a:pt x="152930" y="228600"/>
                    <a:pt x="159408" y="229897"/>
                    <a:pt x="164590" y="229897"/>
                  </a:cubicBezTo>
                  <a:cubicBezTo>
                    <a:pt x="164590" y="229897"/>
                    <a:pt x="164590" y="229897"/>
                    <a:pt x="165885" y="229897"/>
                  </a:cubicBezTo>
                  <a:cubicBezTo>
                    <a:pt x="168477" y="229897"/>
                    <a:pt x="171068" y="229897"/>
                    <a:pt x="173659" y="229897"/>
                  </a:cubicBezTo>
                  <a:cubicBezTo>
                    <a:pt x="178841" y="237678"/>
                    <a:pt x="185319" y="245459"/>
                    <a:pt x="190501" y="253240"/>
                  </a:cubicBezTo>
                  <a:cubicBezTo>
                    <a:pt x="156817" y="286958"/>
                    <a:pt x="123132" y="309004"/>
                    <a:pt x="103699" y="320675"/>
                  </a:cubicBezTo>
                  <a:cubicBezTo>
                    <a:pt x="94630" y="316785"/>
                    <a:pt x="85561" y="311597"/>
                    <a:pt x="77788" y="306410"/>
                  </a:cubicBezTo>
                  <a:cubicBezTo>
                    <a:pt x="84266" y="293442"/>
                    <a:pt x="97221" y="271396"/>
                    <a:pt x="112768" y="244162"/>
                  </a:cubicBezTo>
                  <a:cubicBezTo>
                    <a:pt x="115359" y="245459"/>
                    <a:pt x="117950" y="245459"/>
                    <a:pt x="121837" y="245459"/>
                  </a:cubicBezTo>
                  <a:cubicBezTo>
                    <a:pt x="132201" y="245459"/>
                    <a:pt x="142566" y="238975"/>
                    <a:pt x="146452" y="228600"/>
                  </a:cubicBezTo>
                  <a:close/>
                  <a:moveTo>
                    <a:pt x="323851" y="217487"/>
                  </a:moveTo>
                  <a:cubicBezTo>
                    <a:pt x="310830" y="256268"/>
                    <a:pt x="284788" y="287292"/>
                    <a:pt x="249631" y="307975"/>
                  </a:cubicBezTo>
                  <a:cubicBezTo>
                    <a:pt x="240516" y="295048"/>
                    <a:pt x="224890" y="275658"/>
                    <a:pt x="207963" y="253682"/>
                  </a:cubicBezTo>
                  <a:cubicBezTo>
                    <a:pt x="211869" y="249804"/>
                    <a:pt x="214474" y="247219"/>
                    <a:pt x="218380" y="243341"/>
                  </a:cubicBezTo>
                  <a:cubicBezTo>
                    <a:pt x="220984" y="244634"/>
                    <a:pt x="223588" y="244634"/>
                    <a:pt x="227495" y="244634"/>
                  </a:cubicBezTo>
                  <a:cubicBezTo>
                    <a:pt x="239214" y="244634"/>
                    <a:pt x="250933" y="236878"/>
                    <a:pt x="253537" y="225243"/>
                  </a:cubicBezTo>
                  <a:cubicBezTo>
                    <a:pt x="280881" y="222658"/>
                    <a:pt x="304319" y="220073"/>
                    <a:pt x="323851" y="217487"/>
                  </a:cubicBezTo>
                  <a:close/>
                  <a:moveTo>
                    <a:pt x="3175" y="196850"/>
                  </a:moveTo>
                  <a:cubicBezTo>
                    <a:pt x="23562" y="204666"/>
                    <a:pt x="55417" y="215086"/>
                    <a:pt x="93642" y="222902"/>
                  </a:cubicBezTo>
                  <a:cubicBezTo>
                    <a:pt x="94916" y="228112"/>
                    <a:pt x="96190" y="232019"/>
                    <a:pt x="100013" y="235927"/>
                  </a:cubicBezTo>
                  <a:cubicBezTo>
                    <a:pt x="84723" y="261978"/>
                    <a:pt x="71981" y="284122"/>
                    <a:pt x="65610" y="298450"/>
                  </a:cubicBezTo>
                  <a:cubicBezTo>
                    <a:pt x="33755" y="273702"/>
                    <a:pt x="10820" y="237230"/>
                    <a:pt x="3175" y="196850"/>
                  </a:cubicBezTo>
                  <a:close/>
                  <a:moveTo>
                    <a:pt x="146517" y="192087"/>
                  </a:moveTo>
                  <a:cubicBezTo>
                    <a:pt x="151747" y="200025"/>
                    <a:pt x="156976" y="207963"/>
                    <a:pt x="163513" y="215900"/>
                  </a:cubicBezTo>
                  <a:cubicBezTo>
                    <a:pt x="158284" y="215900"/>
                    <a:pt x="153054" y="214577"/>
                    <a:pt x="147825" y="214577"/>
                  </a:cubicBezTo>
                  <a:cubicBezTo>
                    <a:pt x="147825" y="209286"/>
                    <a:pt x="145210" y="203994"/>
                    <a:pt x="141288" y="200025"/>
                  </a:cubicBezTo>
                  <a:cubicBezTo>
                    <a:pt x="142595" y="197379"/>
                    <a:pt x="145210" y="194733"/>
                    <a:pt x="146517" y="192087"/>
                  </a:cubicBezTo>
                  <a:close/>
                  <a:moveTo>
                    <a:pt x="277877" y="160337"/>
                  </a:moveTo>
                  <a:cubicBezTo>
                    <a:pt x="290894" y="175968"/>
                    <a:pt x="302610" y="190296"/>
                    <a:pt x="314326" y="204624"/>
                  </a:cubicBezTo>
                  <a:cubicBezTo>
                    <a:pt x="297403" y="205927"/>
                    <a:pt x="276575" y="208532"/>
                    <a:pt x="253143" y="211137"/>
                  </a:cubicBezTo>
                  <a:cubicBezTo>
                    <a:pt x="251842" y="207230"/>
                    <a:pt x="251842" y="204624"/>
                    <a:pt x="249238" y="203322"/>
                  </a:cubicBezTo>
                  <a:cubicBezTo>
                    <a:pt x="259652" y="188994"/>
                    <a:pt x="270066" y="174665"/>
                    <a:pt x="277877" y="160337"/>
                  </a:cubicBezTo>
                  <a:close/>
                  <a:moveTo>
                    <a:pt x="290513" y="153987"/>
                  </a:moveTo>
                  <a:cubicBezTo>
                    <a:pt x="306490" y="159216"/>
                    <a:pt x="321136" y="163139"/>
                    <a:pt x="331788" y="167061"/>
                  </a:cubicBezTo>
                  <a:cubicBezTo>
                    <a:pt x="331788" y="178827"/>
                    <a:pt x="330457" y="187978"/>
                    <a:pt x="329125" y="198437"/>
                  </a:cubicBezTo>
                  <a:cubicBezTo>
                    <a:pt x="317142" y="185364"/>
                    <a:pt x="303828" y="170983"/>
                    <a:pt x="290513" y="153987"/>
                  </a:cubicBezTo>
                  <a:close/>
                  <a:moveTo>
                    <a:pt x="113341" y="139700"/>
                  </a:moveTo>
                  <a:cubicBezTo>
                    <a:pt x="118493" y="150004"/>
                    <a:pt x="124933" y="160307"/>
                    <a:pt x="130085" y="169324"/>
                  </a:cubicBezTo>
                  <a:cubicBezTo>
                    <a:pt x="132661" y="171900"/>
                    <a:pt x="135237" y="175764"/>
                    <a:pt x="136525" y="178340"/>
                  </a:cubicBezTo>
                  <a:cubicBezTo>
                    <a:pt x="133949" y="183492"/>
                    <a:pt x="131373" y="187356"/>
                    <a:pt x="128797" y="191219"/>
                  </a:cubicBezTo>
                  <a:cubicBezTo>
                    <a:pt x="126221" y="189932"/>
                    <a:pt x="123645" y="189932"/>
                    <a:pt x="121069" y="189932"/>
                  </a:cubicBezTo>
                  <a:cubicBezTo>
                    <a:pt x="109478" y="189932"/>
                    <a:pt x="99174" y="197659"/>
                    <a:pt x="95310" y="207963"/>
                  </a:cubicBezTo>
                  <a:cubicBezTo>
                    <a:pt x="52807" y="200235"/>
                    <a:pt x="19320" y="187356"/>
                    <a:pt x="1288" y="179628"/>
                  </a:cubicBezTo>
                  <a:cubicBezTo>
                    <a:pt x="0" y="174476"/>
                    <a:pt x="0" y="170612"/>
                    <a:pt x="0" y="165460"/>
                  </a:cubicBezTo>
                  <a:cubicBezTo>
                    <a:pt x="0" y="160307"/>
                    <a:pt x="0" y="156444"/>
                    <a:pt x="1288" y="151292"/>
                  </a:cubicBezTo>
                  <a:cubicBezTo>
                    <a:pt x="23183" y="147428"/>
                    <a:pt x="64399" y="142276"/>
                    <a:pt x="113341" y="139700"/>
                  </a:cubicBezTo>
                  <a:close/>
                  <a:moveTo>
                    <a:pt x="186315" y="138112"/>
                  </a:moveTo>
                  <a:cubicBezTo>
                    <a:pt x="215774" y="139408"/>
                    <a:pt x="243952" y="143298"/>
                    <a:pt x="268288" y="149780"/>
                  </a:cubicBezTo>
                  <a:cubicBezTo>
                    <a:pt x="259322" y="164042"/>
                    <a:pt x="249076" y="179599"/>
                    <a:pt x="238829" y="193860"/>
                  </a:cubicBezTo>
                  <a:cubicBezTo>
                    <a:pt x="234986" y="192564"/>
                    <a:pt x="231144" y="191267"/>
                    <a:pt x="227301" y="191267"/>
                  </a:cubicBezTo>
                  <a:cubicBezTo>
                    <a:pt x="213212" y="191267"/>
                    <a:pt x="201685" y="201639"/>
                    <a:pt x="200404" y="214604"/>
                  </a:cubicBezTo>
                  <a:cubicBezTo>
                    <a:pt x="194000" y="214604"/>
                    <a:pt x="186315" y="214604"/>
                    <a:pt x="179911" y="215900"/>
                  </a:cubicBezTo>
                  <a:cubicBezTo>
                    <a:pt x="170945" y="202936"/>
                    <a:pt x="163260" y="191267"/>
                    <a:pt x="155575" y="179599"/>
                  </a:cubicBezTo>
                  <a:cubicBezTo>
                    <a:pt x="160698" y="171820"/>
                    <a:pt x="167102" y="162745"/>
                    <a:pt x="173507" y="154966"/>
                  </a:cubicBezTo>
                  <a:cubicBezTo>
                    <a:pt x="177349" y="148483"/>
                    <a:pt x="182472" y="143298"/>
                    <a:pt x="186315" y="138112"/>
                  </a:cubicBezTo>
                  <a:close/>
                  <a:moveTo>
                    <a:pt x="168276" y="138112"/>
                  </a:moveTo>
                  <a:cubicBezTo>
                    <a:pt x="165630" y="140597"/>
                    <a:pt x="164307" y="143081"/>
                    <a:pt x="161661" y="145566"/>
                  </a:cubicBezTo>
                  <a:cubicBezTo>
                    <a:pt x="156370" y="153020"/>
                    <a:pt x="151078" y="159232"/>
                    <a:pt x="145786" y="166687"/>
                  </a:cubicBezTo>
                  <a:cubicBezTo>
                    <a:pt x="144463" y="165445"/>
                    <a:pt x="143140" y="162960"/>
                    <a:pt x="141817" y="161718"/>
                  </a:cubicBezTo>
                  <a:cubicBezTo>
                    <a:pt x="137849" y="154263"/>
                    <a:pt x="132557" y="146808"/>
                    <a:pt x="128588" y="139354"/>
                  </a:cubicBezTo>
                  <a:cubicBezTo>
                    <a:pt x="141817" y="139354"/>
                    <a:pt x="155047" y="138112"/>
                    <a:pt x="168276" y="138112"/>
                  </a:cubicBezTo>
                  <a:close/>
                  <a:moveTo>
                    <a:pt x="220028" y="103187"/>
                  </a:moveTo>
                  <a:cubicBezTo>
                    <a:pt x="223838" y="104486"/>
                    <a:pt x="227648" y="105784"/>
                    <a:pt x="232728" y="105784"/>
                  </a:cubicBezTo>
                  <a:cubicBezTo>
                    <a:pt x="233998" y="105784"/>
                    <a:pt x="236538" y="105784"/>
                    <a:pt x="237808" y="105784"/>
                  </a:cubicBezTo>
                  <a:cubicBezTo>
                    <a:pt x="241618" y="109681"/>
                    <a:pt x="244158" y="114877"/>
                    <a:pt x="246698" y="118773"/>
                  </a:cubicBezTo>
                  <a:cubicBezTo>
                    <a:pt x="249238" y="122670"/>
                    <a:pt x="253048" y="127865"/>
                    <a:pt x="255588" y="131762"/>
                  </a:cubicBezTo>
                  <a:cubicBezTo>
                    <a:pt x="237808" y="129164"/>
                    <a:pt x="218758" y="126566"/>
                    <a:pt x="198438" y="125267"/>
                  </a:cubicBezTo>
                  <a:cubicBezTo>
                    <a:pt x="206058" y="117474"/>
                    <a:pt x="213678" y="109681"/>
                    <a:pt x="220028" y="103187"/>
                  </a:cubicBezTo>
                  <a:close/>
                  <a:moveTo>
                    <a:pt x="317236" y="98425"/>
                  </a:moveTo>
                  <a:cubicBezTo>
                    <a:pt x="325173" y="115539"/>
                    <a:pt x="329142" y="133969"/>
                    <a:pt x="331788" y="152400"/>
                  </a:cubicBezTo>
                  <a:cubicBezTo>
                    <a:pt x="319882" y="148450"/>
                    <a:pt x="306652" y="144501"/>
                    <a:pt x="292100" y="140552"/>
                  </a:cubicBezTo>
                  <a:cubicBezTo>
                    <a:pt x="301361" y="124754"/>
                    <a:pt x="310621" y="111589"/>
                    <a:pt x="317236" y="98425"/>
                  </a:cubicBezTo>
                  <a:close/>
                  <a:moveTo>
                    <a:pt x="286068" y="52387"/>
                  </a:moveTo>
                  <a:cubicBezTo>
                    <a:pt x="295205" y="61448"/>
                    <a:pt x="303037" y="71803"/>
                    <a:pt x="309563" y="84748"/>
                  </a:cubicBezTo>
                  <a:cubicBezTo>
                    <a:pt x="301731" y="98986"/>
                    <a:pt x="289984" y="117108"/>
                    <a:pt x="278236" y="136525"/>
                  </a:cubicBezTo>
                  <a:cubicBezTo>
                    <a:pt x="278236" y="136525"/>
                    <a:pt x="276931" y="136525"/>
                    <a:pt x="276931" y="136525"/>
                  </a:cubicBezTo>
                  <a:cubicBezTo>
                    <a:pt x="270404" y="127464"/>
                    <a:pt x="265183" y="119697"/>
                    <a:pt x="258657" y="110636"/>
                  </a:cubicBezTo>
                  <a:cubicBezTo>
                    <a:pt x="256046" y="106753"/>
                    <a:pt x="253436" y="102870"/>
                    <a:pt x="250825" y="98986"/>
                  </a:cubicBezTo>
                  <a:cubicBezTo>
                    <a:pt x="256046" y="93809"/>
                    <a:pt x="259962" y="86042"/>
                    <a:pt x="259962" y="78275"/>
                  </a:cubicBezTo>
                  <a:cubicBezTo>
                    <a:pt x="259962" y="75687"/>
                    <a:pt x="259962" y="73098"/>
                    <a:pt x="258657" y="70509"/>
                  </a:cubicBezTo>
                  <a:cubicBezTo>
                    <a:pt x="269099" y="62742"/>
                    <a:pt x="278236" y="57564"/>
                    <a:pt x="286068" y="52387"/>
                  </a:cubicBezTo>
                  <a:close/>
                  <a:moveTo>
                    <a:pt x="73025" y="28575"/>
                  </a:moveTo>
                  <a:cubicBezTo>
                    <a:pt x="79493" y="54655"/>
                    <a:pt x="92428" y="92472"/>
                    <a:pt x="107950" y="126377"/>
                  </a:cubicBezTo>
                  <a:cubicBezTo>
                    <a:pt x="63970" y="128985"/>
                    <a:pt x="25165" y="134201"/>
                    <a:pt x="3175" y="138113"/>
                  </a:cubicBezTo>
                  <a:cubicBezTo>
                    <a:pt x="10936" y="92472"/>
                    <a:pt x="36806" y="53351"/>
                    <a:pt x="73025" y="28575"/>
                  </a:cubicBezTo>
                  <a:close/>
                  <a:moveTo>
                    <a:pt x="203200" y="4762"/>
                  </a:moveTo>
                  <a:cubicBezTo>
                    <a:pt x="230476" y="11151"/>
                    <a:pt x="255155" y="23928"/>
                    <a:pt x="274638" y="41817"/>
                  </a:cubicBezTo>
                  <a:cubicBezTo>
                    <a:pt x="268144" y="45650"/>
                    <a:pt x="260350" y="52039"/>
                    <a:pt x="251258" y="57150"/>
                  </a:cubicBezTo>
                  <a:cubicBezTo>
                    <a:pt x="246063" y="53316"/>
                    <a:pt x="239568" y="50761"/>
                    <a:pt x="233074" y="50761"/>
                  </a:cubicBezTo>
                  <a:cubicBezTo>
                    <a:pt x="230476" y="50761"/>
                    <a:pt x="227879" y="50761"/>
                    <a:pt x="225281" y="52039"/>
                  </a:cubicBezTo>
                  <a:cubicBezTo>
                    <a:pt x="216189" y="34150"/>
                    <a:pt x="208395" y="17539"/>
                    <a:pt x="203200" y="4762"/>
                  </a:cubicBezTo>
                  <a:close/>
                  <a:moveTo>
                    <a:pt x="165260" y="0"/>
                  </a:moveTo>
                  <a:cubicBezTo>
                    <a:pt x="172957" y="0"/>
                    <a:pt x="179371" y="0"/>
                    <a:pt x="185786" y="1290"/>
                  </a:cubicBezTo>
                  <a:cubicBezTo>
                    <a:pt x="192200" y="15478"/>
                    <a:pt x="199897" y="36115"/>
                    <a:pt x="212725" y="59333"/>
                  </a:cubicBezTo>
                  <a:cubicBezTo>
                    <a:pt x="207594" y="63202"/>
                    <a:pt x="205028" y="69651"/>
                    <a:pt x="205028" y="77390"/>
                  </a:cubicBezTo>
                  <a:cubicBezTo>
                    <a:pt x="205028" y="82550"/>
                    <a:pt x="206311" y="87709"/>
                    <a:pt x="208876" y="91579"/>
                  </a:cubicBezTo>
                  <a:cubicBezTo>
                    <a:pt x="198614" y="100608"/>
                    <a:pt x="188351" y="110926"/>
                    <a:pt x="179371" y="122535"/>
                  </a:cubicBezTo>
                  <a:cubicBezTo>
                    <a:pt x="178089" y="122535"/>
                    <a:pt x="178089" y="122535"/>
                    <a:pt x="176806" y="122535"/>
                  </a:cubicBezTo>
                  <a:cubicBezTo>
                    <a:pt x="158846" y="122535"/>
                    <a:pt x="139604" y="123825"/>
                    <a:pt x="122927" y="123825"/>
                  </a:cubicBezTo>
                  <a:cubicBezTo>
                    <a:pt x="104967" y="87709"/>
                    <a:pt x="92139" y="45144"/>
                    <a:pt x="85725" y="20637"/>
                  </a:cubicBezTo>
                  <a:cubicBezTo>
                    <a:pt x="108816" y="7739"/>
                    <a:pt x="135755" y="0"/>
                    <a:pt x="165260" y="0"/>
                  </a:cubicBezTo>
                  <a:close/>
                </a:path>
              </a:pathLst>
            </a:custGeom>
            <a:solidFill>
              <a:schemeClr val="bg1"/>
            </a:solidFill>
            <a:ln w="12700" cap="flat">
              <a:noFill/>
              <a:miter lim="4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a:ln>
                  <a:noFill/>
                </a:ln>
                <a:solidFill>
                  <a:prstClr val="black"/>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23" name="矩形 22">
              <a:extLst>
                <a:ext uri="{FF2B5EF4-FFF2-40B4-BE49-F238E27FC236}">
                  <a16:creationId xmlns:a16="http://schemas.microsoft.com/office/drawing/2014/main" id="{EDF799C7-BD1D-44E2-B94A-F4D6C4CFFF86}"/>
                </a:ext>
              </a:extLst>
            </p:cNvPr>
            <p:cNvSpPr/>
            <p:nvPr/>
          </p:nvSpPr>
          <p:spPr>
            <a:xfrm>
              <a:off x="1532965" y="1960598"/>
              <a:ext cx="9444857" cy="574735"/>
            </a:xfrm>
            <a:prstGeom prst="rect">
              <a:avLst/>
            </a:prstGeom>
          </p:spPr>
          <p:txBody>
            <a:bodyPr wrap="square">
              <a:spAutoFit/>
              <a:scene3d>
                <a:camera prst="orthographicFront"/>
                <a:lightRig rig="threePt" dir="t"/>
              </a:scene3d>
              <a:sp3d contourW="12700"/>
            </a:bodyPr>
            <a:lstStyle/>
            <a:p>
              <a:pPr algn="ctr">
                <a:lnSpc>
                  <a:spcPct val="130000"/>
                </a:lnSpc>
              </a:pPr>
              <a:r>
                <a:rPr lang="zh-CN" altLang="en-US" sz="1400" dirty="0">
                  <a:solidFill>
                    <a:schemeClr val="tx2">
                      <a:lumMod val="50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在此处添加内容在此次添加内容在此处添加内容在此次添加内容在此处添加内容在此处添加内容在此次添加内容在此处添加内容在此次添加内容在此处添加内容在此处添加内容在此次添加内容在此处添加内容 </a:t>
              </a:r>
            </a:p>
          </p:txBody>
        </p:sp>
        <p:sp>
          <p:nvSpPr>
            <p:cNvPr id="24" name="矩形 23">
              <a:extLst>
                <a:ext uri="{FF2B5EF4-FFF2-40B4-BE49-F238E27FC236}">
                  <a16:creationId xmlns:a16="http://schemas.microsoft.com/office/drawing/2014/main" id="{FDCB5474-0225-44D0-9861-B69E445EFF90}"/>
                </a:ext>
              </a:extLst>
            </p:cNvPr>
            <p:cNvSpPr/>
            <p:nvPr/>
          </p:nvSpPr>
          <p:spPr>
            <a:xfrm>
              <a:off x="1931589" y="4953330"/>
              <a:ext cx="1517710" cy="335818"/>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25" name="矩形 24">
              <a:extLst>
                <a:ext uri="{FF2B5EF4-FFF2-40B4-BE49-F238E27FC236}">
                  <a16:creationId xmlns:a16="http://schemas.microsoft.com/office/drawing/2014/main" id="{1D518CF6-2132-4823-936E-C286A5A3AFD2}"/>
                </a:ext>
              </a:extLst>
            </p:cNvPr>
            <p:cNvSpPr/>
            <p:nvPr/>
          </p:nvSpPr>
          <p:spPr>
            <a:xfrm>
              <a:off x="5401848" y="4953330"/>
              <a:ext cx="1517710" cy="335818"/>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26" name="矩形 25">
              <a:extLst>
                <a:ext uri="{FF2B5EF4-FFF2-40B4-BE49-F238E27FC236}">
                  <a16:creationId xmlns:a16="http://schemas.microsoft.com/office/drawing/2014/main" id="{6B9C0C39-1ED7-4FD0-BFBB-A5DFBF4D4B92}"/>
                </a:ext>
              </a:extLst>
            </p:cNvPr>
            <p:cNvSpPr/>
            <p:nvPr/>
          </p:nvSpPr>
          <p:spPr>
            <a:xfrm>
              <a:off x="8884807" y="4953330"/>
              <a:ext cx="1517710" cy="335818"/>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27" name="矩形 26">
              <a:extLst>
                <a:ext uri="{FF2B5EF4-FFF2-40B4-BE49-F238E27FC236}">
                  <a16:creationId xmlns:a16="http://schemas.microsoft.com/office/drawing/2014/main" id="{4219C2EF-D7E4-441C-876A-5B3674663230}"/>
                </a:ext>
              </a:extLst>
            </p:cNvPr>
            <p:cNvSpPr/>
            <p:nvPr/>
          </p:nvSpPr>
          <p:spPr>
            <a:xfrm>
              <a:off x="3665068" y="3114825"/>
              <a:ext cx="1517710" cy="335818"/>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sp>
          <p:nvSpPr>
            <p:cNvPr id="28" name="矩形 27">
              <a:extLst>
                <a:ext uri="{FF2B5EF4-FFF2-40B4-BE49-F238E27FC236}">
                  <a16:creationId xmlns:a16="http://schemas.microsoft.com/office/drawing/2014/main" id="{54BA2D6A-D329-4EE2-A0B4-89875B9497BC}"/>
                </a:ext>
              </a:extLst>
            </p:cNvPr>
            <p:cNvSpPr/>
            <p:nvPr/>
          </p:nvSpPr>
          <p:spPr>
            <a:xfrm>
              <a:off x="7144925" y="3114825"/>
              <a:ext cx="1517710" cy="335818"/>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i="0" u="none" strike="noStrike" kern="1200" cap="none" spc="0" normalizeH="0" baseline="0" noProof="0" dirty="0">
                  <a:ln>
                    <a:noFill/>
                  </a:ln>
                  <a:solidFill>
                    <a:schemeClr val="bg2">
                      <a:lumMod val="25000"/>
                    </a:schemeClr>
                  </a:solidFill>
                  <a:effectLst/>
                  <a:uLnTx/>
                  <a:uFillTx/>
                  <a:latin typeface="Arial" panose="020B0604020202020204" pitchFamily="34" charset="0"/>
                  <a:ea typeface="思源黑体 CN Normal" panose="020B0400000000000000" pitchFamily="34" charset="-122"/>
                  <a:cs typeface="+mn-ea"/>
                  <a:sym typeface="Arial" panose="020B0604020202020204" pitchFamily="34" charset="0"/>
                </a:rPr>
                <a:t>添加标题</a:t>
              </a:r>
            </a:p>
          </p:txBody>
        </p:sp>
      </p:grpSp>
      <p:sp>
        <p:nvSpPr>
          <p:cNvPr id="2" name="文本框 1">
            <a:extLst>
              <a:ext uri="{FF2B5EF4-FFF2-40B4-BE49-F238E27FC236}">
                <a16:creationId xmlns:a16="http://schemas.microsoft.com/office/drawing/2014/main" id="{C712517B-A034-C507-0CD2-A9FB07366685}"/>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2369659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C90E51C-E636-4E42-9516-BBD63A44408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152235" y="2736377"/>
            <a:ext cx="2290892" cy="2291556"/>
          </a:xfrm>
          <a:custGeom>
            <a:avLst/>
            <a:gdLst>
              <a:gd name="connsiteX0" fmla="*/ 1288379 w 2576758"/>
              <a:gd name="connsiteY0" fmla="*/ 0 h 2577504"/>
              <a:gd name="connsiteX1" fmla="*/ 2576758 w 2576758"/>
              <a:gd name="connsiteY1" fmla="*/ 1288752 h 2577504"/>
              <a:gd name="connsiteX2" fmla="*/ 1288379 w 2576758"/>
              <a:gd name="connsiteY2" fmla="*/ 2577504 h 2577504"/>
              <a:gd name="connsiteX3" fmla="*/ 0 w 2576758"/>
              <a:gd name="connsiteY3" fmla="*/ 1288752 h 2577504"/>
              <a:gd name="connsiteX4" fmla="*/ 1288379 w 2576758"/>
              <a:gd name="connsiteY4" fmla="*/ 0 h 2577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6758" h="2577504">
                <a:moveTo>
                  <a:pt x="1288379" y="0"/>
                </a:moveTo>
                <a:cubicBezTo>
                  <a:pt x="1999931" y="0"/>
                  <a:pt x="2576758" y="576994"/>
                  <a:pt x="2576758" y="1288752"/>
                </a:cubicBezTo>
                <a:cubicBezTo>
                  <a:pt x="2576758" y="2000510"/>
                  <a:pt x="1999931" y="2577504"/>
                  <a:pt x="1288379" y="2577504"/>
                </a:cubicBezTo>
                <a:cubicBezTo>
                  <a:pt x="576827" y="2577504"/>
                  <a:pt x="0" y="2000510"/>
                  <a:pt x="0" y="1288752"/>
                </a:cubicBezTo>
                <a:cubicBezTo>
                  <a:pt x="0" y="576994"/>
                  <a:pt x="576827" y="0"/>
                  <a:pt x="1288379" y="0"/>
                </a:cubicBezTo>
                <a:close/>
              </a:path>
            </a:pathLst>
          </a:custGeom>
        </p:spPr>
      </p:pic>
      <p:sp>
        <p:nvSpPr>
          <p:cNvPr id="9" name="椭圆 8">
            <a:extLst>
              <a:ext uri="{FF2B5EF4-FFF2-40B4-BE49-F238E27FC236}">
                <a16:creationId xmlns:a16="http://schemas.microsoft.com/office/drawing/2014/main" id="{A69FA1F9-974B-42AD-A651-F67C19BC6077}"/>
              </a:ext>
            </a:extLst>
          </p:cNvPr>
          <p:cNvSpPr>
            <a:spLocks noChangeArrowheads="1"/>
          </p:cNvSpPr>
          <p:nvPr/>
        </p:nvSpPr>
        <p:spPr bwMode="auto">
          <a:xfrm>
            <a:off x="1752261" y="2336288"/>
            <a:ext cx="3090840" cy="3091735"/>
          </a:xfrm>
          <a:prstGeom prst="ellipse">
            <a:avLst/>
          </a:prstGeom>
          <a:noFill/>
          <a:ln w="25400" cap="flat" cmpd="sng">
            <a:solidFill>
              <a:schemeClr val="bg1">
                <a:lumMod val="75000"/>
              </a:schemeClr>
            </a:solidFill>
            <a:bevel/>
            <a:headEnd/>
            <a:tailEnd/>
          </a:ln>
          <a:extLst>
            <a:ext uri="{909E8E84-426E-40DD-AFC4-6F175D3DCCD1}">
              <a14:hiddenFill xmlns:a14="http://schemas.microsoft.com/office/drawing/2010/main">
                <a:solidFill>
                  <a:srgbClr val="FFFFFF"/>
                </a:solidFill>
              </a14:hiddenFill>
            </a:ext>
          </a:extLst>
        </p:spPr>
        <p:txBody>
          <a:bodyPr lIns="91391" tIns="45696" rIns="91391" bIns="45696" anchor="ctr"/>
          <a:lstStyle/>
          <a:p>
            <a:pPr algn="ctr"/>
            <a:endParaRPr lang="zh-CN" altLang="zh-CN" sz="24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椭圆 9">
            <a:extLst>
              <a:ext uri="{FF2B5EF4-FFF2-40B4-BE49-F238E27FC236}">
                <a16:creationId xmlns:a16="http://schemas.microsoft.com/office/drawing/2014/main" id="{E0EB8314-DFBC-4EEF-A435-D96FC4F6870F}"/>
              </a:ext>
            </a:extLst>
          </p:cNvPr>
          <p:cNvSpPr>
            <a:spLocks noChangeArrowheads="1"/>
          </p:cNvSpPr>
          <p:nvPr/>
        </p:nvSpPr>
        <p:spPr bwMode="auto">
          <a:xfrm>
            <a:off x="1536473" y="2120438"/>
            <a:ext cx="3522416" cy="3523435"/>
          </a:xfrm>
          <a:prstGeom prst="ellipse">
            <a:avLst/>
          </a:prstGeom>
          <a:noFill/>
          <a:ln w="25400" cap="flat" cmpd="sng">
            <a:solidFill>
              <a:schemeClr val="bg1">
                <a:lumMod val="75000"/>
              </a:schemeClr>
            </a:solidFill>
            <a:bevel/>
            <a:headEnd/>
            <a:tailEnd/>
          </a:ln>
          <a:extLst>
            <a:ext uri="{909E8E84-426E-40DD-AFC4-6F175D3DCCD1}">
              <a14:hiddenFill xmlns:a14="http://schemas.microsoft.com/office/drawing/2010/main">
                <a:solidFill>
                  <a:srgbClr val="FFFFFF"/>
                </a:solidFill>
              </a14:hiddenFill>
            </a:ext>
          </a:extLst>
        </p:spPr>
        <p:txBody>
          <a:bodyPr lIns="91391" tIns="45696" rIns="91391" bIns="45696" anchor="ctr"/>
          <a:lstStyle/>
          <a:p>
            <a:pPr algn="ctr"/>
            <a:endParaRPr lang="zh-CN" altLang="zh-CN" sz="24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椭圆 6">
            <a:extLst>
              <a:ext uri="{FF2B5EF4-FFF2-40B4-BE49-F238E27FC236}">
                <a16:creationId xmlns:a16="http://schemas.microsoft.com/office/drawing/2014/main" id="{EF926488-BF7C-48EB-ADFE-16CE5C2E1D0A}"/>
              </a:ext>
            </a:extLst>
          </p:cNvPr>
          <p:cNvSpPr>
            <a:spLocks noChangeArrowheads="1"/>
          </p:cNvSpPr>
          <p:nvPr/>
        </p:nvSpPr>
        <p:spPr bwMode="auto">
          <a:xfrm>
            <a:off x="1229121" y="3465989"/>
            <a:ext cx="832092" cy="832332"/>
          </a:xfrm>
          <a:prstGeom prst="ellipse">
            <a:avLst/>
          </a:prstGeom>
          <a:solidFill>
            <a:srgbClr val="06398B"/>
          </a:solidFill>
          <a:ln w="25400" cap="flat" cmpd="sng">
            <a:noFill/>
            <a:bevel/>
            <a:headEnd/>
            <a:tailEnd/>
          </a:ln>
          <a:effectLst/>
        </p:spPr>
        <p:txBody>
          <a:bodyPr anchor="ctr"/>
          <a:lstStyle/>
          <a:p>
            <a:pPr algn="ctr"/>
            <a:endParaRPr lang="zh-CN" altLang="zh-CN" sz="24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椭圆 7">
            <a:extLst>
              <a:ext uri="{FF2B5EF4-FFF2-40B4-BE49-F238E27FC236}">
                <a16:creationId xmlns:a16="http://schemas.microsoft.com/office/drawing/2014/main" id="{E8B2658C-ABAE-4396-BD50-EC2FED620DAF}"/>
              </a:ext>
            </a:extLst>
          </p:cNvPr>
          <p:cNvSpPr>
            <a:spLocks noChangeArrowheads="1"/>
          </p:cNvSpPr>
          <p:nvPr/>
        </p:nvSpPr>
        <p:spPr bwMode="auto">
          <a:xfrm>
            <a:off x="2881635" y="1776491"/>
            <a:ext cx="832092" cy="832330"/>
          </a:xfrm>
          <a:prstGeom prst="ellipse">
            <a:avLst/>
          </a:prstGeom>
          <a:solidFill>
            <a:srgbClr val="06398B"/>
          </a:solidFill>
          <a:ln w="25400" cap="flat" cmpd="sng">
            <a:noFill/>
            <a:bevel/>
            <a:headEnd/>
            <a:tailEnd/>
          </a:ln>
          <a:effectLst/>
        </p:spPr>
        <p:txBody>
          <a:bodyPr anchor="ctr"/>
          <a:lstStyle/>
          <a:p>
            <a:pPr algn="ctr"/>
            <a:endParaRPr lang="zh-CN" altLang="zh-CN" sz="24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椭圆 8">
            <a:extLst>
              <a:ext uri="{FF2B5EF4-FFF2-40B4-BE49-F238E27FC236}">
                <a16:creationId xmlns:a16="http://schemas.microsoft.com/office/drawing/2014/main" id="{06EBDF92-AE25-43A7-9E1E-C6405350369D}"/>
              </a:ext>
            </a:extLst>
          </p:cNvPr>
          <p:cNvSpPr>
            <a:spLocks noChangeArrowheads="1"/>
          </p:cNvSpPr>
          <p:nvPr/>
        </p:nvSpPr>
        <p:spPr bwMode="auto">
          <a:xfrm>
            <a:off x="4555101" y="3465989"/>
            <a:ext cx="833054" cy="832332"/>
          </a:xfrm>
          <a:prstGeom prst="ellipse">
            <a:avLst/>
          </a:prstGeom>
          <a:solidFill>
            <a:srgbClr val="06398B"/>
          </a:solidFill>
          <a:ln w="25400" cap="flat" cmpd="sng">
            <a:noFill/>
            <a:bevel/>
            <a:headEnd/>
            <a:tailEnd/>
          </a:ln>
          <a:effectLst/>
        </p:spPr>
        <p:txBody>
          <a:bodyPr anchor="ctr"/>
          <a:lstStyle/>
          <a:p>
            <a:pPr algn="ctr"/>
            <a:endParaRPr lang="zh-CN" altLang="zh-CN" sz="24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椭圆 9">
            <a:extLst>
              <a:ext uri="{FF2B5EF4-FFF2-40B4-BE49-F238E27FC236}">
                <a16:creationId xmlns:a16="http://schemas.microsoft.com/office/drawing/2014/main" id="{A2FC404B-A6A2-47C2-9200-08A38C71C459}"/>
              </a:ext>
            </a:extLst>
          </p:cNvPr>
          <p:cNvSpPr>
            <a:spLocks noChangeArrowheads="1"/>
          </p:cNvSpPr>
          <p:nvPr/>
        </p:nvSpPr>
        <p:spPr bwMode="auto">
          <a:xfrm>
            <a:off x="2881635" y="5012653"/>
            <a:ext cx="832092" cy="832332"/>
          </a:xfrm>
          <a:prstGeom prst="ellipse">
            <a:avLst/>
          </a:prstGeom>
          <a:solidFill>
            <a:srgbClr val="06398B"/>
          </a:solidFill>
          <a:ln w="25400" cap="flat" cmpd="sng">
            <a:noFill/>
            <a:bevel/>
            <a:headEnd/>
            <a:tailEnd/>
          </a:ln>
          <a:effectLst/>
        </p:spPr>
        <p:txBody>
          <a:bodyPr anchor="ctr"/>
          <a:lstStyle/>
          <a:p>
            <a:pPr algn="ctr"/>
            <a:endParaRPr lang="zh-CN" altLang="zh-CN" sz="24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文本框 14">
            <a:extLst>
              <a:ext uri="{FF2B5EF4-FFF2-40B4-BE49-F238E27FC236}">
                <a16:creationId xmlns:a16="http://schemas.microsoft.com/office/drawing/2014/main" id="{EA1C439A-FB34-48A7-A879-E356D8316F7F}"/>
              </a:ext>
            </a:extLst>
          </p:cNvPr>
          <p:cNvSpPr txBox="1"/>
          <p:nvPr/>
        </p:nvSpPr>
        <p:spPr>
          <a:xfrm>
            <a:off x="7401924" y="1860650"/>
            <a:ext cx="2061417" cy="448071"/>
          </a:xfrm>
          <a:prstGeom prst="rect">
            <a:avLst/>
          </a:prstGeom>
          <a:noFill/>
        </p:spPr>
        <p:txBody>
          <a:bodyPr wrap="square" rtlCol="0">
            <a:spAutoFit/>
          </a:bodyPr>
          <a:lstStyle/>
          <a:p>
            <a:pPr>
              <a:lnSpc>
                <a:spcPct val="141978"/>
              </a:lnSpc>
            </a:pPr>
            <a:r>
              <a:rPr lang="zh-CN" altLang="en-US"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p>
        </p:txBody>
      </p:sp>
      <p:sp>
        <p:nvSpPr>
          <p:cNvPr id="16" name="文本框 15">
            <a:extLst>
              <a:ext uri="{FF2B5EF4-FFF2-40B4-BE49-F238E27FC236}">
                <a16:creationId xmlns:a16="http://schemas.microsoft.com/office/drawing/2014/main" id="{F5C856FF-6AF9-426A-B43C-399B948F88E8}"/>
              </a:ext>
            </a:extLst>
          </p:cNvPr>
          <p:cNvSpPr txBox="1"/>
          <p:nvPr/>
        </p:nvSpPr>
        <p:spPr>
          <a:xfrm>
            <a:off x="7401925" y="2229982"/>
            <a:ext cx="3567965" cy="674993"/>
          </a:xfrm>
          <a:prstGeom prst="rect">
            <a:avLst/>
          </a:prstGeom>
          <a:noFill/>
          <a:ln>
            <a:noFill/>
          </a:ln>
        </p:spPr>
        <p:txBody>
          <a:bodyPr wrap="square" rtlCol="0">
            <a:spAutoFit/>
          </a:bodyPr>
          <a:lstStyle/>
          <a:p>
            <a:pP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a:t>
            </a:r>
          </a:p>
        </p:txBody>
      </p:sp>
      <p:sp>
        <p:nvSpPr>
          <p:cNvPr id="17" name="文本框 16">
            <a:extLst>
              <a:ext uri="{FF2B5EF4-FFF2-40B4-BE49-F238E27FC236}">
                <a16:creationId xmlns:a16="http://schemas.microsoft.com/office/drawing/2014/main" id="{58574F26-BC2E-4AC3-99AC-D86688841EE6}"/>
              </a:ext>
            </a:extLst>
          </p:cNvPr>
          <p:cNvSpPr txBox="1"/>
          <p:nvPr/>
        </p:nvSpPr>
        <p:spPr>
          <a:xfrm>
            <a:off x="7401924" y="3244971"/>
            <a:ext cx="2061417" cy="448071"/>
          </a:xfrm>
          <a:prstGeom prst="rect">
            <a:avLst/>
          </a:prstGeom>
          <a:noFill/>
        </p:spPr>
        <p:txBody>
          <a:bodyPr wrap="square" rtlCol="0">
            <a:spAutoFit/>
          </a:bodyPr>
          <a:lstStyle/>
          <a:p>
            <a:pPr>
              <a:lnSpc>
                <a:spcPct val="141978"/>
              </a:lnSpc>
            </a:pPr>
            <a:r>
              <a:rPr lang="zh-CN" altLang="en-US"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p>
        </p:txBody>
      </p:sp>
      <p:sp>
        <p:nvSpPr>
          <p:cNvPr id="18" name="文本框 17">
            <a:extLst>
              <a:ext uri="{FF2B5EF4-FFF2-40B4-BE49-F238E27FC236}">
                <a16:creationId xmlns:a16="http://schemas.microsoft.com/office/drawing/2014/main" id="{5EE09B3F-A25B-47B0-B5D2-6DBEB09FE9A3}"/>
              </a:ext>
            </a:extLst>
          </p:cNvPr>
          <p:cNvSpPr txBox="1"/>
          <p:nvPr/>
        </p:nvSpPr>
        <p:spPr>
          <a:xfrm>
            <a:off x="7401925" y="3614303"/>
            <a:ext cx="3567965" cy="674993"/>
          </a:xfrm>
          <a:prstGeom prst="rect">
            <a:avLst/>
          </a:prstGeom>
          <a:noFill/>
          <a:ln>
            <a:noFill/>
          </a:ln>
        </p:spPr>
        <p:txBody>
          <a:bodyPr wrap="square" rtlCol="0">
            <a:spAutoFit/>
          </a:bodyPr>
          <a:lstStyle/>
          <a:p>
            <a:pP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a:t>
            </a:r>
          </a:p>
        </p:txBody>
      </p:sp>
      <p:sp>
        <p:nvSpPr>
          <p:cNvPr id="19" name="文本框 18">
            <a:extLst>
              <a:ext uri="{FF2B5EF4-FFF2-40B4-BE49-F238E27FC236}">
                <a16:creationId xmlns:a16="http://schemas.microsoft.com/office/drawing/2014/main" id="{B2880920-ED8B-4A37-9B52-3C646A8E2C68}"/>
              </a:ext>
            </a:extLst>
          </p:cNvPr>
          <p:cNvSpPr txBox="1"/>
          <p:nvPr/>
        </p:nvSpPr>
        <p:spPr>
          <a:xfrm>
            <a:off x="7401924" y="4599548"/>
            <a:ext cx="2061417" cy="448071"/>
          </a:xfrm>
          <a:prstGeom prst="rect">
            <a:avLst/>
          </a:prstGeom>
          <a:noFill/>
        </p:spPr>
        <p:txBody>
          <a:bodyPr wrap="square" rtlCol="0">
            <a:spAutoFit/>
          </a:bodyPr>
          <a:lstStyle/>
          <a:p>
            <a:pPr>
              <a:lnSpc>
                <a:spcPct val="141978"/>
              </a:lnSpc>
            </a:pPr>
            <a:r>
              <a:rPr lang="zh-CN" altLang="en-US"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请输入标题</a:t>
            </a:r>
          </a:p>
        </p:txBody>
      </p:sp>
      <p:sp>
        <p:nvSpPr>
          <p:cNvPr id="20" name="文本框 19">
            <a:extLst>
              <a:ext uri="{FF2B5EF4-FFF2-40B4-BE49-F238E27FC236}">
                <a16:creationId xmlns:a16="http://schemas.microsoft.com/office/drawing/2014/main" id="{89B627F5-61AB-4BA7-B1EF-A27A3C84EECE}"/>
              </a:ext>
            </a:extLst>
          </p:cNvPr>
          <p:cNvSpPr txBox="1"/>
          <p:nvPr/>
        </p:nvSpPr>
        <p:spPr>
          <a:xfrm>
            <a:off x="7401925" y="4968880"/>
            <a:ext cx="3567965" cy="674993"/>
          </a:xfrm>
          <a:prstGeom prst="rect">
            <a:avLst/>
          </a:prstGeom>
          <a:noFill/>
          <a:ln>
            <a:noFill/>
          </a:ln>
        </p:spPr>
        <p:txBody>
          <a:bodyPr wrap="square" rtlCol="0">
            <a:spAutoFit/>
          </a:bodyPr>
          <a:lstStyle/>
          <a:p>
            <a:pPr>
              <a:lnSpc>
                <a:spcPct val="141978"/>
              </a:lnSpc>
            </a:pPr>
            <a:r>
              <a:rPr lang="zh-CN" altLang="en-US" sz="1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a:t>
            </a:r>
          </a:p>
        </p:txBody>
      </p:sp>
      <p:sp>
        <p:nvSpPr>
          <p:cNvPr id="21" name="Oval 69">
            <a:extLst>
              <a:ext uri="{FF2B5EF4-FFF2-40B4-BE49-F238E27FC236}">
                <a16:creationId xmlns:a16="http://schemas.microsoft.com/office/drawing/2014/main" id="{3AEA57ED-1DDA-4A41-A1E2-A26958277B70}"/>
              </a:ext>
            </a:extLst>
          </p:cNvPr>
          <p:cNvSpPr/>
          <p:nvPr/>
        </p:nvSpPr>
        <p:spPr>
          <a:xfrm>
            <a:off x="2944788" y="1839747"/>
            <a:ext cx="705786" cy="7058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01</a:t>
            </a:r>
          </a:p>
        </p:txBody>
      </p:sp>
      <p:sp>
        <p:nvSpPr>
          <p:cNvPr id="22" name="Oval 69">
            <a:extLst>
              <a:ext uri="{FF2B5EF4-FFF2-40B4-BE49-F238E27FC236}">
                <a16:creationId xmlns:a16="http://schemas.microsoft.com/office/drawing/2014/main" id="{E2FDCDC4-E1B4-43F6-B4BB-04C9CAE726CB}"/>
              </a:ext>
            </a:extLst>
          </p:cNvPr>
          <p:cNvSpPr/>
          <p:nvPr/>
        </p:nvSpPr>
        <p:spPr>
          <a:xfrm>
            <a:off x="2944788" y="5075910"/>
            <a:ext cx="705786" cy="7058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04</a:t>
            </a:r>
          </a:p>
        </p:txBody>
      </p:sp>
      <p:sp>
        <p:nvSpPr>
          <p:cNvPr id="23" name="Oval 69">
            <a:extLst>
              <a:ext uri="{FF2B5EF4-FFF2-40B4-BE49-F238E27FC236}">
                <a16:creationId xmlns:a16="http://schemas.microsoft.com/office/drawing/2014/main" id="{28CE2752-2B9A-490D-9C3B-C46CC1E86522}"/>
              </a:ext>
            </a:extLst>
          </p:cNvPr>
          <p:cNvSpPr/>
          <p:nvPr/>
        </p:nvSpPr>
        <p:spPr>
          <a:xfrm>
            <a:off x="4618735" y="3529246"/>
            <a:ext cx="705786" cy="7058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02</a:t>
            </a:r>
          </a:p>
        </p:txBody>
      </p:sp>
      <p:sp>
        <p:nvSpPr>
          <p:cNvPr id="24" name="Oval 69">
            <a:extLst>
              <a:ext uri="{FF2B5EF4-FFF2-40B4-BE49-F238E27FC236}">
                <a16:creationId xmlns:a16="http://schemas.microsoft.com/office/drawing/2014/main" id="{E6FC4241-1372-4618-81B0-0C8B7B46C74A}"/>
              </a:ext>
            </a:extLst>
          </p:cNvPr>
          <p:cNvSpPr/>
          <p:nvPr/>
        </p:nvSpPr>
        <p:spPr>
          <a:xfrm>
            <a:off x="1292274" y="3529246"/>
            <a:ext cx="705786" cy="70581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4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03</a:t>
            </a:r>
          </a:p>
        </p:txBody>
      </p:sp>
      <p:sp>
        <p:nvSpPr>
          <p:cNvPr id="25" name="Freeform 55">
            <a:extLst>
              <a:ext uri="{FF2B5EF4-FFF2-40B4-BE49-F238E27FC236}">
                <a16:creationId xmlns:a16="http://schemas.microsoft.com/office/drawing/2014/main" id="{D8A14641-D85A-4B51-A045-9F53F39E2830}"/>
              </a:ext>
            </a:extLst>
          </p:cNvPr>
          <p:cNvSpPr>
            <a:spLocks noEditPoints="1"/>
          </p:cNvSpPr>
          <p:nvPr/>
        </p:nvSpPr>
        <p:spPr bwMode="auto">
          <a:xfrm>
            <a:off x="6501657" y="2229129"/>
            <a:ext cx="628034" cy="537934"/>
          </a:xfrm>
          <a:custGeom>
            <a:avLst/>
            <a:gdLst>
              <a:gd name="T0" fmla="*/ 305 w 320"/>
              <a:gd name="T1" fmla="*/ 73 h 274"/>
              <a:gd name="T2" fmla="*/ 219 w 320"/>
              <a:gd name="T3" fmla="*/ 73 h 274"/>
              <a:gd name="T4" fmla="*/ 219 w 320"/>
              <a:gd name="T5" fmla="*/ 15 h 274"/>
              <a:gd name="T6" fmla="*/ 204 w 320"/>
              <a:gd name="T7" fmla="*/ 0 h 274"/>
              <a:gd name="T8" fmla="*/ 15 w 320"/>
              <a:gd name="T9" fmla="*/ 0 h 274"/>
              <a:gd name="T10" fmla="*/ 0 w 320"/>
              <a:gd name="T11" fmla="*/ 15 h 274"/>
              <a:gd name="T12" fmla="*/ 0 w 320"/>
              <a:gd name="T13" fmla="*/ 140 h 274"/>
              <a:gd name="T14" fmla="*/ 15 w 320"/>
              <a:gd name="T15" fmla="*/ 155 h 274"/>
              <a:gd name="T16" fmla="*/ 27 w 320"/>
              <a:gd name="T17" fmla="*/ 155 h 274"/>
              <a:gd name="T18" fmla="*/ 16 w 320"/>
              <a:gd name="T19" fmla="*/ 186 h 274"/>
              <a:gd name="T20" fmla="*/ 17 w 320"/>
              <a:gd name="T21" fmla="*/ 197 h 274"/>
              <a:gd name="T22" fmla="*/ 25 w 320"/>
              <a:gd name="T23" fmla="*/ 202 h 274"/>
              <a:gd name="T24" fmla="*/ 32 w 320"/>
              <a:gd name="T25" fmla="*/ 199 h 274"/>
              <a:gd name="T26" fmla="*/ 94 w 320"/>
              <a:gd name="T27" fmla="*/ 157 h 274"/>
              <a:gd name="T28" fmla="*/ 100 w 320"/>
              <a:gd name="T29" fmla="*/ 155 h 274"/>
              <a:gd name="T30" fmla="*/ 100 w 320"/>
              <a:gd name="T31" fmla="*/ 155 h 274"/>
              <a:gd name="T32" fmla="*/ 100 w 320"/>
              <a:gd name="T33" fmla="*/ 213 h 274"/>
              <a:gd name="T34" fmla="*/ 116 w 320"/>
              <a:gd name="T35" fmla="*/ 228 h 274"/>
              <a:gd name="T36" fmla="*/ 220 w 320"/>
              <a:gd name="T37" fmla="*/ 228 h 274"/>
              <a:gd name="T38" fmla="*/ 226 w 320"/>
              <a:gd name="T39" fmla="*/ 230 h 274"/>
              <a:gd name="T40" fmla="*/ 287 w 320"/>
              <a:gd name="T41" fmla="*/ 272 h 274"/>
              <a:gd name="T42" fmla="*/ 295 w 320"/>
              <a:gd name="T43" fmla="*/ 274 h 274"/>
              <a:gd name="T44" fmla="*/ 301 w 320"/>
              <a:gd name="T45" fmla="*/ 272 h 274"/>
              <a:gd name="T46" fmla="*/ 304 w 320"/>
              <a:gd name="T47" fmla="*/ 259 h 274"/>
              <a:gd name="T48" fmla="*/ 293 w 320"/>
              <a:gd name="T49" fmla="*/ 228 h 274"/>
              <a:gd name="T50" fmla="*/ 305 w 320"/>
              <a:gd name="T51" fmla="*/ 228 h 274"/>
              <a:gd name="T52" fmla="*/ 320 w 320"/>
              <a:gd name="T53" fmla="*/ 213 h 274"/>
              <a:gd name="T54" fmla="*/ 320 w 320"/>
              <a:gd name="T55" fmla="*/ 88 h 274"/>
              <a:gd name="T56" fmla="*/ 305 w 320"/>
              <a:gd name="T57" fmla="*/ 73 h 274"/>
              <a:gd name="T58" fmla="*/ 83 w 320"/>
              <a:gd name="T59" fmla="*/ 142 h 274"/>
              <a:gd name="T60" fmla="*/ 40 w 320"/>
              <a:gd name="T61" fmla="*/ 171 h 274"/>
              <a:gd name="T62" fmla="*/ 46 w 320"/>
              <a:gd name="T63" fmla="*/ 155 h 274"/>
              <a:gd name="T64" fmla="*/ 45 w 320"/>
              <a:gd name="T65" fmla="*/ 143 h 274"/>
              <a:gd name="T66" fmla="*/ 34 w 320"/>
              <a:gd name="T67" fmla="*/ 137 h 274"/>
              <a:gd name="T68" fmla="*/ 18 w 320"/>
              <a:gd name="T69" fmla="*/ 137 h 274"/>
              <a:gd name="T70" fmla="*/ 18 w 320"/>
              <a:gd name="T71" fmla="*/ 18 h 274"/>
              <a:gd name="T72" fmla="*/ 201 w 320"/>
              <a:gd name="T73" fmla="*/ 18 h 274"/>
              <a:gd name="T74" fmla="*/ 201 w 320"/>
              <a:gd name="T75" fmla="*/ 137 h 274"/>
              <a:gd name="T76" fmla="*/ 110 w 320"/>
              <a:gd name="T77" fmla="*/ 137 h 274"/>
              <a:gd name="T78" fmla="*/ 110 w 320"/>
              <a:gd name="T79" fmla="*/ 137 h 274"/>
              <a:gd name="T80" fmla="*/ 109 w 320"/>
              <a:gd name="T81" fmla="*/ 137 h 274"/>
              <a:gd name="T82" fmla="*/ 100 w 320"/>
              <a:gd name="T83" fmla="*/ 137 h 274"/>
              <a:gd name="T84" fmla="*/ 83 w 320"/>
              <a:gd name="T85" fmla="*/ 142 h 274"/>
              <a:gd name="T86" fmla="*/ 302 w 320"/>
              <a:gd name="T87" fmla="*/ 210 h 274"/>
              <a:gd name="T88" fmla="*/ 286 w 320"/>
              <a:gd name="T89" fmla="*/ 210 h 274"/>
              <a:gd name="T90" fmla="*/ 275 w 320"/>
              <a:gd name="T91" fmla="*/ 215 h 274"/>
              <a:gd name="T92" fmla="*/ 273 w 320"/>
              <a:gd name="T93" fmla="*/ 228 h 274"/>
              <a:gd name="T94" fmla="*/ 279 w 320"/>
              <a:gd name="T95" fmla="*/ 244 h 274"/>
              <a:gd name="T96" fmla="*/ 236 w 320"/>
              <a:gd name="T97" fmla="*/ 215 h 274"/>
              <a:gd name="T98" fmla="*/ 220 w 320"/>
              <a:gd name="T99" fmla="*/ 210 h 274"/>
              <a:gd name="T100" fmla="*/ 119 w 320"/>
              <a:gd name="T101" fmla="*/ 210 h 274"/>
              <a:gd name="T102" fmla="*/ 119 w 320"/>
              <a:gd name="T103" fmla="*/ 155 h 274"/>
              <a:gd name="T104" fmla="*/ 204 w 320"/>
              <a:gd name="T105" fmla="*/ 155 h 274"/>
              <a:gd name="T106" fmla="*/ 219 w 320"/>
              <a:gd name="T107" fmla="*/ 140 h 274"/>
              <a:gd name="T108" fmla="*/ 219 w 320"/>
              <a:gd name="T109" fmla="*/ 91 h 274"/>
              <a:gd name="T110" fmla="*/ 302 w 320"/>
              <a:gd name="T111" fmla="*/ 91 h 274"/>
              <a:gd name="T112" fmla="*/ 302 w 320"/>
              <a:gd name="T113" fmla="*/ 210 h 274"/>
              <a:gd name="T114" fmla="*/ 302 w 320"/>
              <a:gd name="T115" fmla="*/ 210 h 274"/>
              <a:gd name="T116" fmla="*/ 302 w 320"/>
              <a:gd name="T117" fmla="*/ 21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20" h="274">
                <a:moveTo>
                  <a:pt x="305" y="73"/>
                </a:moveTo>
                <a:cubicBezTo>
                  <a:pt x="219" y="73"/>
                  <a:pt x="219" y="73"/>
                  <a:pt x="219" y="73"/>
                </a:cubicBezTo>
                <a:cubicBezTo>
                  <a:pt x="219" y="15"/>
                  <a:pt x="219" y="15"/>
                  <a:pt x="219" y="15"/>
                </a:cubicBezTo>
                <a:cubicBezTo>
                  <a:pt x="219" y="7"/>
                  <a:pt x="212" y="0"/>
                  <a:pt x="204" y="0"/>
                </a:cubicBezTo>
                <a:cubicBezTo>
                  <a:pt x="15" y="0"/>
                  <a:pt x="15" y="0"/>
                  <a:pt x="15" y="0"/>
                </a:cubicBezTo>
                <a:cubicBezTo>
                  <a:pt x="7" y="0"/>
                  <a:pt x="0" y="7"/>
                  <a:pt x="0" y="15"/>
                </a:cubicBezTo>
                <a:cubicBezTo>
                  <a:pt x="0" y="140"/>
                  <a:pt x="0" y="140"/>
                  <a:pt x="0" y="140"/>
                </a:cubicBezTo>
                <a:cubicBezTo>
                  <a:pt x="0" y="149"/>
                  <a:pt x="7" y="155"/>
                  <a:pt x="15" y="155"/>
                </a:cubicBezTo>
                <a:cubicBezTo>
                  <a:pt x="27" y="155"/>
                  <a:pt x="27" y="155"/>
                  <a:pt x="27" y="155"/>
                </a:cubicBezTo>
                <a:cubicBezTo>
                  <a:pt x="16" y="186"/>
                  <a:pt x="16" y="186"/>
                  <a:pt x="16" y="186"/>
                </a:cubicBezTo>
                <a:cubicBezTo>
                  <a:pt x="14" y="191"/>
                  <a:pt x="15" y="195"/>
                  <a:pt x="17" y="197"/>
                </a:cubicBezTo>
                <a:cubicBezTo>
                  <a:pt x="19" y="200"/>
                  <a:pt x="22" y="202"/>
                  <a:pt x="25" y="202"/>
                </a:cubicBezTo>
                <a:cubicBezTo>
                  <a:pt x="27" y="202"/>
                  <a:pt x="30" y="201"/>
                  <a:pt x="32" y="199"/>
                </a:cubicBezTo>
                <a:cubicBezTo>
                  <a:pt x="94" y="157"/>
                  <a:pt x="94" y="157"/>
                  <a:pt x="94" y="157"/>
                </a:cubicBezTo>
                <a:cubicBezTo>
                  <a:pt x="95" y="156"/>
                  <a:pt x="98" y="155"/>
                  <a:pt x="100" y="155"/>
                </a:cubicBezTo>
                <a:cubicBezTo>
                  <a:pt x="100" y="155"/>
                  <a:pt x="100" y="155"/>
                  <a:pt x="100" y="155"/>
                </a:cubicBezTo>
                <a:cubicBezTo>
                  <a:pt x="100" y="213"/>
                  <a:pt x="100" y="213"/>
                  <a:pt x="100" y="213"/>
                </a:cubicBezTo>
                <a:cubicBezTo>
                  <a:pt x="100" y="221"/>
                  <a:pt x="107" y="228"/>
                  <a:pt x="116" y="228"/>
                </a:cubicBezTo>
                <a:cubicBezTo>
                  <a:pt x="220" y="228"/>
                  <a:pt x="220" y="228"/>
                  <a:pt x="220" y="228"/>
                </a:cubicBezTo>
                <a:cubicBezTo>
                  <a:pt x="221" y="228"/>
                  <a:pt x="225" y="229"/>
                  <a:pt x="226" y="230"/>
                </a:cubicBezTo>
                <a:cubicBezTo>
                  <a:pt x="287" y="272"/>
                  <a:pt x="287" y="272"/>
                  <a:pt x="287" y="272"/>
                </a:cubicBezTo>
                <a:cubicBezTo>
                  <a:pt x="290" y="274"/>
                  <a:pt x="292" y="274"/>
                  <a:pt x="295" y="274"/>
                </a:cubicBezTo>
                <a:cubicBezTo>
                  <a:pt x="298" y="274"/>
                  <a:pt x="300" y="273"/>
                  <a:pt x="301" y="272"/>
                </a:cubicBezTo>
                <a:cubicBezTo>
                  <a:pt x="302" y="271"/>
                  <a:pt x="307" y="267"/>
                  <a:pt x="304" y="259"/>
                </a:cubicBezTo>
                <a:cubicBezTo>
                  <a:pt x="293" y="228"/>
                  <a:pt x="293" y="228"/>
                  <a:pt x="293" y="228"/>
                </a:cubicBezTo>
                <a:cubicBezTo>
                  <a:pt x="305" y="228"/>
                  <a:pt x="305" y="228"/>
                  <a:pt x="305" y="228"/>
                </a:cubicBezTo>
                <a:cubicBezTo>
                  <a:pt x="313" y="228"/>
                  <a:pt x="320" y="221"/>
                  <a:pt x="320" y="213"/>
                </a:cubicBezTo>
                <a:cubicBezTo>
                  <a:pt x="320" y="88"/>
                  <a:pt x="320" y="88"/>
                  <a:pt x="320" y="88"/>
                </a:cubicBezTo>
                <a:cubicBezTo>
                  <a:pt x="320" y="79"/>
                  <a:pt x="313" y="73"/>
                  <a:pt x="305" y="73"/>
                </a:cubicBezTo>
                <a:close/>
                <a:moveTo>
                  <a:pt x="83" y="142"/>
                </a:moveTo>
                <a:cubicBezTo>
                  <a:pt x="40" y="171"/>
                  <a:pt x="40" y="171"/>
                  <a:pt x="40" y="171"/>
                </a:cubicBezTo>
                <a:cubicBezTo>
                  <a:pt x="46" y="155"/>
                  <a:pt x="46" y="155"/>
                  <a:pt x="46" y="155"/>
                </a:cubicBezTo>
                <a:cubicBezTo>
                  <a:pt x="48" y="151"/>
                  <a:pt x="47" y="146"/>
                  <a:pt x="45" y="143"/>
                </a:cubicBezTo>
                <a:cubicBezTo>
                  <a:pt x="42" y="139"/>
                  <a:pt x="38" y="137"/>
                  <a:pt x="34" y="137"/>
                </a:cubicBezTo>
                <a:cubicBezTo>
                  <a:pt x="18" y="137"/>
                  <a:pt x="18" y="137"/>
                  <a:pt x="18" y="137"/>
                </a:cubicBezTo>
                <a:cubicBezTo>
                  <a:pt x="18" y="18"/>
                  <a:pt x="18" y="18"/>
                  <a:pt x="18" y="18"/>
                </a:cubicBezTo>
                <a:cubicBezTo>
                  <a:pt x="201" y="18"/>
                  <a:pt x="201" y="18"/>
                  <a:pt x="201" y="18"/>
                </a:cubicBezTo>
                <a:cubicBezTo>
                  <a:pt x="201" y="137"/>
                  <a:pt x="201" y="137"/>
                  <a:pt x="201" y="137"/>
                </a:cubicBezTo>
                <a:cubicBezTo>
                  <a:pt x="110" y="137"/>
                  <a:pt x="110" y="137"/>
                  <a:pt x="110" y="137"/>
                </a:cubicBezTo>
                <a:cubicBezTo>
                  <a:pt x="110" y="137"/>
                  <a:pt x="110" y="137"/>
                  <a:pt x="110" y="137"/>
                </a:cubicBezTo>
                <a:cubicBezTo>
                  <a:pt x="109" y="137"/>
                  <a:pt x="109" y="137"/>
                  <a:pt x="109" y="137"/>
                </a:cubicBezTo>
                <a:cubicBezTo>
                  <a:pt x="100" y="137"/>
                  <a:pt x="100" y="137"/>
                  <a:pt x="100" y="137"/>
                </a:cubicBezTo>
                <a:cubicBezTo>
                  <a:pt x="95" y="137"/>
                  <a:pt x="88" y="139"/>
                  <a:pt x="83" y="142"/>
                </a:cubicBezTo>
                <a:close/>
                <a:moveTo>
                  <a:pt x="302" y="210"/>
                </a:moveTo>
                <a:cubicBezTo>
                  <a:pt x="286" y="210"/>
                  <a:pt x="286" y="210"/>
                  <a:pt x="286" y="210"/>
                </a:cubicBezTo>
                <a:cubicBezTo>
                  <a:pt x="281" y="210"/>
                  <a:pt x="277" y="212"/>
                  <a:pt x="275" y="215"/>
                </a:cubicBezTo>
                <a:cubicBezTo>
                  <a:pt x="272" y="219"/>
                  <a:pt x="272" y="223"/>
                  <a:pt x="273" y="228"/>
                </a:cubicBezTo>
                <a:cubicBezTo>
                  <a:pt x="279" y="244"/>
                  <a:pt x="279" y="244"/>
                  <a:pt x="279" y="244"/>
                </a:cubicBezTo>
                <a:cubicBezTo>
                  <a:pt x="236" y="215"/>
                  <a:pt x="236" y="215"/>
                  <a:pt x="236" y="215"/>
                </a:cubicBezTo>
                <a:cubicBezTo>
                  <a:pt x="232" y="212"/>
                  <a:pt x="225" y="210"/>
                  <a:pt x="220" y="210"/>
                </a:cubicBezTo>
                <a:cubicBezTo>
                  <a:pt x="119" y="210"/>
                  <a:pt x="119" y="210"/>
                  <a:pt x="119" y="210"/>
                </a:cubicBezTo>
                <a:cubicBezTo>
                  <a:pt x="119" y="155"/>
                  <a:pt x="119" y="155"/>
                  <a:pt x="119" y="155"/>
                </a:cubicBezTo>
                <a:cubicBezTo>
                  <a:pt x="204" y="155"/>
                  <a:pt x="204" y="155"/>
                  <a:pt x="204" y="155"/>
                </a:cubicBezTo>
                <a:cubicBezTo>
                  <a:pt x="212" y="155"/>
                  <a:pt x="219" y="149"/>
                  <a:pt x="219" y="140"/>
                </a:cubicBezTo>
                <a:cubicBezTo>
                  <a:pt x="219" y="91"/>
                  <a:pt x="219" y="91"/>
                  <a:pt x="219" y="91"/>
                </a:cubicBezTo>
                <a:cubicBezTo>
                  <a:pt x="302" y="91"/>
                  <a:pt x="302" y="91"/>
                  <a:pt x="302" y="91"/>
                </a:cubicBezTo>
                <a:lnTo>
                  <a:pt x="302" y="210"/>
                </a:lnTo>
                <a:close/>
                <a:moveTo>
                  <a:pt x="302" y="210"/>
                </a:moveTo>
                <a:cubicBezTo>
                  <a:pt x="302" y="210"/>
                  <a:pt x="302" y="210"/>
                  <a:pt x="302" y="210"/>
                </a:cubicBezTo>
              </a:path>
            </a:pathLst>
          </a:custGeom>
          <a:solidFill>
            <a:srgbClr val="06398B"/>
          </a:solidFill>
          <a:ln>
            <a:noFill/>
          </a:ln>
        </p:spPr>
        <p:txBody>
          <a:bodyPr vert="horz" wrap="square" lIns="91440" tIns="45720" rIns="91440" bIns="45720" numCol="1" anchor="t" anchorCtr="0" compatLnSpc="1"/>
          <a:lstStyle/>
          <a:p>
            <a:endParaRPr 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Freeform 61">
            <a:extLst>
              <a:ext uri="{FF2B5EF4-FFF2-40B4-BE49-F238E27FC236}">
                <a16:creationId xmlns:a16="http://schemas.microsoft.com/office/drawing/2014/main" id="{0340F54B-F685-4088-BAFD-4AF42C77E3CB}"/>
              </a:ext>
            </a:extLst>
          </p:cNvPr>
          <p:cNvSpPr>
            <a:spLocks noEditPoints="1"/>
          </p:cNvSpPr>
          <p:nvPr/>
        </p:nvSpPr>
        <p:spPr bwMode="auto">
          <a:xfrm>
            <a:off x="6521106" y="3575148"/>
            <a:ext cx="589136" cy="550688"/>
          </a:xfrm>
          <a:custGeom>
            <a:avLst/>
            <a:gdLst>
              <a:gd name="T0" fmla="*/ 400 w 442"/>
              <a:gd name="T1" fmla="*/ 0 h 413"/>
              <a:gd name="T2" fmla="*/ 42 w 442"/>
              <a:gd name="T3" fmla="*/ 0 h 413"/>
              <a:gd name="T4" fmla="*/ 0 w 442"/>
              <a:gd name="T5" fmla="*/ 42 h 413"/>
              <a:gd name="T6" fmla="*/ 0 w 442"/>
              <a:gd name="T7" fmla="*/ 309 h 413"/>
              <a:gd name="T8" fmla="*/ 42 w 442"/>
              <a:gd name="T9" fmla="*/ 351 h 413"/>
              <a:gd name="T10" fmla="*/ 151 w 442"/>
              <a:gd name="T11" fmla="*/ 351 h 413"/>
              <a:gd name="T12" fmla="*/ 151 w 442"/>
              <a:gd name="T13" fmla="*/ 384 h 413"/>
              <a:gd name="T14" fmla="*/ 103 w 442"/>
              <a:gd name="T15" fmla="*/ 384 h 413"/>
              <a:gd name="T16" fmla="*/ 89 w 442"/>
              <a:gd name="T17" fmla="*/ 398 h 413"/>
              <a:gd name="T18" fmla="*/ 103 w 442"/>
              <a:gd name="T19" fmla="*/ 413 h 413"/>
              <a:gd name="T20" fmla="*/ 339 w 442"/>
              <a:gd name="T21" fmla="*/ 413 h 413"/>
              <a:gd name="T22" fmla="*/ 353 w 442"/>
              <a:gd name="T23" fmla="*/ 398 h 413"/>
              <a:gd name="T24" fmla="*/ 339 w 442"/>
              <a:gd name="T25" fmla="*/ 384 h 413"/>
              <a:gd name="T26" fmla="*/ 291 w 442"/>
              <a:gd name="T27" fmla="*/ 384 h 413"/>
              <a:gd name="T28" fmla="*/ 291 w 442"/>
              <a:gd name="T29" fmla="*/ 351 h 413"/>
              <a:gd name="T30" fmla="*/ 400 w 442"/>
              <a:gd name="T31" fmla="*/ 351 h 413"/>
              <a:gd name="T32" fmla="*/ 442 w 442"/>
              <a:gd name="T33" fmla="*/ 309 h 413"/>
              <a:gd name="T34" fmla="*/ 442 w 442"/>
              <a:gd name="T35" fmla="*/ 42 h 413"/>
              <a:gd name="T36" fmla="*/ 400 w 442"/>
              <a:gd name="T37" fmla="*/ 0 h 413"/>
              <a:gd name="T38" fmla="*/ 42 w 442"/>
              <a:gd name="T39" fmla="*/ 28 h 413"/>
              <a:gd name="T40" fmla="*/ 400 w 442"/>
              <a:gd name="T41" fmla="*/ 28 h 413"/>
              <a:gd name="T42" fmla="*/ 414 w 442"/>
              <a:gd name="T43" fmla="*/ 42 h 413"/>
              <a:gd name="T44" fmla="*/ 414 w 442"/>
              <a:gd name="T45" fmla="*/ 253 h 413"/>
              <a:gd name="T46" fmla="*/ 28 w 442"/>
              <a:gd name="T47" fmla="*/ 253 h 413"/>
              <a:gd name="T48" fmla="*/ 28 w 442"/>
              <a:gd name="T49" fmla="*/ 42 h 413"/>
              <a:gd name="T50" fmla="*/ 42 w 442"/>
              <a:gd name="T51" fmla="*/ 28 h 413"/>
              <a:gd name="T52" fmla="*/ 263 w 442"/>
              <a:gd name="T53" fmla="*/ 384 h 413"/>
              <a:gd name="T54" fmla="*/ 180 w 442"/>
              <a:gd name="T55" fmla="*/ 384 h 413"/>
              <a:gd name="T56" fmla="*/ 180 w 442"/>
              <a:gd name="T57" fmla="*/ 351 h 413"/>
              <a:gd name="T58" fmla="*/ 263 w 442"/>
              <a:gd name="T59" fmla="*/ 351 h 413"/>
              <a:gd name="T60" fmla="*/ 263 w 442"/>
              <a:gd name="T61" fmla="*/ 384 h 413"/>
              <a:gd name="T62" fmla="*/ 400 w 442"/>
              <a:gd name="T63" fmla="*/ 323 h 413"/>
              <a:gd name="T64" fmla="*/ 42 w 442"/>
              <a:gd name="T65" fmla="*/ 323 h 413"/>
              <a:gd name="T66" fmla="*/ 28 w 442"/>
              <a:gd name="T67" fmla="*/ 309 h 413"/>
              <a:gd name="T68" fmla="*/ 28 w 442"/>
              <a:gd name="T69" fmla="*/ 281 h 413"/>
              <a:gd name="T70" fmla="*/ 414 w 442"/>
              <a:gd name="T71" fmla="*/ 281 h 413"/>
              <a:gd name="T72" fmla="*/ 414 w 442"/>
              <a:gd name="T73" fmla="*/ 309 h 413"/>
              <a:gd name="T74" fmla="*/ 400 w 442"/>
              <a:gd name="T75" fmla="*/ 323 h 413"/>
              <a:gd name="T76" fmla="*/ 400 w 442"/>
              <a:gd name="T77" fmla="*/ 323 h 413"/>
              <a:gd name="T78" fmla="*/ 400 w 442"/>
              <a:gd name="T79" fmla="*/ 323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42" h="413">
                <a:moveTo>
                  <a:pt x="400" y="0"/>
                </a:moveTo>
                <a:cubicBezTo>
                  <a:pt x="42" y="0"/>
                  <a:pt x="42" y="0"/>
                  <a:pt x="42" y="0"/>
                </a:cubicBezTo>
                <a:cubicBezTo>
                  <a:pt x="19" y="0"/>
                  <a:pt x="0" y="19"/>
                  <a:pt x="0" y="42"/>
                </a:cubicBezTo>
                <a:cubicBezTo>
                  <a:pt x="0" y="309"/>
                  <a:pt x="0" y="309"/>
                  <a:pt x="0" y="309"/>
                </a:cubicBezTo>
                <a:cubicBezTo>
                  <a:pt x="0" y="332"/>
                  <a:pt x="19" y="351"/>
                  <a:pt x="42" y="351"/>
                </a:cubicBezTo>
                <a:cubicBezTo>
                  <a:pt x="151" y="351"/>
                  <a:pt x="151" y="351"/>
                  <a:pt x="151" y="351"/>
                </a:cubicBezTo>
                <a:cubicBezTo>
                  <a:pt x="151" y="384"/>
                  <a:pt x="151" y="384"/>
                  <a:pt x="151" y="384"/>
                </a:cubicBezTo>
                <a:cubicBezTo>
                  <a:pt x="103" y="384"/>
                  <a:pt x="103" y="384"/>
                  <a:pt x="103" y="384"/>
                </a:cubicBezTo>
                <a:cubicBezTo>
                  <a:pt x="95" y="384"/>
                  <a:pt x="89" y="391"/>
                  <a:pt x="89" y="398"/>
                </a:cubicBezTo>
                <a:cubicBezTo>
                  <a:pt x="89" y="406"/>
                  <a:pt x="95" y="413"/>
                  <a:pt x="103" y="413"/>
                </a:cubicBezTo>
                <a:cubicBezTo>
                  <a:pt x="339" y="413"/>
                  <a:pt x="339" y="413"/>
                  <a:pt x="339" y="413"/>
                </a:cubicBezTo>
                <a:cubicBezTo>
                  <a:pt x="347" y="413"/>
                  <a:pt x="353" y="406"/>
                  <a:pt x="353" y="398"/>
                </a:cubicBezTo>
                <a:cubicBezTo>
                  <a:pt x="353" y="391"/>
                  <a:pt x="347" y="384"/>
                  <a:pt x="339" y="384"/>
                </a:cubicBezTo>
                <a:cubicBezTo>
                  <a:pt x="291" y="384"/>
                  <a:pt x="291" y="384"/>
                  <a:pt x="291" y="384"/>
                </a:cubicBezTo>
                <a:cubicBezTo>
                  <a:pt x="291" y="351"/>
                  <a:pt x="291" y="351"/>
                  <a:pt x="291" y="351"/>
                </a:cubicBezTo>
                <a:cubicBezTo>
                  <a:pt x="400" y="351"/>
                  <a:pt x="400" y="351"/>
                  <a:pt x="400" y="351"/>
                </a:cubicBezTo>
                <a:cubicBezTo>
                  <a:pt x="423" y="351"/>
                  <a:pt x="442" y="332"/>
                  <a:pt x="442" y="309"/>
                </a:cubicBezTo>
                <a:cubicBezTo>
                  <a:pt x="442" y="42"/>
                  <a:pt x="442" y="42"/>
                  <a:pt x="442" y="42"/>
                </a:cubicBezTo>
                <a:cubicBezTo>
                  <a:pt x="442" y="19"/>
                  <a:pt x="423" y="0"/>
                  <a:pt x="400" y="0"/>
                </a:cubicBezTo>
                <a:close/>
                <a:moveTo>
                  <a:pt x="42" y="28"/>
                </a:moveTo>
                <a:cubicBezTo>
                  <a:pt x="400" y="28"/>
                  <a:pt x="400" y="28"/>
                  <a:pt x="400" y="28"/>
                </a:cubicBezTo>
                <a:cubicBezTo>
                  <a:pt x="408" y="28"/>
                  <a:pt x="414" y="34"/>
                  <a:pt x="414" y="42"/>
                </a:cubicBezTo>
                <a:cubicBezTo>
                  <a:pt x="414" y="253"/>
                  <a:pt x="414" y="253"/>
                  <a:pt x="414" y="253"/>
                </a:cubicBezTo>
                <a:cubicBezTo>
                  <a:pt x="28" y="253"/>
                  <a:pt x="28" y="253"/>
                  <a:pt x="28" y="253"/>
                </a:cubicBezTo>
                <a:cubicBezTo>
                  <a:pt x="28" y="42"/>
                  <a:pt x="28" y="42"/>
                  <a:pt x="28" y="42"/>
                </a:cubicBezTo>
                <a:cubicBezTo>
                  <a:pt x="28" y="34"/>
                  <a:pt x="35" y="28"/>
                  <a:pt x="42" y="28"/>
                </a:cubicBezTo>
                <a:close/>
                <a:moveTo>
                  <a:pt x="263" y="384"/>
                </a:moveTo>
                <a:cubicBezTo>
                  <a:pt x="180" y="384"/>
                  <a:pt x="180" y="384"/>
                  <a:pt x="180" y="384"/>
                </a:cubicBezTo>
                <a:cubicBezTo>
                  <a:pt x="180" y="351"/>
                  <a:pt x="180" y="351"/>
                  <a:pt x="180" y="351"/>
                </a:cubicBezTo>
                <a:cubicBezTo>
                  <a:pt x="263" y="351"/>
                  <a:pt x="263" y="351"/>
                  <a:pt x="263" y="351"/>
                </a:cubicBezTo>
                <a:lnTo>
                  <a:pt x="263" y="384"/>
                </a:lnTo>
                <a:close/>
                <a:moveTo>
                  <a:pt x="400" y="323"/>
                </a:moveTo>
                <a:cubicBezTo>
                  <a:pt x="42" y="323"/>
                  <a:pt x="42" y="323"/>
                  <a:pt x="42" y="323"/>
                </a:cubicBezTo>
                <a:cubicBezTo>
                  <a:pt x="35" y="323"/>
                  <a:pt x="28" y="317"/>
                  <a:pt x="28" y="309"/>
                </a:cubicBezTo>
                <a:cubicBezTo>
                  <a:pt x="28" y="281"/>
                  <a:pt x="28" y="281"/>
                  <a:pt x="28" y="281"/>
                </a:cubicBezTo>
                <a:cubicBezTo>
                  <a:pt x="414" y="281"/>
                  <a:pt x="414" y="281"/>
                  <a:pt x="414" y="281"/>
                </a:cubicBezTo>
                <a:cubicBezTo>
                  <a:pt x="414" y="309"/>
                  <a:pt x="414" y="309"/>
                  <a:pt x="414" y="309"/>
                </a:cubicBezTo>
                <a:cubicBezTo>
                  <a:pt x="414" y="317"/>
                  <a:pt x="408" y="323"/>
                  <a:pt x="400" y="323"/>
                </a:cubicBezTo>
                <a:close/>
                <a:moveTo>
                  <a:pt x="400" y="323"/>
                </a:moveTo>
                <a:cubicBezTo>
                  <a:pt x="400" y="323"/>
                  <a:pt x="400" y="323"/>
                  <a:pt x="400" y="323"/>
                </a:cubicBezTo>
              </a:path>
            </a:pathLst>
          </a:custGeom>
          <a:solidFill>
            <a:srgbClr val="06398B"/>
          </a:solidFill>
          <a:ln>
            <a:noFill/>
          </a:ln>
        </p:spPr>
        <p:txBody>
          <a:bodyPr vert="horz" wrap="square" lIns="91440" tIns="45720" rIns="91440" bIns="45720" numCol="1" anchor="t" anchorCtr="0" compatLnSpc="1"/>
          <a:lstStyle/>
          <a:p>
            <a:endParaRPr 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nvGrpSpPr>
          <p:cNvPr id="27" name="Group 87">
            <a:extLst>
              <a:ext uri="{FF2B5EF4-FFF2-40B4-BE49-F238E27FC236}">
                <a16:creationId xmlns:a16="http://schemas.microsoft.com/office/drawing/2014/main" id="{1486ABDA-528B-414D-876D-7D02E6DA0319}"/>
              </a:ext>
            </a:extLst>
          </p:cNvPr>
          <p:cNvGrpSpPr/>
          <p:nvPr/>
        </p:nvGrpSpPr>
        <p:grpSpPr>
          <a:xfrm>
            <a:off x="6503496" y="4837507"/>
            <a:ext cx="624356" cy="624352"/>
            <a:chOff x="5384800" y="5175251"/>
            <a:chExt cx="808037" cy="808037"/>
          </a:xfrm>
          <a:solidFill>
            <a:srgbClr val="06398B"/>
          </a:solidFill>
        </p:grpSpPr>
        <p:sp>
          <p:nvSpPr>
            <p:cNvPr id="28" name="Freeform 64">
              <a:extLst>
                <a:ext uri="{FF2B5EF4-FFF2-40B4-BE49-F238E27FC236}">
                  <a16:creationId xmlns:a16="http://schemas.microsoft.com/office/drawing/2014/main" id="{278A88A1-B4CF-4916-89AB-7EA756B9DFDD}"/>
                </a:ext>
              </a:extLst>
            </p:cNvPr>
            <p:cNvSpPr>
              <a:spLocks noEditPoints="1"/>
            </p:cNvSpPr>
            <p:nvPr/>
          </p:nvSpPr>
          <p:spPr bwMode="auto">
            <a:xfrm>
              <a:off x="5384800" y="5175251"/>
              <a:ext cx="808037" cy="808037"/>
            </a:xfrm>
            <a:custGeom>
              <a:avLst/>
              <a:gdLst>
                <a:gd name="T0" fmla="*/ 216 w 432"/>
                <a:gd name="T1" fmla="*/ 0 h 432"/>
                <a:gd name="T2" fmla="*/ 0 w 432"/>
                <a:gd name="T3" fmla="*/ 216 h 432"/>
                <a:gd name="T4" fmla="*/ 216 w 432"/>
                <a:gd name="T5" fmla="*/ 432 h 432"/>
                <a:gd name="T6" fmla="*/ 432 w 432"/>
                <a:gd name="T7" fmla="*/ 216 h 432"/>
                <a:gd name="T8" fmla="*/ 216 w 432"/>
                <a:gd name="T9" fmla="*/ 0 h 432"/>
                <a:gd name="T10" fmla="*/ 231 w 432"/>
                <a:gd name="T11" fmla="*/ 403 h 432"/>
                <a:gd name="T12" fmla="*/ 231 w 432"/>
                <a:gd name="T13" fmla="*/ 374 h 432"/>
                <a:gd name="T14" fmla="*/ 216 w 432"/>
                <a:gd name="T15" fmla="*/ 360 h 432"/>
                <a:gd name="T16" fmla="*/ 202 w 432"/>
                <a:gd name="T17" fmla="*/ 374 h 432"/>
                <a:gd name="T18" fmla="*/ 202 w 432"/>
                <a:gd name="T19" fmla="*/ 403 h 432"/>
                <a:gd name="T20" fmla="*/ 29 w 432"/>
                <a:gd name="T21" fmla="*/ 230 h 432"/>
                <a:gd name="T22" fmla="*/ 58 w 432"/>
                <a:gd name="T23" fmla="*/ 230 h 432"/>
                <a:gd name="T24" fmla="*/ 72 w 432"/>
                <a:gd name="T25" fmla="*/ 216 h 432"/>
                <a:gd name="T26" fmla="*/ 58 w 432"/>
                <a:gd name="T27" fmla="*/ 202 h 432"/>
                <a:gd name="T28" fmla="*/ 29 w 432"/>
                <a:gd name="T29" fmla="*/ 202 h 432"/>
                <a:gd name="T30" fmla="*/ 202 w 432"/>
                <a:gd name="T31" fmla="*/ 29 h 432"/>
                <a:gd name="T32" fmla="*/ 202 w 432"/>
                <a:gd name="T33" fmla="*/ 58 h 432"/>
                <a:gd name="T34" fmla="*/ 216 w 432"/>
                <a:gd name="T35" fmla="*/ 72 h 432"/>
                <a:gd name="T36" fmla="*/ 231 w 432"/>
                <a:gd name="T37" fmla="*/ 58 h 432"/>
                <a:gd name="T38" fmla="*/ 231 w 432"/>
                <a:gd name="T39" fmla="*/ 29 h 432"/>
                <a:gd name="T40" fmla="*/ 404 w 432"/>
                <a:gd name="T41" fmla="*/ 202 h 432"/>
                <a:gd name="T42" fmla="*/ 375 w 432"/>
                <a:gd name="T43" fmla="*/ 202 h 432"/>
                <a:gd name="T44" fmla="*/ 360 w 432"/>
                <a:gd name="T45" fmla="*/ 216 h 432"/>
                <a:gd name="T46" fmla="*/ 375 w 432"/>
                <a:gd name="T47" fmla="*/ 230 h 432"/>
                <a:gd name="T48" fmla="*/ 404 w 432"/>
                <a:gd name="T49" fmla="*/ 230 h 432"/>
                <a:gd name="T50" fmla="*/ 231 w 432"/>
                <a:gd name="T51" fmla="*/ 403 h 432"/>
                <a:gd name="T52" fmla="*/ 231 w 432"/>
                <a:gd name="T53" fmla="*/ 403 h 432"/>
                <a:gd name="T54" fmla="*/ 231 w 432"/>
                <a:gd name="T55" fmla="*/ 403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32" h="432">
                  <a:moveTo>
                    <a:pt x="216" y="0"/>
                  </a:moveTo>
                  <a:cubicBezTo>
                    <a:pt x="97" y="0"/>
                    <a:pt x="0" y="97"/>
                    <a:pt x="0" y="216"/>
                  </a:cubicBezTo>
                  <a:cubicBezTo>
                    <a:pt x="0" y="335"/>
                    <a:pt x="97" y="432"/>
                    <a:pt x="216" y="432"/>
                  </a:cubicBezTo>
                  <a:cubicBezTo>
                    <a:pt x="336" y="432"/>
                    <a:pt x="432" y="335"/>
                    <a:pt x="432" y="216"/>
                  </a:cubicBezTo>
                  <a:cubicBezTo>
                    <a:pt x="432" y="97"/>
                    <a:pt x="336" y="0"/>
                    <a:pt x="216" y="0"/>
                  </a:cubicBezTo>
                  <a:close/>
                  <a:moveTo>
                    <a:pt x="231" y="403"/>
                  </a:moveTo>
                  <a:cubicBezTo>
                    <a:pt x="231" y="374"/>
                    <a:pt x="231" y="374"/>
                    <a:pt x="231" y="374"/>
                  </a:cubicBezTo>
                  <a:cubicBezTo>
                    <a:pt x="231" y="366"/>
                    <a:pt x="224" y="360"/>
                    <a:pt x="216" y="360"/>
                  </a:cubicBezTo>
                  <a:cubicBezTo>
                    <a:pt x="209" y="360"/>
                    <a:pt x="202" y="366"/>
                    <a:pt x="202" y="374"/>
                  </a:cubicBezTo>
                  <a:cubicBezTo>
                    <a:pt x="202" y="403"/>
                    <a:pt x="202" y="403"/>
                    <a:pt x="202" y="403"/>
                  </a:cubicBezTo>
                  <a:cubicBezTo>
                    <a:pt x="110" y="396"/>
                    <a:pt x="36" y="322"/>
                    <a:pt x="29" y="230"/>
                  </a:cubicBezTo>
                  <a:cubicBezTo>
                    <a:pt x="58" y="230"/>
                    <a:pt x="58" y="230"/>
                    <a:pt x="58" y="230"/>
                  </a:cubicBezTo>
                  <a:cubicBezTo>
                    <a:pt x="66" y="230"/>
                    <a:pt x="72" y="224"/>
                    <a:pt x="72" y="216"/>
                  </a:cubicBezTo>
                  <a:cubicBezTo>
                    <a:pt x="72" y="208"/>
                    <a:pt x="66" y="202"/>
                    <a:pt x="58" y="202"/>
                  </a:cubicBezTo>
                  <a:cubicBezTo>
                    <a:pt x="29" y="202"/>
                    <a:pt x="29" y="202"/>
                    <a:pt x="29" y="202"/>
                  </a:cubicBezTo>
                  <a:cubicBezTo>
                    <a:pt x="36" y="110"/>
                    <a:pt x="110" y="36"/>
                    <a:pt x="202" y="29"/>
                  </a:cubicBezTo>
                  <a:cubicBezTo>
                    <a:pt x="202" y="58"/>
                    <a:pt x="202" y="58"/>
                    <a:pt x="202" y="58"/>
                  </a:cubicBezTo>
                  <a:cubicBezTo>
                    <a:pt x="202" y="66"/>
                    <a:pt x="209" y="72"/>
                    <a:pt x="216" y="72"/>
                  </a:cubicBezTo>
                  <a:cubicBezTo>
                    <a:pt x="224" y="72"/>
                    <a:pt x="231" y="66"/>
                    <a:pt x="231" y="58"/>
                  </a:cubicBezTo>
                  <a:cubicBezTo>
                    <a:pt x="231" y="29"/>
                    <a:pt x="231" y="29"/>
                    <a:pt x="231" y="29"/>
                  </a:cubicBezTo>
                  <a:cubicBezTo>
                    <a:pt x="323" y="36"/>
                    <a:pt x="397" y="110"/>
                    <a:pt x="404" y="202"/>
                  </a:cubicBezTo>
                  <a:cubicBezTo>
                    <a:pt x="375" y="202"/>
                    <a:pt x="375" y="202"/>
                    <a:pt x="375" y="202"/>
                  </a:cubicBezTo>
                  <a:cubicBezTo>
                    <a:pt x="367" y="202"/>
                    <a:pt x="360" y="208"/>
                    <a:pt x="360" y="216"/>
                  </a:cubicBezTo>
                  <a:cubicBezTo>
                    <a:pt x="360" y="224"/>
                    <a:pt x="367" y="230"/>
                    <a:pt x="375" y="230"/>
                  </a:cubicBezTo>
                  <a:cubicBezTo>
                    <a:pt x="404" y="230"/>
                    <a:pt x="404" y="230"/>
                    <a:pt x="404" y="230"/>
                  </a:cubicBezTo>
                  <a:cubicBezTo>
                    <a:pt x="397" y="322"/>
                    <a:pt x="323" y="396"/>
                    <a:pt x="231" y="403"/>
                  </a:cubicBezTo>
                  <a:close/>
                  <a:moveTo>
                    <a:pt x="231" y="403"/>
                  </a:moveTo>
                  <a:cubicBezTo>
                    <a:pt x="231" y="403"/>
                    <a:pt x="231" y="403"/>
                    <a:pt x="231" y="403"/>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9" name="Freeform 65">
              <a:extLst>
                <a:ext uri="{FF2B5EF4-FFF2-40B4-BE49-F238E27FC236}">
                  <a16:creationId xmlns:a16="http://schemas.microsoft.com/office/drawing/2014/main" id="{2EE87944-0B39-4581-A2BE-435F5125E8E6}"/>
                </a:ext>
              </a:extLst>
            </p:cNvPr>
            <p:cNvSpPr>
              <a:spLocks noEditPoints="1"/>
            </p:cNvSpPr>
            <p:nvPr/>
          </p:nvSpPr>
          <p:spPr bwMode="auto">
            <a:xfrm>
              <a:off x="5640388" y="5351463"/>
              <a:ext cx="346075" cy="254000"/>
            </a:xfrm>
            <a:custGeom>
              <a:avLst/>
              <a:gdLst>
                <a:gd name="T0" fmla="*/ 171 w 185"/>
                <a:gd name="T1" fmla="*/ 108 h 136"/>
                <a:gd name="T2" fmla="*/ 92 w 185"/>
                <a:gd name="T3" fmla="*/ 108 h 136"/>
                <a:gd name="T4" fmla="*/ 28 w 185"/>
                <a:gd name="T5" fmla="*/ 8 h 136"/>
                <a:gd name="T6" fmla="*/ 8 w 185"/>
                <a:gd name="T7" fmla="*/ 4 h 136"/>
                <a:gd name="T8" fmla="*/ 4 w 185"/>
                <a:gd name="T9" fmla="*/ 24 h 136"/>
                <a:gd name="T10" fmla="*/ 72 w 185"/>
                <a:gd name="T11" fmla="*/ 130 h 136"/>
                <a:gd name="T12" fmla="*/ 72 w 185"/>
                <a:gd name="T13" fmla="*/ 130 h 136"/>
                <a:gd name="T14" fmla="*/ 73 w 185"/>
                <a:gd name="T15" fmla="*/ 131 h 136"/>
                <a:gd name="T16" fmla="*/ 74 w 185"/>
                <a:gd name="T17" fmla="*/ 131 h 136"/>
                <a:gd name="T18" fmla="*/ 74 w 185"/>
                <a:gd name="T19" fmla="*/ 132 h 136"/>
                <a:gd name="T20" fmla="*/ 75 w 185"/>
                <a:gd name="T21" fmla="*/ 133 h 136"/>
                <a:gd name="T22" fmla="*/ 76 w 185"/>
                <a:gd name="T23" fmla="*/ 133 h 136"/>
                <a:gd name="T24" fmla="*/ 76 w 185"/>
                <a:gd name="T25" fmla="*/ 134 h 136"/>
                <a:gd name="T26" fmla="*/ 77 w 185"/>
                <a:gd name="T27" fmla="*/ 135 h 136"/>
                <a:gd name="T28" fmla="*/ 78 w 185"/>
                <a:gd name="T29" fmla="*/ 135 h 136"/>
                <a:gd name="T30" fmla="*/ 79 w 185"/>
                <a:gd name="T31" fmla="*/ 135 h 136"/>
                <a:gd name="T32" fmla="*/ 79 w 185"/>
                <a:gd name="T33" fmla="*/ 135 h 136"/>
                <a:gd name="T34" fmla="*/ 80 w 185"/>
                <a:gd name="T35" fmla="*/ 136 h 136"/>
                <a:gd name="T36" fmla="*/ 81 w 185"/>
                <a:gd name="T37" fmla="*/ 136 h 136"/>
                <a:gd name="T38" fmla="*/ 82 w 185"/>
                <a:gd name="T39" fmla="*/ 136 h 136"/>
                <a:gd name="T40" fmla="*/ 83 w 185"/>
                <a:gd name="T41" fmla="*/ 136 h 136"/>
                <a:gd name="T42" fmla="*/ 84 w 185"/>
                <a:gd name="T43" fmla="*/ 136 h 136"/>
                <a:gd name="T44" fmla="*/ 84 w 185"/>
                <a:gd name="T45" fmla="*/ 136 h 136"/>
                <a:gd name="T46" fmla="*/ 84 w 185"/>
                <a:gd name="T47" fmla="*/ 136 h 136"/>
                <a:gd name="T48" fmla="*/ 171 w 185"/>
                <a:gd name="T49" fmla="*/ 136 h 136"/>
                <a:gd name="T50" fmla="*/ 185 w 185"/>
                <a:gd name="T51" fmla="*/ 122 h 136"/>
                <a:gd name="T52" fmla="*/ 171 w 185"/>
                <a:gd name="T53" fmla="*/ 108 h 136"/>
                <a:gd name="T54" fmla="*/ 171 w 185"/>
                <a:gd name="T55" fmla="*/ 108 h 136"/>
                <a:gd name="T56" fmla="*/ 171 w 185"/>
                <a:gd name="T57" fmla="*/ 108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85" h="136">
                  <a:moveTo>
                    <a:pt x="171" y="108"/>
                  </a:moveTo>
                  <a:cubicBezTo>
                    <a:pt x="92" y="108"/>
                    <a:pt x="92" y="108"/>
                    <a:pt x="92" y="108"/>
                  </a:cubicBezTo>
                  <a:cubicBezTo>
                    <a:pt x="28" y="8"/>
                    <a:pt x="28" y="8"/>
                    <a:pt x="28" y="8"/>
                  </a:cubicBezTo>
                  <a:cubicBezTo>
                    <a:pt x="24" y="2"/>
                    <a:pt x="15" y="0"/>
                    <a:pt x="8" y="4"/>
                  </a:cubicBezTo>
                  <a:cubicBezTo>
                    <a:pt x="2" y="8"/>
                    <a:pt x="0" y="17"/>
                    <a:pt x="4" y="24"/>
                  </a:cubicBezTo>
                  <a:cubicBezTo>
                    <a:pt x="72" y="130"/>
                    <a:pt x="72" y="130"/>
                    <a:pt x="72" y="130"/>
                  </a:cubicBezTo>
                  <a:cubicBezTo>
                    <a:pt x="72" y="130"/>
                    <a:pt x="72" y="130"/>
                    <a:pt x="72" y="130"/>
                  </a:cubicBezTo>
                  <a:cubicBezTo>
                    <a:pt x="73" y="130"/>
                    <a:pt x="73" y="131"/>
                    <a:pt x="73" y="131"/>
                  </a:cubicBezTo>
                  <a:cubicBezTo>
                    <a:pt x="73" y="131"/>
                    <a:pt x="73" y="131"/>
                    <a:pt x="74" y="131"/>
                  </a:cubicBezTo>
                  <a:cubicBezTo>
                    <a:pt x="74" y="132"/>
                    <a:pt x="74" y="132"/>
                    <a:pt x="74" y="132"/>
                  </a:cubicBezTo>
                  <a:cubicBezTo>
                    <a:pt x="75" y="132"/>
                    <a:pt x="75" y="133"/>
                    <a:pt x="75" y="133"/>
                  </a:cubicBezTo>
                  <a:cubicBezTo>
                    <a:pt x="75" y="133"/>
                    <a:pt x="75" y="133"/>
                    <a:pt x="76" y="133"/>
                  </a:cubicBezTo>
                  <a:cubicBezTo>
                    <a:pt x="76" y="134"/>
                    <a:pt x="76" y="134"/>
                    <a:pt x="76" y="134"/>
                  </a:cubicBezTo>
                  <a:cubicBezTo>
                    <a:pt x="77" y="134"/>
                    <a:pt x="77" y="134"/>
                    <a:pt x="77" y="135"/>
                  </a:cubicBezTo>
                  <a:cubicBezTo>
                    <a:pt x="77" y="135"/>
                    <a:pt x="78" y="135"/>
                    <a:pt x="78" y="135"/>
                  </a:cubicBezTo>
                  <a:cubicBezTo>
                    <a:pt x="78" y="135"/>
                    <a:pt x="78" y="135"/>
                    <a:pt x="79" y="135"/>
                  </a:cubicBezTo>
                  <a:cubicBezTo>
                    <a:pt x="79" y="135"/>
                    <a:pt x="79" y="135"/>
                    <a:pt x="79" y="135"/>
                  </a:cubicBezTo>
                  <a:cubicBezTo>
                    <a:pt x="80" y="136"/>
                    <a:pt x="80" y="136"/>
                    <a:pt x="80" y="136"/>
                  </a:cubicBezTo>
                  <a:cubicBezTo>
                    <a:pt x="81" y="136"/>
                    <a:pt x="81" y="136"/>
                    <a:pt x="81" y="136"/>
                  </a:cubicBezTo>
                  <a:cubicBezTo>
                    <a:pt x="81" y="136"/>
                    <a:pt x="82" y="136"/>
                    <a:pt x="82" y="136"/>
                  </a:cubicBezTo>
                  <a:cubicBezTo>
                    <a:pt x="82" y="136"/>
                    <a:pt x="82" y="136"/>
                    <a:pt x="83" y="136"/>
                  </a:cubicBezTo>
                  <a:cubicBezTo>
                    <a:pt x="83" y="136"/>
                    <a:pt x="84" y="136"/>
                    <a:pt x="84" y="136"/>
                  </a:cubicBezTo>
                  <a:cubicBezTo>
                    <a:pt x="84" y="136"/>
                    <a:pt x="84" y="136"/>
                    <a:pt x="84" y="136"/>
                  </a:cubicBezTo>
                  <a:cubicBezTo>
                    <a:pt x="84" y="136"/>
                    <a:pt x="84" y="136"/>
                    <a:pt x="84" y="136"/>
                  </a:cubicBezTo>
                  <a:cubicBezTo>
                    <a:pt x="171" y="136"/>
                    <a:pt x="171" y="136"/>
                    <a:pt x="171" y="136"/>
                  </a:cubicBezTo>
                  <a:cubicBezTo>
                    <a:pt x="179" y="136"/>
                    <a:pt x="185" y="130"/>
                    <a:pt x="185" y="122"/>
                  </a:cubicBezTo>
                  <a:cubicBezTo>
                    <a:pt x="185" y="114"/>
                    <a:pt x="179" y="108"/>
                    <a:pt x="171" y="108"/>
                  </a:cubicBezTo>
                  <a:close/>
                  <a:moveTo>
                    <a:pt x="171" y="108"/>
                  </a:moveTo>
                  <a:cubicBezTo>
                    <a:pt x="171" y="108"/>
                    <a:pt x="171" y="108"/>
                    <a:pt x="171" y="10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grpSp>
      <p:sp>
        <p:nvSpPr>
          <p:cNvPr id="2" name="文本框 1">
            <a:extLst>
              <a:ext uri="{FF2B5EF4-FFF2-40B4-BE49-F238E27FC236}">
                <a16:creationId xmlns:a16="http://schemas.microsoft.com/office/drawing/2014/main" id="{1A3EF34C-8C37-28E1-E350-FE76BE72533E}"/>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8673119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Effect transition="in" filter="fade">
                                      <p:cBhvr>
                                        <p:cTn id="15"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6">
            <a:extLst>
              <a:ext uri="{FF2B5EF4-FFF2-40B4-BE49-F238E27FC236}">
                <a16:creationId xmlns:a16="http://schemas.microsoft.com/office/drawing/2014/main" id="{8A0AB8DC-44BE-46CB-A056-5B6210358576}"/>
              </a:ext>
            </a:extLst>
          </p:cNvPr>
          <p:cNvSpPr txBox="1"/>
          <p:nvPr/>
        </p:nvSpPr>
        <p:spPr>
          <a:xfrm>
            <a:off x="2976131" y="2021837"/>
            <a:ext cx="1469954" cy="246221"/>
          </a:xfrm>
          <a:prstGeom prst="rect">
            <a:avLst/>
          </a:prstGeom>
          <a:noFill/>
        </p:spPr>
        <p:txBody>
          <a:bodyPr wrap="none" lIns="0" tIns="0" rIns="0" bIns="0" rtlCol="0" anchor="ctr">
            <a:spAutoFit/>
          </a:bodyPr>
          <a:lstStyle/>
          <a:p>
            <a:pPr algn="r"/>
            <a:r>
              <a:rPr lang="zh-CN" alt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请在此输入标题</a:t>
            </a:r>
            <a:endParaRPr lang="en-US" altLang="zh-CN"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9" name="TextBox 7">
            <a:extLst>
              <a:ext uri="{FF2B5EF4-FFF2-40B4-BE49-F238E27FC236}">
                <a16:creationId xmlns:a16="http://schemas.microsoft.com/office/drawing/2014/main" id="{D2C8903A-5949-482D-A5C4-C9BB058F13FD}"/>
              </a:ext>
            </a:extLst>
          </p:cNvPr>
          <p:cNvSpPr txBox="1"/>
          <p:nvPr/>
        </p:nvSpPr>
        <p:spPr>
          <a:xfrm>
            <a:off x="818030" y="2293645"/>
            <a:ext cx="3643521" cy="594108"/>
          </a:xfrm>
          <a:prstGeom prst="rect">
            <a:avLst/>
          </a:prstGeom>
        </p:spPr>
        <p:txBody>
          <a:bodyPr vert="horz" wrap="square" lIns="108745" tIns="54373" rIns="108745" bIns="54373" rtlCol="0">
            <a:spAutoFit/>
          </a:bodyPr>
          <a:lstStyle>
            <a:defPPr>
              <a:defRPr lang="zh-CN"/>
            </a:defPPr>
            <a:lvl1pPr indent="0" defTabSz="543818">
              <a:lnSpc>
                <a:spcPts val="2020"/>
              </a:lnSpc>
              <a:spcBef>
                <a:spcPct val="20000"/>
              </a:spcBef>
              <a:buFont typeface="Arial"/>
              <a:buNone/>
              <a:defRPr sz="1050">
                <a:solidFill>
                  <a:schemeClr val="bg2">
                    <a:lumMod val="25000"/>
                  </a:schemeClr>
                </a:solidFill>
                <a:latin typeface="+mn-ea"/>
                <a:cs typeface="Poppins Light"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请在此输入内容请在此输入内容请在此输入内容在此输入内容在此输入内容请在此输入内容请在此输入内容 </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0" name="TextBox 28">
            <a:extLst>
              <a:ext uri="{FF2B5EF4-FFF2-40B4-BE49-F238E27FC236}">
                <a16:creationId xmlns:a16="http://schemas.microsoft.com/office/drawing/2014/main" id="{E5CFDBE9-2B52-4801-AB6F-CE3A637F4A77}"/>
              </a:ext>
            </a:extLst>
          </p:cNvPr>
          <p:cNvSpPr txBox="1"/>
          <p:nvPr/>
        </p:nvSpPr>
        <p:spPr>
          <a:xfrm>
            <a:off x="2266309" y="3400653"/>
            <a:ext cx="2195243" cy="246221"/>
          </a:xfrm>
          <a:prstGeom prst="rect">
            <a:avLst/>
          </a:prstGeom>
          <a:noFill/>
        </p:spPr>
        <p:txBody>
          <a:bodyPr wrap="square" lIns="0" tIns="0" rIns="0" bIns="0" rtlCol="0" anchor="ctr">
            <a:spAutoFit/>
          </a:bodyPr>
          <a:lstStyle/>
          <a:p>
            <a:pPr algn="r"/>
            <a:r>
              <a:rPr lang="zh-CN" alt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请在此输入标题</a:t>
            </a:r>
            <a:endParaRPr lang="en-US" altLang="zh-CN"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TextBox 29">
            <a:extLst>
              <a:ext uri="{FF2B5EF4-FFF2-40B4-BE49-F238E27FC236}">
                <a16:creationId xmlns:a16="http://schemas.microsoft.com/office/drawing/2014/main" id="{D78AA33D-E3BC-48F8-874B-017B77F0E510}"/>
              </a:ext>
            </a:extLst>
          </p:cNvPr>
          <p:cNvSpPr txBox="1"/>
          <p:nvPr/>
        </p:nvSpPr>
        <p:spPr>
          <a:xfrm>
            <a:off x="818030" y="3653078"/>
            <a:ext cx="3643522" cy="595775"/>
          </a:xfrm>
          <a:prstGeom prst="rect">
            <a:avLst/>
          </a:prstGeom>
        </p:spPr>
        <p:txBody>
          <a:bodyPr vert="horz" wrap="square" lIns="108745" tIns="54373" rIns="108745" bIns="54373" rtlCol="0">
            <a:spAutoFit/>
          </a:bodyPr>
          <a:lstStyle>
            <a:defPPr>
              <a:defRPr lang="zh-CN"/>
            </a:defPPr>
            <a:lvl1pPr indent="0" defTabSz="543818">
              <a:lnSpc>
                <a:spcPts val="2020"/>
              </a:lnSpc>
              <a:spcBef>
                <a:spcPct val="20000"/>
              </a:spcBef>
              <a:buFont typeface="Arial"/>
              <a:buNone/>
              <a:defRPr sz="1050">
                <a:solidFill>
                  <a:schemeClr val="bg2">
                    <a:lumMod val="25000"/>
                  </a:schemeClr>
                </a:solidFill>
                <a:latin typeface="+mn-ea"/>
                <a:cs typeface="Poppins Light"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请在此输入内容请在此输入内容请在此输入内容在此输入内容在此输入内容请在此输入内容请在此输入</a:t>
            </a:r>
            <a:r>
              <a:rPr lang="zh-CN" altLang="en-US">
                <a:latin typeface="Arial" panose="020B0604020202020204" pitchFamily="34" charset="0"/>
                <a:ea typeface="思源黑体 CN Normal" panose="020B0400000000000000" pitchFamily="34" charset="-122"/>
                <a:sym typeface="Arial" panose="020B0604020202020204" pitchFamily="34" charset="0"/>
              </a:rPr>
              <a:t>内容 </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TextBox 33">
            <a:extLst>
              <a:ext uri="{FF2B5EF4-FFF2-40B4-BE49-F238E27FC236}">
                <a16:creationId xmlns:a16="http://schemas.microsoft.com/office/drawing/2014/main" id="{97C127F0-279C-4311-B60C-390536760029}"/>
              </a:ext>
            </a:extLst>
          </p:cNvPr>
          <p:cNvSpPr txBox="1"/>
          <p:nvPr/>
        </p:nvSpPr>
        <p:spPr>
          <a:xfrm>
            <a:off x="3039901" y="4726257"/>
            <a:ext cx="1469954" cy="246221"/>
          </a:xfrm>
          <a:prstGeom prst="rect">
            <a:avLst/>
          </a:prstGeom>
          <a:noFill/>
        </p:spPr>
        <p:txBody>
          <a:bodyPr wrap="none" lIns="0" tIns="0" rIns="0" bIns="0" rtlCol="0" anchor="ctr">
            <a:spAutoFit/>
          </a:bodyPr>
          <a:lstStyle/>
          <a:p>
            <a:r>
              <a:rPr lang="zh-CN" alt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请在此输入标题</a:t>
            </a:r>
            <a:endParaRPr lang="en-US" altLang="zh-CN"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TextBox 34">
            <a:extLst>
              <a:ext uri="{FF2B5EF4-FFF2-40B4-BE49-F238E27FC236}">
                <a16:creationId xmlns:a16="http://schemas.microsoft.com/office/drawing/2014/main" id="{B4AE040C-179E-46A1-A991-3E6EFFBCCDF8}"/>
              </a:ext>
            </a:extLst>
          </p:cNvPr>
          <p:cNvSpPr txBox="1"/>
          <p:nvPr/>
        </p:nvSpPr>
        <p:spPr>
          <a:xfrm>
            <a:off x="818030" y="5023409"/>
            <a:ext cx="3643522" cy="595775"/>
          </a:xfrm>
          <a:prstGeom prst="rect">
            <a:avLst/>
          </a:prstGeom>
        </p:spPr>
        <p:txBody>
          <a:bodyPr vert="horz" wrap="square" lIns="108745" tIns="54373" rIns="108745" bIns="54373" rtlCol="0">
            <a:spAutoFit/>
          </a:bodyPr>
          <a:lstStyle>
            <a:defPPr>
              <a:defRPr lang="zh-CN"/>
            </a:defPPr>
            <a:lvl1pPr indent="0" defTabSz="543818">
              <a:lnSpc>
                <a:spcPts val="2020"/>
              </a:lnSpc>
              <a:spcBef>
                <a:spcPct val="20000"/>
              </a:spcBef>
              <a:buFont typeface="Arial"/>
              <a:buNone/>
              <a:defRPr sz="1050">
                <a:solidFill>
                  <a:schemeClr val="bg2">
                    <a:lumMod val="25000"/>
                  </a:schemeClr>
                </a:solidFill>
                <a:latin typeface="+mn-ea"/>
                <a:cs typeface="Poppins Light"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pPr algn="r"/>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请在此输入内容请在此输入内容请在此输入内容在此输入内容在此输入内容请在此输入内容请在此输入</a:t>
            </a:r>
            <a:r>
              <a:rPr lang="zh-CN" altLang="en-US">
                <a:latin typeface="Arial" panose="020B0604020202020204" pitchFamily="34" charset="0"/>
                <a:ea typeface="思源黑体 CN Normal" panose="020B0400000000000000" pitchFamily="34" charset="-122"/>
                <a:sym typeface="Arial" panose="020B0604020202020204" pitchFamily="34" charset="0"/>
              </a:rPr>
              <a:t>内容 </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TextBox 56">
            <a:extLst>
              <a:ext uri="{FF2B5EF4-FFF2-40B4-BE49-F238E27FC236}">
                <a16:creationId xmlns:a16="http://schemas.microsoft.com/office/drawing/2014/main" id="{113A26BD-322D-4A45-AC56-AB66DEC86C72}"/>
              </a:ext>
            </a:extLst>
          </p:cNvPr>
          <p:cNvSpPr txBox="1"/>
          <p:nvPr/>
        </p:nvSpPr>
        <p:spPr>
          <a:xfrm>
            <a:off x="7602478" y="2043152"/>
            <a:ext cx="1469954" cy="246221"/>
          </a:xfrm>
          <a:prstGeom prst="rect">
            <a:avLst/>
          </a:prstGeom>
          <a:noFill/>
        </p:spPr>
        <p:txBody>
          <a:bodyPr wrap="none" lIns="0" tIns="0" rIns="0" bIns="0" rtlCol="0" anchor="ctr">
            <a:spAutoFit/>
          </a:bodyPr>
          <a:lstStyle/>
          <a:p>
            <a:r>
              <a:rPr lang="zh-CN" alt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请在此输入标题</a:t>
            </a:r>
            <a:endParaRPr 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TextBox 57">
            <a:extLst>
              <a:ext uri="{FF2B5EF4-FFF2-40B4-BE49-F238E27FC236}">
                <a16:creationId xmlns:a16="http://schemas.microsoft.com/office/drawing/2014/main" id="{155A19D1-1BE2-43A7-A2E3-55B729A82801}"/>
              </a:ext>
            </a:extLst>
          </p:cNvPr>
          <p:cNvSpPr txBox="1"/>
          <p:nvPr/>
        </p:nvSpPr>
        <p:spPr>
          <a:xfrm>
            <a:off x="7602477" y="2295574"/>
            <a:ext cx="3568292" cy="594108"/>
          </a:xfrm>
          <a:prstGeom prst="rect">
            <a:avLst/>
          </a:prstGeom>
        </p:spPr>
        <p:txBody>
          <a:bodyPr vert="horz" wrap="square" lIns="108745" tIns="54373" rIns="108745" bIns="54373" rtlCol="0">
            <a:spAutoFit/>
          </a:bodyPr>
          <a:lstStyle>
            <a:defPPr>
              <a:defRPr lang="zh-CN"/>
            </a:defPPr>
            <a:lvl1pPr indent="0" defTabSz="543818">
              <a:lnSpc>
                <a:spcPts val="2020"/>
              </a:lnSpc>
              <a:spcBef>
                <a:spcPct val="20000"/>
              </a:spcBef>
              <a:buFont typeface="Arial"/>
              <a:buNone/>
              <a:defRPr sz="1050">
                <a:solidFill>
                  <a:schemeClr val="bg2">
                    <a:lumMod val="25000"/>
                  </a:schemeClr>
                </a:solidFill>
                <a:latin typeface="+mn-ea"/>
                <a:cs typeface="Poppins Light"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请在此输入内容请在此输入内容请在此输入内容在此输入内容在此输入内容请在此输入内容请在此输入</a:t>
            </a:r>
            <a:r>
              <a:rPr lang="zh-CN" altLang="en-US">
                <a:latin typeface="Arial" panose="020B0604020202020204" pitchFamily="34" charset="0"/>
                <a:ea typeface="思源黑体 CN Normal" panose="020B0400000000000000" pitchFamily="34" charset="-122"/>
                <a:sym typeface="Arial" panose="020B0604020202020204" pitchFamily="34" charset="0"/>
              </a:rPr>
              <a:t>内容 </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TextBox 60">
            <a:extLst>
              <a:ext uri="{FF2B5EF4-FFF2-40B4-BE49-F238E27FC236}">
                <a16:creationId xmlns:a16="http://schemas.microsoft.com/office/drawing/2014/main" id="{DC9EE00F-F583-4C44-AC28-CC9546FCEA76}"/>
              </a:ext>
            </a:extLst>
          </p:cNvPr>
          <p:cNvSpPr txBox="1"/>
          <p:nvPr/>
        </p:nvSpPr>
        <p:spPr>
          <a:xfrm>
            <a:off x="7602478" y="3356745"/>
            <a:ext cx="1469954" cy="246221"/>
          </a:xfrm>
          <a:prstGeom prst="rect">
            <a:avLst/>
          </a:prstGeom>
          <a:noFill/>
        </p:spPr>
        <p:txBody>
          <a:bodyPr wrap="none" lIns="0" tIns="0" rIns="0" bIns="0" rtlCol="0" anchor="ctr">
            <a:spAutoFit/>
          </a:bodyPr>
          <a:lstStyle/>
          <a:p>
            <a:r>
              <a:rPr lang="zh-CN" alt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请在此输入标题</a:t>
            </a:r>
            <a:endParaRPr lang="en-US" altLang="zh-CN"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7" name="TextBox 61">
            <a:extLst>
              <a:ext uri="{FF2B5EF4-FFF2-40B4-BE49-F238E27FC236}">
                <a16:creationId xmlns:a16="http://schemas.microsoft.com/office/drawing/2014/main" id="{950124BE-A0F1-4C4F-B21C-B965BF3E36C7}"/>
              </a:ext>
            </a:extLst>
          </p:cNvPr>
          <p:cNvSpPr txBox="1"/>
          <p:nvPr/>
        </p:nvSpPr>
        <p:spPr>
          <a:xfrm>
            <a:off x="7602477" y="3653078"/>
            <a:ext cx="3568292" cy="594108"/>
          </a:xfrm>
          <a:prstGeom prst="rect">
            <a:avLst/>
          </a:prstGeom>
        </p:spPr>
        <p:txBody>
          <a:bodyPr vert="horz" wrap="square" lIns="108745" tIns="54373" rIns="108745" bIns="54373" rtlCol="0">
            <a:spAutoFit/>
          </a:bodyPr>
          <a:lstStyle>
            <a:defPPr>
              <a:defRPr lang="zh-CN"/>
            </a:defPPr>
            <a:lvl1pPr indent="0" defTabSz="543818">
              <a:lnSpc>
                <a:spcPts val="2020"/>
              </a:lnSpc>
              <a:spcBef>
                <a:spcPct val="20000"/>
              </a:spcBef>
              <a:buFont typeface="Arial"/>
              <a:buNone/>
              <a:defRPr sz="1050">
                <a:solidFill>
                  <a:schemeClr val="bg2">
                    <a:lumMod val="25000"/>
                  </a:schemeClr>
                </a:solidFill>
                <a:latin typeface="+mn-ea"/>
                <a:cs typeface="Poppins Light"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请在此输入内容请在此输入内容请在此输入内容在此输入内容在此输入内容请在此输入内容请在此输入</a:t>
            </a:r>
            <a:r>
              <a:rPr lang="zh-CN" altLang="en-US">
                <a:latin typeface="Arial" panose="020B0604020202020204" pitchFamily="34" charset="0"/>
                <a:ea typeface="思源黑体 CN Normal" panose="020B0400000000000000" pitchFamily="34" charset="-122"/>
                <a:sym typeface="Arial" panose="020B0604020202020204" pitchFamily="34" charset="0"/>
              </a:rPr>
              <a:t>内容 </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sp>
        <p:nvSpPr>
          <p:cNvPr id="28" name="TextBox 64">
            <a:extLst>
              <a:ext uri="{FF2B5EF4-FFF2-40B4-BE49-F238E27FC236}">
                <a16:creationId xmlns:a16="http://schemas.microsoft.com/office/drawing/2014/main" id="{6C02AF69-2A09-4105-8AB9-F81A3A3F0112}"/>
              </a:ext>
            </a:extLst>
          </p:cNvPr>
          <p:cNvSpPr txBox="1"/>
          <p:nvPr/>
        </p:nvSpPr>
        <p:spPr>
          <a:xfrm>
            <a:off x="7602478" y="4745328"/>
            <a:ext cx="1469954" cy="246221"/>
          </a:xfrm>
          <a:prstGeom prst="rect">
            <a:avLst/>
          </a:prstGeom>
          <a:noFill/>
        </p:spPr>
        <p:txBody>
          <a:bodyPr wrap="none" lIns="0" tIns="0" rIns="0" bIns="0" rtlCol="0" anchor="ctr">
            <a:spAutoFit/>
          </a:bodyPr>
          <a:lstStyle/>
          <a:p>
            <a:r>
              <a:rPr lang="zh-CN" altLang="en-US"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请在此输入标题</a:t>
            </a:r>
            <a:endParaRPr lang="en-US" altLang="zh-CN" sz="1600" b="1"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9" name="TextBox 65">
            <a:extLst>
              <a:ext uri="{FF2B5EF4-FFF2-40B4-BE49-F238E27FC236}">
                <a16:creationId xmlns:a16="http://schemas.microsoft.com/office/drawing/2014/main" id="{D7410B2A-A6D7-4FB8-B12C-D863D663146C}"/>
              </a:ext>
            </a:extLst>
          </p:cNvPr>
          <p:cNvSpPr txBox="1"/>
          <p:nvPr/>
        </p:nvSpPr>
        <p:spPr>
          <a:xfrm>
            <a:off x="7602477" y="4997753"/>
            <a:ext cx="3568292" cy="594108"/>
          </a:xfrm>
          <a:prstGeom prst="rect">
            <a:avLst/>
          </a:prstGeom>
        </p:spPr>
        <p:txBody>
          <a:bodyPr vert="horz" wrap="square" lIns="108745" tIns="54373" rIns="108745" bIns="54373" rtlCol="0">
            <a:spAutoFit/>
          </a:bodyPr>
          <a:lstStyle>
            <a:defPPr>
              <a:defRPr lang="zh-CN"/>
            </a:defPPr>
            <a:lvl1pPr indent="0" defTabSz="543818">
              <a:lnSpc>
                <a:spcPts val="2020"/>
              </a:lnSpc>
              <a:spcBef>
                <a:spcPct val="20000"/>
              </a:spcBef>
              <a:buFont typeface="Arial"/>
              <a:buNone/>
              <a:defRPr sz="1050">
                <a:solidFill>
                  <a:schemeClr val="bg2">
                    <a:lumMod val="25000"/>
                  </a:schemeClr>
                </a:solidFill>
                <a:latin typeface="+mn-ea"/>
                <a:cs typeface="Poppins Light" charset="0"/>
              </a:defRPr>
            </a:lvl1pPr>
            <a:lvl2pPr marL="1087636" indent="0" algn="ctr" defTabSz="1087636">
              <a:lnSpc>
                <a:spcPct val="130000"/>
              </a:lnSpc>
              <a:spcBef>
                <a:spcPct val="20000"/>
              </a:spcBef>
              <a:buFont typeface="Arial"/>
              <a:buNone/>
              <a:defRPr sz="3200">
                <a:solidFill>
                  <a:schemeClr val="tx1">
                    <a:tint val="75000"/>
                  </a:schemeClr>
                </a:solidFill>
                <a:latin typeface="Open Sans"/>
                <a:cs typeface="Open Sans"/>
              </a:defRPr>
            </a:lvl2pPr>
            <a:lvl3pPr marL="2175271" indent="0" algn="ctr" defTabSz="1087636">
              <a:lnSpc>
                <a:spcPct val="130000"/>
              </a:lnSpc>
              <a:spcBef>
                <a:spcPct val="20000"/>
              </a:spcBef>
              <a:buFont typeface="Arial"/>
              <a:buNone/>
              <a:defRPr sz="3200">
                <a:solidFill>
                  <a:schemeClr val="tx1">
                    <a:tint val="75000"/>
                  </a:schemeClr>
                </a:solidFill>
                <a:latin typeface="Open Sans"/>
                <a:cs typeface="Open Sans"/>
              </a:defRPr>
            </a:lvl3pPr>
            <a:lvl4pPr marL="3262912" indent="0" algn="ctr" defTabSz="1087636">
              <a:lnSpc>
                <a:spcPct val="130000"/>
              </a:lnSpc>
              <a:spcBef>
                <a:spcPct val="20000"/>
              </a:spcBef>
              <a:buFont typeface="Arial"/>
              <a:buNone/>
              <a:defRPr sz="3200">
                <a:solidFill>
                  <a:schemeClr val="tx1">
                    <a:tint val="75000"/>
                  </a:schemeClr>
                </a:solidFill>
                <a:latin typeface="Open Sans"/>
                <a:cs typeface="Open Sans"/>
              </a:defRPr>
            </a:lvl4pPr>
            <a:lvl5pPr marL="4350546" indent="0" algn="ctr" defTabSz="1087636">
              <a:lnSpc>
                <a:spcPct val="130000"/>
              </a:lnSpc>
              <a:spcBef>
                <a:spcPct val="20000"/>
              </a:spcBef>
              <a:buFont typeface="Arial"/>
              <a:buNone/>
              <a:defRPr sz="3200">
                <a:solidFill>
                  <a:schemeClr val="tx1">
                    <a:tint val="75000"/>
                  </a:schemeClr>
                </a:solidFill>
                <a:latin typeface="Open Sans"/>
                <a:cs typeface="Open Sans"/>
              </a:defRPr>
            </a:lvl5pPr>
            <a:lvl6pPr marL="5438184" indent="0" algn="ctr" defTabSz="1087636">
              <a:spcBef>
                <a:spcPct val="20000"/>
              </a:spcBef>
              <a:buFont typeface="Arial"/>
              <a:buNone/>
              <a:defRPr sz="4800">
                <a:solidFill>
                  <a:schemeClr val="tx1">
                    <a:tint val="75000"/>
                  </a:schemeClr>
                </a:solidFill>
              </a:defRPr>
            </a:lvl6pPr>
            <a:lvl7pPr marL="6525820" indent="0" algn="ctr" defTabSz="1087636">
              <a:spcBef>
                <a:spcPct val="20000"/>
              </a:spcBef>
              <a:buFont typeface="Arial"/>
              <a:buNone/>
              <a:defRPr sz="4800">
                <a:solidFill>
                  <a:schemeClr val="tx1">
                    <a:tint val="75000"/>
                  </a:schemeClr>
                </a:solidFill>
              </a:defRPr>
            </a:lvl7pPr>
            <a:lvl8pPr marL="7613455" indent="0" algn="ctr" defTabSz="1087636">
              <a:spcBef>
                <a:spcPct val="20000"/>
              </a:spcBef>
              <a:buFont typeface="Arial"/>
              <a:buNone/>
              <a:defRPr sz="4800">
                <a:solidFill>
                  <a:schemeClr val="tx1">
                    <a:tint val="75000"/>
                  </a:schemeClr>
                </a:solidFill>
              </a:defRPr>
            </a:lvl8pPr>
            <a:lvl9pPr marL="8701091" indent="0" algn="ctr" defTabSz="1087636">
              <a:spcBef>
                <a:spcPct val="20000"/>
              </a:spcBef>
              <a:buFont typeface="Arial"/>
              <a:buNone/>
              <a:defRPr sz="4800">
                <a:solidFill>
                  <a:schemeClr val="tx1">
                    <a:tint val="75000"/>
                  </a:schemeClr>
                </a:solidFill>
              </a:defRPr>
            </a:lvl9pPr>
          </a:lstStyle>
          <a:p>
            <a:r>
              <a:rPr lang="zh-CN" altLang="en-US" dirty="0">
                <a:latin typeface="Arial" panose="020B0604020202020204" pitchFamily="34" charset="0"/>
                <a:ea typeface="思源黑体 CN Normal" panose="020B0400000000000000" pitchFamily="34" charset="-122"/>
                <a:sym typeface="Arial" panose="020B0604020202020204" pitchFamily="34" charset="0"/>
              </a:rPr>
              <a:t>请在此输入内容请在此输入内容请在此输入内容在此输入内容在此输入内容请在此输入内容请在此输入</a:t>
            </a:r>
            <a:r>
              <a:rPr lang="zh-CN" altLang="en-US">
                <a:latin typeface="Arial" panose="020B0604020202020204" pitchFamily="34" charset="0"/>
                <a:ea typeface="思源黑体 CN Normal" panose="020B0400000000000000" pitchFamily="34" charset="-122"/>
                <a:sym typeface="Arial" panose="020B0604020202020204" pitchFamily="34" charset="0"/>
              </a:rPr>
              <a:t>内容 </a:t>
            </a:r>
            <a:endParaRPr lang="en-US" altLang="zh-CN" dirty="0">
              <a:latin typeface="Arial" panose="020B0604020202020204" pitchFamily="34" charset="0"/>
              <a:ea typeface="思源黑体 CN Normal" panose="020B0400000000000000" pitchFamily="34" charset="-122"/>
              <a:sym typeface="Arial" panose="020B0604020202020204" pitchFamily="34" charset="0"/>
            </a:endParaRPr>
          </a:p>
        </p:txBody>
      </p:sp>
      <p:cxnSp>
        <p:nvCxnSpPr>
          <p:cNvPr id="30" name="Straight Connector 67">
            <a:extLst>
              <a:ext uri="{FF2B5EF4-FFF2-40B4-BE49-F238E27FC236}">
                <a16:creationId xmlns:a16="http://schemas.microsoft.com/office/drawing/2014/main" id="{4745E043-1B58-4ACA-B900-7277D9367FD2}"/>
              </a:ext>
            </a:extLst>
          </p:cNvPr>
          <p:cNvCxnSpPr>
            <a:cxnSpLocks/>
          </p:cNvCxnSpPr>
          <p:nvPr/>
        </p:nvCxnSpPr>
        <p:spPr>
          <a:xfrm flipV="1">
            <a:off x="6096000" y="1939784"/>
            <a:ext cx="0" cy="3697877"/>
          </a:xfrm>
          <a:prstGeom prst="line">
            <a:avLst/>
          </a:prstGeom>
          <a:ln w="19050">
            <a:solidFill>
              <a:schemeClr val="bg1">
                <a:lumMod val="75000"/>
              </a:schemeClr>
            </a:solidFill>
            <a:prstDash val="sysDot"/>
            <a:headEnd type="diamond"/>
            <a:tailEnd type="diamond"/>
          </a:ln>
        </p:spPr>
        <p:style>
          <a:lnRef idx="1">
            <a:schemeClr val="accent1"/>
          </a:lnRef>
          <a:fillRef idx="0">
            <a:schemeClr val="accent1"/>
          </a:fillRef>
          <a:effectRef idx="0">
            <a:schemeClr val="accent1"/>
          </a:effectRef>
          <a:fontRef idx="minor">
            <a:schemeClr val="tx1"/>
          </a:fontRef>
        </p:style>
      </p:cxnSp>
      <p:sp>
        <p:nvSpPr>
          <p:cNvPr id="31" name="Oval 62">
            <a:extLst>
              <a:ext uri="{FF2B5EF4-FFF2-40B4-BE49-F238E27FC236}">
                <a16:creationId xmlns:a16="http://schemas.microsoft.com/office/drawing/2014/main" id="{5687A009-A0A0-4F13-A8F5-1BFDD4AC7079}"/>
              </a:ext>
            </a:extLst>
          </p:cNvPr>
          <p:cNvSpPr/>
          <p:nvPr/>
        </p:nvSpPr>
        <p:spPr>
          <a:xfrm>
            <a:off x="6539994" y="3511134"/>
            <a:ext cx="673606" cy="65432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2" name="Freeform 56">
            <a:extLst>
              <a:ext uri="{FF2B5EF4-FFF2-40B4-BE49-F238E27FC236}">
                <a16:creationId xmlns:a16="http://schemas.microsoft.com/office/drawing/2014/main" id="{ECC541F8-7BDF-44F7-9F1F-D80E0C2EB973}"/>
              </a:ext>
            </a:extLst>
          </p:cNvPr>
          <p:cNvSpPr>
            <a:spLocks noEditPoints="1"/>
          </p:cNvSpPr>
          <p:nvPr/>
        </p:nvSpPr>
        <p:spPr bwMode="auto">
          <a:xfrm>
            <a:off x="6715960" y="3677458"/>
            <a:ext cx="321674" cy="32167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3" name="Oval 30">
            <a:extLst>
              <a:ext uri="{FF2B5EF4-FFF2-40B4-BE49-F238E27FC236}">
                <a16:creationId xmlns:a16="http://schemas.microsoft.com/office/drawing/2014/main" id="{2CED98DA-3545-4986-98E4-38ECD77A3147}"/>
              </a:ext>
            </a:extLst>
          </p:cNvPr>
          <p:cNvSpPr/>
          <p:nvPr/>
        </p:nvSpPr>
        <p:spPr>
          <a:xfrm>
            <a:off x="4950262" y="3509201"/>
            <a:ext cx="673606" cy="65432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4" name="Freeform 245">
            <a:extLst>
              <a:ext uri="{FF2B5EF4-FFF2-40B4-BE49-F238E27FC236}">
                <a16:creationId xmlns:a16="http://schemas.microsoft.com/office/drawing/2014/main" id="{93F9F864-9C54-4FA1-8DA7-E92FDAC9943E}"/>
              </a:ext>
            </a:extLst>
          </p:cNvPr>
          <p:cNvSpPr>
            <a:spLocks/>
          </p:cNvSpPr>
          <p:nvPr/>
        </p:nvSpPr>
        <p:spPr bwMode="auto">
          <a:xfrm>
            <a:off x="5132757" y="3682053"/>
            <a:ext cx="308617" cy="308617"/>
          </a:xfrm>
          <a:custGeom>
            <a:avLst/>
            <a:gdLst/>
            <a:ahLst/>
            <a:cxnLst>
              <a:cxn ang="0">
                <a:pos x="68" y="3"/>
              </a:cxn>
              <a:cxn ang="0">
                <a:pos x="58" y="61"/>
              </a:cxn>
              <a:cxn ang="0">
                <a:pos x="57" y="63"/>
              </a:cxn>
              <a:cxn ang="0">
                <a:pos x="56" y="63"/>
              </a:cxn>
              <a:cxn ang="0">
                <a:pos x="55" y="63"/>
              </a:cxn>
              <a:cxn ang="0">
                <a:pos x="38" y="56"/>
              </a:cxn>
              <a:cxn ang="0">
                <a:pos x="28" y="67"/>
              </a:cxn>
              <a:cxn ang="0">
                <a:pos x="26" y="68"/>
              </a:cxn>
              <a:cxn ang="0">
                <a:pos x="26" y="68"/>
              </a:cxn>
              <a:cxn ang="0">
                <a:pos x="24" y="65"/>
              </a:cxn>
              <a:cxn ang="0">
                <a:pos x="24" y="52"/>
              </a:cxn>
              <a:cxn ang="0">
                <a:pos x="57" y="12"/>
              </a:cxn>
              <a:cxn ang="0">
                <a:pos x="16" y="47"/>
              </a:cxn>
              <a:cxn ang="0">
                <a:pos x="1" y="41"/>
              </a:cxn>
              <a:cxn ang="0">
                <a:pos x="0" y="39"/>
              </a:cxn>
              <a:cxn ang="0">
                <a:pos x="1" y="36"/>
              </a:cxn>
              <a:cxn ang="0">
                <a:pos x="64" y="0"/>
              </a:cxn>
              <a:cxn ang="0">
                <a:pos x="65" y="0"/>
              </a:cxn>
              <a:cxn ang="0">
                <a:pos x="67" y="0"/>
              </a:cxn>
              <a:cxn ang="0">
                <a:pos x="68" y="3"/>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8" y="56"/>
                  <a:pt x="38" y="56"/>
                  <a:pt x="38" y="56"/>
                </a:cubicBezTo>
                <a:cubicBezTo>
                  <a:pt x="28" y="67"/>
                  <a:pt x="28" y="67"/>
                  <a:pt x="28" y="67"/>
                </a:cubicBezTo>
                <a:cubicBezTo>
                  <a:pt x="28" y="67"/>
                  <a:pt x="27" y="68"/>
                  <a:pt x="26" y="68"/>
                </a:cubicBezTo>
                <a:cubicBezTo>
                  <a:pt x="26" y="68"/>
                  <a:pt x="26" y="68"/>
                  <a:pt x="26" y="68"/>
                </a:cubicBezTo>
                <a:cubicBezTo>
                  <a:pt x="25" y="67"/>
                  <a:pt x="24" y="66"/>
                  <a:pt x="24" y="65"/>
                </a:cubicBezTo>
                <a:cubicBezTo>
                  <a:pt x="24" y="52"/>
                  <a:pt x="24" y="52"/>
                  <a:pt x="24" y="52"/>
                </a:cubicBezTo>
                <a:cubicBezTo>
                  <a:pt x="57" y="12"/>
                  <a:pt x="57" y="12"/>
                  <a:pt x="57" y="12"/>
                </a:cubicBezTo>
                <a:cubicBezTo>
                  <a:pt x="16" y="47"/>
                  <a:pt x="16" y="47"/>
                  <a:pt x="16" y="47"/>
                </a:cubicBezTo>
                <a:cubicBezTo>
                  <a:pt x="1" y="41"/>
                  <a:pt x="1" y="41"/>
                  <a:pt x="1" y="41"/>
                </a:cubicBezTo>
                <a:cubicBezTo>
                  <a:pt x="0" y="40"/>
                  <a:pt x="0" y="40"/>
                  <a:pt x="0" y="39"/>
                </a:cubicBezTo>
                <a:cubicBezTo>
                  <a:pt x="0" y="38"/>
                  <a:pt x="0" y="37"/>
                  <a:pt x="1" y="36"/>
                </a:cubicBezTo>
                <a:cubicBezTo>
                  <a:pt x="64" y="0"/>
                  <a:pt x="64" y="0"/>
                  <a:pt x="64" y="0"/>
                </a:cubicBezTo>
                <a:cubicBezTo>
                  <a:pt x="65" y="0"/>
                  <a:pt x="65" y="0"/>
                  <a:pt x="65" y="0"/>
                </a:cubicBezTo>
                <a:cubicBezTo>
                  <a:pt x="66" y="0"/>
                  <a:pt x="66" y="0"/>
                  <a:pt x="67" y="0"/>
                </a:cubicBezTo>
                <a:cubicBezTo>
                  <a:pt x="68" y="1"/>
                  <a:pt x="68" y="2"/>
                  <a:pt x="68" y="3"/>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5" name="Oval 35">
            <a:extLst>
              <a:ext uri="{FF2B5EF4-FFF2-40B4-BE49-F238E27FC236}">
                <a16:creationId xmlns:a16="http://schemas.microsoft.com/office/drawing/2014/main" id="{BF8A1EA7-AA03-4A88-A20E-E060CD34D41A}"/>
              </a:ext>
            </a:extLst>
          </p:cNvPr>
          <p:cNvSpPr/>
          <p:nvPr/>
        </p:nvSpPr>
        <p:spPr>
          <a:xfrm>
            <a:off x="4950262" y="4837131"/>
            <a:ext cx="673606" cy="65432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6" name="Freeform 44">
            <a:extLst>
              <a:ext uri="{FF2B5EF4-FFF2-40B4-BE49-F238E27FC236}">
                <a16:creationId xmlns:a16="http://schemas.microsoft.com/office/drawing/2014/main" id="{F70E6876-73FA-4AF3-BC78-6CF126789288}"/>
              </a:ext>
            </a:extLst>
          </p:cNvPr>
          <p:cNvSpPr>
            <a:spLocks noEditPoints="1"/>
          </p:cNvSpPr>
          <p:nvPr/>
        </p:nvSpPr>
        <p:spPr bwMode="auto">
          <a:xfrm>
            <a:off x="5149030" y="4962631"/>
            <a:ext cx="276070" cy="403322"/>
          </a:xfrm>
          <a:custGeom>
            <a:avLst/>
            <a:gdLst/>
            <a:ahLst/>
            <a:cxnLst>
              <a:cxn ang="0">
                <a:pos x="35" y="0"/>
              </a:cxn>
              <a:cxn ang="0">
                <a:pos x="0" y="35"/>
              </a:cxn>
              <a:cxn ang="0">
                <a:pos x="16" y="74"/>
              </a:cxn>
              <a:cxn ang="0">
                <a:pos x="35" y="102"/>
              </a:cxn>
              <a:cxn ang="0">
                <a:pos x="54" y="74"/>
              </a:cxn>
              <a:cxn ang="0">
                <a:pos x="70" y="35"/>
              </a:cxn>
              <a:cxn ang="0">
                <a:pos x="35" y="0"/>
              </a:cxn>
              <a:cxn ang="0">
                <a:pos x="43" y="87"/>
              </a:cxn>
              <a:cxn ang="0">
                <a:pos x="27" y="89"/>
              </a:cxn>
              <a:cxn ang="0">
                <a:pos x="26" y="83"/>
              </a:cxn>
              <a:cxn ang="0">
                <a:pos x="26" y="83"/>
              </a:cxn>
              <a:cxn ang="0">
                <a:pos x="45" y="80"/>
              </a:cxn>
              <a:cxn ang="0">
                <a:pos x="44" y="83"/>
              </a:cxn>
              <a:cxn ang="0">
                <a:pos x="43" y="87"/>
              </a:cxn>
              <a:cxn ang="0">
                <a:pos x="25" y="79"/>
              </a:cxn>
              <a:cxn ang="0">
                <a:pos x="23" y="73"/>
              </a:cxn>
              <a:cxn ang="0">
                <a:pos x="47" y="73"/>
              </a:cxn>
              <a:cxn ang="0">
                <a:pos x="46" y="77"/>
              </a:cxn>
              <a:cxn ang="0">
                <a:pos x="25" y="79"/>
              </a:cxn>
              <a:cxn ang="0">
                <a:pos x="35" y="96"/>
              </a:cxn>
              <a:cxn ang="0">
                <a:pos x="29" y="92"/>
              </a:cxn>
              <a:cxn ang="0">
                <a:pos x="42" y="90"/>
              </a:cxn>
              <a:cxn ang="0">
                <a:pos x="35" y="96"/>
              </a:cxn>
              <a:cxn ang="0">
                <a:pos x="50" y="67"/>
              </a:cxn>
              <a:cxn ang="0">
                <a:pos x="20" y="67"/>
              </a:cxn>
              <a:cxn ang="0">
                <a:pos x="15" y="57"/>
              </a:cxn>
              <a:cxn ang="0">
                <a:pos x="6" y="35"/>
              </a:cxn>
              <a:cxn ang="0">
                <a:pos x="35" y="6"/>
              </a:cxn>
              <a:cxn ang="0">
                <a:pos x="64" y="35"/>
              </a:cxn>
              <a:cxn ang="0">
                <a:pos x="55" y="57"/>
              </a:cxn>
              <a:cxn ang="0">
                <a:pos x="50" y="67"/>
              </a:cxn>
              <a:cxn ang="0">
                <a:pos x="50" y="67"/>
              </a:cxn>
              <a:cxn ang="0">
                <a:pos x="50" y="67"/>
              </a:cxn>
            </a:cxnLst>
            <a:rect l="0" t="0" r="r" b="b"/>
            <a:pathLst>
              <a:path w="70" h="102">
                <a:moveTo>
                  <a:pt x="35" y="0"/>
                </a:moveTo>
                <a:cubicBezTo>
                  <a:pt x="16" y="0"/>
                  <a:pt x="0" y="16"/>
                  <a:pt x="0" y="35"/>
                </a:cubicBezTo>
                <a:cubicBezTo>
                  <a:pt x="0" y="48"/>
                  <a:pt x="12" y="62"/>
                  <a:pt x="16" y="74"/>
                </a:cubicBezTo>
                <a:cubicBezTo>
                  <a:pt x="22" y="91"/>
                  <a:pt x="22" y="102"/>
                  <a:pt x="35" y="102"/>
                </a:cubicBezTo>
                <a:cubicBezTo>
                  <a:pt x="49" y="102"/>
                  <a:pt x="48" y="92"/>
                  <a:pt x="54" y="74"/>
                </a:cubicBezTo>
                <a:cubicBezTo>
                  <a:pt x="58" y="62"/>
                  <a:pt x="70" y="48"/>
                  <a:pt x="70" y="35"/>
                </a:cubicBezTo>
                <a:cubicBezTo>
                  <a:pt x="70" y="16"/>
                  <a:pt x="54" y="0"/>
                  <a:pt x="35" y="0"/>
                </a:cubicBezTo>
                <a:close/>
                <a:moveTo>
                  <a:pt x="43" y="87"/>
                </a:moveTo>
                <a:cubicBezTo>
                  <a:pt x="27" y="89"/>
                  <a:pt x="27" y="89"/>
                  <a:pt x="27" y="89"/>
                </a:cubicBezTo>
                <a:cubicBezTo>
                  <a:pt x="27" y="87"/>
                  <a:pt x="26" y="85"/>
                  <a:pt x="26" y="83"/>
                </a:cubicBezTo>
                <a:cubicBezTo>
                  <a:pt x="26" y="83"/>
                  <a:pt x="26" y="83"/>
                  <a:pt x="26" y="83"/>
                </a:cubicBezTo>
                <a:cubicBezTo>
                  <a:pt x="45" y="80"/>
                  <a:pt x="45" y="80"/>
                  <a:pt x="45" y="80"/>
                </a:cubicBezTo>
                <a:cubicBezTo>
                  <a:pt x="45" y="81"/>
                  <a:pt x="45" y="82"/>
                  <a:pt x="44" y="83"/>
                </a:cubicBezTo>
                <a:cubicBezTo>
                  <a:pt x="44" y="84"/>
                  <a:pt x="44" y="86"/>
                  <a:pt x="43" y="87"/>
                </a:cubicBezTo>
                <a:close/>
                <a:moveTo>
                  <a:pt x="25" y="79"/>
                </a:moveTo>
                <a:cubicBezTo>
                  <a:pt x="24" y="78"/>
                  <a:pt x="23" y="76"/>
                  <a:pt x="23" y="73"/>
                </a:cubicBezTo>
                <a:cubicBezTo>
                  <a:pt x="47" y="73"/>
                  <a:pt x="47" y="73"/>
                  <a:pt x="47" y="73"/>
                </a:cubicBezTo>
                <a:cubicBezTo>
                  <a:pt x="47" y="75"/>
                  <a:pt x="47" y="76"/>
                  <a:pt x="46" y="77"/>
                </a:cubicBezTo>
                <a:lnTo>
                  <a:pt x="25" y="79"/>
                </a:lnTo>
                <a:close/>
                <a:moveTo>
                  <a:pt x="35" y="96"/>
                </a:moveTo>
                <a:cubicBezTo>
                  <a:pt x="32" y="96"/>
                  <a:pt x="30" y="95"/>
                  <a:pt x="29" y="92"/>
                </a:cubicBezTo>
                <a:cubicBezTo>
                  <a:pt x="42" y="90"/>
                  <a:pt x="42" y="90"/>
                  <a:pt x="42" y="90"/>
                </a:cubicBezTo>
                <a:cubicBezTo>
                  <a:pt x="40" y="95"/>
                  <a:pt x="39" y="96"/>
                  <a:pt x="35" y="96"/>
                </a:cubicBezTo>
                <a:close/>
                <a:moveTo>
                  <a:pt x="50" y="67"/>
                </a:moveTo>
                <a:cubicBezTo>
                  <a:pt x="20" y="67"/>
                  <a:pt x="20" y="67"/>
                  <a:pt x="20" y="67"/>
                </a:cubicBezTo>
                <a:cubicBezTo>
                  <a:pt x="19" y="64"/>
                  <a:pt x="17" y="60"/>
                  <a:pt x="15" y="57"/>
                </a:cubicBezTo>
                <a:cubicBezTo>
                  <a:pt x="11" y="49"/>
                  <a:pt x="6" y="41"/>
                  <a:pt x="6" y="35"/>
                </a:cubicBezTo>
                <a:cubicBezTo>
                  <a:pt x="6" y="19"/>
                  <a:pt x="19" y="6"/>
                  <a:pt x="35" y="6"/>
                </a:cubicBezTo>
                <a:cubicBezTo>
                  <a:pt x="51" y="6"/>
                  <a:pt x="64" y="19"/>
                  <a:pt x="64" y="35"/>
                </a:cubicBezTo>
                <a:cubicBezTo>
                  <a:pt x="64" y="41"/>
                  <a:pt x="60" y="49"/>
                  <a:pt x="55" y="57"/>
                </a:cubicBezTo>
                <a:cubicBezTo>
                  <a:pt x="53" y="60"/>
                  <a:pt x="52" y="64"/>
                  <a:pt x="50" y="67"/>
                </a:cubicBezTo>
                <a:close/>
                <a:moveTo>
                  <a:pt x="50" y="67"/>
                </a:moveTo>
                <a:cubicBezTo>
                  <a:pt x="50" y="67"/>
                  <a:pt x="50" y="67"/>
                  <a:pt x="50" y="67"/>
                </a:cubicBezTo>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7" name="Oval 58">
            <a:extLst>
              <a:ext uri="{FF2B5EF4-FFF2-40B4-BE49-F238E27FC236}">
                <a16:creationId xmlns:a16="http://schemas.microsoft.com/office/drawing/2014/main" id="{AAA38E44-DC53-4E9D-9A54-EFBF0AE64419}"/>
              </a:ext>
            </a:extLst>
          </p:cNvPr>
          <p:cNvSpPr/>
          <p:nvPr/>
        </p:nvSpPr>
        <p:spPr>
          <a:xfrm>
            <a:off x="6539994" y="2153630"/>
            <a:ext cx="673606" cy="654322"/>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8" name="Freeform 217">
            <a:extLst>
              <a:ext uri="{FF2B5EF4-FFF2-40B4-BE49-F238E27FC236}">
                <a16:creationId xmlns:a16="http://schemas.microsoft.com/office/drawing/2014/main" id="{5093942B-A715-4E95-BA90-57824B174CAB}"/>
              </a:ext>
            </a:extLst>
          </p:cNvPr>
          <p:cNvSpPr>
            <a:spLocks noEditPoints="1"/>
          </p:cNvSpPr>
          <p:nvPr/>
        </p:nvSpPr>
        <p:spPr bwMode="auto">
          <a:xfrm>
            <a:off x="6700494" y="2348563"/>
            <a:ext cx="352607" cy="264456"/>
          </a:xfrm>
          <a:custGeom>
            <a:avLst/>
            <a:gdLst/>
            <a:ahLst/>
            <a:cxnLst>
              <a:cxn ang="0">
                <a:pos x="78" y="58"/>
              </a:cxn>
              <a:cxn ang="0">
                <a:pos x="0" y="58"/>
              </a:cxn>
              <a:cxn ang="0">
                <a:pos x="0" y="0"/>
              </a:cxn>
              <a:cxn ang="0">
                <a:pos x="5" y="0"/>
              </a:cxn>
              <a:cxn ang="0">
                <a:pos x="5" y="53"/>
              </a:cxn>
              <a:cxn ang="0">
                <a:pos x="78" y="53"/>
              </a:cxn>
              <a:cxn ang="0">
                <a:pos x="78" y="58"/>
              </a:cxn>
              <a:cxn ang="0">
                <a:pos x="73" y="22"/>
              </a:cxn>
              <a:cxn ang="0">
                <a:pos x="71" y="23"/>
              </a:cxn>
              <a:cxn ang="0">
                <a:pos x="66" y="18"/>
              </a:cxn>
              <a:cxn ang="0">
                <a:pos x="42" y="42"/>
              </a:cxn>
              <a:cxn ang="0">
                <a:pos x="40" y="42"/>
              </a:cxn>
              <a:cxn ang="0">
                <a:pos x="31" y="34"/>
              </a:cxn>
              <a:cxn ang="0">
                <a:pos x="16" y="49"/>
              </a:cxn>
              <a:cxn ang="0">
                <a:pos x="8" y="42"/>
              </a:cxn>
              <a:cxn ang="0">
                <a:pos x="30" y="20"/>
              </a:cxn>
              <a:cxn ang="0">
                <a:pos x="32" y="20"/>
              </a:cxn>
              <a:cxn ang="0">
                <a:pos x="41" y="29"/>
              </a:cxn>
              <a:cxn ang="0">
                <a:pos x="59" y="11"/>
              </a:cxn>
              <a:cxn ang="0">
                <a:pos x="54" y="6"/>
              </a:cxn>
              <a:cxn ang="0">
                <a:pos x="55" y="4"/>
              </a:cxn>
              <a:cxn ang="0">
                <a:pos x="71" y="4"/>
              </a:cxn>
              <a:cxn ang="0">
                <a:pos x="73" y="6"/>
              </a:cxn>
              <a:cxn ang="0">
                <a:pos x="73" y="22"/>
              </a:cxn>
            </a:cxnLst>
            <a:rect l="0" t="0" r="r" b="b"/>
            <a:pathLst>
              <a:path w="78" h="58">
                <a:moveTo>
                  <a:pt x="78" y="58"/>
                </a:moveTo>
                <a:cubicBezTo>
                  <a:pt x="0" y="58"/>
                  <a:pt x="0" y="58"/>
                  <a:pt x="0" y="58"/>
                </a:cubicBezTo>
                <a:cubicBezTo>
                  <a:pt x="0" y="0"/>
                  <a:pt x="0" y="0"/>
                  <a:pt x="0" y="0"/>
                </a:cubicBezTo>
                <a:cubicBezTo>
                  <a:pt x="5" y="0"/>
                  <a:pt x="5" y="0"/>
                  <a:pt x="5" y="0"/>
                </a:cubicBezTo>
                <a:cubicBezTo>
                  <a:pt x="5" y="53"/>
                  <a:pt x="5" y="53"/>
                  <a:pt x="5" y="53"/>
                </a:cubicBezTo>
                <a:cubicBezTo>
                  <a:pt x="78" y="53"/>
                  <a:pt x="78" y="53"/>
                  <a:pt x="78" y="53"/>
                </a:cubicBezTo>
                <a:lnTo>
                  <a:pt x="78" y="58"/>
                </a:lnTo>
                <a:close/>
                <a:moveTo>
                  <a:pt x="73" y="22"/>
                </a:moveTo>
                <a:cubicBezTo>
                  <a:pt x="73" y="23"/>
                  <a:pt x="71" y="24"/>
                  <a:pt x="71" y="23"/>
                </a:cubicBezTo>
                <a:cubicBezTo>
                  <a:pt x="66" y="18"/>
                  <a:pt x="66" y="18"/>
                  <a:pt x="66" y="18"/>
                </a:cubicBezTo>
                <a:cubicBezTo>
                  <a:pt x="42" y="42"/>
                  <a:pt x="42" y="42"/>
                  <a:pt x="42" y="42"/>
                </a:cubicBezTo>
                <a:cubicBezTo>
                  <a:pt x="41" y="43"/>
                  <a:pt x="41" y="43"/>
                  <a:pt x="40" y="42"/>
                </a:cubicBezTo>
                <a:cubicBezTo>
                  <a:pt x="31" y="34"/>
                  <a:pt x="31" y="34"/>
                  <a:pt x="31" y="34"/>
                </a:cubicBezTo>
                <a:cubicBezTo>
                  <a:pt x="16" y="49"/>
                  <a:pt x="16" y="49"/>
                  <a:pt x="16" y="49"/>
                </a:cubicBezTo>
                <a:cubicBezTo>
                  <a:pt x="8" y="42"/>
                  <a:pt x="8" y="42"/>
                  <a:pt x="8" y="42"/>
                </a:cubicBezTo>
                <a:cubicBezTo>
                  <a:pt x="30" y="20"/>
                  <a:pt x="30" y="20"/>
                  <a:pt x="30" y="20"/>
                </a:cubicBezTo>
                <a:cubicBezTo>
                  <a:pt x="31" y="19"/>
                  <a:pt x="32" y="19"/>
                  <a:pt x="32" y="20"/>
                </a:cubicBezTo>
                <a:cubicBezTo>
                  <a:pt x="41" y="29"/>
                  <a:pt x="41" y="29"/>
                  <a:pt x="41" y="29"/>
                </a:cubicBezTo>
                <a:cubicBezTo>
                  <a:pt x="59" y="11"/>
                  <a:pt x="59" y="11"/>
                  <a:pt x="59" y="11"/>
                </a:cubicBezTo>
                <a:cubicBezTo>
                  <a:pt x="54" y="6"/>
                  <a:pt x="54" y="6"/>
                  <a:pt x="54" y="6"/>
                </a:cubicBezTo>
                <a:cubicBezTo>
                  <a:pt x="53" y="6"/>
                  <a:pt x="54" y="4"/>
                  <a:pt x="55" y="4"/>
                </a:cubicBezTo>
                <a:cubicBezTo>
                  <a:pt x="71" y="4"/>
                  <a:pt x="71" y="4"/>
                  <a:pt x="71" y="4"/>
                </a:cubicBezTo>
                <a:cubicBezTo>
                  <a:pt x="72" y="4"/>
                  <a:pt x="73" y="5"/>
                  <a:pt x="73" y="6"/>
                </a:cubicBezTo>
                <a:lnTo>
                  <a:pt x="73" y="22"/>
                </a:ln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39" name="Oval 66">
            <a:extLst>
              <a:ext uri="{FF2B5EF4-FFF2-40B4-BE49-F238E27FC236}">
                <a16:creationId xmlns:a16="http://schemas.microsoft.com/office/drawing/2014/main" id="{97D73F6C-D055-4C46-A06E-38B917D5FDD4}"/>
              </a:ext>
            </a:extLst>
          </p:cNvPr>
          <p:cNvSpPr/>
          <p:nvPr/>
        </p:nvSpPr>
        <p:spPr>
          <a:xfrm>
            <a:off x="6539994" y="4868633"/>
            <a:ext cx="673606" cy="654324"/>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0" name="Freeform 135">
            <a:extLst>
              <a:ext uri="{FF2B5EF4-FFF2-40B4-BE49-F238E27FC236}">
                <a16:creationId xmlns:a16="http://schemas.microsoft.com/office/drawing/2014/main" id="{C2F112B5-D27A-4F83-88A1-46149A312D10}"/>
              </a:ext>
            </a:extLst>
          </p:cNvPr>
          <p:cNvSpPr>
            <a:spLocks noEditPoints="1"/>
          </p:cNvSpPr>
          <p:nvPr/>
        </p:nvSpPr>
        <p:spPr bwMode="auto">
          <a:xfrm>
            <a:off x="6735635" y="5063567"/>
            <a:ext cx="282325" cy="264456"/>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bg1"/>
          </a:solid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41" name="Oval 24">
            <a:extLst>
              <a:ext uri="{FF2B5EF4-FFF2-40B4-BE49-F238E27FC236}">
                <a16:creationId xmlns:a16="http://schemas.microsoft.com/office/drawing/2014/main" id="{3108937B-93B8-4F4E-8D5C-79DA57F5A1BF}"/>
              </a:ext>
            </a:extLst>
          </p:cNvPr>
          <p:cNvSpPr/>
          <p:nvPr/>
        </p:nvSpPr>
        <p:spPr>
          <a:xfrm>
            <a:off x="4950262" y="2153630"/>
            <a:ext cx="673606" cy="654320"/>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pic>
        <p:nvPicPr>
          <p:cNvPr id="42" name="图片 41">
            <a:extLst>
              <a:ext uri="{FF2B5EF4-FFF2-40B4-BE49-F238E27FC236}">
                <a16:creationId xmlns:a16="http://schemas.microsoft.com/office/drawing/2014/main" id="{2F0D78F9-ED72-48D1-8B5F-1C7ED7A828C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129557" y="2347229"/>
            <a:ext cx="315017" cy="266168"/>
          </a:xfrm>
          <a:prstGeom prst="rect">
            <a:avLst/>
          </a:prstGeom>
          <a:effectLst/>
        </p:spPr>
      </p:pic>
      <p:sp>
        <p:nvSpPr>
          <p:cNvPr id="2" name="文本框 1">
            <a:extLst>
              <a:ext uri="{FF2B5EF4-FFF2-40B4-BE49-F238E27FC236}">
                <a16:creationId xmlns:a16="http://schemas.microsoft.com/office/drawing/2014/main" id="{382F9503-16D2-0698-91D5-1B84870BE24B}"/>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7774159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249B61AB-F7AF-4369-8F1E-27AC95F68BED}"/>
              </a:ext>
            </a:extLst>
          </p:cNvPr>
          <p:cNvSpPr txBox="1"/>
          <p:nvPr/>
        </p:nvSpPr>
        <p:spPr>
          <a:xfrm>
            <a:off x="5054600" y="2720724"/>
            <a:ext cx="5230535" cy="1249845"/>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4400" dirty="0">
                <a:solidFill>
                  <a:schemeClr val="bg2">
                    <a:lumMod val="10000"/>
                  </a:schemeClr>
                </a:solidFill>
                <a:latin typeface="Arial" panose="020B0604020202020204" pitchFamily="34" charset="0"/>
                <a:ea typeface="思源黑体 CN Normal" panose="020B0400000000000000" pitchFamily="34" charset="-122"/>
                <a:cs typeface="+mn-ea"/>
                <a:sym typeface="Arial" panose="020B0604020202020204" pitchFamily="34" charset="0"/>
              </a:rPr>
              <a:t> </a:t>
            </a:r>
            <a:r>
              <a:rPr lang="zh-CN" altLang="en-US" sz="4000" b="1" dirty="0">
                <a:solidFill>
                  <a:schemeClr val="bg2">
                    <a:lumMod val="10000"/>
                  </a:schemeClr>
                </a:solidFill>
                <a:latin typeface="Arial" panose="020B0604020202020204" pitchFamily="34" charset="0"/>
                <a:ea typeface="思源黑体 CN Normal" panose="020B0400000000000000" pitchFamily="34" charset="-122"/>
                <a:cs typeface="+mn-ea"/>
                <a:sym typeface="Arial" panose="020B0604020202020204" pitchFamily="34" charset="0"/>
              </a:rPr>
              <a:t>工作不足之处</a:t>
            </a:r>
            <a:endParaRPr lang="en-US" sz="4400" b="1" dirty="0">
              <a:solidFill>
                <a:schemeClr val="bg2">
                  <a:lumMod val="1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9" name="Rectangle 7">
            <a:extLst>
              <a:ext uri="{FF2B5EF4-FFF2-40B4-BE49-F238E27FC236}">
                <a16:creationId xmlns:a16="http://schemas.microsoft.com/office/drawing/2014/main" id="{6003B0FB-DBB6-444B-A2C4-1347645C7D09}"/>
              </a:ext>
            </a:extLst>
          </p:cNvPr>
          <p:cNvSpPr/>
          <p:nvPr/>
        </p:nvSpPr>
        <p:spPr>
          <a:xfrm>
            <a:off x="3425073" y="3632200"/>
            <a:ext cx="1025180" cy="2281970"/>
          </a:xfrm>
          <a:prstGeom prst="rect">
            <a:avLst/>
          </a:prstGeom>
          <a:solidFill>
            <a:srgbClr val="06398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p>
            <a:pPr algn="r"/>
            <a:endParaRPr lang="en-US" sz="1400" b="1" dirty="0">
              <a:solidFill>
                <a:schemeClr val="bg2">
                  <a:lumMod val="1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sp>
        <p:nvSpPr>
          <p:cNvPr id="10" name="Freeform 35">
            <a:extLst>
              <a:ext uri="{FF2B5EF4-FFF2-40B4-BE49-F238E27FC236}">
                <a16:creationId xmlns:a16="http://schemas.microsoft.com/office/drawing/2014/main" id="{9BFAF44C-B1C4-4CDF-98C9-531523754CDF}"/>
              </a:ext>
            </a:extLst>
          </p:cNvPr>
          <p:cNvSpPr/>
          <p:nvPr/>
        </p:nvSpPr>
        <p:spPr bwMode="auto">
          <a:xfrm>
            <a:off x="3862842" y="5499861"/>
            <a:ext cx="306387" cy="247432"/>
          </a:xfrm>
          <a:custGeom>
            <a:avLst/>
            <a:gdLst>
              <a:gd name="T0" fmla="*/ 159 w 160"/>
              <a:gd name="T1" fmla="*/ 66 h 128"/>
              <a:gd name="T2" fmla="*/ 98 w 160"/>
              <a:gd name="T3" fmla="*/ 127 h 128"/>
              <a:gd name="T4" fmla="*/ 96 w 160"/>
              <a:gd name="T5" fmla="*/ 128 h 128"/>
              <a:gd name="T6" fmla="*/ 94 w 160"/>
              <a:gd name="T7" fmla="*/ 127 h 128"/>
              <a:gd name="T8" fmla="*/ 94 w 160"/>
              <a:gd name="T9" fmla="*/ 124 h 128"/>
              <a:gd name="T10" fmla="*/ 152 w 160"/>
              <a:gd name="T11" fmla="*/ 66 h 128"/>
              <a:gd name="T12" fmla="*/ 2 w 160"/>
              <a:gd name="T13" fmla="*/ 66 h 128"/>
              <a:gd name="T14" fmla="*/ 0 w 160"/>
              <a:gd name="T15" fmla="*/ 64 h 128"/>
              <a:gd name="T16" fmla="*/ 2 w 160"/>
              <a:gd name="T17" fmla="*/ 61 h 128"/>
              <a:gd name="T18" fmla="*/ 152 w 160"/>
              <a:gd name="T19" fmla="*/ 61 h 128"/>
              <a:gd name="T20" fmla="*/ 94 w 160"/>
              <a:gd name="T21" fmla="*/ 4 h 128"/>
              <a:gd name="T22" fmla="*/ 94 w 160"/>
              <a:gd name="T23" fmla="*/ 1 h 128"/>
              <a:gd name="T24" fmla="*/ 98 w 160"/>
              <a:gd name="T25" fmla="*/ 1 h 128"/>
              <a:gd name="T26" fmla="*/ 159 w 160"/>
              <a:gd name="T27" fmla="*/ 62 h 128"/>
              <a:gd name="T28" fmla="*/ 160 w 160"/>
              <a:gd name="T29" fmla="*/ 63 h 128"/>
              <a:gd name="T30" fmla="*/ 160 w 160"/>
              <a:gd name="T31" fmla="*/ 63 h 128"/>
              <a:gd name="T32" fmla="*/ 160 w 160"/>
              <a:gd name="T33" fmla="*/ 63 h 128"/>
              <a:gd name="T34" fmla="*/ 160 w 160"/>
              <a:gd name="T35" fmla="*/ 64 h 128"/>
              <a:gd name="T36" fmla="*/ 159 w 160"/>
              <a:gd name="T37" fmla="*/ 6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0" h="128">
                <a:moveTo>
                  <a:pt x="159" y="66"/>
                </a:moveTo>
                <a:cubicBezTo>
                  <a:pt x="98" y="127"/>
                  <a:pt x="98" y="127"/>
                  <a:pt x="98" y="127"/>
                </a:cubicBezTo>
                <a:cubicBezTo>
                  <a:pt x="97" y="128"/>
                  <a:pt x="97" y="128"/>
                  <a:pt x="96" y="128"/>
                </a:cubicBezTo>
                <a:cubicBezTo>
                  <a:pt x="95" y="128"/>
                  <a:pt x="95" y="128"/>
                  <a:pt x="94" y="127"/>
                </a:cubicBezTo>
                <a:cubicBezTo>
                  <a:pt x="93" y="126"/>
                  <a:pt x="93" y="125"/>
                  <a:pt x="94" y="124"/>
                </a:cubicBezTo>
                <a:cubicBezTo>
                  <a:pt x="152" y="66"/>
                  <a:pt x="152" y="66"/>
                  <a:pt x="152" y="66"/>
                </a:cubicBezTo>
                <a:cubicBezTo>
                  <a:pt x="2" y="66"/>
                  <a:pt x="2" y="66"/>
                  <a:pt x="2" y="66"/>
                </a:cubicBezTo>
                <a:cubicBezTo>
                  <a:pt x="1" y="66"/>
                  <a:pt x="0" y="65"/>
                  <a:pt x="0" y="64"/>
                </a:cubicBezTo>
                <a:cubicBezTo>
                  <a:pt x="0" y="63"/>
                  <a:pt x="1" y="61"/>
                  <a:pt x="2" y="61"/>
                </a:cubicBezTo>
                <a:cubicBezTo>
                  <a:pt x="152" y="61"/>
                  <a:pt x="152" y="61"/>
                  <a:pt x="152" y="61"/>
                </a:cubicBezTo>
                <a:cubicBezTo>
                  <a:pt x="94" y="4"/>
                  <a:pt x="94" y="4"/>
                  <a:pt x="94" y="4"/>
                </a:cubicBezTo>
                <a:cubicBezTo>
                  <a:pt x="93" y="3"/>
                  <a:pt x="93" y="2"/>
                  <a:pt x="94" y="1"/>
                </a:cubicBezTo>
                <a:cubicBezTo>
                  <a:pt x="95" y="0"/>
                  <a:pt x="97" y="0"/>
                  <a:pt x="98" y="1"/>
                </a:cubicBezTo>
                <a:cubicBezTo>
                  <a:pt x="159" y="62"/>
                  <a:pt x="159" y="62"/>
                  <a:pt x="159" y="62"/>
                </a:cubicBezTo>
                <a:cubicBezTo>
                  <a:pt x="159" y="62"/>
                  <a:pt x="160" y="62"/>
                  <a:pt x="160" y="63"/>
                </a:cubicBezTo>
                <a:cubicBezTo>
                  <a:pt x="160" y="63"/>
                  <a:pt x="160" y="63"/>
                  <a:pt x="160" y="63"/>
                </a:cubicBezTo>
                <a:cubicBezTo>
                  <a:pt x="160" y="63"/>
                  <a:pt x="160" y="63"/>
                  <a:pt x="160" y="63"/>
                </a:cubicBezTo>
                <a:cubicBezTo>
                  <a:pt x="160" y="64"/>
                  <a:pt x="160" y="64"/>
                  <a:pt x="160" y="64"/>
                </a:cubicBezTo>
                <a:cubicBezTo>
                  <a:pt x="160" y="65"/>
                  <a:pt x="160" y="65"/>
                  <a:pt x="159" y="66"/>
                </a:cubicBezTo>
                <a:close/>
              </a:path>
            </a:pathLst>
          </a:custGeom>
          <a:solidFill>
            <a:schemeClr val="bg1"/>
          </a:solidFill>
          <a:ln>
            <a:noFill/>
          </a:ln>
        </p:spPr>
        <p:txBody>
          <a:bodyPr vert="horz" wrap="square" lIns="91440" tIns="45720" rIns="91440" bIns="45720" numCol="1" anchor="t" anchorCtr="0" compatLnSpc="1"/>
          <a:lstStyle/>
          <a:p>
            <a:endParaRPr lang="en-US" sz="1350" dirty="0">
              <a:solidFill>
                <a:schemeClr val="bg2">
                  <a:lumMod val="10000"/>
                </a:schemeClr>
              </a:solidFill>
              <a:latin typeface="Arial" panose="020B0604020202020204" pitchFamily="34" charset="0"/>
              <a:ea typeface="思源黑体 CN Normal" panose="020B0400000000000000" pitchFamily="34" charset="-122"/>
              <a:cs typeface="+mn-ea"/>
              <a:sym typeface="Arial" panose="020B0604020202020204" pitchFamily="34" charset="0"/>
            </a:endParaRPr>
          </a:p>
        </p:txBody>
      </p:sp>
      <p:pic>
        <p:nvPicPr>
          <p:cNvPr id="11" name="图片 10">
            <a:extLst>
              <a:ext uri="{FF2B5EF4-FFF2-40B4-BE49-F238E27FC236}">
                <a16:creationId xmlns:a16="http://schemas.microsoft.com/office/drawing/2014/main" id="{C950D00E-4D64-4CCA-9793-92213ABF977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1169740" y="2121374"/>
            <a:ext cx="2828480" cy="3323889"/>
          </a:xfrm>
          <a:prstGeom prst="rect">
            <a:avLst/>
          </a:prstGeom>
        </p:spPr>
      </p:pic>
      <p:cxnSp>
        <p:nvCxnSpPr>
          <p:cNvPr id="12" name="直接连接符 11">
            <a:extLst>
              <a:ext uri="{FF2B5EF4-FFF2-40B4-BE49-F238E27FC236}">
                <a16:creationId xmlns:a16="http://schemas.microsoft.com/office/drawing/2014/main" id="{397E5727-CAAB-45CB-91DC-53D4F38D22B4}"/>
              </a:ext>
            </a:extLst>
          </p:cNvPr>
          <p:cNvCxnSpPr/>
          <p:nvPr/>
        </p:nvCxnSpPr>
        <p:spPr>
          <a:xfrm>
            <a:off x="5284730" y="3503157"/>
            <a:ext cx="516435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椭圆 12">
            <a:extLst>
              <a:ext uri="{FF2B5EF4-FFF2-40B4-BE49-F238E27FC236}">
                <a16:creationId xmlns:a16="http://schemas.microsoft.com/office/drawing/2014/main" id="{8867FC7A-1283-45E1-909D-4D349F82D973}"/>
              </a:ext>
            </a:extLst>
          </p:cNvPr>
          <p:cNvSpPr/>
          <p:nvPr/>
        </p:nvSpPr>
        <p:spPr>
          <a:xfrm>
            <a:off x="9967657" y="2655888"/>
            <a:ext cx="481424" cy="481424"/>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椭圆 13">
            <a:extLst>
              <a:ext uri="{FF2B5EF4-FFF2-40B4-BE49-F238E27FC236}">
                <a16:creationId xmlns:a16="http://schemas.microsoft.com/office/drawing/2014/main" id="{8E85D865-E1A4-4B1B-A3DB-26F81B1DE552}"/>
              </a:ext>
            </a:extLst>
          </p:cNvPr>
          <p:cNvSpPr/>
          <p:nvPr/>
        </p:nvSpPr>
        <p:spPr>
          <a:xfrm>
            <a:off x="10613027" y="2797904"/>
            <a:ext cx="678816" cy="678816"/>
          </a:xfrm>
          <a:prstGeom prst="ellipse">
            <a:avLst/>
          </a:prstGeom>
          <a:solidFill>
            <a:srgbClr val="0639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TextBox 10">
            <a:extLst>
              <a:ext uri="{FF2B5EF4-FFF2-40B4-BE49-F238E27FC236}">
                <a16:creationId xmlns:a16="http://schemas.microsoft.com/office/drawing/2014/main" id="{1CE42311-33EE-4626-838E-8239554C17A0}"/>
              </a:ext>
            </a:extLst>
          </p:cNvPr>
          <p:cNvSpPr txBox="1"/>
          <p:nvPr/>
        </p:nvSpPr>
        <p:spPr>
          <a:xfrm>
            <a:off x="5238115" y="3799611"/>
            <a:ext cx="5607685" cy="1755151"/>
          </a:xfrm>
          <a:prstGeom prst="rect">
            <a:avLst/>
          </a:prstGeom>
          <a:noFill/>
        </p:spPr>
        <p:txBody>
          <a:bodyPr wrap="square" lIns="0" tIns="36000" rIns="216000" bIns="36000" rtlCol="0">
            <a:spAutoFit/>
          </a:bodyPr>
          <a:lstStyle/>
          <a:p>
            <a:pPr>
              <a:lnSpc>
                <a:spcPct val="131978"/>
              </a:lnSpc>
            </a:pPr>
            <a:r>
              <a:rPr lang="zh-CN" altLang="en-US" sz="1400" dirty="0">
                <a:solidFill>
                  <a:schemeClr val="bg2">
                    <a:lumMod val="10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在此次添加内容在此处添加内容在此次添加内容在此处添加内容在此次添加内容在此处添加内容在此次添加内容在此处添加内容在此次添加内容在此处添加内容在此次添加内容在此处添加内容在此次添加内容在此处添加内容在此次添加内容在此处添加内容在此次添加内容在此处添加内容在此次添加内容在此处添加内容 </a:t>
            </a:r>
          </a:p>
        </p:txBody>
      </p:sp>
      <p:sp>
        <p:nvSpPr>
          <p:cNvPr id="2" name="文本框 1">
            <a:extLst>
              <a:ext uri="{FF2B5EF4-FFF2-40B4-BE49-F238E27FC236}">
                <a16:creationId xmlns:a16="http://schemas.microsoft.com/office/drawing/2014/main" id="{F32D99DF-A89B-D245-DE8F-09BCD5B98CF4}"/>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42335678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2" presetClass="entr" presetSubtype="4" decel="50000" fill="hold" grpId="0" nodeType="withEffect">
                                  <p:stCondLst>
                                    <p:cond delay="100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1000" fill="hold"/>
                                        <p:tgtEl>
                                          <p:spTgt spid="15"/>
                                        </p:tgtEl>
                                        <p:attrNameLst>
                                          <p:attrName>ppt_x</p:attrName>
                                        </p:attrNameLst>
                                      </p:cBhvr>
                                      <p:tavLst>
                                        <p:tav tm="0">
                                          <p:val>
                                            <p:strVal val="#ppt_x"/>
                                          </p:val>
                                        </p:tav>
                                        <p:tav tm="100000">
                                          <p:val>
                                            <p:strVal val="#ppt_x"/>
                                          </p:val>
                                        </p:tav>
                                      </p:tavLst>
                                    </p:anim>
                                    <p:anim calcmode="lin" valueType="num">
                                      <p:cBhvr additive="base">
                                        <p:cTn id="13" dur="10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ï$1ídê">
            <a:extLst>
              <a:ext uri="{FF2B5EF4-FFF2-40B4-BE49-F238E27FC236}">
                <a16:creationId xmlns:a16="http://schemas.microsoft.com/office/drawing/2014/main" id="{AA43D3C1-0D29-42E9-AAB3-EABB7A12F882}"/>
              </a:ext>
            </a:extLst>
          </p:cNvPr>
          <p:cNvSpPr/>
          <p:nvPr/>
        </p:nvSpPr>
        <p:spPr>
          <a:xfrm>
            <a:off x="1335932" y="2174308"/>
            <a:ext cx="1584795" cy="1584795"/>
          </a:xfrm>
          <a:prstGeom prst="donut">
            <a:avLst>
              <a:gd name="adj" fmla="val 10146"/>
            </a:avLst>
          </a:prstGeom>
          <a:solidFill>
            <a:srgbClr val="06398B"/>
          </a:solidFill>
          <a:effectLst/>
        </p:spPr>
        <p:style>
          <a:lnRef idx="0">
            <a:schemeClr val="accent2"/>
          </a:lnRef>
          <a:fillRef idx="3">
            <a:schemeClr val="accent2"/>
          </a:fillRef>
          <a:effectRef idx="3">
            <a:schemeClr val="accent2"/>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9" name="î$ļídé">
            <a:extLst>
              <a:ext uri="{FF2B5EF4-FFF2-40B4-BE49-F238E27FC236}">
                <a16:creationId xmlns:a16="http://schemas.microsoft.com/office/drawing/2014/main" id="{72DBF77F-5212-4788-8D54-F7B127C18B7E}"/>
              </a:ext>
            </a:extLst>
          </p:cNvPr>
          <p:cNvSpPr/>
          <p:nvPr/>
        </p:nvSpPr>
        <p:spPr>
          <a:xfrm>
            <a:off x="1126447" y="1964823"/>
            <a:ext cx="2003764" cy="2003764"/>
          </a:xfrm>
          <a:prstGeom prst="ellipse">
            <a:avLst/>
          </a:prstGeom>
          <a:noFill/>
          <a:ln w="76200">
            <a:solidFill>
              <a:schemeClr val="bg1">
                <a:lumMod val="9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0" name="ïşḻide">
            <a:extLst>
              <a:ext uri="{FF2B5EF4-FFF2-40B4-BE49-F238E27FC236}">
                <a16:creationId xmlns:a16="http://schemas.microsoft.com/office/drawing/2014/main" id="{061923CC-846B-4F37-A7FE-F4653E643C4B}"/>
              </a:ext>
            </a:extLst>
          </p:cNvPr>
          <p:cNvSpPr/>
          <p:nvPr/>
        </p:nvSpPr>
        <p:spPr>
          <a:xfrm>
            <a:off x="3981046" y="2174308"/>
            <a:ext cx="1584795" cy="1584795"/>
          </a:xfrm>
          <a:prstGeom prst="donut">
            <a:avLst>
              <a:gd name="adj" fmla="val 10146"/>
            </a:avLst>
          </a:prstGeom>
          <a:solidFill>
            <a:srgbClr val="06398B"/>
          </a:solidFill>
          <a:effectLst/>
        </p:spPr>
        <p:style>
          <a:lnRef idx="0">
            <a:schemeClr val="accent2"/>
          </a:lnRef>
          <a:fillRef idx="3">
            <a:schemeClr val="accent2"/>
          </a:fillRef>
          <a:effectRef idx="3">
            <a:schemeClr val="accent2"/>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1" name="ïśḻîďe">
            <a:extLst>
              <a:ext uri="{FF2B5EF4-FFF2-40B4-BE49-F238E27FC236}">
                <a16:creationId xmlns:a16="http://schemas.microsoft.com/office/drawing/2014/main" id="{E46E1E03-4A34-475C-8132-90ACF8DF5734}"/>
              </a:ext>
            </a:extLst>
          </p:cNvPr>
          <p:cNvSpPr/>
          <p:nvPr/>
        </p:nvSpPr>
        <p:spPr>
          <a:xfrm>
            <a:off x="3771561" y="1964823"/>
            <a:ext cx="2003764" cy="2003764"/>
          </a:xfrm>
          <a:prstGeom prst="ellipse">
            <a:avLst/>
          </a:prstGeom>
          <a:noFill/>
          <a:ln w="76200">
            <a:solidFill>
              <a:schemeClr val="bg1">
                <a:lumMod val="9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2" name="ïṡḻiḍê">
            <a:extLst>
              <a:ext uri="{FF2B5EF4-FFF2-40B4-BE49-F238E27FC236}">
                <a16:creationId xmlns:a16="http://schemas.microsoft.com/office/drawing/2014/main" id="{0D5BC300-8F84-45E0-96C1-52DFBA3252A6}"/>
              </a:ext>
            </a:extLst>
          </p:cNvPr>
          <p:cNvSpPr/>
          <p:nvPr/>
        </p:nvSpPr>
        <p:spPr>
          <a:xfrm>
            <a:off x="6626160" y="2174308"/>
            <a:ext cx="1584795" cy="1584795"/>
          </a:xfrm>
          <a:prstGeom prst="donut">
            <a:avLst>
              <a:gd name="adj" fmla="val 10146"/>
            </a:avLst>
          </a:prstGeom>
          <a:solidFill>
            <a:srgbClr val="06398B"/>
          </a:solidFill>
          <a:effectLst/>
        </p:spPr>
        <p:style>
          <a:lnRef idx="0">
            <a:schemeClr val="accent3"/>
          </a:lnRef>
          <a:fillRef idx="3">
            <a:schemeClr val="accent3"/>
          </a:fillRef>
          <a:effectRef idx="3">
            <a:schemeClr val="accent3"/>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3" name="ïṣḻíḋé">
            <a:extLst>
              <a:ext uri="{FF2B5EF4-FFF2-40B4-BE49-F238E27FC236}">
                <a16:creationId xmlns:a16="http://schemas.microsoft.com/office/drawing/2014/main" id="{AA5A2EFC-28B4-4B7E-B363-22139B5E455A}"/>
              </a:ext>
            </a:extLst>
          </p:cNvPr>
          <p:cNvSpPr/>
          <p:nvPr/>
        </p:nvSpPr>
        <p:spPr>
          <a:xfrm>
            <a:off x="6416675" y="1964823"/>
            <a:ext cx="2003764" cy="2003764"/>
          </a:xfrm>
          <a:prstGeom prst="ellipse">
            <a:avLst/>
          </a:prstGeom>
          <a:noFill/>
          <a:ln w="76200">
            <a:solidFill>
              <a:schemeClr val="bg1">
                <a:lumMod val="9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4" name="ï$1iḍê">
            <a:extLst>
              <a:ext uri="{FF2B5EF4-FFF2-40B4-BE49-F238E27FC236}">
                <a16:creationId xmlns:a16="http://schemas.microsoft.com/office/drawing/2014/main" id="{EB8FB7B6-A4AB-45C8-9220-21769D6D80B9}"/>
              </a:ext>
            </a:extLst>
          </p:cNvPr>
          <p:cNvSpPr/>
          <p:nvPr/>
        </p:nvSpPr>
        <p:spPr>
          <a:xfrm>
            <a:off x="9271275" y="2174308"/>
            <a:ext cx="1584795" cy="1584795"/>
          </a:xfrm>
          <a:prstGeom prst="donut">
            <a:avLst>
              <a:gd name="adj" fmla="val 10146"/>
            </a:avLst>
          </a:prstGeom>
          <a:solidFill>
            <a:srgbClr val="06398B"/>
          </a:solidFill>
          <a:effectLst/>
        </p:spPr>
        <p:style>
          <a:lnRef idx="0">
            <a:schemeClr val="accent4"/>
          </a:lnRef>
          <a:fillRef idx="3">
            <a:schemeClr val="accent4"/>
          </a:fillRef>
          <a:effectRef idx="3">
            <a:schemeClr val="accent4"/>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5" name="íŝļíḋe">
            <a:extLst>
              <a:ext uri="{FF2B5EF4-FFF2-40B4-BE49-F238E27FC236}">
                <a16:creationId xmlns:a16="http://schemas.microsoft.com/office/drawing/2014/main" id="{23F55579-5705-47EA-A2C5-E4308AE43169}"/>
              </a:ext>
            </a:extLst>
          </p:cNvPr>
          <p:cNvSpPr/>
          <p:nvPr/>
        </p:nvSpPr>
        <p:spPr>
          <a:xfrm>
            <a:off x="9061790" y="1964823"/>
            <a:ext cx="2003764" cy="2003764"/>
          </a:xfrm>
          <a:prstGeom prst="ellipse">
            <a:avLst/>
          </a:prstGeom>
          <a:noFill/>
          <a:ln w="76200">
            <a:solidFill>
              <a:schemeClr val="bg1">
                <a:lumMod val="95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16" name="ïṩ1ïḓê">
            <a:extLst>
              <a:ext uri="{FF2B5EF4-FFF2-40B4-BE49-F238E27FC236}">
                <a16:creationId xmlns:a16="http://schemas.microsoft.com/office/drawing/2014/main" id="{0DB2C778-832D-40AD-B49A-C3E2D31A09EC}"/>
              </a:ext>
            </a:extLst>
          </p:cNvPr>
          <p:cNvSpPr txBox="1"/>
          <p:nvPr/>
        </p:nvSpPr>
        <p:spPr>
          <a:xfrm>
            <a:off x="1729794" y="2441472"/>
            <a:ext cx="797071" cy="1195606"/>
          </a:xfrm>
          <a:prstGeom prst="rect">
            <a:avLst/>
          </a:prstGeom>
          <a:noFill/>
        </p:spPr>
        <p:txBody>
          <a:bodyPr wrap="none">
            <a:noAutofit/>
          </a:bodyPr>
          <a:lstStyle/>
          <a:p>
            <a:pPr algn="ctr"/>
            <a:r>
              <a:rPr lang="en-US" sz="66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S</a:t>
            </a:r>
          </a:p>
        </p:txBody>
      </p:sp>
      <p:sp>
        <p:nvSpPr>
          <p:cNvPr id="17" name="îṡliḑé">
            <a:extLst>
              <a:ext uri="{FF2B5EF4-FFF2-40B4-BE49-F238E27FC236}">
                <a16:creationId xmlns:a16="http://schemas.microsoft.com/office/drawing/2014/main" id="{D156508D-33EB-4A3B-B3D7-2F06AE078689}"/>
              </a:ext>
            </a:extLst>
          </p:cNvPr>
          <p:cNvSpPr txBox="1"/>
          <p:nvPr/>
        </p:nvSpPr>
        <p:spPr>
          <a:xfrm>
            <a:off x="4247172" y="2441472"/>
            <a:ext cx="1052543" cy="1195606"/>
          </a:xfrm>
          <a:prstGeom prst="rect">
            <a:avLst/>
          </a:prstGeom>
          <a:noFill/>
        </p:spPr>
        <p:txBody>
          <a:bodyPr wrap="none">
            <a:noAutofit/>
          </a:bodyPr>
          <a:lstStyle/>
          <a:p>
            <a:pPr algn="ctr"/>
            <a:r>
              <a:rPr lang="en-US" sz="66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W</a:t>
            </a:r>
          </a:p>
        </p:txBody>
      </p:sp>
      <p:sp>
        <p:nvSpPr>
          <p:cNvPr id="18" name="ïṡḻîḑé">
            <a:extLst>
              <a:ext uri="{FF2B5EF4-FFF2-40B4-BE49-F238E27FC236}">
                <a16:creationId xmlns:a16="http://schemas.microsoft.com/office/drawing/2014/main" id="{7CC04E41-639A-4AEE-9B64-A12552B5A592}"/>
              </a:ext>
            </a:extLst>
          </p:cNvPr>
          <p:cNvSpPr txBox="1"/>
          <p:nvPr/>
        </p:nvSpPr>
        <p:spPr>
          <a:xfrm>
            <a:off x="6968927" y="2441472"/>
            <a:ext cx="899260" cy="1195606"/>
          </a:xfrm>
          <a:prstGeom prst="rect">
            <a:avLst/>
          </a:prstGeom>
          <a:noFill/>
        </p:spPr>
        <p:txBody>
          <a:bodyPr wrap="none">
            <a:noAutofit/>
          </a:bodyPr>
          <a:lstStyle/>
          <a:p>
            <a:pPr algn="ctr"/>
            <a:r>
              <a:rPr lang="en-US" sz="6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O</a:t>
            </a:r>
          </a:p>
        </p:txBody>
      </p:sp>
      <p:sp>
        <p:nvSpPr>
          <p:cNvPr id="19" name="îṩḷíḋê">
            <a:extLst>
              <a:ext uri="{FF2B5EF4-FFF2-40B4-BE49-F238E27FC236}">
                <a16:creationId xmlns:a16="http://schemas.microsoft.com/office/drawing/2014/main" id="{DF627216-F9FF-4305-8667-8C35D6B1F29F}"/>
              </a:ext>
            </a:extLst>
          </p:cNvPr>
          <p:cNvSpPr txBox="1"/>
          <p:nvPr/>
        </p:nvSpPr>
        <p:spPr>
          <a:xfrm>
            <a:off x="9690684" y="2441472"/>
            <a:ext cx="745976" cy="1195606"/>
          </a:xfrm>
          <a:prstGeom prst="rect">
            <a:avLst/>
          </a:prstGeom>
          <a:noFill/>
        </p:spPr>
        <p:txBody>
          <a:bodyPr wrap="none">
            <a:noAutofit/>
          </a:bodyPr>
          <a:lstStyle/>
          <a:p>
            <a:pPr algn="ctr"/>
            <a:r>
              <a:rPr lang="en-US" sz="660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T</a:t>
            </a:r>
          </a:p>
        </p:txBody>
      </p:sp>
      <p:sp>
        <p:nvSpPr>
          <p:cNvPr id="20" name="文本框 19">
            <a:extLst>
              <a:ext uri="{FF2B5EF4-FFF2-40B4-BE49-F238E27FC236}">
                <a16:creationId xmlns:a16="http://schemas.microsoft.com/office/drawing/2014/main" id="{1A454A73-C437-4DE3-ACEA-F8EA96C49A50}"/>
              </a:ext>
            </a:extLst>
          </p:cNvPr>
          <p:cNvSpPr txBox="1"/>
          <p:nvPr/>
        </p:nvSpPr>
        <p:spPr>
          <a:xfrm>
            <a:off x="1097527" y="4344400"/>
            <a:ext cx="2061605"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 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1" name="文本框 20">
            <a:extLst>
              <a:ext uri="{FF2B5EF4-FFF2-40B4-BE49-F238E27FC236}">
                <a16:creationId xmlns:a16="http://schemas.microsoft.com/office/drawing/2014/main" id="{63C6C906-2577-45C4-B1A7-6FBD48B5FEE9}"/>
              </a:ext>
            </a:extLst>
          </p:cNvPr>
          <p:cNvSpPr txBox="1"/>
          <p:nvPr/>
        </p:nvSpPr>
        <p:spPr>
          <a:xfrm>
            <a:off x="911858" y="4832034"/>
            <a:ext cx="2432943" cy="803297"/>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 </a:t>
            </a:r>
          </a:p>
          <a:p>
            <a:pPr algn="ctr">
              <a:lnSpc>
                <a:spcPct val="131978"/>
              </a:lnSpc>
            </a:pPr>
            <a:endParaRPr lang="zh-CN" altLang="en-US" sz="11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2" name="文本框 21">
            <a:extLst>
              <a:ext uri="{FF2B5EF4-FFF2-40B4-BE49-F238E27FC236}">
                <a16:creationId xmlns:a16="http://schemas.microsoft.com/office/drawing/2014/main" id="{8F4F5E0D-596D-4DAE-82CB-7BF051F04F54}"/>
              </a:ext>
            </a:extLst>
          </p:cNvPr>
          <p:cNvSpPr txBox="1"/>
          <p:nvPr/>
        </p:nvSpPr>
        <p:spPr>
          <a:xfrm>
            <a:off x="3742641" y="4344400"/>
            <a:ext cx="2061605"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 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E642B9F6-1CD6-4523-B3E2-20495CA50BAB}"/>
              </a:ext>
            </a:extLst>
          </p:cNvPr>
          <p:cNvSpPr txBox="1"/>
          <p:nvPr/>
        </p:nvSpPr>
        <p:spPr>
          <a:xfrm>
            <a:off x="3556972" y="4832034"/>
            <a:ext cx="2432943" cy="803297"/>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 </a:t>
            </a:r>
          </a:p>
          <a:p>
            <a:pPr algn="ctr">
              <a:lnSpc>
                <a:spcPct val="131978"/>
              </a:lnSpc>
            </a:pPr>
            <a:endParaRPr lang="zh-CN" altLang="en-US" sz="11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4" name="文本框 23">
            <a:extLst>
              <a:ext uri="{FF2B5EF4-FFF2-40B4-BE49-F238E27FC236}">
                <a16:creationId xmlns:a16="http://schemas.microsoft.com/office/drawing/2014/main" id="{2A79F508-55B0-4216-8560-3D4CA364C41A}"/>
              </a:ext>
            </a:extLst>
          </p:cNvPr>
          <p:cNvSpPr txBox="1"/>
          <p:nvPr/>
        </p:nvSpPr>
        <p:spPr>
          <a:xfrm>
            <a:off x="6387755" y="4344400"/>
            <a:ext cx="2061605"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 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5" name="文本框 24">
            <a:extLst>
              <a:ext uri="{FF2B5EF4-FFF2-40B4-BE49-F238E27FC236}">
                <a16:creationId xmlns:a16="http://schemas.microsoft.com/office/drawing/2014/main" id="{BA69A81A-AD2C-4683-8F45-22803E47B4FD}"/>
              </a:ext>
            </a:extLst>
          </p:cNvPr>
          <p:cNvSpPr txBox="1"/>
          <p:nvPr/>
        </p:nvSpPr>
        <p:spPr>
          <a:xfrm>
            <a:off x="6202086" y="4832034"/>
            <a:ext cx="2432943" cy="803297"/>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 </a:t>
            </a:r>
          </a:p>
          <a:p>
            <a:pPr algn="ctr">
              <a:lnSpc>
                <a:spcPct val="131978"/>
              </a:lnSpc>
            </a:pPr>
            <a:endParaRPr lang="zh-CN" altLang="en-US" sz="11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6" name="文本框 25">
            <a:extLst>
              <a:ext uri="{FF2B5EF4-FFF2-40B4-BE49-F238E27FC236}">
                <a16:creationId xmlns:a16="http://schemas.microsoft.com/office/drawing/2014/main" id="{781517E6-B8CA-4FBA-B76F-C7889CC6D87A}"/>
              </a:ext>
            </a:extLst>
          </p:cNvPr>
          <p:cNvSpPr txBox="1"/>
          <p:nvPr/>
        </p:nvSpPr>
        <p:spPr>
          <a:xfrm>
            <a:off x="9032870" y="4344400"/>
            <a:ext cx="2061605" cy="427296"/>
          </a:xfrm>
          <a:prstGeom prst="rect">
            <a:avLst/>
          </a:prstGeom>
          <a:noFill/>
        </p:spPr>
        <p:txBody>
          <a:bodyPr wrap="square">
            <a:spAutoFit/>
          </a:bodyPr>
          <a:lstStyle/>
          <a:p>
            <a:pPr algn="ctr">
              <a:lnSpc>
                <a:spcPct val="131978"/>
              </a:lnSpc>
            </a:pPr>
            <a:r>
              <a:rPr lang="zh-CN" altLang="en-US"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 输入标题</a:t>
            </a:r>
            <a:endParaRPr lang="en-US" altLang="zh-CN"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7" name="文本框 26">
            <a:extLst>
              <a:ext uri="{FF2B5EF4-FFF2-40B4-BE49-F238E27FC236}">
                <a16:creationId xmlns:a16="http://schemas.microsoft.com/office/drawing/2014/main" id="{D942BA25-D47B-4F44-BD4F-510AC8116635}"/>
              </a:ext>
            </a:extLst>
          </p:cNvPr>
          <p:cNvSpPr txBox="1"/>
          <p:nvPr/>
        </p:nvSpPr>
        <p:spPr>
          <a:xfrm>
            <a:off x="8847201" y="4832034"/>
            <a:ext cx="2432943" cy="803297"/>
          </a:xfrm>
          <a:prstGeom prst="rect">
            <a:avLst/>
          </a:prstGeom>
          <a:noFill/>
        </p:spPr>
        <p:txBody>
          <a:bodyPr wrap="square">
            <a:spAutoFit/>
          </a:bodyPr>
          <a:lstStyle/>
          <a:p>
            <a:pPr algn="ctr">
              <a:lnSpc>
                <a:spcPct val="131978"/>
              </a:lnSpc>
            </a:pPr>
            <a:r>
              <a:rPr lang="zh-CN" altLang="en-US" sz="12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rPr>
              <a:t>在此处添加内容在此次添加内容在此处添加内容 </a:t>
            </a:r>
          </a:p>
          <a:p>
            <a:pPr algn="ctr">
              <a:lnSpc>
                <a:spcPct val="131978"/>
              </a:lnSpc>
            </a:pPr>
            <a:endParaRPr lang="zh-CN" altLang="en-US" sz="1100" dirty="0">
              <a:solidFill>
                <a:schemeClr val="bg2">
                  <a:lumMod val="25000"/>
                </a:schemeClr>
              </a:solidFill>
              <a:latin typeface="Arial" panose="020B0604020202020204" pitchFamily="34" charset="0"/>
              <a:ea typeface="思源黑体 CN Normal" panose="020B0400000000000000" pitchFamily="34" charset="-122"/>
              <a:sym typeface="Arial" panose="020B0604020202020204" pitchFamily="34" charset="0"/>
            </a:endParaRPr>
          </a:p>
        </p:txBody>
      </p:sp>
      <p:sp>
        <p:nvSpPr>
          <p:cNvPr id="2" name="文本框 1">
            <a:extLst>
              <a:ext uri="{FF2B5EF4-FFF2-40B4-BE49-F238E27FC236}">
                <a16:creationId xmlns:a16="http://schemas.microsoft.com/office/drawing/2014/main" id="{ABA6890F-0726-4F6F-093A-A79538D06E49}"/>
              </a:ext>
            </a:extLst>
          </p:cNvPr>
          <p:cNvSpPr txBox="1"/>
          <p:nvPr/>
        </p:nvSpPr>
        <p:spPr>
          <a:xfrm>
            <a:off x="4426857" y="333829"/>
            <a:ext cx="3338286" cy="752838"/>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rPr>
              <a:t>重点工作概述</a:t>
            </a:r>
            <a:endParaRPr lang="en-US" altLang="zh-CN" sz="3400" u="sng" kern="100" dirty="0">
              <a:solidFill>
                <a:srgbClr val="06398B"/>
              </a:solidFill>
              <a:latin typeface="优设标题黑" panose="00000500000000000000" pitchFamily="2" charset="-122"/>
              <a:ea typeface="优设标题黑" panose="00000500000000000000" pitchFamily="2" charset="-122"/>
              <a:cs typeface="Times New Roman" panose="02020603050405020304" pitchFamily="18" charset="0"/>
              <a:sym typeface="Arial" panose="020B0604020202020204" pitchFamily="34" charset="0"/>
            </a:endParaRPr>
          </a:p>
        </p:txBody>
      </p:sp>
    </p:spTree>
    <p:extLst>
      <p:ext uri="{BB962C8B-B14F-4D97-AF65-F5344CB8AC3E}">
        <p14:creationId xmlns:p14="http://schemas.microsoft.com/office/powerpoint/2010/main" val="150375931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男人站在岩石上&#10;&#10;描述已自动生成">
            <a:extLst>
              <a:ext uri="{FF2B5EF4-FFF2-40B4-BE49-F238E27FC236}">
                <a16:creationId xmlns:a16="http://schemas.microsoft.com/office/drawing/2014/main" id="{850084B4-C224-E72E-0A6D-F934A78F807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1905000" y="0"/>
            <a:ext cx="10287000" cy="6858000"/>
          </a:xfrm>
          <a:prstGeom prst="rect">
            <a:avLst/>
          </a:prstGeom>
        </p:spPr>
      </p:pic>
      <p:sp>
        <p:nvSpPr>
          <p:cNvPr id="9" name="矩形 8">
            <a:extLst>
              <a:ext uri="{FF2B5EF4-FFF2-40B4-BE49-F238E27FC236}">
                <a16:creationId xmlns:a16="http://schemas.microsoft.com/office/drawing/2014/main" id="{5DAC7F3B-F65B-1122-A598-0455B6D07063}"/>
              </a:ext>
            </a:extLst>
          </p:cNvPr>
          <p:cNvSpPr/>
          <p:nvPr/>
        </p:nvSpPr>
        <p:spPr>
          <a:xfrm flipH="1">
            <a:off x="0" y="0"/>
            <a:ext cx="12191999" cy="6858000"/>
          </a:xfrm>
          <a:prstGeom prst="rect">
            <a:avLst/>
          </a:prstGeom>
          <a:gradFill>
            <a:gsLst>
              <a:gs pos="24000">
                <a:srgbClr val="06398B">
                  <a:alpha val="0"/>
                </a:srgbClr>
              </a:gs>
              <a:gs pos="77000">
                <a:srgbClr val="06398B"/>
              </a:gs>
              <a:gs pos="100000">
                <a:srgbClr val="06398B"/>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Arial" panose="020B0604020202020204" pitchFamily="34" charset="0"/>
              <a:ea typeface="思源黑体 CN Normal" panose="020B0400000000000000" pitchFamily="34" charset="-122"/>
              <a:cs typeface="+mn-ea"/>
              <a:sym typeface="Arial" panose="020B0604020202020204" pitchFamily="34" charset="0"/>
            </a:endParaRPr>
          </a:p>
        </p:txBody>
      </p:sp>
      <p:pic>
        <p:nvPicPr>
          <p:cNvPr id="6" name="图片 5" descr="卡通人物&#10;&#10;中度可信度描述已自动生成">
            <a:extLst>
              <a:ext uri="{FF2B5EF4-FFF2-40B4-BE49-F238E27FC236}">
                <a16:creationId xmlns:a16="http://schemas.microsoft.com/office/drawing/2014/main" id="{A8121FB1-6943-AE27-35F9-34B7EFF184F7}"/>
              </a:ext>
            </a:extLst>
          </p:cNvPr>
          <p:cNvPicPr>
            <a:picLocks noChangeAspect="1"/>
          </p:cNvPicPr>
          <p:nvPr/>
        </p:nvPicPr>
        <p:blipFill rotWithShape="1">
          <a:blip r:embed="rId3" cstate="email">
            <a:biLevel thresh="50000"/>
            <a:extLst>
              <a:ext uri="{28A0092B-C50C-407E-A947-70E740481C1C}">
                <a14:useLocalDpi xmlns:a14="http://schemas.microsoft.com/office/drawing/2010/main"/>
              </a:ext>
            </a:extLst>
          </a:blip>
          <a:srcRect/>
          <a:stretch/>
        </p:blipFill>
        <p:spPr>
          <a:xfrm>
            <a:off x="234042" y="590933"/>
            <a:ext cx="6858000" cy="4463144"/>
          </a:xfrm>
          <a:prstGeom prst="rect">
            <a:avLst/>
          </a:prstGeom>
        </p:spPr>
      </p:pic>
      <p:sp>
        <p:nvSpPr>
          <p:cNvPr id="25" name="文本框 24">
            <a:extLst>
              <a:ext uri="{FF2B5EF4-FFF2-40B4-BE49-F238E27FC236}">
                <a16:creationId xmlns:a16="http://schemas.microsoft.com/office/drawing/2014/main" id="{93F42F8A-2C63-1F29-9D3C-47BC7F38F5F1}"/>
              </a:ext>
            </a:extLst>
          </p:cNvPr>
          <p:cNvSpPr txBox="1"/>
          <p:nvPr/>
        </p:nvSpPr>
        <p:spPr>
          <a:xfrm>
            <a:off x="2055466" y="4589632"/>
            <a:ext cx="4316423" cy="523220"/>
          </a:xfrm>
          <a:prstGeom prst="rect">
            <a:avLst/>
          </a:prstGeom>
          <a:noFill/>
        </p:spPr>
        <p:txBody>
          <a:bodyPr wrap="square">
            <a:spAutoFit/>
          </a:bodyPr>
          <a:lstStyle/>
          <a:p>
            <a:pPr algn="dist"/>
            <a:r>
              <a:rPr lang="zh-CN" altLang="en-US" sz="2800" dirty="0">
                <a:solidFill>
                  <a:schemeClr val="bg1"/>
                </a:solidFill>
                <a:latin typeface="优设标题黑" panose="00000500000000000000" pitchFamily="2" charset="-122"/>
                <a:ea typeface="优设标题黑" panose="00000500000000000000" pitchFamily="2" charset="-122"/>
              </a:rPr>
              <a:t>大气励志商务办公通用</a:t>
            </a:r>
          </a:p>
        </p:txBody>
      </p:sp>
      <p:sp>
        <p:nvSpPr>
          <p:cNvPr id="26" name="文本框 25">
            <a:extLst>
              <a:ext uri="{FF2B5EF4-FFF2-40B4-BE49-F238E27FC236}">
                <a16:creationId xmlns:a16="http://schemas.microsoft.com/office/drawing/2014/main" id="{505C41DC-45DA-7FD1-A8A5-B65F291CC1C0}"/>
              </a:ext>
            </a:extLst>
          </p:cNvPr>
          <p:cNvSpPr txBox="1"/>
          <p:nvPr/>
        </p:nvSpPr>
        <p:spPr>
          <a:xfrm>
            <a:off x="2055466" y="5054077"/>
            <a:ext cx="4316423" cy="261610"/>
          </a:xfrm>
          <a:prstGeom prst="rect">
            <a:avLst/>
          </a:prstGeom>
          <a:noFill/>
        </p:spPr>
        <p:txBody>
          <a:bodyPr wrap="square">
            <a:spAutoFit/>
          </a:bodyPr>
          <a:lstStyle/>
          <a:p>
            <a:r>
              <a:rPr lang="zh-CN" altLang="en-US" sz="1100" dirty="0">
                <a:solidFill>
                  <a:schemeClr val="bg1"/>
                </a:solidFill>
              </a:rPr>
              <a:t>General plan summary of Atmospheric Business Encouragement</a:t>
            </a:r>
          </a:p>
        </p:txBody>
      </p:sp>
    </p:spTree>
    <p:extLst>
      <p:ext uri="{BB962C8B-B14F-4D97-AF65-F5344CB8AC3E}">
        <p14:creationId xmlns:p14="http://schemas.microsoft.com/office/powerpoint/2010/main" val="180119249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left)">
                                      <p:cBhvr>
                                        <p:cTn id="13" dur="500"/>
                                        <p:tgtEl>
                                          <p:spTgt spid="25"/>
                                        </p:tgtEl>
                                      </p:cBhvr>
                                    </p:animEffect>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1000"/>
                                        <p:tgtEl>
                                          <p:spTgt spid="26"/>
                                        </p:tgtEl>
                                      </p:cBhvr>
                                    </p:animEffect>
                                    <p:anim calcmode="lin" valueType="num">
                                      <p:cBhvr>
                                        <p:cTn id="18" dur="1000" fill="hold"/>
                                        <p:tgtEl>
                                          <p:spTgt spid="26"/>
                                        </p:tgtEl>
                                        <p:attrNameLst>
                                          <p:attrName>ppt_x</p:attrName>
                                        </p:attrNameLst>
                                      </p:cBhvr>
                                      <p:tavLst>
                                        <p:tav tm="0">
                                          <p:val>
                                            <p:strVal val="#ppt_x"/>
                                          </p:val>
                                        </p:tav>
                                        <p:tav tm="100000">
                                          <p:val>
                                            <p:strVal val="#ppt_x"/>
                                          </p:val>
                                        </p:tav>
                                      </p:tavLst>
                                    </p:anim>
                                    <p:anim calcmode="lin" valueType="num">
                                      <p:cBhvr>
                                        <p:cTn id="1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4526"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p14="http://schemas.microsoft.com/office/powerpoint/2010/main" xmlns:aink="http://schemas.microsoft.com/office/drawing/2016/ink" Requires="p14 aink">
          <p:contentPart p14:bwMode="auto" r:id="rId19">
            <p14:nvContentPartPr>
              <p14:cNvPr id="7" name="墨迹 6">
                <a:extLst>
                  <a:ext uri="{FF2B5EF4-FFF2-40B4-BE49-F238E27FC236}">
                    <a16:creationId xmlns:a16="http://schemas.microsoft.com/office/drawing/2014/main" id="{6EBBEC50-721B-9297-DE8C-65115C350AC0}"/>
                  </a:ext>
                </a:extLst>
              </p14:cNvPr>
              <p14:cNvContentPartPr/>
              <p14:nvPr/>
            </p14:nvContentPartPr>
            <p14:xfrm>
              <a:off x="-1269037" y="737060"/>
              <a:ext cx="360" cy="360"/>
            </p14:xfrm>
          </p:contentPart>
        </mc:Choice>
        <mc:Fallback>
          <p:pic>
            <p:nvPicPr>
              <p:cNvPr id="7" name="墨迹 6">
                <a:extLst>
                  <a:ext uri="{FF2B5EF4-FFF2-40B4-BE49-F238E27FC236}">
                    <a16:creationId xmlns:a16="http://schemas.microsoft.com/office/drawing/2014/main" id="{6EBBEC50-721B-9297-DE8C-65115C350AC0}"/>
                  </a:ext>
                </a:extLst>
              </p:cNvPr>
              <p:cNvPicPr/>
              <p:nvPr/>
            </p:nvPicPr>
            <p:blipFill>
              <a:blip r:embed="rId20"/>
              <a:stretch>
                <a:fillRect/>
              </a:stretch>
            </p:blipFill>
            <p:spPr>
              <a:xfrm>
                <a:off x="-1287037" y="629060"/>
                <a:ext cx="36000" cy="216000"/>
              </a:xfrm>
              <a:prstGeom prst="rect">
                <a:avLst/>
              </a:prstGeom>
            </p:spPr>
          </p:pic>
        </mc:Fallback>
      </mc:AlternateContent>
    </p:spTree>
    <p:extLst>
      <p:ext uri="{BB962C8B-B14F-4D97-AF65-F5344CB8AC3E}">
        <p14:creationId xmlns:p14="http://schemas.microsoft.com/office/powerpoint/2010/main" val="2831410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PA" val="v5.2.9"/>
</p:tagLst>
</file>

<file path=ppt/tags/tag9.xml><?xml version="1.0" encoding="utf-8"?>
<p:tagLst xmlns:a="http://schemas.openxmlformats.org/drawingml/2006/main" xmlns:r="http://schemas.openxmlformats.org/officeDocument/2006/relationships" xmlns:p="http://schemas.openxmlformats.org/presentationml/2006/main">
  <p:tag name="PA" val="v5.1.0"/>
</p:tagLst>
</file>

<file path=ppt/tags/tag10.xml><?xml version="1.0" encoding="utf-8"?>
<p:tagLst xmlns:a="http://schemas.openxmlformats.org/drawingml/2006/main" xmlns:r="http://schemas.openxmlformats.org/officeDocument/2006/relationships" xmlns:p="http://schemas.openxmlformats.org/presentationml/2006/main">
  <p:tag name="PA" val="v5.1.0"/>
</p:tagLst>
</file>

<file path=ppt/theme/theme1.xml><?xml version="1.0" encoding="utf-8"?>
<a:theme xmlns:a="http://schemas.openxmlformats.org/drawingml/2006/main" name="第一PPT，www.1ppt.com">
  <a:themeElements>
    <a:clrScheme name="自定义 1274">
      <a:dk1>
        <a:sysClr val="windowText" lastClr="000000"/>
      </a:dk1>
      <a:lt1>
        <a:sysClr val="window" lastClr="FFFFFF"/>
      </a:lt1>
      <a:dk2>
        <a:srgbClr val="44546A"/>
      </a:dk2>
      <a:lt2>
        <a:srgbClr val="E7E6E6"/>
      </a:lt2>
      <a:accent1>
        <a:srgbClr val="06398B"/>
      </a:accent1>
      <a:accent2>
        <a:srgbClr val="06398B"/>
      </a:accent2>
      <a:accent3>
        <a:srgbClr val="A5A5A5"/>
      </a:accent3>
      <a:accent4>
        <a:srgbClr val="FFC000"/>
      </a:accent4>
      <a:accent5>
        <a:srgbClr val="5B9BD5"/>
      </a:accent5>
      <a:accent6>
        <a:srgbClr val="70AD47"/>
      </a:accent6>
      <a:hlink>
        <a:srgbClr val="0563C1"/>
      </a:hlink>
      <a:folHlink>
        <a:srgbClr val="954F72"/>
      </a:folHlink>
    </a:clrScheme>
    <a:fontScheme name="思源黑体 CN Normal">
      <a:majorFont>
        <a:latin typeface="思源黑体 CN Normal"/>
        <a:ea typeface="思源黑体 CN Normal"/>
        <a:cs typeface=""/>
      </a:majorFont>
      <a:minorFont>
        <a:latin typeface="Arial"/>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476</TotalTime>
  <Words>2146</Words>
  <Application>Microsoft Office PowerPoint</Application>
  <PresentationFormat>宽屏</PresentationFormat>
  <Paragraphs>227</Paragraphs>
  <Slides>26</Slides>
  <Notes>1</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26</vt:i4>
      </vt:variant>
    </vt:vector>
  </HeadingPairs>
  <TitlesOfParts>
    <vt:vector size="35" baseType="lpstr">
      <vt:lpstr>等线</vt:lpstr>
      <vt:lpstr>汉仪中圆简</vt:lpstr>
      <vt:lpstr>微软雅黑</vt:lpstr>
      <vt:lpstr>优设标题黑</vt:lpstr>
      <vt:lpstr>Arial</vt:lpstr>
      <vt:lpstr>Arial Black</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励志商务</dc:title>
  <dc:creator>第一PPT，www.1ppt.com</dc:creator>
  <cp:keywords>www.1ppt.com</cp:keywords>
  <dc:description>第一PPT</dc:description>
  <cp:lastModifiedBy>PC</cp:lastModifiedBy>
  <cp:revision>12</cp:revision>
  <dcterms:created xsi:type="dcterms:W3CDTF">2022-07-27T01:50:37Z</dcterms:created>
  <dcterms:modified xsi:type="dcterms:W3CDTF">2026-07-20T08:43:38Z</dcterms:modified>
</cp:coreProperties>
</file>