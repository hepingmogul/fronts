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23"/>
  </p:notesMasterIdLst>
  <p:handoutMasterIdLst>
    <p:handoutMasterId r:id="rId24"/>
  </p:handoutMasterIdLst>
  <p:sldIdLst>
    <p:sldId id="458" r:id="rId3"/>
    <p:sldId id="493" r:id="rId4"/>
    <p:sldId id="495" r:id="rId5"/>
    <p:sldId id="459" r:id="rId6"/>
    <p:sldId id="497" r:id="rId7"/>
    <p:sldId id="461" r:id="rId8"/>
    <p:sldId id="462" r:id="rId9"/>
    <p:sldId id="470" r:id="rId10"/>
    <p:sldId id="464" r:id="rId11"/>
    <p:sldId id="465" r:id="rId12"/>
    <p:sldId id="466" r:id="rId13"/>
    <p:sldId id="471" r:id="rId14"/>
    <p:sldId id="468" r:id="rId15"/>
    <p:sldId id="472" r:id="rId16"/>
    <p:sldId id="473" r:id="rId17"/>
    <p:sldId id="474" r:id="rId18"/>
    <p:sldId id="476" r:id="rId19"/>
    <p:sldId id="475" r:id="rId20"/>
    <p:sldId id="496" r:id="rId21"/>
    <p:sldId id="530" r:id="rId22"/>
  </p:sldIdLst>
  <p:sldSz cx="9144000" cy="5143500" type="screen16x9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40" userDrawn="1">
          <p15:clr>
            <a:srgbClr val="A4A3A4"/>
          </p15:clr>
        </p15:guide>
        <p15:guide id="2" orient="horz" pos="2765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88095" autoAdjust="0"/>
  </p:normalViewPr>
  <p:slideViewPr>
    <p:cSldViewPr snapToGrid="0" showGuides="1">
      <p:cViewPr>
        <p:scale>
          <a:sx n="110" d="100"/>
          <a:sy n="110" d="100"/>
        </p:scale>
        <p:origin x="1806" y="414"/>
      </p:cViewPr>
      <p:guideLst>
        <p:guide pos="340"/>
        <p:guide orient="horz" pos="27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91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57150" cap="rnd">
              <a:gradFill flip="none" rotWithShape="1">
                <a:gsLst>
                  <a:gs pos="0">
                    <a:srgbClr val="565EE9"/>
                  </a:gs>
                  <a:gs pos="99000">
                    <a:srgbClr val="854AD8"/>
                  </a:gs>
                </a:gsLst>
                <a:lin ang="0" scaled="1"/>
              </a:gradFill>
              <a:round/>
            </a:ln>
            <a:effectLst>
              <a:outerShdw blurRad="127000" dist="101600" dir="5400000" algn="t" rotWithShape="0">
                <a:srgbClr val="BF1157">
                  <a:alpha val="40000"/>
                </a:srgbClr>
              </a:outerShdw>
            </a:effectLst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10</c:v>
                </c:pt>
                <c:pt idx="10">
                  <c:v>11</c:v>
                </c:pt>
                <c:pt idx="11">
                  <c:v>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4AD-4558-9446-B65F1B088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07319615"/>
        <c:axId val="2028816847"/>
      </c:lineChart>
      <c:catAx>
        <c:axId val="1907319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/>
                </a:solidFill>
                <a:latin typeface="+mn-lt"/>
                <a:ea typeface="+mn-ea"/>
                <a:cs typeface="思源黑体 CN Regular" panose="020B0500000000000000" charset="-122"/>
              </a:defRPr>
            </a:pPr>
            <a:endParaRPr lang="zh-CN"/>
          </a:p>
        </c:txPr>
        <c:crossAx val="2028816847"/>
        <c:crosses val="autoZero"/>
        <c:auto val="0"/>
        <c:lblAlgn val="ctr"/>
        <c:lblOffset val="100"/>
        <c:noMultiLvlLbl val="0"/>
      </c:catAx>
      <c:valAx>
        <c:axId val="20288168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/>
                </a:solidFill>
                <a:latin typeface="+mn-lt"/>
                <a:ea typeface="+mn-ea"/>
                <a:cs typeface="思源黑体 CN Regular" panose="020B0500000000000000" charset="-122"/>
              </a:defRPr>
            </a:pPr>
            <a:endParaRPr lang="zh-CN"/>
          </a:p>
        </c:txPr>
        <c:crossAx val="1907319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uri="{0b15fc19-7d7d-44ad-8c2d-2c3a37ce22c3}">
        <chartProps xmlns="https://web.wps.cn/et/2018/main" chartId="{bc0a618c-0f54-4eb3-b0a4-3474af8af21c}"/>
      </c:ext>
    </c:extLst>
  </c:chart>
  <c:spPr>
    <a:noFill/>
    <a:ln w="57150">
      <a:noFill/>
    </a:ln>
    <a:effectLst/>
  </c:spPr>
  <c:txPr>
    <a:bodyPr/>
    <a:lstStyle/>
    <a:p>
      <a:pPr>
        <a:defRPr lang="zh-CN" sz="1100" smtId="4294967295">
          <a:solidFill>
            <a:schemeClr val="tx1"/>
          </a:solidFill>
          <a:latin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cs typeface="思源黑体 CN Regular" panose="020B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CB6C6-6F2C-4B92-95C4-42BDA2B075DE}" type="datetimeFigureOut">
              <a:rPr lang="zh-CN" altLang="en-US" smtClean="0">
                <a:cs typeface="思源黑体 CN Regular" panose="020B0500000000000000" charset="-122"/>
              </a:rPr>
              <a:t>2026/6/3</a:t>
            </a:fld>
            <a:endParaRPr lang="zh-CN" altLang="en-US" dirty="0">
              <a:cs typeface="思源黑体 CN Regular" panose="020B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cs typeface="思源黑体 CN Regular" panose="020B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3E08D-3E06-4B2A-B57E-3A43AB4BB7D9}" type="slidenum">
              <a:rPr lang="zh-CN" altLang="en-US" smtClean="0">
                <a:cs typeface="思源黑体 CN Regular" panose="020B0500000000000000" charset="-122"/>
              </a:rPr>
              <a:t>‹#›</a:t>
            </a:fld>
            <a:endParaRPr lang="zh-CN" altLang="en-US" dirty="0">
              <a:cs typeface="思源黑体 CN Regular" panose="020B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微软雅黑" panose="020B0503020204020204" pitchFamily="34" charset="-122"/>
              </a:defRPr>
            </a:lvl1pPr>
          </a:lstStyle>
          <a:p>
            <a:fld id="{5C428FA1-C6C3-4652-AFCE-035CB3CD9591}" type="datetimeFigureOut">
              <a:rPr lang="zh-CN" altLang="en-US" smtClean="0"/>
              <a:pPr/>
              <a:t>2026/6/3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微软雅黑" panose="020B0503020204020204" pitchFamily="34" charset="-122"/>
              </a:defRPr>
            </a:lvl1pPr>
          </a:lstStyle>
          <a:p>
            <a:fld id="{72E3085A-5B65-4396-A4DC-65E088FCF98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/>
              <a:t>PPT https://www.1ppt.com/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632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</a:defRPr>
            </a:lvl1pPr>
          </a:lstStyle>
          <a:p>
            <a:fld id="{E9B957CC-A438-4D82-B305-22914934740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2.png"/><Relationship Id="rId5" Type="http://schemas.openxmlformats.org/officeDocument/2006/relationships/chart" Target="../charts/chart1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1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049730" y="-648929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-550606" y="35592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76519" y="456080"/>
            <a:ext cx="8390963" cy="423134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0522" y="2526613"/>
            <a:ext cx="4372923" cy="694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sp>
        <p:nvSpPr>
          <p:cNvPr id="5" name="矩形 4"/>
          <p:cNvSpPr/>
          <p:nvPr/>
        </p:nvSpPr>
        <p:spPr>
          <a:xfrm>
            <a:off x="700522" y="2218836"/>
            <a:ext cx="41462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3D</a:t>
            </a:r>
            <a:r>
              <a:rPr lang="zh-CN" altLang="en-US" sz="1400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玻璃拟物化风格年终总结汇报模板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0522" y="1437359"/>
            <a:ext cx="55846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Business Report</a:t>
            </a:r>
            <a:endParaRPr lang="zh-CN" altLang="en-US" sz="4400" b="1" dirty="0">
              <a:solidFill>
                <a:srgbClr val="6A4678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864" y="344129"/>
            <a:ext cx="4351136" cy="4351136"/>
          </a:xfrm>
          <a:prstGeom prst="rect">
            <a:avLst/>
          </a:prstGeom>
        </p:spPr>
      </p:pic>
      <p:sp>
        <p:nvSpPr>
          <p:cNvPr id="25" name="矩形: 圆角 9"/>
          <p:cNvSpPr/>
          <p:nvPr/>
        </p:nvSpPr>
        <p:spPr>
          <a:xfrm>
            <a:off x="734519" y="3381677"/>
            <a:ext cx="1665781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汇报人：第一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PPT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 Light"/>
              <a:cs typeface="思源黑体 CN Regular" panose="020B0500000000000000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307692" y="727587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572000" y="3296037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837471" y="1160206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/>
          <p:cNvSpPr/>
          <p:nvPr/>
        </p:nvSpPr>
        <p:spPr>
          <a:xfrm>
            <a:off x="7987272" y="3470788"/>
            <a:ext cx="1837192" cy="1837192"/>
          </a:xfrm>
          <a:prstGeom prst="ellipse">
            <a:avLst/>
          </a:prstGeom>
          <a:solidFill>
            <a:srgbClr val="AC41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7049730" y="-648929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550606" y="35592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" name="矩形: 圆角 7"/>
          <p:cNvSpPr/>
          <p:nvPr/>
        </p:nvSpPr>
        <p:spPr>
          <a:xfrm>
            <a:off x="376519" y="456080"/>
            <a:ext cx="8390963" cy="423134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" name="矩形: 圆角 8"/>
          <p:cNvSpPr/>
          <p:nvPr/>
        </p:nvSpPr>
        <p:spPr>
          <a:xfrm>
            <a:off x="-788894" y="941294"/>
            <a:ext cx="618565" cy="1120588"/>
          </a:xfrm>
          <a:prstGeom prst="roundRect">
            <a:avLst/>
          </a:prstGeom>
          <a:gradFill flip="none" rotWithShape="1">
            <a:gsLst>
              <a:gs pos="15000">
                <a:srgbClr val="FEA278"/>
              </a:gs>
              <a:gs pos="100000">
                <a:srgbClr val="D983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001" y="604433"/>
            <a:ext cx="3015633" cy="446932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60258" y="648320"/>
            <a:ext cx="2480724" cy="843676"/>
            <a:chOff x="825185" y="1023768"/>
            <a:chExt cx="2480724" cy="843676"/>
          </a:xfrm>
        </p:grpSpPr>
        <p:sp>
          <p:nvSpPr>
            <p:cNvPr id="8" name="PA_矩形 8"/>
            <p:cNvSpPr/>
            <p:nvPr>
              <p:custDataLst>
                <p:tags r:id="rId9"/>
              </p:custDataLst>
            </p:nvPr>
          </p:nvSpPr>
          <p:spPr>
            <a:xfrm>
              <a:off x="825185" y="1023768"/>
              <a:ext cx="216668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en-US" altLang="zh-CN" sz="1600" b="1" kern="0" dirty="0">
                  <a:solidFill>
                    <a:srgbClr val="3936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Summary Of Work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825187" y="1315433"/>
              <a:ext cx="2480722" cy="552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amet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consectetuer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elit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. 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60259" y="1632126"/>
            <a:ext cx="2480723" cy="843676"/>
            <a:chOff x="836007" y="2138362"/>
            <a:chExt cx="2480723" cy="843676"/>
          </a:xfrm>
        </p:grpSpPr>
        <p:sp>
          <p:nvSpPr>
            <p:cNvPr id="27" name="PA_矩形 8"/>
            <p:cNvSpPr/>
            <p:nvPr>
              <p:custDataLst>
                <p:tags r:id="rId8"/>
              </p:custDataLst>
            </p:nvPr>
          </p:nvSpPr>
          <p:spPr>
            <a:xfrm>
              <a:off x="836007" y="2138362"/>
              <a:ext cx="19969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en-US" altLang="zh-CN" sz="1600" b="1" kern="0" dirty="0">
                  <a:solidFill>
                    <a:srgbClr val="3936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Data Analysis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836008" y="2430027"/>
              <a:ext cx="2480722" cy="552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amet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consectetuer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elit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. 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60259" y="2615932"/>
            <a:ext cx="4553000" cy="843676"/>
            <a:chOff x="825186" y="1023768"/>
            <a:chExt cx="4553000" cy="843676"/>
          </a:xfrm>
        </p:grpSpPr>
        <p:sp>
          <p:nvSpPr>
            <p:cNvPr id="30" name="PA_矩形 8"/>
            <p:cNvSpPr/>
            <p:nvPr>
              <p:custDataLst>
                <p:tags r:id="rId7"/>
              </p:custDataLst>
            </p:nvPr>
          </p:nvSpPr>
          <p:spPr>
            <a:xfrm>
              <a:off x="825186" y="1023768"/>
              <a:ext cx="45530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en-US" altLang="zh-CN" sz="1600" b="1" kern="0" dirty="0">
                  <a:solidFill>
                    <a:srgbClr val="3936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Summary Of Experience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825187" y="1315433"/>
              <a:ext cx="2480722" cy="552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amet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consectetuer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elit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. 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0259" y="3599737"/>
            <a:ext cx="2480723" cy="843676"/>
            <a:chOff x="836007" y="2138362"/>
            <a:chExt cx="2480723" cy="843676"/>
          </a:xfrm>
        </p:grpSpPr>
        <p:sp>
          <p:nvSpPr>
            <p:cNvPr id="33" name="PA_矩形 8"/>
            <p:cNvSpPr/>
            <p:nvPr>
              <p:custDataLst>
                <p:tags r:id="rId6"/>
              </p:custDataLst>
            </p:nvPr>
          </p:nvSpPr>
          <p:spPr>
            <a:xfrm>
              <a:off x="836007" y="2138362"/>
              <a:ext cx="199691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en-US" altLang="zh-CN" sz="1600" b="1" kern="0" dirty="0">
                  <a:solidFill>
                    <a:srgbClr val="3936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Regular" panose="020B0500000000000000" charset="-122"/>
                </a:rPr>
                <a:t>Work  Planning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36008" y="2430027"/>
              <a:ext cx="2480722" cy="552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lnSpc>
                  <a:spcPct val="150000"/>
                </a:lnSpc>
                <a:defRPr/>
              </a:pP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Lorem ipsum dolor sit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amet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,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consectetuer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adipiscing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50" kern="0" dirty="0" err="1">
                  <a:latin typeface="微软雅黑" panose="020B0503020204020204" pitchFamily="34" charset="-122"/>
                  <a:cs typeface="Arial" panose="020B0604020202020204" pitchFamily="34" charset="0"/>
                </a:rPr>
                <a:t>elit</a:t>
              </a:r>
              <a:r>
                <a:rPr lang="en-US" altLang="zh-CN" sz="1050" kern="0" dirty="0">
                  <a:latin typeface="微软雅黑" panose="020B0503020204020204" pitchFamily="34" charset="-122"/>
                  <a:cs typeface="Arial" panose="020B0604020202020204" pitchFamily="34" charset="0"/>
                </a:rPr>
                <a:t>. </a:t>
              </a: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3522334" y="806187"/>
            <a:ext cx="1136237" cy="0"/>
          </a:xfrm>
          <a:prstGeom prst="line">
            <a:avLst/>
          </a:prstGeom>
          <a:ln w="12700" cap="rnd">
            <a:solidFill>
              <a:srgbClr val="393663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522334" y="1805354"/>
            <a:ext cx="1136237" cy="0"/>
          </a:xfrm>
          <a:prstGeom prst="line">
            <a:avLst/>
          </a:prstGeom>
          <a:ln w="12700" cap="rnd">
            <a:solidFill>
              <a:srgbClr val="393663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522334" y="2804521"/>
            <a:ext cx="1136237" cy="0"/>
          </a:xfrm>
          <a:prstGeom prst="line">
            <a:avLst/>
          </a:prstGeom>
          <a:ln w="12700" cap="rnd">
            <a:solidFill>
              <a:srgbClr val="393663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522334" y="3803688"/>
            <a:ext cx="1136237" cy="0"/>
          </a:xfrm>
          <a:prstGeom prst="line">
            <a:avLst/>
          </a:prstGeom>
          <a:ln w="12700" cap="rnd">
            <a:solidFill>
              <a:srgbClr val="393663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A_矩形 8"/>
          <p:cNvSpPr/>
          <p:nvPr>
            <p:custDataLst>
              <p:tags r:id="rId1"/>
            </p:custDataLst>
          </p:nvPr>
        </p:nvSpPr>
        <p:spPr>
          <a:xfrm>
            <a:off x="4572000" y="555392"/>
            <a:ext cx="681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4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01</a:t>
            </a:r>
          </a:p>
        </p:txBody>
      </p:sp>
      <p:sp>
        <p:nvSpPr>
          <p:cNvPr id="40" name="PA_矩形 8"/>
          <p:cNvSpPr/>
          <p:nvPr>
            <p:custDataLst>
              <p:tags r:id="rId2"/>
            </p:custDataLst>
          </p:nvPr>
        </p:nvSpPr>
        <p:spPr>
          <a:xfrm>
            <a:off x="4572000" y="1555285"/>
            <a:ext cx="681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4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02</a:t>
            </a:r>
          </a:p>
        </p:txBody>
      </p:sp>
      <p:sp>
        <p:nvSpPr>
          <p:cNvPr id="41" name="PA_矩形 8"/>
          <p:cNvSpPr/>
          <p:nvPr>
            <p:custDataLst>
              <p:tags r:id="rId3"/>
            </p:custDataLst>
          </p:nvPr>
        </p:nvSpPr>
        <p:spPr>
          <a:xfrm>
            <a:off x="4572000" y="2555178"/>
            <a:ext cx="681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4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03</a:t>
            </a:r>
          </a:p>
        </p:txBody>
      </p:sp>
      <p:sp>
        <p:nvSpPr>
          <p:cNvPr id="43" name="PA_矩形 8"/>
          <p:cNvSpPr/>
          <p:nvPr>
            <p:custDataLst>
              <p:tags r:id="rId4"/>
            </p:custDataLst>
          </p:nvPr>
        </p:nvSpPr>
        <p:spPr>
          <a:xfrm>
            <a:off x="4572000" y="3555070"/>
            <a:ext cx="6819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4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04</a:t>
            </a:r>
          </a:p>
        </p:txBody>
      </p:sp>
      <p:sp>
        <p:nvSpPr>
          <p:cNvPr id="44" name="椭圆 43"/>
          <p:cNvSpPr/>
          <p:nvPr/>
        </p:nvSpPr>
        <p:spPr>
          <a:xfrm>
            <a:off x="5419493" y="3474457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413743" y="1594348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6" name="PA_矩形 8"/>
          <p:cNvSpPr/>
          <p:nvPr>
            <p:custDataLst>
              <p:tags r:id="rId5"/>
            </p:custDataLst>
          </p:nvPr>
        </p:nvSpPr>
        <p:spPr>
          <a:xfrm>
            <a:off x="6025515" y="505460"/>
            <a:ext cx="24930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32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-576006" y="5747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0730" y="2576871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632" y="1427003"/>
            <a:ext cx="8572736" cy="2289494"/>
          </a:xfrm>
          <a:prstGeom prst="roundRect">
            <a:avLst>
              <a:gd name="adj" fmla="val 11179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659" y="0"/>
            <a:ext cx="5424785" cy="5143500"/>
          </a:xfrm>
          <a:prstGeom prst="rect">
            <a:avLst/>
          </a:prstGeom>
        </p:spPr>
      </p:pic>
      <p:sp>
        <p:nvSpPr>
          <p:cNvPr id="10" name="PA_矩形 8"/>
          <p:cNvSpPr/>
          <p:nvPr>
            <p:custDataLst>
              <p:tags r:id="rId1"/>
            </p:custDataLst>
          </p:nvPr>
        </p:nvSpPr>
        <p:spPr>
          <a:xfrm>
            <a:off x="4637259" y="1630652"/>
            <a:ext cx="32071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36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12" name="矩形 11"/>
          <p:cNvSpPr/>
          <p:nvPr/>
        </p:nvSpPr>
        <p:spPr>
          <a:xfrm>
            <a:off x="4692510" y="2799316"/>
            <a:ext cx="3683394" cy="691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285290" y="2230111"/>
            <a:ext cx="1474149" cy="0"/>
          </a:xfrm>
          <a:prstGeom prst="line">
            <a:avLst/>
          </a:prstGeom>
          <a:ln>
            <a:solidFill>
              <a:srgbClr val="3936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4761235" y="3943739"/>
            <a:ext cx="1239865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第一单元</a:t>
            </a:r>
          </a:p>
        </p:txBody>
      </p:sp>
      <p:grpSp>
        <p:nvGrpSpPr>
          <p:cNvPr id="16" name="组合 15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GrpSpPr/>
          <p:nvPr/>
        </p:nvGrpSpPr>
        <p:grpSpPr>
          <a:xfrm>
            <a:off x="4643377" y="275646"/>
            <a:ext cx="4307676" cy="277000"/>
            <a:chOff x="353151" y="258868"/>
            <a:chExt cx="4307676" cy="277000"/>
          </a:xfrm>
        </p:grpSpPr>
        <p:sp>
          <p:nvSpPr>
            <p:cNvPr id="17" name="文本框 1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53151" y="258868"/>
              <a:ext cx="967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Summary</a:t>
              </a:r>
            </a:p>
          </p:txBody>
        </p:sp>
        <p:sp>
          <p:nvSpPr>
            <p:cNvPr id="18" name="文本框 17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1560358" y="258869"/>
              <a:ext cx="616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Data</a:t>
              </a: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2484063" y="258869"/>
              <a:ext cx="10251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Experience</a:t>
              </a:r>
            </a:p>
          </p:txBody>
        </p:sp>
        <p:sp>
          <p:nvSpPr>
            <p:cNvPr id="20" name="文本框 19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763809" y="258869"/>
              <a:ext cx="8970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Planning</a:t>
              </a:r>
            </a:p>
          </p:txBody>
        </p:sp>
      </p:grpSp>
      <p:sp>
        <p:nvSpPr>
          <p:cNvPr id="22" name="椭圆 21"/>
          <p:cNvSpPr/>
          <p:nvPr/>
        </p:nvSpPr>
        <p:spPr>
          <a:xfrm>
            <a:off x="3136492" y="38362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5900" y="40648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90071" y="4497490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 flipH="1">
            <a:off x="168163" y="1166648"/>
            <a:ext cx="3174125" cy="914400"/>
            <a:chOff x="5822729" y="1177159"/>
            <a:chExt cx="3174125" cy="914400"/>
          </a:xfrm>
        </p:grpSpPr>
        <p:sp>
          <p:nvSpPr>
            <p:cNvPr id="27" name="矩形: 圆角 26"/>
            <p:cNvSpPr/>
            <p:nvPr/>
          </p:nvSpPr>
          <p:spPr>
            <a:xfrm>
              <a:off x="5822729" y="1923394"/>
              <a:ext cx="2249215" cy="1681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6358758" y="1177159"/>
              <a:ext cx="2112580" cy="15765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6747639" y="1545021"/>
              <a:ext cx="2249215" cy="1681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822729" y="1177159"/>
            <a:ext cx="3174125" cy="914400"/>
            <a:chOff x="5822729" y="1177159"/>
            <a:chExt cx="3174125" cy="914400"/>
          </a:xfrm>
        </p:grpSpPr>
        <p:sp>
          <p:nvSpPr>
            <p:cNvPr id="23" name="矩形: 圆角 22"/>
            <p:cNvSpPr/>
            <p:nvPr/>
          </p:nvSpPr>
          <p:spPr>
            <a:xfrm>
              <a:off x="5822729" y="1923394"/>
              <a:ext cx="2249215" cy="1681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6358758" y="1177159"/>
              <a:ext cx="2112580" cy="15765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6747639" y="1545021"/>
              <a:ext cx="2249215" cy="1681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59000"/>
                  </a:schemeClr>
                </a:gs>
                <a:gs pos="66000">
                  <a:schemeClr val="bg1"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9"/>
          <a:stretch>
            <a:fillRect/>
          </a:stretch>
        </p:blipFill>
        <p:spPr>
          <a:xfrm>
            <a:off x="927100" y="114300"/>
            <a:ext cx="7637581" cy="256452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332510" y="2515674"/>
            <a:ext cx="8478980" cy="2245512"/>
            <a:chOff x="315884" y="2820474"/>
            <a:chExt cx="8478980" cy="1838839"/>
          </a:xfrm>
        </p:grpSpPr>
        <p:sp>
          <p:nvSpPr>
            <p:cNvPr id="3" name="矩形: 圆角 2"/>
            <p:cNvSpPr/>
            <p:nvPr/>
          </p:nvSpPr>
          <p:spPr>
            <a:xfrm>
              <a:off x="315884" y="2825318"/>
              <a:ext cx="2626821" cy="1833995"/>
            </a:xfrm>
            <a:prstGeom prst="roundRect">
              <a:avLst>
                <a:gd name="adj" fmla="val 9224"/>
              </a:avLst>
            </a:pr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" name="文本框 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64912" y="2820474"/>
              <a:ext cx="1037463" cy="83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sz="6000" b="1" dirty="0">
                  <a:solidFill>
                    <a:srgbClr val="F3B2CD">
                      <a:alpha val="20000"/>
                    </a:srgbClr>
                  </a:solidFill>
                  <a:latin typeface="华文细黑" panose="02010600040101010101" charset="-122"/>
                  <a:cs typeface="思源黑体 CN Regular" panose="020B0500000000000000" charset="-122"/>
                </a:rPr>
                <a:t>01</a:t>
              </a:r>
            </a:p>
          </p:txBody>
        </p:sp>
        <p:sp>
          <p:nvSpPr>
            <p:cNvPr id="5" name="文本框 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89851" y="3312281"/>
              <a:ext cx="2348913" cy="302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b="1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rPr>
                <a:t>Summary Of Work</a:t>
              </a:r>
            </a:p>
          </p:txBody>
        </p:sp>
        <p:sp>
          <p:nvSpPr>
            <p:cNvPr id="6" name="矩形 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408705" y="3622554"/>
              <a:ext cx="2500749" cy="846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>
                <a:lnSpc>
                  <a:spcPct val="1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>
              <a:off x="3241963" y="2825318"/>
              <a:ext cx="2626821" cy="1833995"/>
            </a:xfrm>
            <a:prstGeom prst="roundRect">
              <a:avLst>
                <a:gd name="adj" fmla="val 9224"/>
              </a:avLst>
            </a:pr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9" name="文本框 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290991" y="2820474"/>
              <a:ext cx="1037463" cy="83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sz="6000" b="1" dirty="0">
                  <a:solidFill>
                    <a:srgbClr val="F3B2CD">
                      <a:alpha val="20000"/>
                    </a:srgbClr>
                  </a:solidFill>
                  <a:latin typeface="华文细黑" panose="02010600040101010101" charset="-122"/>
                  <a:cs typeface="思源黑体 CN Regular" panose="020B0500000000000000" charset="-122"/>
                </a:rPr>
                <a:t>02</a:t>
              </a:r>
            </a:p>
          </p:txBody>
        </p:sp>
        <p:sp>
          <p:nvSpPr>
            <p:cNvPr id="10" name="文本框 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315930" y="3312281"/>
              <a:ext cx="2348913" cy="302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b="1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rPr>
                <a:t>Summary Of Work</a:t>
              </a:r>
            </a:p>
          </p:txBody>
        </p:sp>
        <p:sp>
          <p:nvSpPr>
            <p:cNvPr id="11" name="矩形 1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3334784" y="3622554"/>
              <a:ext cx="2500749" cy="846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>
                <a:lnSpc>
                  <a:spcPct val="1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6168043" y="2825318"/>
              <a:ext cx="2626821" cy="1833995"/>
            </a:xfrm>
            <a:prstGeom prst="roundRect">
              <a:avLst>
                <a:gd name="adj" fmla="val 9224"/>
              </a:avLst>
            </a:pr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4" name="文本框 1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6217071" y="2820474"/>
              <a:ext cx="1037463" cy="83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sz="6000" b="1" dirty="0">
                  <a:solidFill>
                    <a:srgbClr val="F3B2CD">
                      <a:alpha val="20000"/>
                    </a:srgbClr>
                  </a:solidFill>
                  <a:latin typeface="华文细黑" panose="02010600040101010101" charset="-122"/>
                  <a:cs typeface="思源黑体 CN Regular" panose="020B0500000000000000" charset="-122"/>
                </a:rPr>
                <a:t>03</a:t>
              </a:r>
            </a:p>
          </p:txBody>
        </p:sp>
        <p:sp>
          <p:nvSpPr>
            <p:cNvPr id="15" name="文本框 1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6242010" y="3312281"/>
              <a:ext cx="2348913" cy="302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zh-CN" b="1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rPr>
                <a:t>Summary Of Work</a:t>
              </a:r>
            </a:p>
          </p:txBody>
        </p:sp>
        <p:sp>
          <p:nvSpPr>
            <p:cNvPr id="16" name="矩形 1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6260864" y="3622554"/>
              <a:ext cx="2500749" cy="8461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>
                <a:lnSpc>
                  <a:spcPct val="150000"/>
                </a:lnSpc>
                <a:buClr>
                  <a:srgbClr val="E7E6E6">
                    <a:lumMod val="10000"/>
                  </a:srgbClr>
                </a:buClr>
              </a:pP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lang="en-US" altLang="zh-CN" sz="105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</p:grpSp>
      <p:sp>
        <p:nvSpPr>
          <p:cNvPr id="20" name="PA_矩形 8"/>
          <p:cNvSpPr/>
          <p:nvPr>
            <p:custDataLst>
              <p:tags r:id="rId1"/>
            </p:custDataLst>
          </p:nvPr>
        </p:nvSpPr>
        <p:spPr>
          <a:xfrm>
            <a:off x="1051035" y="1462486"/>
            <a:ext cx="64780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/>
        </p:nvSpPr>
        <p:spPr>
          <a:xfrm>
            <a:off x="-2374014" y="-362081"/>
            <a:ext cx="5867663" cy="5867663"/>
          </a:xfrm>
          <a:prstGeom prst="ellipse">
            <a:avLst/>
          </a:prstGeom>
          <a:solidFill>
            <a:srgbClr val="FEA278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591503" y="675580"/>
            <a:ext cx="3405352" cy="1804861"/>
          </a:xfrm>
          <a:prstGeom prst="roundRect">
            <a:avLst>
              <a:gd name="adj" fmla="val 11179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570483" y="2670083"/>
            <a:ext cx="3405352" cy="1975489"/>
          </a:xfrm>
          <a:prstGeom prst="roundRect">
            <a:avLst>
              <a:gd name="adj" fmla="val 11179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文本框 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914003" y="3410545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5" name="矩形 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914003" y="3753352"/>
            <a:ext cx="2933659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6" name="文本框 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914003" y="1247279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7" name="矩形 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914003" y="1538699"/>
            <a:ext cx="2905801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8" name="Freeform 5" descr="e7d195523061f1c09e9d68d7cf438b91ef959ecb14fc25d26BBA7F7DBC18E55DFF4014AF651F0BF2569D4B6C1DA7F1A4683A481403BD872FC687266AD13265C1DE7C373772FD8728ABDD69ADD03BFF5BE2862BC891DBB79E8C77DB9F81EA0053539D41D50664315879CF6697605FEBBB6C490CE8797437DDE478C096EDB5D7F628DC21DB53EEF33FBB758B9C20194E31"/>
          <p:cNvSpPr>
            <a:spLocks noEditPoints="1"/>
          </p:cNvSpPr>
          <p:nvPr/>
        </p:nvSpPr>
        <p:spPr bwMode="auto">
          <a:xfrm>
            <a:off x="6022069" y="803140"/>
            <a:ext cx="470908" cy="401641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rgbClr val="39366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9" name="Group 20" descr="e7d195523061f1c09e9d68d7cf438b91ef959ecb14fc25d26BBA7F7DBC18E55DFF4014AF651F0BF2569D4B6C1DA7F1A4683A481403BD872FC687266AD13265C1DE7C373772FD8728ABDD69ADD03BFF5BE2862BC891DBB79E8C77DB9F81EA0053539D41D50664315879CF6697605FEBBB6C490CE8797437DDE478C096EDB5D7F628DC21DB53EEF33FBB758B9C20194E31"/>
          <p:cNvGrpSpPr>
            <a:grpSpLocks noChangeAspect="1"/>
          </p:cNvGrpSpPr>
          <p:nvPr/>
        </p:nvGrpSpPr>
        <p:grpSpPr>
          <a:xfrm>
            <a:off x="5988818" y="2842954"/>
            <a:ext cx="604309" cy="452570"/>
            <a:chOff x="2423" y="1278"/>
            <a:chExt cx="912" cy="683"/>
          </a:xfrm>
          <a:solidFill>
            <a:srgbClr val="393663"/>
          </a:solidFill>
        </p:grpSpPr>
        <p:sp>
          <p:nvSpPr>
            <p:cNvPr id="10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1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pic>
        <p:nvPicPr>
          <p:cNvPr id="14" name="图片占位符 13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1704458" y="736386"/>
            <a:ext cx="3670729" cy="3670729"/>
          </a:xfrm>
          <a:prstGeom prst="ellipse">
            <a:avLst/>
          </a:prstGeom>
        </p:spPr>
      </p:pic>
      <p:sp>
        <p:nvSpPr>
          <p:cNvPr id="3" name="文本框 2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207727" y="2175991"/>
            <a:ext cx="3554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</a:rPr>
              <a:t>Summary Of Work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-836970" y="356061"/>
            <a:ext cx="2408903" cy="2408903"/>
          </a:xfrm>
          <a:prstGeom prst="ellipse">
            <a:avLst/>
          </a:prstGeom>
          <a:solidFill>
            <a:srgbClr val="544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557730" y="2984961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71511" y="1587062"/>
            <a:ext cx="2854542" cy="2264583"/>
          </a:xfrm>
          <a:prstGeom prst="roundRect">
            <a:avLst>
              <a:gd name="adj" fmla="val 9224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文本框 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06280" y="2287658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6" name="矩形 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06280" y="2621647"/>
            <a:ext cx="2526534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155240" y="1587062"/>
            <a:ext cx="2854542" cy="2264583"/>
          </a:xfrm>
          <a:prstGeom prst="roundRect">
            <a:avLst>
              <a:gd name="adj" fmla="val 9224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文本框 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290009" y="2287658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290009" y="2621647"/>
            <a:ext cx="2526534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138968" y="1587062"/>
            <a:ext cx="2854542" cy="2264583"/>
          </a:xfrm>
          <a:prstGeom prst="roundRect">
            <a:avLst>
              <a:gd name="adj" fmla="val 9224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4" name="文本框 13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273737" y="2287658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15" name="矩形 1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273737" y="2621647"/>
            <a:ext cx="2526534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17" name="PA_矩形 8"/>
          <p:cNvSpPr/>
          <p:nvPr>
            <p:custDataLst>
              <p:tags r:id="rId1"/>
            </p:custDataLst>
          </p:nvPr>
        </p:nvSpPr>
        <p:spPr>
          <a:xfrm>
            <a:off x="3121694" y="142181"/>
            <a:ext cx="2900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0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18" name="矩形 17"/>
          <p:cNvSpPr/>
          <p:nvPr/>
        </p:nvSpPr>
        <p:spPr>
          <a:xfrm>
            <a:off x="2598683" y="551699"/>
            <a:ext cx="39466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amet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consectetuer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adipiscing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elit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2085755" y="1219198"/>
            <a:ext cx="767257" cy="767257"/>
            <a:chOff x="1055742" y="367861"/>
            <a:chExt cx="945931" cy="945931"/>
          </a:xfrm>
        </p:grpSpPr>
        <p:sp>
          <p:nvSpPr>
            <p:cNvPr id="19" name="椭圆 18"/>
            <p:cNvSpPr/>
            <p:nvPr/>
          </p:nvSpPr>
          <p:spPr>
            <a:xfrm>
              <a:off x="1055742" y="367861"/>
              <a:ext cx="945931" cy="945931"/>
            </a:xfrm>
            <a:prstGeom prst="ellipse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229162" y="541281"/>
              <a:ext cx="599090" cy="599090"/>
            </a:xfrm>
            <a:prstGeom prst="ellipse">
              <a:avLst/>
            </a:prstGeom>
            <a:solidFill>
              <a:schemeClr val="bg1"/>
            </a:solidFill>
            <a:ln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070693" y="1219198"/>
            <a:ext cx="767257" cy="767257"/>
            <a:chOff x="1055742" y="367861"/>
            <a:chExt cx="945931" cy="945931"/>
          </a:xfrm>
        </p:grpSpPr>
        <p:sp>
          <p:nvSpPr>
            <p:cNvPr id="24" name="椭圆 23"/>
            <p:cNvSpPr/>
            <p:nvPr/>
          </p:nvSpPr>
          <p:spPr>
            <a:xfrm>
              <a:off x="1055742" y="367861"/>
              <a:ext cx="945931" cy="945931"/>
            </a:xfrm>
            <a:prstGeom prst="ellipse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229162" y="541281"/>
              <a:ext cx="599090" cy="599090"/>
            </a:xfrm>
            <a:prstGeom prst="ellipse">
              <a:avLst/>
            </a:prstGeom>
            <a:solidFill>
              <a:schemeClr val="bg1"/>
            </a:solidFill>
            <a:ln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29203" y="1219198"/>
            <a:ext cx="767257" cy="767257"/>
            <a:chOff x="1055742" y="367861"/>
            <a:chExt cx="945931" cy="945931"/>
          </a:xfrm>
        </p:grpSpPr>
        <p:sp>
          <p:nvSpPr>
            <p:cNvPr id="27" name="椭圆 26"/>
            <p:cNvSpPr/>
            <p:nvPr/>
          </p:nvSpPr>
          <p:spPr>
            <a:xfrm>
              <a:off x="1055742" y="367861"/>
              <a:ext cx="945931" cy="945931"/>
            </a:xfrm>
            <a:prstGeom prst="ellipse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229162" y="541281"/>
              <a:ext cx="599090" cy="599090"/>
            </a:xfrm>
            <a:prstGeom prst="ellipse">
              <a:avLst/>
            </a:prstGeom>
            <a:solidFill>
              <a:schemeClr val="bg1"/>
            </a:solidFill>
            <a:ln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31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SpPr>
            <a:spLocks noEditPoints="1"/>
          </p:cNvSpPr>
          <p:nvPr/>
        </p:nvSpPr>
        <p:spPr bwMode="auto">
          <a:xfrm>
            <a:off x="2349463" y="1500544"/>
            <a:ext cx="239841" cy="204564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rgbClr val="6A46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32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>
          <a:xfrm>
            <a:off x="5348826" y="1479838"/>
            <a:ext cx="210991" cy="245976"/>
            <a:chOff x="2492" y="1167"/>
            <a:chExt cx="778" cy="907"/>
          </a:xfrm>
          <a:solidFill>
            <a:srgbClr val="6A4678"/>
          </a:solidFill>
        </p:grpSpPr>
        <p:sp>
          <p:nvSpPr>
            <p:cNvPr id="33" name="Freeform 9"/>
            <p:cNvSpPr>
              <a:spLocks noEditPoints="1"/>
            </p:cNvSpPr>
            <p:nvPr/>
          </p:nvSpPr>
          <p:spPr bwMode="auto">
            <a:xfrm>
              <a:off x="2492" y="1167"/>
              <a:ext cx="778" cy="907"/>
            </a:xfrm>
            <a:custGeom>
              <a:avLst/>
              <a:gdLst>
                <a:gd name="T0" fmla="*/ 579 w 636"/>
                <a:gd name="T1" fmla="*/ 0 h 746"/>
                <a:gd name="T2" fmla="*/ 57 w 636"/>
                <a:gd name="T3" fmla="*/ 0 h 746"/>
                <a:gd name="T4" fmla="*/ 0 w 636"/>
                <a:gd name="T5" fmla="*/ 57 h 746"/>
                <a:gd name="T6" fmla="*/ 0 w 636"/>
                <a:gd name="T7" fmla="*/ 689 h 746"/>
                <a:gd name="T8" fmla="*/ 57 w 636"/>
                <a:gd name="T9" fmla="*/ 746 h 746"/>
                <a:gd name="T10" fmla="*/ 579 w 636"/>
                <a:gd name="T11" fmla="*/ 746 h 746"/>
                <a:gd name="T12" fmla="*/ 636 w 636"/>
                <a:gd name="T13" fmla="*/ 689 h 746"/>
                <a:gd name="T14" fmla="*/ 636 w 636"/>
                <a:gd name="T15" fmla="*/ 57 h 746"/>
                <a:gd name="T16" fmla="*/ 579 w 636"/>
                <a:gd name="T17" fmla="*/ 0 h 746"/>
                <a:gd name="T18" fmla="*/ 43 w 636"/>
                <a:gd name="T19" fmla="*/ 689 h 746"/>
                <a:gd name="T20" fmla="*/ 43 w 636"/>
                <a:gd name="T21" fmla="*/ 57 h 746"/>
                <a:gd name="T22" fmla="*/ 57 w 636"/>
                <a:gd name="T23" fmla="*/ 43 h 746"/>
                <a:gd name="T24" fmla="*/ 94 w 636"/>
                <a:gd name="T25" fmla="*/ 43 h 746"/>
                <a:gd name="T26" fmla="*/ 94 w 636"/>
                <a:gd name="T27" fmla="*/ 703 h 746"/>
                <a:gd name="T28" fmla="*/ 57 w 636"/>
                <a:gd name="T29" fmla="*/ 703 h 746"/>
                <a:gd name="T30" fmla="*/ 43 w 636"/>
                <a:gd name="T31" fmla="*/ 689 h 746"/>
                <a:gd name="T32" fmla="*/ 593 w 636"/>
                <a:gd name="T33" fmla="*/ 689 h 746"/>
                <a:gd name="T34" fmla="*/ 579 w 636"/>
                <a:gd name="T35" fmla="*/ 703 h 746"/>
                <a:gd name="T36" fmla="*/ 138 w 636"/>
                <a:gd name="T37" fmla="*/ 703 h 746"/>
                <a:gd name="T38" fmla="*/ 138 w 636"/>
                <a:gd name="T39" fmla="*/ 43 h 746"/>
                <a:gd name="T40" fmla="*/ 579 w 636"/>
                <a:gd name="T41" fmla="*/ 43 h 746"/>
                <a:gd name="T42" fmla="*/ 593 w 636"/>
                <a:gd name="T43" fmla="*/ 57 h 746"/>
                <a:gd name="T44" fmla="*/ 593 w 636"/>
                <a:gd name="T45" fmla="*/ 689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6" h="746">
                  <a:moveTo>
                    <a:pt x="57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21"/>
                    <a:pt x="25" y="746"/>
                    <a:pt x="57" y="746"/>
                  </a:cubicBezTo>
                  <a:cubicBezTo>
                    <a:pt x="579" y="746"/>
                    <a:pt x="579" y="746"/>
                    <a:pt x="579" y="746"/>
                  </a:cubicBezTo>
                  <a:cubicBezTo>
                    <a:pt x="611" y="746"/>
                    <a:pt x="636" y="721"/>
                    <a:pt x="636" y="689"/>
                  </a:cubicBezTo>
                  <a:cubicBezTo>
                    <a:pt x="636" y="57"/>
                    <a:pt x="636" y="57"/>
                    <a:pt x="636" y="57"/>
                  </a:cubicBezTo>
                  <a:cubicBezTo>
                    <a:pt x="636" y="25"/>
                    <a:pt x="611" y="0"/>
                    <a:pt x="579" y="0"/>
                  </a:cubicBezTo>
                  <a:close/>
                  <a:moveTo>
                    <a:pt x="43" y="689"/>
                  </a:moveTo>
                  <a:cubicBezTo>
                    <a:pt x="43" y="57"/>
                    <a:pt x="43" y="57"/>
                    <a:pt x="43" y="57"/>
                  </a:cubicBezTo>
                  <a:cubicBezTo>
                    <a:pt x="43" y="49"/>
                    <a:pt x="49" y="43"/>
                    <a:pt x="57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703"/>
                    <a:pt x="94" y="703"/>
                    <a:pt x="94" y="703"/>
                  </a:cubicBezTo>
                  <a:cubicBezTo>
                    <a:pt x="57" y="703"/>
                    <a:pt x="57" y="703"/>
                    <a:pt x="57" y="703"/>
                  </a:cubicBezTo>
                  <a:cubicBezTo>
                    <a:pt x="49" y="703"/>
                    <a:pt x="43" y="697"/>
                    <a:pt x="43" y="689"/>
                  </a:cubicBezTo>
                  <a:close/>
                  <a:moveTo>
                    <a:pt x="593" y="689"/>
                  </a:moveTo>
                  <a:cubicBezTo>
                    <a:pt x="593" y="697"/>
                    <a:pt x="587" y="703"/>
                    <a:pt x="579" y="703"/>
                  </a:cubicBezTo>
                  <a:cubicBezTo>
                    <a:pt x="138" y="703"/>
                    <a:pt x="138" y="703"/>
                    <a:pt x="138" y="70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579" y="43"/>
                    <a:pt x="579" y="43"/>
                    <a:pt x="579" y="43"/>
                  </a:cubicBezTo>
                  <a:cubicBezTo>
                    <a:pt x="587" y="43"/>
                    <a:pt x="593" y="49"/>
                    <a:pt x="593" y="57"/>
                  </a:cubicBezTo>
                  <a:lnTo>
                    <a:pt x="593" y="6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2694" y="1474"/>
              <a:ext cx="184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2694" y="1352"/>
              <a:ext cx="245" cy="5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6" name="Freeform 12"/>
            <p:cNvSpPr>
              <a:spLocks noEditPoints="1"/>
            </p:cNvSpPr>
            <p:nvPr/>
          </p:nvSpPr>
          <p:spPr bwMode="auto">
            <a:xfrm>
              <a:off x="2968" y="1381"/>
              <a:ext cx="187" cy="606"/>
            </a:xfrm>
            <a:custGeom>
              <a:avLst/>
              <a:gdLst>
                <a:gd name="T0" fmla="*/ 0 w 153"/>
                <a:gd name="T1" fmla="*/ 76 h 498"/>
                <a:gd name="T2" fmla="*/ 0 w 153"/>
                <a:gd name="T3" fmla="*/ 441 h 498"/>
                <a:gd name="T4" fmla="*/ 57 w 153"/>
                <a:gd name="T5" fmla="*/ 498 h 498"/>
                <a:gd name="T6" fmla="*/ 96 w 153"/>
                <a:gd name="T7" fmla="*/ 498 h 498"/>
                <a:gd name="T8" fmla="*/ 153 w 153"/>
                <a:gd name="T9" fmla="*/ 441 h 498"/>
                <a:gd name="T10" fmla="*/ 153 w 153"/>
                <a:gd name="T11" fmla="*/ 76 h 498"/>
                <a:gd name="T12" fmla="*/ 77 w 153"/>
                <a:gd name="T13" fmla="*/ 0 h 498"/>
                <a:gd name="T14" fmla="*/ 0 w 153"/>
                <a:gd name="T15" fmla="*/ 76 h 498"/>
                <a:gd name="T16" fmla="*/ 109 w 153"/>
                <a:gd name="T17" fmla="*/ 441 h 498"/>
                <a:gd name="T18" fmla="*/ 96 w 153"/>
                <a:gd name="T19" fmla="*/ 454 h 498"/>
                <a:gd name="T20" fmla="*/ 57 w 153"/>
                <a:gd name="T21" fmla="*/ 454 h 498"/>
                <a:gd name="T22" fmla="*/ 44 w 153"/>
                <a:gd name="T23" fmla="*/ 441 h 498"/>
                <a:gd name="T24" fmla="*/ 44 w 153"/>
                <a:gd name="T25" fmla="*/ 94 h 498"/>
                <a:gd name="T26" fmla="*/ 77 w 153"/>
                <a:gd name="T27" fmla="*/ 62 h 498"/>
                <a:gd name="T28" fmla="*/ 109 w 153"/>
                <a:gd name="T29" fmla="*/ 94 h 498"/>
                <a:gd name="T30" fmla="*/ 109 w 153"/>
                <a:gd name="T31" fmla="*/ 441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498">
                  <a:moveTo>
                    <a:pt x="0" y="76"/>
                  </a:moveTo>
                  <a:cubicBezTo>
                    <a:pt x="0" y="441"/>
                    <a:pt x="0" y="441"/>
                    <a:pt x="0" y="441"/>
                  </a:cubicBezTo>
                  <a:cubicBezTo>
                    <a:pt x="0" y="472"/>
                    <a:pt x="26" y="498"/>
                    <a:pt x="57" y="498"/>
                  </a:cubicBezTo>
                  <a:cubicBezTo>
                    <a:pt x="96" y="498"/>
                    <a:pt x="96" y="498"/>
                    <a:pt x="96" y="498"/>
                  </a:cubicBezTo>
                  <a:cubicBezTo>
                    <a:pt x="128" y="498"/>
                    <a:pt x="153" y="472"/>
                    <a:pt x="153" y="441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76"/>
                  </a:lnTo>
                  <a:close/>
                  <a:moveTo>
                    <a:pt x="109" y="441"/>
                  </a:moveTo>
                  <a:cubicBezTo>
                    <a:pt x="109" y="448"/>
                    <a:pt x="104" y="454"/>
                    <a:pt x="96" y="454"/>
                  </a:cubicBezTo>
                  <a:cubicBezTo>
                    <a:pt x="57" y="454"/>
                    <a:pt x="57" y="454"/>
                    <a:pt x="57" y="454"/>
                  </a:cubicBezTo>
                  <a:cubicBezTo>
                    <a:pt x="50" y="454"/>
                    <a:pt x="44" y="448"/>
                    <a:pt x="44" y="441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109" y="94"/>
                    <a:pt x="109" y="94"/>
                    <a:pt x="109" y="94"/>
                  </a:cubicBezTo>
                  <a:lnTo>
                    <a:pt x="109" y="4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grpSp>
        <p:nvGrpSpPr>
          <p:cNvPr id="37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<p:cNvGrpSpPr>
            <a:grpSpLocks noChangeAspect="1"/>
          </p:cNvGrpSpPr>
          <p:nvPr/>
        </p:nvGrpSpPr>
        <p:grpSpPr>
          <a:xfrm>
            <a:off x="8355061" y="1484671"/>
            <a:ext cx="315540" cy="236310"/>
            <a:chOff x="2423" y="1278"/>
            <a:chExt cx="912" cy="683"/>
          </a:xfrm>
          <a:solidFill>
            <a:srgbClr val="6A4678"/>
          </a:solidFill>
        </p:grpSpPr>
        <p:sp>
          <p:nvSpPr>
            <p:cNvPr id="38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9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  <p:sp>
        <p:nvSpPr>
          <p:cNvPr id="40" name="PA_矩形 8"/>
          <p:cNvSpPr/>
          <p:nvPr>
            <p:custDataLst>
              <p:tags r:id="rId2"/>
            </p:custDataLst>
          </p:nvPr>
        </p:nvSpPr>
        <p:spPr>
          <a:xfrm>
            <a:off x="422649" y="3889415"/>
            <a:ext cx="829870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6600" b="1" kern="0" dirty="0">
                <a:solidFill>
                  <a:schemeClr val="bg1">
                    <a:alpha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圆: 空心 48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SpPr/>
          <p:nvPr/>
        </p:nvSpPr>
        <p:spPr>
          <a:xfrm>
            <a:off x="-1962206" y="-987353"/>
            <a:ext cx="6762806" cy="6762806"/>
          </a:xfrm>
          <a:prstGeom prst="donut">
            <a:avLst/>
          </a:prstGeom>
          <a:solidFill>
            <a:srgbClr val="FEA278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170777" y="699431"/>
            <a:ext cx="5516963" cy="120387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627037" y="2152366"/>
            <a:ext cx="5516963" cy="120387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160617" y="3627070"/>
            <a:ext cx="5516963" cy="120387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7" name="文本框 3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326267" y="933185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38" name="矩形 3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326130" y="1235710"/>
            <a:ext cx="4157345" cy="790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39" name="文本框 3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798203" y="2343539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40" name="矩形 3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797935" y="2646045"/>
            <a:ext cx="4157980" cy="790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41" name="文本框 4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362843" y="3812239"/>
            <a:ext cx="2109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Of Work</a:t>
            </a:r>
          </a:p>
        </p:txBody>
      </p:sp>
      <p:sp>
        <p:nvSpPr>
          <p:cNvPr id="42" name="矩形 4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362960" y="4114800"/>
            <a:ext cx="4324985" cy="548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596" y="1742821"/>
            <a:ext cx="1752447" cy="175244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090" y="206882"/>
            <a:ext cx="1638496" cy="163849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0047" y="-317566"/>
            <a:ext cx="5031081" cy="5031081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335" y="2993572"/>
            <a:ext cx="2149928" cy="21499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-576006" y="5747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0730" y="2576871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632" y="1427003"/>
            <a:ext cx="8572736" cy="2289494"/>
          </a:xfrm>
          <a:prstGeom prst="roundRect">
            <a:avLst>
              <a:gd name="adj" fmla="val 11179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PA_矩形 8"/>
          <p:cNvSpPr/>
          <p:nvPr>
            <p:custDataLst>
              <p:tags r:id="rId1"/>
            </p:custDataLst>
          </p:nvPr>
        </p:nvSpPr>
        <p:spPr>
          <a:xfrm>
            <a:off x="4637259" y="1630652"/>
            <a:ext cx="32071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36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Market Data </a:t>
            </a:r>
          </a:p>
          <a:p>
            <a:pPr defTabSz="685800"/>
            <a:r>
              <a:rPr lang="en-US" altLang="zh-CN" sz="36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Analysis</a:t>
            </a:r>
          </a:p>
        </p:txBody>
      </p:sp>
      <p:sp>
        <p:nvSpPr>
          <p:cNvPr id="12" name="矩形 11"/>
          <p:cNvSpPr/>
          <p:nvPr/>
        </p:nvSpPr>
        <p:spPr>
          <a:xfrm>
            <a:off x="4692510" y="2799316"/>
            <a:ext cx="3609870" cy="89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500257" y="1974079"/>
            <a:ext cx="1259182" cy="0"/>
          </a:xfrm>
          <a:prstGeom prst="line">
            <a:avLst/>
          </a:prstGeom>
          <a:ln>
            <a:solidFill>
              <a:srgbClr val="3936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4761235" y="3943739"/>
            <a:ext cx="1239865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第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单元</a:t>
            </a:r>
          </a:p>
        </p:txBody>
      </p:sp>
      <p:grpSp>
        <p:nvGrpSpPr>
          <p:cNvPr id="16" name="组合 15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GrpSpPr/>
          <p:nvPr/>
        </p:nvGrpSpPr>
        <p:grpSpPr>
          <a:xfrm>
            <a:off x="4506163" y="275646"/>
            <a:ext cx="4444890" cy="461666"/>
            <a:chOff x="353151" y="258868"/>
            <a:chExt cx="4307676" cy="461666"/>
          </a:xfrm>
        </p:grpSpPr>
        <p:sp>
          <p:nvSpPr>
            <p:cNvPr id="17" name="文本框 1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53151" y="258868"/>
              <a:ext cx="900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Summary</a:t>
              </a:r>
            </a:p>
          </p:txBody>
        </p:sp>
        <p:sp>
          <p:nvSpPr>
            <p:cNvPr id="18" name="文本框 17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1560358" y="258869"/>
              <a:ext cx="616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Data</a:t>
              </a: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2484063" y="258869"/>
              <a:ext cx="10251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Experience</a:t>
              </a:r>
            </a:p>
          </p:txBody>
        </p:sp>
        <p:sp>
          <p:nvSpPr>
            <p:cNvPr id="20" name="文本框 19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816445" y="258869"/>
              <a:ext cx="844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Planning</a:t>
              </a:r>
            </a:p>
          </p:txBody>
        </p:sp>
      </p:grpSp>
      <p:sp>
        <p:nvSpPr>
          <p:cNvPr id="22" name="椭圆 21"/>
          <p:cNvSpPr/>
          <p:nvPr/>
        </p:nvSpPr>
        <p:spPr>
          <a:xfrm>
            <a:off x="3136492" y="38362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5900" y="40648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90071" y="4497490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0" y="0"/>
            <a:ext cx="5435731" cy="5435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122549" y="901823"/>
            <a:ext cx="8836600" cy="2095901"/>
          </a:xfrm>
          <a:prstGeom prst="roundRect">
            <a:avLst>
              <a:gd name="adj" fmla="val 11179"/>
            </a:avLst>
          </a:prstGeom>
          <a:gradFill>
            <a:gsLst>
              <a:gs pos="31978">
                <a:srgbClr val="FDE3ED"/>
              </a:gs>
              <a:gs pos="20000">
                <a:srgbClr val="FDE9F1"/>
              </a:gs>
              <a:gs pos="73000">
                <a:srgbClr val="FBCDE0"/>
              </a:gs>
            </a:gsLst>
            <a:lin ang="2700000" scaled="1"/>
          </a:gradFill>
          <a:ln w="19050"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  <a:effectLst>
            <a:outerShdw blurRad="127000" dist="635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矩形 2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/>
          <p:nvPr/>
        </p:nvSpPr>
        <p:spPr>
          <a:xfrm>
            <a:off x="3876838" y="1293448"/>
            <a:ext cx="4758900" cy="172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montesLorem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ipsum dolor sit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思源黑体 CN Regular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-938303"/>
            <a:ext cx="5143500" cy="5143500"/>
          </a:xfrm>
          <a:prstGeom prst="rect">
            <a:avLst/>
          </a:prstGeom>
        </p:spPr>
      </p:pic>
      <p:sp>
        <p:nvSpPr>
          <p:cNvPr id="15" name="文本框 14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 rot="20547825">
            <a:off x="2572454" y="527065"/>
            <a:ext cx="2668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</a:rPr>
              <a:t>Data Analysis</a:t>
            </a:r>
          </a:p>
        </p:txBody>
      </p:sp>
      <p:sp>
        <p:nvSpPr>
          <p:cNvPr id="4" name="文本框 3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1078055" y="3641740"/>
            <a:ext cx="92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</a:rPr>
              <a:t>75%</a:t>
            </a:r>
          </a:p>
        </p:txBody>
      </p:sp>
      <p:sp>
        <p:nvSpPr>
          <p:cNvPr id="5" name="Freeform 5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SpPr>
            <a:spLocks noEditPoints="1"/>
          </p:cNvSpPr>
          <p:nvPr/>
        </p:nvSpPr>
        <p:spPr bwMode="auto">
          <a:xfrm>
            <a:off x="649984" y="3643151"/>
            <a:ext cx="396858" cy="397288"/>
          </a:xfrm>
          <a:custGeom>
            <a:avLst/>
            <a:gdLst>
              <a:gd name="T0" fmla="*/ 349 w 775"/>
              <a:gd name="T1" fmla="*/ 77 h 776"/>
              <a:gd name="T2" fmla="*/ 0 w 775"/>
              <a:gd name="T3" fmla="*/ 426 h 776"/>
              <a:gd name="T4" fmla="*/ 349 w 775"/>
              <a:gd name="T5" fmla="*/ 776 h 776"/>
              <a:gd name="T6" fmla="*/ 698 w 775"/>
              <a:gd name="T7" fmla="*/ 426 h 776"/>
              <a:gd name="T8" fmla="*/ 349 w 775"/>
              <a:gd name="T9" fmla="*/ 426 h 776"/>
              <a:gd name="T10" fmla="*/ 349 w 775"/>
              <a:gd name="T11" fmla="*/ 77 h 776"/>
              <a:gd name="T12" fmla="*/ 426 w 775"/>
              <a:gd name="T13" fmla="*/ 0 h 776"/>
              <a:gd name="T14" fmla="*/ 775 w 775"/>
              <a:gd name="T15" fmla="*/ 349 h 776"/>
              <a:gd name="T16" fmla="*/ 426 w 775"/>
              <a:gd name="T17" fmla="*/ 349 h 776"/>
              <a:gd name="T18" fmla="*/ 426 w 775"/>
              <a:gd name="T19" fmla="*/ 0 h 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75" h="776">
                <a:moveTo>
                  <a:pt x="349" y="77"/>
                </a:moveTo>
                <a:cubicBezTo>
                  <a:pt x="156" y="77"/>
                  <a:pt x="0" y="234"/>
                  <a:pt x="0" y="426"/>
                </a:cubicBezTo>
                <a:cubicBezTo>
                  <a:pt x="0" y="619"/>
                  <a:pt x="156" y="776"/>
                  <a:pt x="349" y="776"/>
                </a:cubicBezTo>
                <a:cubicBezTo>
                  <a:pt x="541" y="776"/>
                  <a:pt x="698" y="619"/>
                  <a:pt x="698" y="426"/>
                </a:cubicBezTo>
                <a:cubicBezTo>
                  <a:pt x="349" y="426"/>
                  <a:pt x="349" y="426"/>
                  <a:pt x="349" y="426"/>
                </a:cubicBezTo>
                <a:lnTo>
                  <a:pt x="349" y="77"/>
                </a:lnTo>
                <a:close/>
                <a:moveTo>
                  <a:pt x="426" y="0"/>
                </a:moveTo>
                <a:cubicBezTo>
                  <a:pt x="619" y="0"/>
                  <a:pt x="775" y="156"/>
                  <a:pt x="775" y="349"/>
                </a:cubicBezTo>
                <a:cubicBezTo>
                  <a:pt x="426" y="349"/>
                  <a:pt x="426" y="349"/>
                  <a:pt x="426" y="349"/>
                </a:cubicBezTo>
                <a:lnTo>
                  <a:pt x="426" y="0"/>
                </a:lnTo>
                <a:close/>
              </a:path>
            </a:pathLst>
          </a:cu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6A4678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6" name="矩形 5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577211" y="4135680"/>
            <a:ext cx="1564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  <a:sym typeface="+mn-lt"/>
              </a:rPr>
              <a:t>Data Analysis</a:t>
            </a:r>
          </a:p>
        </p:txBody>
      </p:sp>
      <p:sp>
        <p:nvSpPr>
          <p:cNvPr id="7" name="矩形 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577211" y="4443413"/>
            <a:ext cx="2392233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</a:t>
            </a:r>
          </a:p>
        </p:txBody>
      </p:sp>
      <p:sp>
        <p:nvSpPr>
          <p:cNvPr id="8" name="文本框 7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4009791" y="3641740"/>
            <a:ext cx="92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</a:rPr>
              <a:t>813K</a:t>
            </a:r>
          </a:p>
        </p:txBody>
      </p:sp>
      <p:sp>
        <p:nvSpPr>
          <p:cNvPr id="9" name="矩形 8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8947" y="4104859"/>
            <a:ext cx="1564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  <a:sym typeface="+mn-lt"/>
              </a:rPr>
              <a:t>Data Analysis</a:t>
            </a:r>
          </a:p>
        </p:txBody>
      </p:sp>
      <p:sp>
        <p:nvSpPr>
          <p:cNvPr id="10" name="矩形 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508947" y="4412592"/>
            <a:ext cx="2392233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</a:t>
            </a:r>
          </a:p>
        </p:txBody>
      </p:sp>
      <p:sp>
        <p:nvSpPr>
          <p:cNvPr id="11" name="Freeform 9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SpPr>
            <a:spLocks noEditPoints="1"/>
          </p:cNvSpPr>
          <p:nvPr/>
        </p:nvSpPr>
        <p:spPr bwMode="auto">
          <a:xfrm>
            <a:off x="3657600" y="3653259"/>
            <a:ext cx="377072" cy="377072"/>
          </a:xfrm>
          <a:custGeom>
            <a:avLst/>
            <a:gdLst>
              <a:gd name="T0" fmla="*/ 641 w 666"/>
              <a:gd name="T1" fmla="*/ 666 h 666"/>
              <a:gd name="T2" fmla="*/ 25 w 666"/>
              <a:gd name="T3" fmla="*/ 666 h 666"/>
              <a:gd name="T4" fmla="*/ 0 w 666"/>
              <a:gd name="T5" fmla="*/ 641 h 666"/>
              <a:gd name="T6" fmla="*/ 0 w 666"/>
              <a:gd name="T7" fmla="*/ 641 h 666"/>
              <a:gd name="T8" fmla="*/ 0 w 666"/>
              <a:gd name="T9" fmla="*/ 25 h 666"/>
              <a:gd name="T10" fmla="*/ 25 w 666"/>
              <a:gd name="T11" fmla="*/ 0 h 666"/>
              <a:gd name="T12" fmla="*/ 50 w 666"/>
              <a:gd name="T13" fmla="*/ 25 h 666"/>
              <a:gd name="T14" fmla="*/ 50 w 666"/>
              <a:gd name="T15" fmla="*/ 616 h 666"/>
              <a:gd name="T16" fmla="*/ 641 w 666"/>
              <a:gd name="T17" fmla="*/ 616 h 666"/>
              <a:gd name="T18" fmla="*/ 666 w 666"/>
              <a:gd name="T19" fmla="*/ 641 h 666"/>
              <a:gd name="T20" fmla="*/ 641 w 666"/>
              <a:gd name="T21" fmla="*/ 666 h 666"/>
              <a:gd name="T22" fmla="*/ 600 w 666"/>
              <a:gd name="T23" fmla="*/ 583 h 666"/>
              <a:gd name="T24" fmla="*/ 550 w 666"/>
              <a:gd name="T25" fmla="*/ 583 h 666"/>
              <a:gd name="T26" fmla="*/ 516 w 666"/>
              <a:gd name="T27" fmla="*/ 550 h 666"/>
              <a:gd name="T28" fmla="*/ 516 w 666"/>
              <a:gd name="T29" fmla="*/ 550 h 666"/>
              <a:gd name="T30" fmla="*/ 516 w 666"/>
              <a:gd name="T31" fmla="*/ 183 h 666"/>
              <a:gd name="T32" fmla="*/ 550 w 666"/>
              <a:gd name="T33" fmla="*/ 150 h 666"/>
              <a:gd name="T34" fmla="*/ 550 w 666"/>
              <a:gd name="T35" fmla="*/ 150 h 666"/>
              <a:gd name="T36" fmla="*/ 600 w 666"/>
              <a:gd name="T37" fmla="*/ 150 h 666"/>
              <a:gd name="T38" fmla="*/ 633 w 666"/>
              <a:gd name="T39" fmla="*/ 183 h 666"/>
              <a:gd name="T40" fmla="*/ 633 w 666"/>
              <a:gd name="T41" fmla="*/ 183 h 666"/>
              <a:gd name="T42" fmla="*/ 633 w 666"/>
              <a:gd name="T43" fmla="*/ 550 h 666"/>
              <a:gd name="T44" fmla="*/ 600 w 666"/>
              <a:gd name="T45" fmla="*/ 583 h 666"/>
              <a:gd name="T46" fmla="*/ 600 w 666"/>
              <a:gd name="T47" fmla="*/ 583 h 666"/>
              <a:gd name="T48" fmla="*/ 400 w 666"/>
              <a:gd name="T49" fmla="*/ 583 h 666"/>
              <a:gd name="T50" fmla="*/ 350 w 666"/>
              <a:gd name="T51" fmla="*/ 583 h 666"/>
              <a:gd name="T52" fmla="*/ 316 w 666"/>
              <a:gd name="T53" fmla="*/ 550 h 666"/>
              <a:gd name="T54" fmla="*/ 316 w 666"/>
              <a:gd name="T55" fmla="*/ 550 h 666"/>
              <a:gd name="T56" fmla="*/ 316 w 666"/>
              <a:gd name="T57" fmla="*/ 250 h 666"/>
              <a:gd name="T58" fmla="*/ 350 w 666"/>
              <a:gd name="T59" fmla="*/ 216 h 666"/>
              <a:gd name="T60" fmla="*/ 400 w 666"/>
              <a:gd name="T61" fmla="*/ 216 h 666"/>
              <a:gd name="T62" fmla="*/ 433 w 666"/>
              <a:gd name="T63" fmla="*/ 250 h 666"/>
              <a:gd name="T64" fmla="*/ 433 w 666"/>
              <a:gd name="T65" fmla="*/ 250 h 666"/>
              <a:gd name="T66" fmla="*/ 433 w 666"/>
              <a:gd name="T67" fmla="*/ 550 h 666"/>
              <a:gd name="T68" fmla="*/ 400 w 666"/>
              <a:gd name="T69" fmla="*/ 583 h 666"/>
              <a:gd name="T70" fmla="*/ 400 w 666"/>
              <a:gd name="T71" fmla="*/ 583 h 666"/>
              <a:gd name="T72" fmla="*/ 200 w 666"/>
              <a:gd name="T73" fmla="*/ 583 h 666"/>
              <a:gd name="T74" fmla="*/ 150 w 666"/>
              <a:gd name="T75" fmla="*/ 583 h 666"/>
              <a:gd name="T76" fmla="*/ 116 w 666"/>
              <a:gd name="T77" fmla="*/ 550 h 666"/>
              <a:gd name="T78" fmla="*/ 116 w 666"/>
              <a:gd name="T79" fmla="*/ 550 h 666"/>
              <a:gd name="T80" fmla="*/ 116 w 666"/>
              <a:gd name="T81" fmla="*/ 116 h 666"/>
              <a:gd name="T82" fmla="*/ 150 w 666"/>
              <a:gd name="T83" fmla="*/ 83 h 666"/>
              <a:gd name="T84" fmla="*/ 200 w 666"/>
              <a:gd name="T85" fmla="*/ 83 h 666"/>
              <a:gd name="T86" fmla="*/ 233 w 666"/>
              <a:gd name="T87" fmla="*/ 116 h 666"/>
              <a:gd name="T88" fmla="*/ 233 w 666"/>
              <a:gd name="T89" fmla="*/ 550 h 666"/>
              <a:gd name="T90" fmla="*/ 200 w 666"/>
              <a:gd name="T91" fmla="*/ 583 h 666"/>
              <a:gd name="T92" fmla="*/ 200 w 666"/>
              <a:gd name="T93" fmla="*/ 583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66" h="666">
                <a:moveTo>
                  <a:pt x="641" y="666"/>
                </a:moveTo>
                <a:cubicBezTo>
                  <a:pt x="25" y="666"/>
                  <a:pt x="25" y="666"/>
                  <a:pt x="25" y="666"/>
                </a:cubicBezTo>
                <a:cubicBezTo>
                  <a:pt x="11" y="666"/>
                  <a:pt x="0" y="655"/>
                  <a:pt x="0" y="641"/>
                </a:cubicBezTo>
                <a:cubicBezTo>
                  <a:pt x="0" y="641"/>
                  <a:pt x="0" y="641"/>
                  <a:pt x="0" y="641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38" y="0"/>
                  <a:pt x="50" y="11"/>
                  <a:pt x="50" y="25"/>
                </a:cubicBezTo>
                <a:cubicBezTo>
                  <a:pt x="50" y="616"/>
                  <a:pt x="50" y="616"/>
                  <a:pt x="50" y="616"/>
                </a:cubicBezTo>
                <a:cubicBezTo>
                  <a:pt x="641" y="616"/>
                  <a:pt x="641" y="616"/>
                  <a:pt x="641" y="616"/>
                </a:cubicBezTo>
                <a:cubicBezTo>
                  <a:pt x="655" y="616"/>
                  <a:pt x="666" y="628"/>
                  <a:pt x="666" y="641"/>
                </a:cubicBezTo>
                <a:cubicBezTo>
                  <a:pt x="666" y="655"/>
                  <a:pt x="655" y="666"/>
                  <a:pt x="641" y="666"/>
                </a:cubicBezTo>
                <a:close/>
                <a:moveTo>
                  <a:pt x="600" y="583"/>
                </a:moveTo>
                <a:cubicBezTo>
                  <a:pt x="550" y="583"/>
                  <a:pt x="550" y="583"/>
                  <a:pt x="550" y="583"/>
                </a:cubicBezTo>
                <a:cubicBezTo>
                  <a:pt x="531" y="583"/>
                  <a:pt x="516" y="568"/>
                  <a:pt x="516" y="550"/>
                </a:cubicBezTo>
                <a:cubicBezTo>
                  <a:pt x="516" y="550"/>
                  <a:pt x="516" y="550"/>
                  <a:pt x="516" y="550"/>
                </a:cubicBezTo>
                <a:cubicBezTo>
                  <a:pt x="516" y="183"/>
                  <a:pt x="516" y="183"/>
                  <a:pt x="516" y="183"/>
                </a:cubicBezTo>
                <a:cubicBezTo>
                  <a:pt x="516" y="165"/>
                  <a:pt x="531" y="150"/>
                  <a:pt x="550" y="150"/>
                </a:cubicBezTo>
                <a:cubicBezTo>
                  <a:pt x="550" y="150"/>
                  <a:pt x="550" y="150"/>
                  <a:pt x="550" y="150"/>
                </a:cubicBezTo>
                <a:cubicBezTo>
                  <a:pt x="600" y="150"/>
                  <a:pt x="600" y="150"/>
                  <a:pt x="600" y="150"/>
                </a:cubicBezTo>
                <a:cubicBezTo>
                  <a:pt x="618" y="150"/>
                  <a:pt x="633" y="165"/>
                  <a:pt x="633" y="183"/>
                </a:cubicBezTo>
                <a:cubicBezTo>
                  <a:pt x="633" y="183"/>
                  <a:pt x="633" y="183"/>
                  <a:pt x="633" y="183"/>
                </a:cubicBezTo>
                <a:cubicBezTo>
                  <a:pt x="633" y="550"/>
                  <a:pt x="633" y="550"/>
                  <a:pt x="633" y="550"/>
                </a:cubicBezTo>
                <a:cubicBezTo>
                  <a:pt x="633" y="568"/>
                  <a:pt x="618" y="583"/>
                  <a:pt x="600" y="583"/>
                </a:cubicBezTo>
                <a:cubicBezTo>
                  <a:pt x="600" y="583"/>
                  <a:pt x="600" y="583"/>
                  <a:pt x="600" y="583"/>
                </a:cubicBezTo>
                <a:close/>
                <a:moveTo>
                  <a:pt x="400" y="583"/>
                </a:moveTo>
                <a:cubicBezTo>
                  <a:pt x="350" y="583"/>
                  <a:pt x="350" y="583"/>
                  <a:pt x="350" y="583"/>
                </a:cubicBezTo>
                <a:cubicBezTo>
                  <a:pt x="331" y="583"/>
                  <a:pt x="316" y="568"/>
                  <a:pt x="316" y="550"/>
                </a:cubicBezTo>
                <a:cubicBezTo>
                  <a:pt x="316" y="550"/>
                  <a:pt x="316" y="550"/>
                  <a:pt x="316" y="550"/>
                </a:cubicBezTo>
                <a:cubicBezTo>
                  <a:pt x="316" y="250"/>
                  <a:pt x="316" y="250"/>
                  <a:pt x="316" y="250"/>
                </a:cubicBezTo>
                <a:cubicBezTo>
                  <a:pt x="316" y="231"/>
                  <a:pt x="331" y="216"/>
                  <a:pt x="350" y="216"/>
                </a:cubicBezTo>
                <a:cubicBezTo>
                  <a:pt x="400" y="216"/>
                  <a:pt x="400" y="216"/>
                  <a:pt x="400" y="216"/>
                </a:cubicBezTo>
                <a:cubicBezTo>
                  <a:pt x="418" y="216"/>
                  <a:pt x="433" y="231"/>
                  <a:pt x="433" y="250"/>
                </a:cubicBezTo>
                <a:cubicBezTo>
                  <a:pt x="433" y="250"/>
                  <a:pt x="433" y="250"/>
                  <a:pt x="433" y="250"/>
                </a:cubicBezTo>
                <a:cubicBezTo>
                  <a:pt x="433" y="550"/>
                  <a:pt x="433" y="550"/>
                  <a:pt x="433" y="550"/>
                </a:cubicBezTo>
                <a:cubicBezTo>
                  <a:pt x="433" y="568"/>
                  <a:pt x="418" y="583"/>
                  <a:pt x="400" y="583"/>
                </a:cubicBezTo>
                <a:cubicBezTo>
                  <a:pt x="400" y="583"/>
                  <a:pt x="400" y="583"/>
                  <a:pt x="400" y="583"/>
                </a:cubicBezTo>
                <a:close/>
                <a:moveTo>
                  <a:pt x="200" y="583"/>
                </a:moveTo>
                <a:cubicBezTo>
                  <a:pt x="150" y="583"/>
                  <a:pt x="150" y="583"/>
                  <a:pt x="150" y="583"/>
                </a:cubicBezTo>
                <a:cubicBezTo>
                  <a:pt x="131" y="583"/>
                  <a:pt x="116" y="568"/>
                  <a:pt x="116" y="550"/>
                </a:cubicBezTo>
                <a:cubicBezTo>
                  <a:pt x="116" y="550"/>
                  <a:pt x="116" y="550"/>
                  <a:pt x="116" y="550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98"/>
                  <a:pt x="131" y="83"/>
                  <a:pt x="150" y="83"/>
                </a:cubicBezTo>
                <a:cubicBezTo>
                  <a:pt x="200" y="83"/>
                  <a:pt x="200" y="83"/>
                  <a:pt x="200" y="83"/>
                </a:cubicBezTo>
                <a:cubicBezTo>
                  <a:pt x="218" y="83"/>
                  <a:pt x="233" y="98"/>
                  <a:pt x="233" y="116"/>
                </a:cubicBezTo>
                <a:cubicBezTo>
                  <a:pt x="233" y="550"/>
                  <a:pt x="233" y="550"/>
                  <a:pt x="233" y="550"/>
                </a:cubicBezTo>
                <a:cubicBezTo>
                  <a:pt x="233" y="568"/>
                  <a:pt x="218" y="583"/>
                  <a:pt x="200" y="583"/>
                </a:cubicBezTo>
                <a:cubicBezTo>
                  <a:pt x="200" y="583"/>
                  <a:pt x="200" y="583"/>
                  <a:pt x="200" y="583"/>
                </a:cubicBezTo>
                <a:close/>
              </a:path>
            </a:pathLst>
          </a:cu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6A4678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6308708" y="4104859"/>
            <a:ext cx="1564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  <a:sym typeface="+mn-lt"/>
              </a:rPr>
              <a:t>Data Analysis</a:t>
            </a: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6308708" y="4412592"/>
            <a:ext cx="2392233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</a:t>
            </a:r>
          </a:p>
        </p:txBody>
      </p:sp>
      <p:sp>
        <p:nvSpPr>
          <p:cNvPr id="25" name="文本框 24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6880141" y="3641740"/>
            <a:ext cx="92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6A4678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</a:rPr>
              <a:t>30%</a:t>
            </a:r>
          </a:p>
        </p:txBody>
      </p:sp>
      <p:grpSp>
        <p:nvGrpSpPr>
          <p:cNvPr id="13" name="Group 4"/>
          <p:cNvGrpSpPr>
            <a:grpSpLocks noChangeAspect="1"/>
          </p:cNvGrpSpPr>
          <p:nvPr/>
        </p:nvGrpSpPr>
        <p:grpSpPr>
          <a:xfrm>
            <a:off x="6408420" y="3665974"/>
            <a:ext cx="403860" cy="351642"/>
            <a:chOff x="1792" y="667"/>
            <a:chExt cx="2181" cy="1899"/>
          </a:xfrm>
        </p:grpSpPr>
        <p:sp>
          <p:nvSpPr>
            <p:cNvPr id="17" name="Freeform 5"/>
            <p:cNvSpPr/>
            <p:nvPr/>
          </p:nvSpPr>
          <p:spPr bwMode="auto">
            <a:xfrm>
              <a:off x="1792" y="667"/>
              <a:ext cx="2181" cy="1899"/>
            </a:xfrm>
            <a:custGeom>
              <a:avLst/>
              <a:gdLst>
                <a:gd name="T0" fmla="*/ 872 w 917"/>
                <a:gd name="T1" fmla="*/ 798 h 798"/>
                <a:gd name="T2" fmla="*/ 0 w 917"/>
                <a:gd name="T3" fmla="*/ 798 h 798"/>
                <a:gd name="T4" fmla="*/ 0 w 917"/>
                <a:gd name="T5" fmla="*/ 45 h 798"/>
                <a:gd name="T6" fmla="*/ 53 w 917"/>
                <a:gd name="T7" fmla="*/ 3 h 798"/>
                <a:gd name="T8" fmla="*/ 94 w 917"/>
                <a:gd name="T9" fmla="*/ 45 h 798"/>
                <a:gd name="T10" fmla="*/ 94 w 917"/>
                <a:gd name="T11" fmla="*/ 704 h 798"/>
                <a:gd name="T12" fmla="*/ 872 w 917"/>
                <a:gd name="T13" fmla="*/ 704 h 798"/>
                <a:gd name="T14" fmla="*/ 913 w 917"/>
                <a:gd name="T15" fmla="*/ 756 h 798"/>
                <a:gd name="T16" fmla="*/ 872 w 917"/>
                <a:gd name="T17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7" h="798">
                  <a:moveTo>
                    <a:pt x="872" y="798"/>
                  </a:moveTo>
                  <a:cubicBezTo>
                    <a:pt x="0" y="798"/>
                    <a:pt x="0" y="798"/>
                    <a:pt x="0" y="79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3" y="19"/>
                    <a:pt x="27" y="0"/>
                    <a:pt x="53" y="3"/>
                  </a:cubicBezTo>
                  <a:cubicBezTo>
                    <a:pt x="75" y="6"/>
                    <a:pt x="92" y="23"/>
                    <a:pt x="94" y="45"/>
                  </a:cubicBezTo>
                  <a:cubicBezTo>
                    <a:pt x="94" y="704"/>
                    <a:pt x="94" y="704"/>
                    <a:pt x="94" y="704"/>
                  </a:cubicBezTo>
                  <a:cubicBezTo>
                    <a:pt x="872" y="704"/>
                    <a:pt x="872" y="704"/>
                    <a:pt x="872" y="704"/>
                  </a:cubicBezTo>
                  <a:cubicBezTo>
                    <a:pt x="898" y="707"/>
                    <a:pt x="917" y="730"/>
                    <a:pt x="913" y="756"/>
                  </a:cubicBezTo>
                  <a:cubicBezTo>
                    <a:pt x="911" y="778"/>
                    <a:pt x="894" y="795"/>
                    <a:pt x="872" y="798"/>
                  </a:cubicBezTo>
                  <a:close/>
                </a:path>
              </a:pathLst>
            </a:cu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8" name="Freeform 6"/>
            <p:cNvSpPr/>
            <p:nvPr/>
          </p:nvSpPr>
          <p:spPr bwMode="auto">
            <a:xfrm>
              <a:off x="2144" y="795"/>
              <a:ext cx="1700" cy="1309"/>
            </a:xfrm>
            <a:custGeom>
              <a:avLst/>
              <a:gdLst>
                <a:gd name="T0" fmla="*/ 53 w 715"/>
                <a:gd name="T1" fmla="*/ 550 h 550"/>
                <a:gd name="T2" fmla="*/ 33 w 715"/>
                <a:gd name="T3" fmla="*/ 544 h 550"/>
                <a:gd name="T4" fmla="*/ 11 w 715"/>
                <a:gd name="T5" fmla="*/ 482 h 550"/>
                <a:gd name="T6" fmla="*/ 12 w 715"/>
                <a:gd name="T7" fmla="*/ 480 h 550"/>
                <a:gd name="T8" fmla="*/ 136 w 715"/>
                <a:gd name="T9" fmla="*/ 230 h 550"/>
                <a:gd name="T10" fmla="*/ 357 w 715"/>
                <a:gd name="T11" fmla="*/ 389 h 550"/>
                <a:gd name="T12" fmla="*/ 626 w 715"/>
                <a:gd name="T13" fmla="*/ 25 h 550"/>
                <a:gd name="T14" fmla="*/ 690 w 715"/>
                <a:gd name="T15" fmla="*/ 15 h 550"/>
                <a:gd name="T16" fmla="*/ 690 w 715"/>
                <a:gd name="T17" fmla="*/ 15 h 550"/>
                <a:gd name="T18" fmla="*/ 701 w 715"/>
                <a:gd name="T19" fmla="*/ 79 h 550"/>
                <a:gd name="T20" fmla="*/ 377 w 715"/>
                <a:gd name="T21" fmla="*/ 521 h 550"/>
                <a:gd name="T22" fmla="*/ 173 w 715"/>
                <a:gd name="T23" fmla="*/ 372 h 550"/>
                <a:gd name="T24" fmla="*/ 96 w 715"/>
                <a:gd name="T25" fmla="*/ 521 h 550"/>
                <a:gd name="T26" fmla="*/ 53 w 715"/>
                <a:gd name="T27" fmla="*/ 55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5" h="550">
                  <a:moveTo>
                    <a:pt x="53" y="550"/>
                  </a:moveTo>
                  <a:cubicBezTo>
                    <a:pt x="46" y="550"/>
                    <a:pt x="39" y="548"/>
                    <a:pt x="33" y="544"/>
                  </a:cubicBezTo>
                  <a:cubicBezTo>
                    <a:pt x="10" y="533"/>
                    <a:pt x="0" y="505"/>
                    <a:pt x="11" y="482"/>
                  </a:cubicBezTo>
                  <a:cubicBezTo>
                    <a:pt x="11" y="481"/>
                    <a:pt x="11" y="481"/>
                    <a:pt x="12" y="480"/>
                  </a:cubicBezTo>
                  <a:cubicBezTo>
                    <a:pt x="136" y="230"/>
                    <a:pt x="136" y="230"/>
                    <a:pt x="136" y="230"/>
                  </a:cubicBezTo>
                  <a:cubicBezTo>
                    <a:pt x="357" y="389"/>
                    <a:pt x="357" y="389"/>
                    <a:pt x="357" y="389"/>
                  </a:cubicBezTo>
                  <a:cubicBezTo>
                    <a:pt x="626" y="25"/>
                    <a:pt x="626" y="25"/>
                    <a:pt x="626" y="25"/>
                  </a:cubicBezTo>
                  <a:cubicBezTo>
                    <a:pt x="641" y="4"/>
                    <a:pt x="670" y="0"/>
                    <a:pt x="690" y="15"/>
                  </a:cubicBezTo>
                  <a:cubicBezTo>
                    <a:pt x="690" y="15"/>
                    <a:pt x="690" y="15"/>
                    <a:pt x="690" y="15"/>
                  </a:cubicBezTo>
                  <a:cubicBezTo>
                    <a:pt x="711" y="30"/>
                    <a:pt x="715" y="59"/>
                    <a:pt x="701" y="79"/>
                  </a:cubicBezTo>
                  <a:cubicBezTo>
                    <a:pt x="377" y="521"/>
                    <a:pt x="377" y="521"/>
                    <a:pt x="377" y="521"/>
                  </a:cubicBezTo>
                  <a:cubicBezTo>
                    <a:pt x="173" y="372"/>
                    <a:pt x="173" y="372"/>
                    <a:pt x="173" y="372"/>
                  </a:cubicBezTo>
                  <a:cubicBezTo>
                    <a:pt x="96" y="521"/>
                    <a:pt x="96" y="521"/>
                    <a:pt x="96" y="521"/>
                  </a:cubicBezTo>
                  <a:cubicBezTo>
                    <a:pt x="88" y="538"/>
                    <a:pt x="72" y="549"/>
                    <a:pt x="53" y="550"/>
                  </a:cubicBezTo>
                  <a:close/>
                </a:path>
              </a:pathLst>
            </a:cu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/>
          <p:cNvSpPr/>
          <p:nvPr/>
        </p:nvSpPr>
        <p:spPr>
          <a:xfrm>
            <a:off x="99848" y="154880"/>
            <a:ext cx="8917152" cy="4836220"/>
          </a:xfrm>
          <a:prstGeom prst="roundRect">
            <a:avLst>
              <a:gd name="adj" fmla="val 6715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aphicFrame>
        <p:nvGraphicFramePr>
          <p:cNvPr id="18" name="图表 17" descr="e7d195523061f1c09e9d68d7cf438b91ef959ecb14fc25d26BBA7F7DBC18E55DFF4014AF651F0BF2569D4B6C1DA7F1A4683A481403BD872FC687266AD13265C1DE7C373772FD8728ABDD69ADD03BFF5BE2862BC891DBB79EBB2C4ADDC996A34AFA4DFE3CC46B43B1AE221B6A3491F9D220665EF599FEF923EBF4E8652DB878AA90852B75B761B2943DAB018CF0ACAD6F"/>
          <p:cNvGraphicFramePr/>
          <p:nvPr/>
        </p:nvGraphicFramePr>
        <p:xfrm>
          <a:off x="228821" y="912829"/>
          <a:ext cx="8538106" cy="2439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矩形: 圆角 18"/>
          <p:cNvSpPr/>
          <p:nvPr/>
        </p:nvSpPr>
        <p:spPr>
          <a:xfrm>
            <a:off x="535626" y="3672133"/>
            <a:ext cx="3906382" cy="1216058"/>
          </a:xfrm>
          <a:prstGeom prst="roundRect">
            <a:avLst/>
          </a:prstGeom>
          <a:solidFill>
            <a:srgbClr val="FEA278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689292" y="3672133"/>
            <a:ext cx="3906382" cy="1216058"/>
          </a:xfrm>
          <a:prstGeom prst="roundRect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48945" y="945922"/>
            <a:ext cx="1117600" cy="1604345"/>
          </a:xfrm>
          <a:prstGeom prst="rect">
            <a:avLst/>
          </a:prstGeom>
        </p:spPr>
      </p:pic>
      <p:sp>
        <p:nvSpPr>
          <p:cNvPr id="28" name="PA_矩形 8"/>
          <p:cNvSpPr/>
          <p:nvPr>
            <p:custDataLst>
              <p:tags r:id="rId1"/>
            </p:custDataLst>
          </p:nvPr>
        </p:nvSpPr>
        <p:spPr>
          <a:xfrm>
            <a:off x="3121694" y="142181"/>
            <a:ext cx="2900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0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Data Analysis</a:t>
            </a:r>
          </a:p>
        </p:txBody>
      </p:sp>
      <p:sp>
        <p:nvSpPr>
          <p:cNvPr id="30" name="矩形 29"/>
          <p:cNvSpPr/>
          <p:nvPr/>
        </p:nvSpPr>
        <p:spPr>
          <a:xfrm>
            <a:off x="2598683" y="551699"/>
            <a:ext cx="39466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amet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consectetuer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adipiscing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elit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1" name="矩形 3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683887" y="3846303"/>
            <a:ext cx="224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  <a:sym typeface="+mn-lt"/>
              </a:rPr>
              <a:t>Data Analysis</a:t>
            </a: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693614" y="4202674"/>
            <a:ext cx="3683602" cy="481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Lorem ipsum dolor sit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</a:t>
            </a:r>
          </a:p>
        </p:txBody>
      </p:sp>
      <p:sp>
        <p:nvSpPr>
          <p:cNvPr id="33" name="矩形 32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4820989" y="3846303"/>
            <a:ext cx="224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+mj-ea"/>
                <a:cs typeface="思源黑体 CN Regular" panose="020B0500000000000000" charset="-122"/>
                <a:sym typeface="+mn-lt"/>
              </a:rPr>
              <a:t>Data Analysis</a:t>
            </a:r>
          </a:p>
        </p:txBody>
      </p:sp>
      <p:sp>
        <p:nvSpPr>
          <p:cNvPr id="34" name="矩形 3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4830716" y="4202674"/>
            <a:ext cx="3683602" cy="481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Lorem ipsum dolor sit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</a:t>
            </a:r>
          </a:p>
        </p:txBody>
      </p:sp>
      <p:sp>
        <p:nvSpPr>
          <p:cNvPr id="35" name="PA_矩形 8"/>
          <p:cNvSpPr/>
          <p:nvPr>
            <p:custDataLst>
              <p:tags r:id="rId2"/>
            </p:custDataLst>
          </p:nvPr>
        </p:nvSpPr>
        <p:spPr>
          <a:xfrm>
            <a:off x="2681427" y="3743336"/>
            <a:ext cx="16873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2.5k</a:t>
            </a:r>
          </a:p>
        </p:txBody>
      </p:sp>
      <p:sp>
        <p:nvSpPr>
          <p:cNvPr id="37" name="PA_矩形 8"/>
          <p:cNvSpPr/>
          <p:nvPr>
            <p:custDataLst>
              <p:tags r:id="rId3"/>
            </p:custDataLst>
          </p:nvPr>
        </p:nvSpPr>
        <p:spPr>
          <a:xfrm>
            <a:off x="7038938" y="3743336"/>
            <a:ext cx="16873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4.5k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319131" y="-234177"/>
            <a:ext cx="5731727" cy="5731727"/>
          </a:xfrm>
          <a:prstGeom prst="ellipse">
            <a:avLst/>
          </a:prstGeom>
          <a:solidFill>
            <a:srgbClr val="565EE9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196423" y="1698259"/>
            <a:ext cx="3818017" cy="1564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96424" y="1697294"/>
            <a:ext cx="3171246" cy="158400"/>
          </a:xfrm>
          <a:prstGeom prst="roundRect">
            <a:avLst>
              <a:gd name="adj" fmla="val 50000"/>
            </a:avLst>
          </a:prstGeom>
          <a:solidFill>
            <a:srgbClr val="FEA27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PA_矩形 8"/>
          <p:cNvSpPr/>
          <p:nvPr>
            <p:custDataLst>
              <p:tags r:id="rId1"/>
            </p:custDataLst>
          </p:nvPr>
        </p:nvSpPr>
        <p:spPr>
          <a:xfrm>
            <a:off x="4309353" y="1611945"/>
            <a:ext cx="32071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Data </a:t>
            </a:r>
          </a:p>
          <a:p>
            <a:pPr defTabSz="685800"/>
            <a:r>
              <a:rPr lang="en-US" altLang="zh-CN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Analysis</a:t>
            </a:r>
          </a:p>
        </p:txBody>
      </p:sp>
      <p:sp>
        <p:nvSpPr>
          <p:cNvPr id="6" name="矩形 5"/>
          <p:cNvSpPr/>
          <p:nvPr/>
        </p:nvSpPr>
        <p:spPr>
          <a:xfrm>
            <a:off x="4372625" y="3243483"/>
            <a:ext cx="3033637" cy="90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sp>
        <p:nvSpPr>
          <p:cNvPr id="7" name="矩形 6"/>
          <p:cNvSpPr/>
          <p:nvPr/>
        </p:nvSpPr>
        <p:spPr>
          <a:xfrm>
            <a:off x="133310" y="1963813"/>
            <a:ext cx="4059549" cy="486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</a:t>
            </a:r>
          </a:p>
        </p:txBody>
      </p:sp>
      <p:sp>
        <p:nvSpPr>
          <p:cNvPr id="8" name="PA_矩形 8"/>
          <p:cNvSpPr/>
          <p:nvPr>
            <p:custDataLst>
              <p:tags r:id="rId2"/>
            </p:custDataLst>
          </p:nvPr>
        </p:nvSpPr>
        <p:spPr>
          <a:xfrm>
            <a:off x="174576" y="940115"/>
            <a:ext cx="10928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40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80</a:t>
            </a:r>
            <a:r>
              <a:rPr lang="en-US" altLang="zh-CN" sz="14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%</a:t>
            </a:r>
            <a:endParaRPr lang="en-US" altLang="zh-CN" sz="4000" b="1" kern="0" dirty="0">
              <a:solidFill>
                <a:srgbClr val="3936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9" name="PA_矩形 8"/>
          <p:cNvSpPr/>
          <p:nvPr>
            <p:custDataLst>
              <p:tags r:id="rId3"/>
            </p:custDataLst>
          </p:nvPr>
        </p:nvSpPr>
        <p:spPr>
          <a:xfrm>
            <a:off x="1035375" y="1196594"/>
            <a:ext cx="3207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Data Analysis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229876" y="3564265"/>
            <a:ext cx="3818017" cy="1564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9877" y="3563300"/>
            <a:ext cx="2647137" cy="158400"/>
          </a:xfrm>
          <a:prstGeom prst="roundRect">
            <a:avLst>
              <a:gd name="adj" fmla="val 50000"/>
            </a:avLst>
          </a:prstGeom>
          <a:solidFill>
            <a:srgbClr val="5448D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6763" y="3826067"/>
            <a:ext cx="4059549" cy="486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</a:t>
            </a:r>
          </a:p>
        </p:txBody>
      </p:sp>
      <p:sp>
        <p:nvSpPr>
          <p:cNvPr id="13" name="PA_矩形 8"/>
          <p:cNvSpPr/>
          <p:nvPr>
            <p:custDataLst>
              <p:tags r:id="rId4"/>
            </p:custDataLst>
          </p:nvPr>
        </p:nvSpPr>
        <p:spPr>
          <a:xfrm>
            <a:off x="208029" y="2802369"/>
            <a:ext cx="10928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40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70</a:t>
            </a:r>
            <a:r>
              <a:rPr lang="en-US" altLang="zh-CN" sz="14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%</a:t>
            </a:r>
            <a:endParaRPr lang="en-US" altLang="zh-CN" sz="4000" b="1" kern="0" dirty="0">
              <a:solidFill>
                <a:srgbClr val="3936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4" name="PA_矩形 8"/>
          <p:cNvSpPr/>
          <p:nvPr>
            <p:custDataLst>
              <p:tags r:id="rId5"/>
            </p:custDataLst>
          </p:nvPr>
        </p:nvSpPr>
        <p:spPr>
          <a:xfrm>
            <a:off x="1068828" y="3058848"/>
            <a:ext cx="3207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Data Analysis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4437690" y="1483383"/>
            <a:ext cx="4572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-1257326"/>
            <a:ext cx="6539706" cy="6303550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6442025" y="4443413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206894" y="742270"/>
            <a:ext cx="537890" cy="537890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277950" y="4539208"/>
            <a:ext cx="294050" cy="294050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-576006" y="5747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0730" y="2576871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632" y="1427003"/>
            <a:ext cx="8572736" cy="2289494"/>
          </a:xfrm>
          <a:prstGeom prst="roundRect">
            <a:avLst>
              <a:gd name="adj" fmla="val 11179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PA_矩形 8"/>
          <p:cNvSpPr/>
          <p:nvPr>
            <p:custDataLst>
              <p:tags r:id="rId1"/>
            </p:custDataLst>
          </p:nvPr>
        </p:nvSpPr>
        <p:spPr>
          <a:xfrm>
            <a:off x="4637259" y="1630652"/>
            <a:ext cx="32071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36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Experience</a:t>
            </a:r>
          </a:p>
        </p:txBody>
      </p:sp>
      <p:sp>
        <p:nvSpPr>
          <p:cNvPr id="12" name="矩形 11"/>
          <p:cNvSpPr/>
          <p:nvPr/>
        </p:nvSpPr>
        <p:spPr>
          <a:xfrm>
            <a:off x="4692510" y="2799316"/>
            <a:ext cx="3609870" cy="898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003915" y="1974079"/>
            <a:ext cx="1755524" cy="0"/>
          </a:xfrm>
          <a:prstGeom prst="line">
            <a:avLst/>
          </a:prstGeom>
          <a:ln>
            <a:solidFill>
              <a:srgbClr val="3936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4761235" y="3943739"/>
            <a:ext cx="1239865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第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三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单元</a:t>
            </a:r>
          </a:p>
        </p:txBody>
      </p:sp>
      <p:grpSp>
        <p:nvGrpSpPr>
          <p:cNvPr id="16" name="组合 15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GrpSpPr/>
          <p:nvPr/>
        </p:nvGrpSpPr>
        <p:grpSpPr>
          <a:xfrm>
            <a:off x="4643377" y="275646"/>
            <a:ext cx="4307676" cy="277000"/>
            <a:chOff x="353151" y="258868"/>
            <a:chExt cx="4307676" cy="277000"/>
          </a:xfrm>
        </p:grpSpPr>
        <p:sp>
          <p:nvSpPr>
            <p:cNvPr id="17" name="文本框 1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53151" y="258868"/>
              <a:ext cx="9527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Summary</a:t>
              </a:r>
            </a:p>
          </p:txBody>
        </p:sp>
        <p:sp>
          <p:nvSpPr>
            <p:cNvPr id="18" name="文本框 17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1560358" y="258869"/>
              <a:ext cx="616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Data</a:t>
              </a: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2484063" y="258869"/>
              <a:ext cx="10251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Experience</a:t>
              </a:r>
            </a:p>
          </p:txBody>
        </p:sp>
        <p:sp>
          <p:nvSpPr>
            <p:cNvPr id="20" name="文本框 19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708076" y="258869"/>
              <a:ext cx="9527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Planning</a:t>
              </a:r>
            </a:p>
          </p:txBody>
        </p:sp>
      </p:grpSp>
      <p:sp>
        <p:nvSpPr>
          <p:cNvPr id="22" name="椭圆 21"/>
          <p:cNvSpPr/>
          <p:nvPr/>
        </p:nvSpPr>
        <p:spPr>
          <a:xfrm>
            <a:off x="3136492" y="38362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5900" y="40648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90071" y="4497490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/>
        </p:nvSpPr>
        <p:spPr>
          <a:xfrm>
            <a:off x="193593" y="471949"/>
            <a:ext cx="3798304" cy="4522838"/>
          </a:xfrm>
          <a:prstGeom prst="roundRect">
            <a:avLst>
              <a:gd name="adj" fmla="val 11179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" name="圆: 空心 1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SpPr/>
          <p:nvPr/>
        </p:nvSpPr>
        <p:spPr>
          <a:xfrm>
            <a:off x="5875507" y="-1721796"/>
            <a:ext cx="5252937" cy="5252937"/>
          </a:xfrm>
          <a:prstGeom prst="donut">
            <a:avLst/>
          </a:prstGeom>
          <a:solidFill>
            <a:srgbClr val="565EE9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145751" y="1311255"/>
            <a:ext cx="4103304" cy="1266575"/>
          </a:xfrm>
          <a:prstGeom prst="roundRect">
            <a:avLst>
              <a:gd name="adj" fmla="val 16408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5" name="文本框 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225912" y="1419306"/>
            <a:ext cx="2429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93663"/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latin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6" name="矩形 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244766" y="1729579"/>
            <a:ext cx="2926467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5040696" y="2964957"/>
            <a:ext cx="4103304" cy="1266575"/>
          </a:xfrm>
          <a:prstGeom prst="roundRect">
            <a:avLst>
              <a:gd name="adj" fmla="val 19689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9" name="文本框 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120857" y="3073008"/>
            <a:ext cx="308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393663"/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10" name="矩形 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139711" y="3383281"/>
            <a:ext cx="2926467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50840" y="1153751"/>
            <a:ext cx="3020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12" name="矩形 11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/>
          <p:nvPr/>
        </p:nvSpPr>
        <p:spPr>
          <a:xfrm>
            <a:off x="350841" y="2230969"/>
            <a:ext cx="3473803" cy="176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montesLorem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思源黑体 CN Regular"/>
            </a:endParaRPr>
          </a:p>
        </p:txBody>
      </p:sp>
      <p:cxnSp>
        <p:nvCxnSpPr>
          <p:cNvPr id="13" name="直接连接符 12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CxnSpPr/>
          <p:nvPr/>
        </p:nvCxnSpPr>
        <p:spPr>
          <a:xfrm>
            <a:off x="395144" y="4082464"/>
            <a:ext cx="989215" cy="0"/>
          </a:xfrm>
          <a:prstGeom prst="line">
            <a:avLst/>
          </a:prstGeom>
          <a:noFill/>
          <a:ln w="38100" cap="flat" cmpd="sng" algn="ctr">
            <a:solidFill>
              <a:srgbClr val="FEA278"/>
            </a:solidFill>
            <a:prstDash val="solid"/>
            <a:miter lim="800000"/>
          </a:ln>
          <a:effectLst/>
        </p:spPr>
      </p:cxnSp>
      <p:sp>
        <p:nvSpPr>
          <p:cNvPr id="14" name="文本框 13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1394093" y="3928577"/>
            <a:ext cx="1292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393663"/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latin typeface="微软雅黑" panose="020B0503020204020204" pitchFamily="34" charset="-122"/>
                <a:cs typeface="思源黑体 CN Regular" panose="020B0500000000000000" charset="-122"/>
              </a:rPr>
              <a:t>CLICK MORE</a:t>
            </a:r>
          </a:p>
        </p:txBody>
      </p:sp>
      <p:sp>
        <p:nvSpPr>
          <p:cNvPr id="17" name="Freeform 5" descr="e7d195523061f1c09e9d68d7cf438b91ef959ecb14fc25d26BBA7F7DBC18E55DFF4014AF651F0BF2569D4B6C1DA7F1A4683A481403BD872FC687266AD13265C1DE7C373772FD8728ABDD69ADD03BFF5BE2862BC891DBB79E8C77DB9F81EA0053539D41D50664315879CF6697605FEBBB6C490CE8797437DDE478C096EDB5D7F628DC21DB53EEF33FBB758B9C20194E31"/>
          <p:cNvSpPr>
            <a:spLocks noEditPoints="1"/>
          </p:cNvSpPr>
          <p:nvPr/>
        </p:nvSpPr>
        <p:spPr bwMode="auto">
          <a:xfrm>
            <a:off x="4436460" y="1514922"/>
            <a:ext cx="583012" cy="497255"/>
          </a:xfrm>
          <a:custGeom>
            <a:avLst/>
            <a:gdLst>
              <a:gd name="T0" fmla="*/ 689 w 746"/>
              <a:gd name="T1" fmla="*/ 125 h 638"/>
              <a:gd name="T2" fmla="*/ 552 w 746"/>
              <a:gd name="T3" fmla="*/ 125 h 638"/>
              <a:gd name="T4" fmla="*/ 552 w 746"/>
              <a:gd name="T5" fmla="*/ 57 h 638"/>
              <a:gd name="T6" fmla="*/ 495 w 746"/>
              <a:gd name="T7" fmla="*/ 0 h 638"/>
              <a:gd name="T8" fmla="*/ 253 w 746"/>
              <a:gd name="T9" fmla="*/ 0 h 638"/>
              <a:gd name="T10" fmla="*/ 196 w 746"/>
              <a:gd name="T11" fmla="*/ 57 h 638"/>
              <a:gd name="T12" fmla="*/ 196 w 746"/>
              <a:gd name="T13" fmla="*/ 125 h 638"/>
              <a:gd name="T14" fmla="*/ 57 w 746"/>
              <a:gd name="T15" fmla="*/ 125 h 638"/>
              <a:gd name="T16" fmla="*/ 0 w 746"/>
              <a:gd name="T17" fmla="*/ 182 h 638"/>
              <a:gd name="T18" fmla="*/ 0 w 746"/>
              <a:gd name="T19" fmla="*/ 581 h 638"/>
              <a:gd name="T20" fmla="*/ 57 w 746"/>
              <a:gd name="T21" fmla="*/ 638 h 638"/>
              <a:gd name="T22" fmla="*/ 689 w 746"/>
              <a:gd name="T23" fmla="*/ 638 h 638"/>
              <a:gd name="T24" fmla="*/ 746 w 746"/>
              <a:gd name="T25" fmla="*/ 581 h 638"/>
              <a:gd name="T26" fmla="*/ 746 w 746"/>
              <a:gd name="T27" fmla="*/ 182 h 638"/>
              <a:gd name="T28" fmla="*/ 689 w 746"/>
              <a:gd name="T29" fmla="*/ 125 h 638"/>
              <a:gd name="T30" fmla="*/ 239 w 746"/>
              <a:gd name="T31" fmla="*/ 57 h 638"/>
              <a:gd name="T32" fmla="*/ 253 w 746"/>
              <a:gd name="T33" fmla="*/ 44 h 638"/>
              <a:gd name="T34" fmla="*/ 495 w 746"/>
              <a:gd name="T35" fmla="*/ 44 h 638"/>
              <a:gd name="T36" fmla="*/ 508 w 746"/>
              <a:gd name="T37" fmla="*/ 57 h 638"/>
              <a:gd name="T38" fmla="*/ 508 w 746"/>
              <a:gd name="T39" fmla="*/ 125 h 638"/>
              <a:gd name="T40" fmla="*/ 239 w 746"/>
              <a:gd name="T41" fmla="*/ 125 h 638"/>
              <a:gd name="T42" fmla="*/ 239 w 746"/>
              <a:gd name="T43" fmla="*/ 57 h 638"/>
              <a:gd name="T44" fmla="*/ 57 w 746"/>
              <a:gd name="T45" fmla="*/ 169 h 638"/>
              <a:gd name="T46" fmla="*/ 689 w 746"/>
              <a:gd name="T47" fmla="*/ 169 h 638"/>
              <a:gd name="T48" fmla="*/ 703 w 746"/>
              <a:gd name="T49" fmla="*/ 182 h 638"/>
              <a:gd name="T50" fmla="*/ 703 w 746"/>
              <a:gd name="T51" fmla="*/ 295 h 638"/>
              <a:gd name="T52" fmla="*/ 545 w 746"/>
              <a:gd name="T53" fmla="*/ 295 h 638"/>
              <a:gd name="T54" fmla="*/ 545 w 746"/>
              <a:gd name="T55" fmla="*/ 267 h 638"/>
              <a:gd name="T56" fmla="*/ 501 w 746"/>
              <a:gd name="T57" fmla="*/ 267 h 638"/>
              <a:gd name="T58" fmla="*/ 501 w 746"/>
              <a:gd name="T59" fmla="*/ 295 h 638"/>
              <a:gd name="T60" fmla="*/ 245 w 746"/>
              <a:gd name="T61" fmla="*/ 295 h 638"/>
              <a:gd name="T62" fmla="*/ 245 w 746"/>
              <a:gd name="T63" fmla="*/ 266 h 638"/>
              <a:gd name="T64" fmla="*/ 201 w 746"/>
              <a:gd name="T65" fmla="*/ 266 h 638"/>
              <a:gd name="T66" fmla="*/ 201 w 746"/>
              <a:gd name="T67" fmla="*/ 295 h 638"/>
              <a:gd name="T68" fmla="*/ 43 w 746"/>
              <a:gd name="T69" fmla="*/ 295 h 638"/>
              <a:gd name="T70" fmla="*/ 43 w 746"/>
              <a:gd name="T71" fmla="*/ 182 h 638"/>
              <a:gd name="T72" fmla="*/ 57 w 746"/>
              <a:gd name="T73" fmla="*/ 169 h 638"/>
              <a:gd name="T74" fmla="*/ 689 w 746"/>
              <a:gd name="T75" fmla="*/ 594 h 638"/>
              <a:gd name="T76" fmla="*/ 57 w 746"/>
              <a:gd name="T77" fmla="*/ 594 h 638"/>
              <a:gd name="T78" fmla="*/ 43 w 746"/>
              <a:gd name="T79" fmla="*/ 581 h 638"/>
              <a:gd name="T80" fmla="*/ 43 w 746"/>
              <a:gd name="T81" fmla="*/ 338 h 638"/>
              <a:gd name="T82" fmla="*/ 201 w 746"/>
              <a:gd name="T83" fmla="*/ 338 h 638"/>
              <a:gd name="T84" fmla="*/ 201 w 746"/>
              <a:gd name="T85" fmla="*/ 368 h 638"/>
              <a:gd name="T86" fmla="*/ 245 w 746"/>
              <a:gd name="T87" fmla="*/ 368 h 638"/>
              <a:gd name="T88" fmla="*/ 245 w 746"/>
              <a:gd name="T89" fmla="*/ 338 h 638"/>
              <a:gd name="T90" fmla="*/ 501 w 746"/>
              <a:gd name="T91" fmla="*/ 338 h 638"/>
              <a:gd name="T92" fmla="*/ 501 w 746"/>
              <a:gd name="T93" fmla="*/ 369 h 638"/>
              <a:gd name="T94" fmla="*/ 545 w 746"/>
              <a:gd name="T95" fmla="*/ 369 h 638"/>
              <a:gd name="T96" fmla="*/ 545 w 746"/>
              <a:gd name="T97" fmla="*/ 338 h 638"/>
              <a:gd name="T98" fmla="*/ 703 w 746"/>
              <a:gd name="T99" fmla="*/ 338 h 638"/>
              <a:gd name="T100" fmla="*/ 703 w 746"/>
              <a:gd name="T101" fmla="*/ 581 h 638"/>
              <a:gd name="T102" fmla="*/ 689 w 746"/>
              <a:gd name="T103" fmla="*/ 594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46" h="638">
                <a:moveTo>
                  <a:pt x="689" y="125"/>
                </a:moveTo>
                <a:cubicBezTo>
                  <a:pt x="552" y="125"/>
                  <a:pt x="552" y="125"/>
                  <a:pt x="552" y="125"/>
                </a:cubicBezTo>
                <a:cubicBezTo>
                  <a:pt x="552" y="57"/>
                  <a:pt x="552" y="57"/>
                  <a:pt x="552" y="57"/>
                </a:cubicBezTo>
                <a:cubicBezTo>
                  <a:pt x="552" y="26"/>
                  <a:pt x="526" y="0"/>
                  <a:pt x="495" y="0"/>
                </a:cubicBezTo>
                <a:cubicBezTo>
                  <a:pt x="253" y="0"/>
                  <a:pt x="253" y="0"/>
                  <a:pt x="253" y="0"/>
                </a:cubicBezTo>
                <a:cubicBezTo>
                  <a:pt x="221" y="0"/>
                  <a:pt x="196" y="26"/>
                  <a:pt x="196" y="57"/>
                </a:cubicBezTo>
                <a:cubicBezTo>
                  <a:pt x="196" y="125"/>
                  <a:pt x="196" y="125"/>
                  <a:pt x="196" y="125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25" y="125"/>
                  <a:pt x="0" y="151"/>
                  <a:pt x="0" y="182"/>
                </a:cubicBezTo>
                <a:cubicBezTo>
                  <a:pt x="0" y="581"/>
                  <a:pt x="0" y="581"/>
                  <a:pt x="0" y="581"/>
                </a:cubicBezTo>
                <a:cubicBezTo>
                  <a:pt x="0" y="612"/>
                  <a:pt x="25" y="638"/>
                  <a:pt x="57" y="638"/>
                </a:cubicBezTo>
                <a:cubicBezTo>
                  <a:pt x="689" y="638"/>
                  <a:pt x="689" y="638"/>
                  <a:pt x="689" y="638"/>
                </a:cubicBezTo>
                <a:cubicBezTo>
                  <a:pt x="721" y="638"/>
                  <a:pt x="746" y="612"/>
                  <a:pt x="746" y="581"/>
                </a:cubicBezTo>
                <a:cubicBezTo>
                  <a:pt x="746" y="182"/>
                  <a:pt x="746" y="182"/>
                  <a:pt x="746" y="182"/>
                </a:cubicBezTo>
                <a:cubicBezTo>
                  <a:pt x="746" y="151"/>
                  <a:pt x="721" y="125"/>
                  <a:pt x="689" y="125"/>
                </a:cubicBezTo>
                <a:close/>
                <a:moveTo>
                  <a:pt x="239" y="57"/>
                </a:moveTo>
                <a:cubicBezTo>
                  <a:pt x="239" y="50"/>
                  <a:pt x="245" y="44"/>
                  <a:pt x="253" y="44"/>
                </a:cubicBezTo>
                <a:cubicBezTo>
                  <a:pt x="495" y="44"/>
                  <a:pt x="495" y="44"/>
                  <a:pt x="495" y="44"/>
                </a:cubicBezTo>
                <a:cubicBezTo>
                  <a:pt x="502" y="44"/>
                  <a:pt x="508" y="50"/>
                  <a:pt x="508" y="57"/>
                </a:cubicBezTo>
                <a:cubicBezTo>
                  <a:pt x="508" y="125"/>
                  <a:pt x="508" y="125"/>
                  <a:pt x="508" y="125"/>
                </a:cubicBezTo>
                <a:cubicBezTo>
                  <a:pt x="239" y="125"/>
                  <a:pt x="239" y="125"/>
                  <a:pt x="239" y="125"/>
                </a:cubicBezTo>
                <a:lnTo>
                  <a:pt x="239" y="57"/>
                </a:lnTo>
                <a:close/>
                <a:moveTo>
                  <a:pt x="57" y="169"/>
                </a:moveTo>
                <a:cubicBezTo>
                  <a:pt x="689" y="169"/>
                  <a:pt x="689" y="169"/>
                  <a:pt x="689" y="169"/>
                </a:cubicBezTo>
                <a:cubicBezTo>
                  <a:pt x="697" y="169"/>
                  <a:pt x="703" y="175"/>
                  <a:pt x="703" y="182"/>
                </a:cubicBezTo>
                <a:cubicBezTo>
                  <a:pt x="703" y="295"/>
                  <a:pt x="703" y="295"/>
                  <a:pt x="703" y="295"/>
                </a:cubicBezTo>
                <a:cubicBezTo>
                  <a:pt x="545" y="295"/>
                  <a:pt x="545" y="295"/>
                  <a:pt x="545" y="295"/>
                </a:cubicBezTo>
                <a:cubicBezTo>
                  <a:pt x="545" y="267"/>
                  <a:pt x="545" y="267"/>
                  <a:pt x="545" y="267"/>
                </a:cubicBezTo>
                <a:cubicBezTo>
                  <a:pt x="501" y="267"/>
                  <a:pt x="501" y="267"/>
                  <a:pt x="501" y="267"/>
                </a:cubicBezTo>
                <a:cubicBezTo>
                  <a:pt x="501" y="295"/>
                  <a:pt x="501" y="295"/>
                  <a:pt x="501" y="295"/>
                </a:cubicBezTo>
                <a:cubicBezTo>
                  <a:pt x="245" y="295"/>
                  <a:pt x="245" y="295"/>
                  <a:pt x="245" y="295"/>
                </a:cubicBezTo>
                <a:cubicBezTo>
                  <a:pt x="245" y="266"/>
                  <a:pt x="245" y="266"/>
                  <a:pt x="245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1" y="295"/>
                  <a:pt x="201" y="295"/>
                  <a:pt x="201" y="295"/>
                </a:cubicBezTo>
                <a:cubicBezTo>
                  <a:pt x="43" y="295"/>
                  <a:pt x="43" y="295"/>
                  <a:pt x="43" y="295"/>
                </a:cubicBezTo>
                <a:cubicBezTo>
                  <a:pt x="43" y="182"/>
                  <a:pt x="43" y="182"/>
                  <a:pt x="43" y="182"/>
                </a:cubicBezTo>
                <a:cubicBezTo>
                  <a:pt x="43" y="175"/>
                  <a:pt x="49" y="169"/>
                  <a:pt x="57" y="169"/>
                </a:cubicBezTo>
                <a:close/>
                <a:moveTo>
                  <a:pt x="689" y="594"/>
                </a:moveTo>
                <a:cubicBezTo>
                  <a:pt x="57" y="594"/>
                  <a:pt x="57" y="594"/>
                  <a:pt x="57" y="594"/>
                </a:cubicBezTo>
                <a:cubicBezTo>
                  <a:pt x="49" y="594"/>
                  <a:pt x="43" y="588"/>
                  <a:pt x="43" y="581"/>
                </a:cubicBezTo>
                <a:cubicBezTo>
                  <a:pt x="43" y="338"/>
                  <a:pt x="43" y="338"/>
                  <a:pt x="43" y="338"/>
                </a:cubicBezTo>
                <a:cubicBezTo>
                  <a:pt x="201" y="338"/>
                  <a:pt x="201" y="338"/>
                  <a:pt x="201" y="338"/>
                </a:cubicBezTo>
                <a:cubicBezTo>
                  <a:pt x="201" y="368"/>
                  <a:pt x="201" y="368"/>
                  <a:pt x="201" y="368"/>
                </a:cubicBezTo>
                <a:cubicBezTo>
                  <a:pt x="245" y="368"/>
                  <a:pt x="245" y="368"/>
                  <a:pt x="245" y="368"/>
                </a:cubicBezTo>
                <a:cubicBezTo>
                  <a:pt x="245" y="338"/>
                  <a:pt x="245" y="338"/>
                  <a:pt x="245" y="338"/>
                </a:cubicBezTo>
                <a:cubicBezTo>
                  <a:pt x="501" y="338"/>
                  <a:pt x="501" y="338"/>
                  <a:pt x="501" y="338"/>
                </a:cubicBezTo>
                <a:cubicBezTo>
                  <a:pt x="501" y="369"/>
                  <a:pt x="501" y="369"/>
                  <a:pt x="501" y="369"/>
                </a:cubicBezTo>
                <a:cubicBezTo>
                  <a:pt x="545" y="369"/>
                  <a:pt x="545" y="369"/>
                  <a:pt x="545" y="369"/>
                </a:cubicBezTo>
                <a:cubicBezTo>
                  <a:pt x="545" y="338"/>
                  <a:pt x="545" y="338"/>
                  <a:pt x="545" y="338"/>
                </a:cubicBezTo>
                <a:cubicBezTo>
                  <a:pt x="703" y="338"/>
                  <a:pt x="703" y="338"/>
                  <a:pt x="703" y="338"/>
                </a:cubicBezTo>
                <a:cubicBezTo>
                  <a:pt x="703" y="581"/>
                  <a:pt x="703" y="581"/>
                  <a:pt x="703" y="581"/>
                </a:cubicBezTo>
                <a:cubicBezTo>
                  <a:pt x="703" y="588"/>
                  <a:pt x="697" y="594"/>
                  <a:pt x="689" y="594"/>
                </a:cubicBezTo>
                <a:close/>
              </a:path>
            </a:pathLst>
          </a:custGeom>
          <a:solidFill>
            <a:srgbClr val="FEA27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18" name="Group 20" descr="e7d195523061f1c09e9d68d7cf438b91ef959ecb14fc25d26BBA7F7DBC18E55DFF4014AF651F0BF2569D4B6C1DA7F1A4683A481403BD872FC687266AD13265C1DE7C373772FD8728ABDD69ADD03BFF5BE2862BC891DBB79E8C77DB9F81EA0053539D41D50664315879CF6697605FEBBB6C490CE8797437DDE478C096EDB5D7F628DC21DB53EEF33FBB758B9C20194E31"/>
          <p:cNvGrpSpPr>
            <a:grpSpLocks noChangeAspect="1"/>
          </p:cNvGrpSpPr>
          <p:nvPr/>
        </p:nvGrpSpPr>
        <p:grpSpPr>
          <a:xfrm>
            <a:off x="5317609" y="3192417"/>
            <a:ext cx="748170" cy="560308"/>
            <a:chOff x="2423" y="1278"/>
            <a:chExt cx="912" cy="683"/>
          </a:xfrm>
          <a:solidFill>
            <a:srgbClr val="5448D2"/>
          </a:solidFill>
        </p:grpSpPr>
        <p:sp>
          <p:nvSpPr>
            <p:cNvPr id="19" name="Freeform 21"/>
            <p:cNvSpPr/>
            <p:nvPr/>
          </p:nvSpPr>
          <p:spPr bwMode="auto">
            <a:xfrm>
              <a:off x="2746" y="1582"/>
              <a:ext cx="265" cy="281"/>
            </a:xfrm>
            <a:custGeom>
              <a:avLst/>
              <a:gdLst>
                <a:gd name="T0" fmla="*/ 0 w 265"/>
                <a:gd name="T1" fmla="*/ 131 h 281"/>
                <a:gd name="T2" fmla="*/ 38 w 265"/>
                <a:gd name="T3" fmla="*/ 169 h 281"/>
                <a:gd name="T4" fmla="*/ 107 w 265"/>
                <a:gd name="T5" fmla="*/ 102 h 281"/>
                <a:gd name="T6" fmla="*/ 105 w 265"/>
                <a:gd name="T7" fmla="*/ 281 h 281"/>
                <a:gd name="T8" fmla="*/ 159 w 265"/>
                <a:gd name="T9" fmla="*/ 281 h 281"/>
                <a:gd name="T10" fmla="*/ 159 w 265"/>
                <a:gd name="T11" fmla="*/ 102 h 281"/>
                <a:gd name="T12" fmla="*/ 227 w 265"/>
                <a:gd name="T13" fmla="*/ 169 h 281"/>
                <a:gd name="T14" fmla="*/ 265 w 265"/>
                <a:gd name="T15" fmla="*/ 131 h 281"/>
                <a:gd name="T16" fmla="*/ 132 w 265"/>
                <a:gd name="T17" fmla="*/ 0 h 281"/>
                <a:gd name="T18" fmla="*/ 0 w 265"/>
                <a:gd name="T19" fmla="*/ 13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5" h="281">
                  <a:moveTo>
                    <a:pt x="0" y="131"/>
                  </a:moveTo>
                  <a:lnTo>
                    <a:pt x="38" y="169"/>
                  </a:lnTo>
                  <a:lnTo>
                    <a:pt x="107" y="102"/>
                  </a:lnTo>
                  <a:lnTo>
                    <a:pt x="105" y="281"/>
                  </a:lnTo>
                  <a:lnTo>
                    <a:pt x="159" y="281"/>
                  </a:lnTo>
                  <a:lnTo>
                    <a:pt x="159" y="102"/>
                  </a:lnTo>
                  <a:lnTo>
                    <a:pt x="227" y="169"/>
                  </a:lnTo>
                  <a:lnTo>
                    <a:pt x="265" y="131"/>
                  </a:lnTo>
                  <a:lnTo>
                    <a:pt x="132" y="0"/>
                  </a:lnTo>
                  <a:lnTo>
                    <a:pt x="0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20" name="Freeform 22"/>
            <p:cNvSpPr>
              <a:spLocks noEditPoints="1"/>
            </p:cNvSpPr>
            <p:nvPr/>
          </p:nvSpPr>
          <p:spPr bwMode="auto">
            <a:xfrm>
              <a:off x="2423" y="1278"/>
              <a:ext cx="912" cy="683"/>
            </a:xfrm>
            <a:custGeom>
              <a:avLst/>
              <a:gdLst>
                <a:gd name="T0" fmla="*/ 692 w 747"/>
                <a:gd name="T1" fmla="*/ 240 h 562"/>
                <a:gd name="T2" fmla="*/ 579 w 747"/>
                <a:gd name="T3" fmla="*/ 186 h 562"/>
                <a:gd name="T4" fmla="*/ 520 w 747"/>
                <a:gd name="T5" fmla="*/ 61 h 562"/>
                <a:gd name="T6" fmla="*/ 374 w 747"/>
                <a:gd name="T7" fmla="*/ 0 h 562"/>
                <a:gd name="T8" fmla="*/ 228 w 747"/>
                <a:gd name="T9" fmla="*/ 61 h 562"/>
                <a:gd name="T10" fmla="*/ 168 w 747"/>
                <a:gd name="T11" fmla="*/ 186 h 562"/>
                <a:gd name="T12" fmla="*/ 55 w 747"/>
                <a:gd name="T13" fmla="*/ 240 h 562"/>
                <a:gd name="T14" fmla="*/ 0 w 747"/>
                <a:gd name="T15" fmla="*/ 374 h 562"/>
                <a:gd name="T16" fmla="*/ 55 w 747"/>
                <a:gd name="T17" fmla="*/ 507 h 562"/>
                <a:gd name="T18" fmla="*/ 189 w 747"/>
                <a:gd name="T19" fmla="*/ 562 h 562"/>
                <a:gd name="T20" fmla="*/ 559 w 747"/>
                <a:gd name="T21" fmla="*/ 562 h 562"/>
                <a:gd name="T22" fmla="*/ 692 w 747"/>
                <a:gd name="T23" fmla="*/ 507 h 562"/>
                <a:gd name="T24" fmla="*/ 747 w 747"/>
                <a:gd name="T25" fmla="*/ 374 h 562"/>
                <a:gd name="T26" fmla="*/ 692 w 747"/>
                <a:gd name="T27" fmla="*/ 240 h 562"/>
                <a:gd name="T28" fmla="*/ 559 w 747"/>
                <a:gd name="T29" fmla="*/ 518 h 562"/>
                <a:gd name="T30" fmla="*/ 189 w 747"/>
                <a:gd name="T31" fmla="*/ 518 h 562"/>
                <a:gd name="T32" fmla="*/ 44 w 747"/>
                <a:gd name="T33" fmla="*/ 374 h 562"/>
                <a:gd name="T34" fmla="*/ 188 w 747"/>
                <a:gd name="T35" fmla="*/ 229 h 562"/>
                <a:gd name="T36" fmla="*/ 211 w 747"/>
                <a:gd name="T37" fmla="*/ 229 h 562"/>
                <a:gd name="T38" fmla="*/ 211 w 747"/>
                <a:gd name="T39" fmla="*/ 207 h 562"/>
                <a:gd name="T40" fmla="*/ 211 w 747"/>
                <a:gd name="T41" fmla="*/ 207 h 562"/>
                <a:gd name="T42" fmla="*/ 374 w 747"/>
                <a:gd name="T43" fmla="*/ 44 h 562"/>
                <a:gd name="T44" fmla="*/ 536 w 747"/>
                <a:gd name="T45" fmla="*/ 206 h 562"/>
                <a:gd name="T46" fmla="*/ 536 w 747"/>
                <a:gd name="T47" fmla="*/ 207 h 562"/>
                <a:gd name="T48" fmla="*/ 536 w 747"/>
                <a:gd name="T49" fmla="*/ 229 h 562"/>
                <a:gd name="T50" fmla="*/ 558 w 747"/>
                <a:gd name="T51" fmla="*/ 229 h 562"/>
                <a:gd name="T52" fmla="*/ 559 w 747"/>
                <a:gd name="T53" fmla="*/ 229 h 562"/>
                <a:gd name="T54" fmla="*/ 704 w 747"/>
                <a:gd name="T55" fmla="*/ 374 h 562"/>
                <a:gd name="T56" fmla="*/ 559 w 747"/>
                <a:gd name="T57" fmla="*/ 518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7" h="562">
                  <a:moveTo>
                    <a:pt x="692" y="240"/>
                  </a:moveTo>
                  <a:cubicBezTo>
                    <a:pt x="661" y="210"/>
                    <a:pt x="622" y="191"/>
                    <a:pt x="579" y="186"/>
                  </a:cubicBezTo>
                  <a:cubicBezTo>
                    <a:pt x="574" y="139"/>
                    <a:pt x="554" y="95"/>
                    <a:pt x="520" y="61"/>
                  </a:cubicBezTo>
                  <a:cubicBezTo>
                    <a:pt x="481" y="22"/>
                    <a:pt x="429" y="0"/>
                    <a:pt x="374" y="0"/>
                  </a:cubicBezTo>
                  <a:cubicBezTo>
                    <a:pt x="318" y="0"/>
                    <a:pt x="267" y="22"/>
                    <a:pt x="228" y="61"/>
                  </a:cubicBezTo>
                  <a:cubicBezTo>
                    <a:pt x="193" y="95"/>
                    <a:pt x="173" y="139"/>
                    <a:pt x="168" y="186"/>
                  </a:cubicBezTo>
                  <a:cubicBezTo>
                    <a:pt x="125" y="191"/>
                    <a:pt x="86" y="210"/>
                    <a:pt x="55" y="240"/>
                  </a:cubicBezTo>
                  <a:cubicBezTo>
                    <a:pt x="20" y="276"/>
                    <a:pt x="0" y="323"/>
                    <a:pt x="0" y="374"/>
                  </a:cubicBezTo>
                  <a:cubicBezTo>
                    <a:pt x="0" y="424"/>
                    <a:pt x="20" y="471"/>
                    <a:pt x="55" y="507"/>
                  </a:cubicBezTo>
                  <a:cubicBezTo>
                    <a:pt x="91" y="542"/>
                    <a:pt x="138" y="562"/>
                    <a:pt x="189" y="562"/>
                  </a:cubicBezTo>
                  <a:cubicBezTo>
                    <a:pt x="559" y="562"/>
                    <a:pt x="559" y="562"/>
                    <a:pt x="559" y="562"/>
                  </a:cubicBezTo>
                  <a:cubicBezTo>
                    <a:pt x="609" y="562"/>
                    <a:pt x="657" y="542"/>
                    <a:pt x="692" y="507"/>
                  </a:cubicBezTo>
                  <a:cubicBezTo>
                    <a:pt x="728" y="471"/>
                    <a:pt x="747" y="424"/>
                    <a:pt x="747" y="374"/>
                  </a:cubicBezTo>
                  <a:cubicBezTo>
                    <a:pt x="747" y="323"/>
                    <a:pt x="728" y="276"/>
                    <a:pt x="692" y="240"/>
                  </a:cubicBezTo>
                  <a:close/>
                  <a:moveTo>
                    <a:pt x="559" y="518"/>
                  </a:moveTo>
                  <a:cubicBezTo>
                    <a:pt x="189" y="518"/>
                    <a:pt x="189" y="518"/>
                    <a:pt x="189" y="518"/>
                  </a:cubicBezTo>
                  <a:cubicBezTo>
                    <a:pt x="109" y="518"/>
                    <a:pt x="44" y="453"/>
                    <a:pt x="44" y="374"/>
                  </a:cubicBezTo>
                  <a:cubicBezTo>
                    <a:pt x="44" y="294"/>
                    <a:pt x="109" y="229"/>
                    <a:pt x="188" y="229"/>
                  </a:cubicBezTo>
                  <a:cubicBezTo>
                    <a:pt x="211" y="229"/>
                    <a:pt x="211" y="229"/>
                    <a:pt x="211" y="229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207"/>
                    <a:pt x="211" y="207"/>
                    <a:pt x="211" y="207"/>
                  </a:cubicBezTo>
                  <a:cubicBezTo>
                    <a:pt x="211" y="117"/>
                    <a:pt x="284" y="44"/>
                    <a:pt x="374" y="44"/>
                  </a:cubicBezTo>
                  <a:cubicBezTo>
                    <a:pt x="463" y="44"/>
                    <a:pt x="536" y="117"/>
                    <a:pt x="536" y="206"/>
                  </a:cubicBezTo>
                  <a:cubicBezTo>
                    <a:pt x="536" y="207"/>
                    <a:pt x="536" y="207"/>
                    <a:pt x="536" y="207"/>
                  </a:cubicBezTo>
                  <a:cubicBezTo>
                    <a:pt x="536" y="229"/>
                    <a:pt x="536" y="229"/>
                    <a:pt x="536" y="229"/>
                  </a:cubicBezTo>
                  <a:cubicBezTo>
                    <a:pt x="558" y="229"/>
                    <a:pt x="558" y="229"/>
                    <a:pt x="558" y="229"/>
                  </a:cubicBezTo>
                  <a:cubicBezTo>
                    <a:pt x="559" y="229"/>
                    <a:pt x="559" y="229"/>
                    <a:pt x="559" y="229"/>
                  </a:cubicBezTo>
                  <a:cubicBezTo>
                    <a:pt x="639" y="229"/>
                    <a:pt x="704" y="294"/>
                    <a:pt x="704" y="374"/>
                  </a:cubicBezTo>
                  <a:cubicBezTo>
                    <a:pt x="704" y="453"/>
                    <a:pt x="639" y="518"/>
                    <a:pt x="559" y="5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175753" y="2622638"/>
            <a:ext cx="4792494" cy="4792494"/>
          </a:xfrm>
          <a:prstGeom prst="ellipse">
            <a:avLst/>
          </a:prstGeom>
          <a:solidFill>
            <a:srgbClr val="FEA278"/>
          </a:solidFill>
          <a:ln>
            <a:noFill/>
          </a:ln>
          <a:effectLst>
            <a:outerShdw blurRad="127000" dist="127000" dir="189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18655" y="637309"/>
            <a:ext cx="3061854" cy="1662546"/>
            <a:chOff x="318655" y="637309"/>
            <a:chExt cx="3061854" cy="1662546"/>
          </a:xfrm>
        </p:grpSpPr>
        <p:sp>
          <p:nvSpPr>
            <p:cNvPr id="9" name="矩形 8"/>
            <p:cNvSpPr/>
            <p:nvPr/>
          </p:nvSpPr>
          <p:spPr>
            <a:xfrm>
              <a:off x="318655" y="637309"/>
              <a:ext cx="3061854" cy="1662546"/>
            </a:xfrm>
            <a:prstGeom prst="rect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5" name="文本框 4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35258" y="851271"/>
              <a:ext cx="2429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393663"/>
                  </a:solidFill>
                  <a:latin typeface="+mj-lt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latin typeface="微软雅黑" panose="020B0503020204020204" pitchFamily="34" charset="-122"/>
                  <a:cs typeface="思源黑体 CN Regular" panose="020B0500000000000000" charset="-122"/>
                </a:rPr>
                <a:t>Summary  Experience</a:t>
              </a:r>
            </a:p>
          </p:txBody>
        </p:sp>
        <p:sp>
          <p:nvSpPr>
            <p:cNvPr id="6" name="矩形 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354112" y="1161544"/>
              <a:ext cx="2361379" cy="103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7E6E6">
                    <a:lumMod val="10000"/>
                  </a:srgbClr>
                </a:buClr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07548" y="2576945"/>
            <a:ext cx="3072961" cy="1662546"/>
            <a:chOff x="307548" y="2576945"/>
            <a:chExt cx="3072961" cy="1662546"/>
          </a:xfrm>
        </p:grpSpPr>
        <p:sp>
          <p:nvSpPr>
            <p:cNvPr id="10" name="矩形 9"/>
            <p:cNvSpPr/>
            <p:nvPr/>
          </p:nvSpPr>
          <p:spPr>
            <a:xfrm>
              <a:off x="318655" y="2576945"/>
              <a:ext cx="3061854" cy="1662546"/>
            </a:xfrm>
            <a:prstGeom prst="rect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7" name="文本框 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307548" y="2666215"/>
              <a:ext cx="2429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393663"/>
                  </a:solidFill>
                  <a:latin typeface="+mj-lt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latin typeface="微软雅黑" panose="020B0503020204020204" pitchFamily="34" charset="-122"/>
                  <a:cs typeface="思源黑体 CN Regular" panose="020B0500000000000000" charset="-122"/>
                </a:rPr>
                <a:t>Summary  Experience</a:t>
              </a:r>
            </a:p>
          </p:txBody>
        </p:sp>
        <p:sp>
          <p:nvSpPr>
            <p:cNvPr id="8" name="矩形 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326402" y="2976488"/>
              <a:ext cx="2361379" cy="103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6858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7E6E6">
                    <a:lumMod val="10000"/>
                  </a:srgbClr>
                </a:buClr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943601" y="637309"/>
            <a:ext cx="3061854" cy="1662546"/>
            <a:chOff x="5943601" y="858981"/>
            <a:chExt cx="3061854" cy="1662546"/>
          </a:xfrm>
        </p:grpSpPr>
        <p:sp>
          <p:nvSpPr>
            <p:cNvPr id="14" name="矩形 13"/>
            <p:cNvSpPr/>
            <p:nvPr/>
          </p:nvSpPr>
          <p:spPr>
            <a:xfrm>
              <a:off x="5943601" y="858981"/>
              <a:ext cx="3061854" cy="1662546"/>
            </a:xfrm>
            <a:prstGeom prst="rect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6334276" y="1072943"/>
              <a:ext cx="2429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393663"/>
                  </a:solidFill>
                  <a:latin typeface="+mj-lt"/>
                  <a:ea typeface="微软雅黑" panose="020B0503020204020204" pitchFamily="34" charset="-122"/>
                </a:defRPr>
              </a:lvl1pPr>
            </a:lstStyle>
            <a:p>
              <a:pPr algn="r"/>
              <a:r>
                <a:rPr lang="en-US" altLang="zh-CN" sz="1600" dirty="0">
                  <a:latin typeface="微软雅黑" panose="020B0503020204020204" pitchFamily="34" charset="-122"/>
                  <a:cs typeface="思源黑体 CN Regular" panose="020B0500000000000000" charset="-122"/>
                </a:rPr>
                <a:t>Summary  Experience</a:t>
              </a:r>
            </a:p>
          </p:txBody>
        </p:sp>
        <p:sp>
          <p:nvSpPr>
            <p:cNvPr id="17" name="矩形 16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6353130" y="1383216"/>
              <a:ext cx="2361379" cy="103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6858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7E6E6">
                    <a:lumMod val="10000"/>
                  </a:srgbClr>
                </a:buClr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943601" y="2576945"/>
            <a:ext cx="3061854" cy="1662546"/>
            <a:chOff x="5943601" y="2660072"/>
            <a:chExt cx="3061854" cy="1662546"/>
          </a:xfrm>
        </p:grpSpPr>
        <p:sp>
          <p:nvSpPr>
            <p:cNvPr id="15" name="矩形 14"/>
            <p:cNvSpPr/>
            <p:nvPr/>
          </p:nvSpPr>
          <p:spPr>
            <a:xfrm>
              <a:off x="5943601" y="2660072"/>
              <a:ext cx="3061854" cy="1662546"/>
            </a:xfrm>
            <a:prstGeom prst="rect">
              <a:avLst/>
            </a:prstGeom>
            <a:gradFill>
              <a:gsLst>
                <a:gs pos="31978">
                  <a:srgbClr val="FDE3ED"/>
                </a:gs>
                <a:gs pos="20000">
                  <a:srgbClr val="FDE9F1"/>
                </a:gs>
                <a:gs pos="73000">
                  <a:srgbClr val="FBCDE0"/>
                </a:gs>
              </a:gsLst>
              <a:lin ang="2700000" scaled="1"/>
            </a:gradFill>
            <a:ln w="19050">
              <a:gradFill flip="none" rotWithShape="1">
                <a:gsLst>
                  <a:gs pos="22000">
                    <a:schemeClr val="bg1">
                      <a:alpha val="60000"/>
                    </a:schemeClr>
                  </a:gs>
                  <a:gs pos="57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  <a:effectLst>
              <a:outerShdw blurRad="127000" dist="635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>
                    <a:alpha val="10000"/>
                  </a:schemeClr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18" name="文本框 1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 txBox="1"/>
            <p:nvPr/>
          </p:nvSpPr>
          <p:spPr>
            <a:xfrm>
              <a:off x="6306566" y="2749342"/>
              <a:ext cx="24297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>
                  <a:solidFill>
                    <a:srgbClr val="393663"/>
                  </a:solidFill>
                  <a:latin typeface="+mj-lt"/>
                  <a:ea typeface="微软雅黑" panose="020B0503020204020204" pitchFamily="34" charset="-122"/>
                </a:defRPr>
              </a:lvl1pPr>
            </a:lstStyle>
            <a:p>
              <a:pPr algn="r"/>
              <a:r>
                <a:rPr lang="en-US" altLang="zh-CN" sz="1600" dirty="0">
                  <a:latin typeface="微软雅黑" panose="020B0503020204020204" pitchFamily="34" charset="-122"/>
                  <a:cs typeface="思源黑体 CN Regular" panose="020B0500000000000000" charset="-122"/>
                </a:rPr>
                <a:t>Summary  Experience</a:t>
              </a:r>
            </a:p>
          </p:txBody>
        </p:sp>
        <p:sp>
          <p:nvSpPr>
            <p:cNvPr id="19" name="矩形 1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  <p:cNvSpPr/>
            <p:nvPr/>
          </p:nvSpPr>
          <p:spPr>
            <a:xfrm>
              <a:off x="6325420" y="3059615"/>
              <a:ext cx="2361379" cy="103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6858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7E6E6">
                    <a:lumMod val="10000"/>
                  </a:srgbClr>
                </a:buClr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,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consectetuer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adipiscing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elit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. Aenean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commodo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ligula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eget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 dolor. Lorem ipsum dolor sit </a:t>
              </a: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Regular"/>
                </a:rPr>
                <a:t>amet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909" y="207819"/>
            <a:ext cx="5442182" cy="5442182"/>
          </a:xfrm>
          <a:prstGeom prst="rect">
            <a:avLst/>
          </a:prstGeom>
        </p:spPr>
      </p:pic>
      <p:sp>
        <p:nvSpPr>
          <p:cNvPr id="24" name="椭圆 23"/>
          <p:cNvSpPr/>
          <p:nvPr/>
        </p:nvSpPr>
        <p:spPr>
          <a:xfrm>
            <a:off x="5250630" y="2065973"/>
            <a:ext cx="392524" cy="392524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709213" y="1131477"/>
            <a:ext cx="331564" cy="33156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: 空心 24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SpPr/>
          <p:nvPr/>
        </p:nvSpPr>
        <p:spPr>
          <a:xfrm>
            <a:off x="7025434" y="-1375432"/>
            <a:ext cx="3231941" cy="3231941"/>
          </a:xfrm>
          <a:prstGeom prst="donut">
            <a:avLst/>
          </a:prstGeom>
          <a:solidFill>
            <a:srgbClr val="FEA278"/>
          </a:soli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297" y="0"/>
            <a:ext cx="6470059" cy="5143500"/>
          </a:xfrm>
          <a:prstGeom prst="rect">
            <a:avLst/>
          </a:prstGeom>
        </p:spPr>
      </p:pic>
      <p:sp>
        <p:nvSpPr>
          <p:cNvPr id="26" name="文本框 2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50840" y="959787"/>
            <a:ext cx="3020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27" name="矩形 2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/>
          <p:nvPr/>
        </p:nvSpPr>
        <p:spPr>
          <a:xfrm>
            <a:off x="350841" y="2037005"/>
            <a:ext cx="4858468" cy="127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montesLorem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思源黑体 CN Regular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87927" y="3422072"/>
            <a:ext cx="2307667" cy="1260764"/>
          </a:xfrm>
          <a:prstGeom prst="roundRect">
            <a:avLst/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2875951" y="3423816"/>
            <a:ext cx="2307667" cy="1260764"/>
          </a:xfrm>
          <a:prstGeom prst="roundRect">
            <a:avLst/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3663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9" name="文本框 2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375996" y="3551073"/>
            <a:ext cx="2143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93663"/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30" name="矩形 2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94850" y="3825012"/>
            <a:ext cx="2361379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</a:t>
            </a:r>
          </a:p>
        </p:txBody>
      </p:sp>
      <p:sp>
        <p:nvSpPr>
          <p:cNvPr id="31" name="文本框 3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2961749" y="3551073"/>
            <a:ext cx="2143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93663"/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Summary  Experience</a:t>
            </a: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2980603" y="3825012"/>
            <a:ext cx="2361379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kumimoji="0" lang="en-US" altLang="zh-CN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502617" y="817511"/>
            <a:ext cx="399672" cy="0"/>
          </a:xfrm>
          <a:prstGeom prst="line">
            <a:avLst/>
          </a:prstGeom>
          <a:ln w="57150">
            <a:solidFill>
              <a:srgbClr val="6A46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-576006" y="5747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0730" y="2576871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85632" y="1427003"/>
            <a:ext cx="8572736" cy="2289494"/>
          </a:xfrm>
          <a:prstGeom prst="roundRect">
            <a:avLst>
              <a:gd name="adj" fmla="val 11179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0" name="PA_矩形 8"/>
          <p:cNvSpPr/>
          <p:nvPr>
            <p:custDataLst>
              <p:tags r:id="rId1"/>
            </p:custDataLst>
          </p:nvPr>
        </p:nvSpPr>
        <p:spPr>
          <a:xfrm>
            <a:off x="4637259" y="1630652"/>
            <a:ext cx="32071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altLang="zh-CN" sz="3200" b="1" kern="0" dirty="0">
                <a:solidFill>
                  <a:srgbClr val="3936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Next Work  Planning</a:t>
            </a:r>
          </a:p>
        </p:txBody>
      </p:sp>
      <p:sp>
        <p:nvSpPr>
          <p:cNvPr id="12" name="矩形 11"/>
          <p:cNvSpPr/>
          <p:nvPr/>
        </p:nvSpPr>
        <p:spPr>
          <a:xfrm>
            <a:off x="4692510" y="2799316"/>
            <a:ext cx="3740290" cy="694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7003915" y="1974079"/>
            <a:ext cx="1755524" cy="0"/>
          </a:xfrm>
          <a:prstGeom prst="line">
            <a:avLst/>
          </a:prstGeom>
          <a:ln>
            <a:solidFill>
              <a:srgbClr val="3936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 descr="e7d195523061f1c09e9d68d7cf438b91ef959ecb14fc25d26BBA7F7DBC18E55DFF4014AF651F0BF2569D4B6C1DA7F1A4683A481403BD872FC687266AD13265C1DE7C373772FD8728ABDD69ADD03BFF5BE2862BC891DBB79E46FE1DD7084A990AF3422CB81D1A46EBDEE5E2C2ABFC934116A3A62E890F9EFD908EEE93E18EA888F27B1EC82BA3C9AB97A1A31AB83A3FDA"/>
          <p:cNvGrpSpPr/>
          <p:nvPr/>
        </p:nvGrpSpPr>
        <p:grpSpPr>
          <a:xfrm>
            <a:off x="4643377" y="275646"/>
            <a:ext cx="4434786" cy="277000"/>
            <a:chOff x="353151" y="258868"/>
            <a:chExt cx="4434786" cy="277000"/>
          </a:xfrm>
        </p:grpSpPr>
        <p:sp>
          <p:nvSpPr>
            <p:cNvPr id="17" name="文本框 1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53151" y="258868"/>
              <a:ext cx="9746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Summary</a:t>
              </a:r>
            </a:p>
          </p:txBody>
        </p:sp>
        <p:sp>
          <p:nvSpPr>
            <p:cNvPr id="18" name="文本框 17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1560358" y="258869"/>
              <a:ext cx="616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Data</a:t>
              </a: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2484063" y="258869"/>
              <a:ext cx="10251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Experience</a:t>
              </a:r>
            </a:p>
          </p:txBody>
        </p:sp>
        <p:sp>
          <p:nvSpPr>
            <p:cNvPr id="20" name="文本框 19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  <p:cNvSpPr txBox="1"/>
            <p:nvPr/>
          </p:nvSpPr>
          <p:spPr>
            <a:xfrm>
              <a:off x="3816445" y="258869"/>
              <a:ext cx="9714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6A467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 Light"/>
                  <a:cs typeface="思源黑体 CN Regular" panose="020B0500000000000000" charset="-122"/>
                </a:rPr>
                <a:t>Planning</a:t>
              </a:r>
            </a:p>
          </p:txBody>
        </p:sp>
      </p:grpSp>
      <p:sp>
        <p:nvSpPr>
          <p:cNvPr id="22" name="椭圆 21"/>
          <p:cNvSpPr/>
          <p:nvPr/>
        </p:nvSpPr>
        <p:spPr>
          <a:xfrm>
            <a:off x="3136492" y="38362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5900" y="4064871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90071" y="4497490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761235" y="3943739"/>
            <a:ext cx="1239865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第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四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单元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1120" y="-694944"/>
            <a:ext cx="7107936" cy="7107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27702" y="239389"/>
            <a:ext cx="1352562" cy="1356431"/>
            <a:chOff x="4946184" y="827217"/>
            <a:chExt cx="1959364" cy="1964969"/>
          </a:xfrm>
        </p:grpSpPr>
        <p:sp>
          <p:nvSpPr>
            <p:cNvPr id="8" name="椭圆 7"/>
            <p:cNvSpPr/>
            <p:nvPr/>
          </p:nvSpPr>
          <p:spPr>
            <a:xfrm>
              <a:off x="5102679" y="1384976"/>
              <a:ext cx="1616528" cy="1407210"/>
            </a:xfrm>
            <a:prstGeom prst="ellipse">
              <a:avLst/>
            </a:prstGeom>
            <a:solidFill>
              <a:srgbClr val="5448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pic>
          <p:nvPicPr>
            <p:cNvPr id="10" name="图片 9"/>
            <p:cNvPicPr preferRelativeResize="0"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9" t="15952" r="13782" b="6500"/>
            <a:stretch>
              <a:fillRect/>
            </a:stretch>
          </p:blipFill>
          <p:spPr>
            <a:xfrm rot="21326995">
              <a:off x="4946184" y="827217"/>
              <a:ext cx="1959364" cy="1959364"/>
            </a:xfrm>
            <a:prstGeom prst="ellipse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4027702" y="1931801"/>
            <a:ext cx="1352562" cy="1356431"/>
            <a:chOff x="4946182" y="827217"/>
            <a:chExt cx="1959364" cy="1964969"/>
          </a:xfrm>
        </p:grpSpPr>
        <p:sp>
          <p:nvSpPr>
            <p:cNvPr id="13" name="椭圆 12"/>
            <p:cNvSpPr/>
            <p:nvPr/>
          </p:nvSpPr>
          <p:spPr>
            <a:xfrm>
              <a:off x="5102679" y="1384976"/>
              <a:ext cx="1616528" cy="1407210"/>
            </a:xfrm>
            <a:prstGeom prst="ellipse">
              <a:avLst/>
            </a:prstGeom>
            <a:solidFill>
              <a:srgbClr val="FE97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pic>
          <p:nvPicPr>
            <p:cNvPr id="14" name="图片 13"/>
            <p:cNvPicPr preferRelativeResize="0"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9" t="15952" r="13782" b="6500"/>
            <a:stretch>
              <a:fillRect/>
            </a:stretch>
          </p:blipFill>
          <p:spPr>
            <a:xfrm rot="21326995">
              <a:off x="4946182" y="827217"/>
              <a:ext cx="1959364" cy="1959365"/>
            </a:xfrm>
            <a:prstGeom prst="ellipse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4027702" y="3624214"/>
            <a:ext cx="1352562" cy="1356431"/>
            <a:chOff x="4946182" y="827217"/>
            <a:chExt cx="1959364" cy="1964969"/>
          </a:xfrm>
        </p:grpSpPr>
        <p:sp>
          <p:nvSpPr>
            <p:cNvPr id="16" name="椭圆 15"/>
            <p:cNvSpPr/>
            <p:nvPr/>
          </p:nvSpPr>
          <p:spPr>
            <a:xfrm>
              <a:off x="5102679" y="1384976"/>
              <a:ext cx="1616528" cy="1407210"/>
            </a:xfrm>
            <a:prstGeom prst="ellipse">
              <a:avLst/>
            </a:prstGeom>
            <a:solidFill>
              <a:srgbClr val="FEA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pic>
          <p:nvPicPr>
            <p:cNvPr id="17" name="图片 16"/>
            <p:cNvPicPr preferRelativeResize="0"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09" t="15952" r="13782" b="6500"/>
            <a:stretch>
              <a:fillRect/>
            </a:stretch>
          </p:blipFill>
          <p:spPr>
            <a:xfrm rot="21326995">
              <a:off x="4946182" y="827217"/>
              <a:ext cx="1959364" cy="1959365"/>
            </a:xfrm>
            <a:prstGeom prst="ellipse">
              <a:avLst/>
            </a:prstGeom>
          </p:spPr>
        </p:pic>
      </p:grpSp>
      <p:sp>
        <p:nvSpPr>
          <p:cNvPr id="18" name="文本框 17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416486" y="418036"/>
            <a:ext cx="1775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Work  Planning</a:t>
            </a:r>
          </a:p>
        </p:txBody>
      </p:sp>
      <p:sp>
        <p:nvSpPr>
          <p:cNvPr id="19" name="矩形 18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416486" y="752025"/>
            <a:ext cx="309886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20" name="文本框 19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416486" y="2132536"/>
            <a:ext cx="1775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Work  Planning</a:t>
            </a:r>
          </a:p>
        </p:txBody>
      </p:sp>
      <p:sp>
        <p:nvSpPr>
          <p:cNvPr id="21" name="矩形 20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416486" y="2466525"/>
            <a:ext cx="309886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22" name="文本框 2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5416486" y="3855201"/>
            <a:ext cx="17754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16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Work  Planning</a:t>
            </a:r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5416486" y="4189190"/>
            <a:ext cx="309886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  <a:buClr>
                <a:srgbClr val="E7E6E6">
                  <a:lumMod val="10000"/>
                </a:srgbClr>
              </a:buClr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 dolor. Lorem ipsum dolor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Regular"/>
              </a:rPr>
              <a:t>amet</a:t>
            </a:r>
            <a:endParaRPr lang="en-US" altLang="zh-CN" sz="10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Regular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-1083733" y="1034343"/>
            <a:ext cx="4809067" cy="4809067"/>
          </a:xfrm>
          <a:prstGeom prst="ellipse">
            <a:avLst/>
          </a:prstGeom>
          <a:solidFill>
            <a:srgbClr val="939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804" y="-339969"/>
            <a:ext cx="5395804" cy="5143500"/>
          </a:xfrm>
          <a:prstGeom prst="rect">
            <a:avLst/>
          </a:prstGeom>
        </p:spPr>
      </p:pic>
      <p:sp>
        <p:nvSpPr>
          <p:cNvPr id="25" name="Freeform 5"/>
          <p:cNvSpPr/>
          <p:nvPr/>
        </p:nvSpPr>
        <p:spPr bwMode="auto">
          <a:xfrm>
            <a:off x="-1418492" y="3518547"/>
            <a:ext cx="4175125" cy="2131084"/>
          </a:xfrm>
          <a:custGeom>
            <a:avLst/>
            <a:gdLst>
              <a:gd name="T0" fmla="*/ 2817 w 3166"/>
              <a:gd name="T1" fmla="*/ 917 h 1614"/>
              <a:gd name="T2" fmla="*/ 2775 w 3166"/>
              <a:gd name="T3" fmla="*/ 919 h 1614"/>
              <a:gd name="T4" fmla="*/ 2344 w 3166"/>
              <a:gd name="T5" fmla="*/ 652 h 1614"/>
              <a:gd name="T6" fmla="*/ 2230 w 3166"/>
              <a:gd name="T7" fmla="*/ 666 h 1614"/>
              <a:gd name="T8" fmla="*/ 1544 w 3166"/>
              <a:gd name="T9" fmla="*/ 0 h 1614"/>
              <a:gd name="T10" fmla="*/ 858 w 3166"/>
              <a:gd name="T11" fmla="*/ 676 h 1614"/>
              <a:gd name="T12" fmla="*/ 708 w 3166"/>
              <a:gd name="T13" fmla="*/ 652 h 1614"/>
              <a:gd name="T14" fmla="*/ 227 w 3166"/>
              <a:gd name="T15" fmla="*/ 1133 h 1614"/>
              <a:gd name="T16" fmla="*/ 228 w 3166"/>
              <a:gd name="T17" fmla="*/ 1159 h 1614"/>
              <a:gd name="T18" fmla="*/ 227 w 3166"/>
              <a:gd name="T19" fmla="*/ 1159 h 1614"/>
              <a:gd name="T20" fmla="*/ 0 w 3166"/>
              <a:gd name="T21" fmla="*/ 1386 h 1614"/>
              <a:gd name="T22" fmla="*/ 227 w 3166"/>
              <a:gd name="T23" fmla="*/ 1614 h 1614"/>
              <a:gd name="T24" fmla="*/ 2817 w 3166"/>
              <a:gd name="T25" fmla="*/ 1614 h 1614"/>
              <a:gd name="T26" fmla="*/ 3166 w 3166"/>
              <a:gd name="T27" fmla="*/ 1265 h 1614"/>
              <a:gd name="T28" fmla="*/ 2817 w 3166"/>
              <a:gd name="T29" fmla="*/ 917 h 1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66" h="1613">
                <a:moveTo>
                  <a:pt x="2817" y="917"/>
                </a:moveTo>
                <a:cubicBezTo>
                  <a:pt x="2803" y="917"/>
                  <a:pt x="2789" y="918"/>
                  <a:pt x="2775" y="919"/>
                </a:cubicBezTo>
                <a:cubicBezTo>
                  <a:pt x="2696" y="761"/>
                  <a:pt x="2533" y="652"/>
                  <a:pt x="2344" y="652"/>
                </a:cubicBezTo>
                <a:cubicBezTo>
                  <a:pt x="2305" y="652"/>
                  <a:pt x="2266" y="657"/>
                  <a:pt x="2230" y="666"/>
                </a:cubicBezTo>
                <a:cubicBezTo>
                  <a:pt x="2219" y="296"/>
                  <a:pt x="1916" y="0"/>
                  <a:pt x="1544" y="0"/>
                </a:cubicBezTo>
                <a:cubicBezTo>
                  <a:pt x="1168" y="0"/>
                  <a:pt x="863" y="302"/>
                  <a:pt x="858" y="676"/>
                </a:cubicBezTo>
                <a:cubicBezTo>
                  <a:pt x="810" y="661"/>
                  <a:pt x="760" y="652"/>
                  <a:pt x="708" y="652"/>
                </a:cubicBezTo>
                <a:cubicBezTo>
                  <a:pt x="442" y="652"/>
                  <a:pt x="227" y="867"/>
                  <a:pt x="227" y="1133"/>
                </a:cubicBezTo>
                <a:cubicBezTo>
                  <a:pt x="227" y="1142"/>
                  <a:pt x="227" y="1150"/>
                  <a:pt x="228" y="1159"/>
                </a:cubicBezTo>
                <a:cubicBezTo>
                  <a:pt x="228" y="1159"/>
                  <a:pt x="227" y="1159"/>
                  <a:pt x="227" y="1159"/>
                </a:cubicBezTo>
                <a:cubicBezTo>
                  <a:pt x="101" y="1159"/>
                  <a:pt x="0" y="1261"/>
                  <a:pt x="0" y="1386"/>
                </a:cubicBezTo>
                <a:cubicBezTo>
                  <a:pt x="0" y="1512"/>
                  <a:pt x="101" y="1614"/>
                  <a:pt x="227" y="1614"/>
                </a:cubicBezTo>
                <a:cubicBezTo>
                  <a:pt x="2817" y="1614"/>
                  <a:pt x="2817" y="1614"/>
                  <a:pt x="2817" y="1614"/>
                </a:cubicBezTo>
                <a:cubicBezTo>
                  <a:pt x="3010" y="1614"/>
                  <a:pt x="3166" y="1458"/>
                  <a:pt x="3166" y="1265"/>
                </a:cubicBezTo>
                <a:cubicBezTo>
                  <a:pt x="3166" y="1073"/>
                  <a:pt x="3010" y="917"/>
                  <a:pt x="2817" y="917"/>
                </a:cubicBezTo>
                <a:close/>
              </a:path>
            </a:pathLst>
          </a:cu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6" name="Freeform 5"/>
          <p:cNvSpPr/>
          <p:nvPr/>
        </p:nvSpPr>
        <p:spPr bwMode="auto">
          <a:xfrm>
            <a:off x="396875" y="3870240"/>
            <a:ext cx="4175125" cy="2131084"/>
          </a:xfrm>
          <a:custGeom>
            <a:avLst/>
            <a:gdLst>
              <a:gd name="T0" fmla="*/ 2817 w 3166"/>
              <a:gd name="T1" fmla="*/ 917 h 1614"/>
              <a:gd name="T2" fmla="*/ 2775 w 3166"/>
              <a:gd name="T3" fmla="*/ 919 h 1614"/>
              <a:gd name="T4" fmla="*/ 2344 w 3166"/>
              <a:gd name="T5" fmla="*/ 652 h 1614"/>
              <a:gd name="T6" fmla="*/ 2230 w 3166"/>
              <a:gd name="T7" fmla="*/ 666 h 1614"/>
              <a:gd name="T8" fmla="*/ 1544 w 3166"/>
              <a:gd name="T9" fmla="*/ 0 h 1614"/>
              <a:gd name="T10" fmla="*/ 858 w 3166"/>
              <a:gd name="T11" fmla="*/ 676 h 1614"/>
              <a:gd name="T12" fmla="*/ 708 w 3166"/>
              <a:gd name="T13" fmla="*/ 652 h 1614"/>
              <a:gd name="T14" fmla="*/ 227 w 3166"/>
              <a:gd name="T15" fmla="*/ 1133 h 1614"/>
              <a:gd name="T16" fmla="*/ 228 w 3166"/>
              <a:gd name="T17" fmla="*/ 1159 h 1614"/>
              <a:gd name="T18" fmla="*/ 227 w 3166"/>
              <a:gd name="T19" fmla="*/ 1159 h 1614"/>
              <a:gd name="T20" fmla="*/ 0 w 3166"/>
              <a:gd name="T21" fmla="*/ 1386 h 1614"/>
              <a:gd name="T22" fmla="*/ 227 w 3166"/>
              <a:gd name="T23" fmla="*/ 1614 h 1614"/>
              <a:gd name="T24" fmla="*/ 2817 w 3166"/>
              <a:gd name="T25" fmla="*/ 1614 h 1614"/>
              <a:gd name="T26" fmla="*/ 3166 w 3166"/>
              <a:gd name="T27" fmla="*/ 1265 h 1614"/>
              <a:gd name="T28" fmla="*/ 2817 w 3166"/>
              <a:gd name="T29" fmla="*/ 917 h 1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66" h="1613">
                <a:moveTo>
                  <a:pt x="2817" y="917"/>
                </a:moveTo>
                <a:cubicBezTo>
                  <a:pt x="2803" y="917"/>
                  <a:pt x="2789" y="918"/>
                  <a:pt x="2775" y="919"/>
                </a:cubicBezTo>
                <a:cubicBezTo>
                  <a:pt x="2696" y="761"/>
                  <a:pt x="2533" y="652"/>
                  <a:pt x="2344" y="652"/>
                </a:cubicBezTo>
                <a:cubicBezTo>
                  <a:pt x="2305" y="652"/>
                  <a:pt x="2266" y="657"/>
                  <a:pt x="2230" y="666"/>
                </a:cubicBezTo>
                <a:cubicBezTo>
                  <a:pt x="2219" y="296"/>
                  <a:pt x="1916" y="0"/>
                  <a:pt x="1544" y="0"/>
                </a:cubicBezTo>
                <a:cubicBezTo>
                  <a:pt x="1168" y="0"/>
                  <a:pt x="863" y="302"/>
                  <a:pt x="858" y="676"/>
                </a:cubicBezTo>
                <a:cubicBezTo>
                  <a:pt x="810" y="661"/>
                  <a:pt x="760" y="652"/>
                  <a:pt x="708" y="652"/>
                </a:cubicBezTo>
                <a:cubicBezTo>
                  <a:pt x="442" y="652"/>
                  <a:pt x="227" y="867"/>
                  <a:pt x="227" y="1133"/>
                </a:cubicBezTo>
                <a:cubicBezTo>
                  <a:pt x="227" y="1142"/>
                  <a:pt x="227" y="1150"/>
                  <a:pt x="228" y="1159"/>
                </a:cubicBezTo>
                <a:cubicBezTo>
                  <a:pt x="228" y="1159"/>
                  <a:pt x="227" y="1159"/>
                  <a:pt x="227" y="1159"/>
                </a:cubicBezTo>
                <a:cubicBezTo>
                  <a:pt x="101" y="1159"/>
                  <a:pt x="0" y="1261"/>
                  <a:pt x="0" y="1386"/>
                </a:cubicBezTo>
                <a:cubicBezTo>
                  <a:pt x="0" y="1512"/>
                  <a:pt x="101" y="1614"/>
                  <a:pt x="227" y="1614"/>
                </a:cubicBezTo>
                <a:cubicBezTo>
                  <a:pt x="2817" y="1614"/>
                  <a:pt x="2817" y="1614"/>
                  <a:pt x="2817" y="1614"/>
                </a:cubicBezTo>
                <a:cubicBezTo>
                  <a:pt x="3010" y="1614"/>
                  <a:pt x="3166" y="1458"/>
                  <a:pt x="3166" y="1265"/>
                </a:cubicBezTo>
                <a:cubicBezTo>
                  <a:pt x="3166" y="1073"/>
                  <a:pt x="3010" y="917"/>
                  <a:pt x="2817" y="917"/>
                </a:cubicBezTo>
                <a:close/>
              </a:path>
            </a:pathLst>
          </a:cu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/>
        </p:nvSpPr>
        <p:spPr>
          <a:xfrm>
            <a:off x="99848" y="154880"/>
            <a:ext cx="8917152" cy="4836220"/>
          </a:xfrm>
          <a:prstGeom prst="roundRect">
            <a:avLst>
              <a:gd name="adj" fmla="val 6715"/>
            </a:avLst>
          </a:prstGeom>
          <a:solidFill>
            <a:schemeClr val="bg1">
              <a:alpha val="30000"/>
            </a:schemeClr>
          </a:solidFill>
          <a:ln>
            <a:gradFill flip="none" rotWithShape="1">
              <a:gsLst>
                <a:gs pos="22000">
                  <a:schemeClr val="bg1">
                    <a:alpha val="6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>
                  <a:alpha val="10000"/>
                </a:schemeClr>
              </a:solidFill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5" name="PA_矩形 8"/>
          <p:cNvSpPr/>
          <p:nvPr>
            <p:custDataLst>
              <p:tags r:id="rId1"/>
            </p:custDataLst>
          </p:nvPr>
        </p:nvSpPr>
        <p:spPr>
          <a:xfrm>
            <a:off x="3121694" y="142181"/>
            <a:ext cx="2900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/>
            <a:r>
              <a:rPr lang="en-US" altLang="zh-CN" sz="2000" b="1" kern="0" dirty="0">
                <a:solidFill>
                  <a:srgbClr val="6A46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charset="-122"/>
              </a:rPr>
              <a:t>Next Work  Planning</a:t>
            </a:r>
          </a:p>
        </p:txBody>
      </p:sp>
      <p:sp>
        <p:nvSpPr>
          <p:cNvPr id="26" name="矩形 25"/>
          <p:cNvSpPr/>
          <p:nvPr/>
        </p:nvSpPr>
        <p:spPr>
          <a:xfrm>
            <a:off x="2598683" y="551699"/>
            <a:ext cx="394663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Lorem ipsum dolor sit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amet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consectetuer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adipiscing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50" kern="0" dirty="0" err="1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elit</a:t>
            </a:r>
            <a:r>
              <a:rPr lang="en-US" altLang="zh-CN" sz="1050" kern="0" dirty="0">
                <a:solidFill>
                  <a:srgbClr val="6A4678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270933" y="1303570"/>
            <a:ext cx="9537841" cy="1902475"/>
            <a:chOff x="559539" y="1337437"/>
            <a:chExt cx="8834709" cy="1762224"/>
          </a:xfrm>
        </p:grpSpPr>
        <p:sp>
          <p:nvSpPr>
            <p:cNvPr id="2" name="任意多边形: 形状 1"/>
            <p:cNvSpPr/>
            <p:nvPr/>
          </p:nvSpPr>
          <p:spPr>
            <a:xfrm>
              <a:off x="1090130" y="1337437"/>
              <a:ext cx="2130589" cy="1762224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3" name="任意多边形: 形状 2"/>
            <p:cNvSpPr/>
            <p:nvPr/>
          </p:nvSpPr>
          <p:spPr>
            <a:xfrm>
              <a:off x="559539" y="1734453"/>
              <a:ext cx="1007992" cy="100799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392906 w 785812"/>
                <a:gd name="connsiteY1" fmla="*/ 0 h 785812"/>
                <a:gd name="connsiteX2" fmla="*/ 785812 w 785812"/>
                <a:gd name="connsiteY2" fmla="*/ 392906 h 785812"/>
                <a:gd name="connsiteX3" fmla="*/ 392906 w 785812"/>
                <a:gd name="connsiteY3" fmla="*/ 785812 h 785812"/>
                <a:gd name="connsiteX4" fmla="*/ 0 w 785812"/>
                <a:gd name="connsiteY4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175910"/>
                    <a:pt x="175910" y="0"/>
                    <a:pt x="392906" y="0"/>
                  </a:cubicBezTo>
                  <a:cubicBezTo>
                    <a:pt x="609902" y="0"/>
                    <a:pt x="785812" y="175910"/>
                    <a:pt x="785812" y="392906"/>
                  </a:cubicBezTo>
                  <a:cubicBezTo>
                    <a:pt x="785812" y="609902"/>
                    <a:pt x="609902" y="785812"/>
                    <a:pt x="392906" y="785812"/>
                  </a:cubicBezTo>
                  <a:cubicBezTo>
                    <a:pt x="175910" y="785812"/>
                    <a:pt x="0" y="609902"/>
                    <a:pt x="0" y="392906"/>
                  </a:cubicBezTo>
                  <a:close/>
                </a:path>
              </a:pathLst>
            </a:custGeom>
            <a:solidFill>
              <a:srgbClr val="565EE9"/>
            </a:soli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3875735" y="1337437"/>
              <a:ext cx="2015984" cy="1762224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3345143" y="1734453"/>
              <a:ext cx="1007992" cy="100799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392906 w 785812"/>
                <a:gd name="connsiteY1" fmla="*/ 0 h 785812"/>
                <a:gd name="connsiteX2" fmla="*/ 785812 w 785812"/>
                <a:gd name="connsiteY2" fmla="*/ 392906 h 785812"/>
                <a:gd name="connsiteX3" fmla="*/ 392906 w 785812"/>
                <a:gd name="connsiteY3" fmla="*/ 785812 h 785812"/>
                <a:gd name="connsiteX4" fmla="*/ 0 w 785812"/>
                <a:gd name="connsiteY4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175910"/>
                    <a:pt x="175910" y="0"/>
                    <a:pt x="392906" y="0"/>
                  </a:cubicBezTo>
                  <a:cubicBezTo>
                    <a:pt x="609902" y="0"/>
                    <a:pt x="785812" y="175910"/>
                    <a:pt x="785812" y="392906"/>
                  </a:cubicBezTo>
                  <a:cubicBezTo>
                    <a:pt x="785812" y="609902"/>
                    <a:pt x="609902" y="785812"/>
                    <a:pt x="392906" y="785812"/>
                  </a:cubicBezTo>
                  <a:cubicBezTo>
                    <a:pt x="175910" y="785812"/>
                    <a:pt x="0" y="609902"/>
                    <a:pt x="0" y="392906"/>
                  </a:cubicBezTo>
                  <a:close/>
                </a:path>
              </a:pathLst>
            </a:custGeom>
            <a:solidFill>
              <a:srgbClr val="FEA278"/>
            </a:soli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661339" y="1337437"/>
              <a:ext cx="2015984" cy="1762224"/>
            </a:xfrm>
            <a:custGeom>
              <a:avLst/>
              <a:gdLst>
                <a:gd name="connsiteX0" fmla="*/ 0 w 1571625"/>
                <a:gd name="connsiteY0" fmla="*/ 206070 h 1373798"/>
                <a:gd name="connsiteX1" fmla="*/ 884726 w 1571625"/>
                <a:gd name="connsiteY1" fmla="*/ 206070 h 1373798"/>
                <a:gd name="connsiteX2" fmla="*/ 884726 w 1571625"/>
                <a:gd name="connsiteY2" fmla="*/ 0 h 1373798"/>
                <a:gd name="connsiteX3" fmla="*/ 1571625 w 1571625"/>
                <a:gd name="connsiteY3" fmla="*/ 686899 h 1373798"/>
                <a:gd name="connsiteX4" fmla="*/ 884726 w 1571625"/>
                <a:gd name="connsiteY4" fmla="*/ 1373798 h 1373798"/>
                <a:gd name="connsiteX5" fmla="*/ 884726 w 1571625"/>
                <a:gd name="connsiteY5" fmla="*/ 1167728 h 1373798"/>
                <a:gd name="connsiteX6" fmla="*/ 0 w 1571625"/>
                <a:gd name="connsiteY6" fmla="*/ 1167728 h 1373798"/>
                <a:gd name="connsiteX7" fmla="*/ 0 w 1571625"/>
                <a:gd name="connsiteY7" fmla="*/ 206070 h 1373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1625" h="1373798">
                  <a:moveTo>
                    <a:pt x="0" y="206070"/>
                  </a:moveTo>
                  <a:lnTo>
                    <a:pt x="884726" y="206070"/>
                  </a:lnTo>
                  <a:lnTo>
                    <a:pt x="884726" y="0"/>
                  </a:lnTo>
                  <a:lnTo>
                    <a:pt x="1571625" y="686899"/>
                  </a:lnTo>
                  <a:lnTo>
                    <a:pt x="884726" y="1373798"/>
                  </a:lnTo>
                  <a:lnTo>
                    <a:pt x="884726" y="1167728"/>
                  </a:lnTo>
                  <a:lnTo>
                    <a:pt x="0" y="1167728"/>
                  </a:lnTo>
                  <a:lnTo>
                    <a:pt x="0" y="206070"/>
                  </a:lnTo>
                  <a:close/>
                </a:path>
              </a:pathLst>
            </a:custGeom>
            <a:gradFill>
              <a:gsLst>
                <a:gs pos="0">
                  <a:srgbClr val="FFE6E2"/>
                </a:gs>
                <a:gs pos="58000">
                  <a:srgbClr val="FCFBF9"/>
                </a:gs>
                <a:gs pos="100000">
                  <a:srgbClr val="FEFDFC"/>
                </a:gs>
              </a:gsLst>
              <a:lin ang="18900000" scaled="1"/>
            </a:gra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  <a:p>
              <a:pPr lvl="1"/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130747" y="1734453"/>
              <a:ext cx="1007992" cy="1007992"/>
            </a:xfrm>
            <a:custGeom>
              <a:avLst/>
              <a:gdLst>
                <a:gd name="connsiteX0" fmla="*/ 0 w 785812"/>
                <a:gd name="connsiteY0" fmla="*/ 392906 h 785812"/>
                <a:gd name="connsiteX1" fmla="*/ 392906 w 785812"/>
                <a:gd name="connsiteY1" fmla="*/ 0 h 785812"/>
                <a:gd name="connsiteX2" fmla="*/ 785812 w 785812"/>
                <a:gd name="connsiteY2" fmla="*/ 392906 h 785812"/>
                <a:gd name="connsiteX3" fmla="*/ 392906 w 785812"/>
                <a:gd name="connsiteY3" fmla="*/ 785812 h 785812"/>
                <a:gd name="connsiteX4" fmla="*/ 0 w 785812"/>
                <a:gd name="connsiteY4" fmla="*/ 392906 h 785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2" h="785812">
                  <a:moveTo>
                    <a:pt x="0" y="392906"/>
                  </a:moveTo>
                  <a:cubicBezTo>
                    <a:pt x="0" y="175910"/>
                    <a:pt x="175910" y="0"/>
                    <a:pt x="392906" y="0"/>
                  </a:cubicBezTo>
                  <a:cubicBezTo>
                    <a:pt x="609902" y="0"/>
                    <a:pt x="785812" y="175910"/>
                    <a:pt x="785812" y="392906"/>
                  </a:cubicBezTo>
                  <a:cubicBezTo>
                    <a:pt x="785812" y="609902"/>
                    <a:pt x="609902" y="785812"/>
                    <a:pt x="392906" y="785812"/>
                  </a:cubicBezTo>
                  <a:cubicBezTo>
                    <a:pt x="175910" y="785812"/>
                    <a:pt x="0" y="609902"/>
                    <a:pt x="0" y="392906"/>
                  </a:cubicBezTo>
                  <a:close/>
                </a:path>
              </a:pathLst>
            </a:custGeom>
            <a:solidFill>
              <a:srgbClr val="FE97A1"/>
            </a:solidFill>
            <a:ln>
              <a:noFill/>
            </a:ln>
            <a:effectLst>
              <a:outerShdw blurRad="127000" dist="127000" dir="5400000" algn="t" rotWithShape="0">
                <a:srgbClr val="EB81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93663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sp>
          <p:nvSpPr>
            <p:cNvPr id="8" name="Freeform 5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SpPr>
              <a:spLocks noEditPoints="1"/>
            </p:cNvSpPr>
            <p:nvPr/>
          </p:nvSpPr>
          <p:spPr bwMode="auto">
            <a:xfrm>
              <a:off x="883885" y="2085223"/>
              <a:ext cx="359301" cy="306452"/>
            </a:xfrm>
            <a:custGeom>
              <a:avLst/>
              <a:gdLst>
                <a:gd name="T0" fmla="*/ 689 w 746"/>
                <a:gd name="T1" fmla="*/ 125 h 638"/>
                <a:gd name="T2" fmla="*/ 552 w 746"/>
                <a:gd name="T3" fmla="*/ 125 h 638"/>
                <a:gd name="T4" fmla="*/ 552 w 746"/>
                <a:gd name="T5" fmla="*/ 57 h 638"/>
                <a:gd name="T6" fmla="*/ 495 w 746"/>
                <a:gd name="T7" fmla="*/ 0 h 638"/>
                <a:gd name="T8" fmla="*/ 253 w 746"/>
                <a:gd name="T9" fmla="*/ 0 h 638"/>
                <a:gd name="T10" fmla="*/ 196 w 746"/>
                <a:gd name="T11" fmla="*/ 57 h 638"/>
                <a:gd name="T12" fmla="*/ 196 w 746"/>
                <a:gd name="T13" fmla="*/ 125 h 638"/>
                <a:gd name="T14" fmla="*/ 57 w 746"/>
                <a:gd name="T15" fmla="*/ 125 h 638"/>
                <a:gd name="T16" fmla="*/ 0 w 746"/>
                <a:gd name="T17" fmla="*/ 182 h 638"/>
                <a:gd name="T18" fmla="*/ 0 w 746"/>
                <a:gd name="T19" fmla="*/ 581 h 638"/>
                <a:gd name="T20" fmla="*/ 57 w 746"/>
                <a:gd name="T21" fmla="*/ 638 h 638"/>
                <a:gd name="T22" fmla="*/ 689 w 746"/>
                <a:gd name="T23" fmla="*/ 638 h 638"/>
                <a:gd name="T24" fmla="*/ 746 w 746"/>
                <a:gd name="T25" fmla="*/ 581 h 638"/>
                <a:gd name="T26" fmla="*/ 746 w 746"/>
                <a:gd name="T27" fmla="*/ 182 h 638"/>
                <a:gd name="T28" fmla="*/ 689 w 746"/>
                <a:gd name="T29" fmla="*/ 125 h 638"/>
                <a:gd name="T30" fmla="*/ 239 w 746"/>
                <a:gd name="T31" fmla="*/ 57 h 638"/>
                <a:gd name="T32" fmla="*/ 253 w 746"/>
                <a:gd name="T33" fmla="*/ 44 h 638"/>
                <a:gd name="T34" fmla="*/ 495 w 746"/>
                <a:gd name="T35" fmla="*/ 44 h 638"/>
                <a:gd name="T36" fmla="*/ 508 w 746"/>
                <a:gd name="T37" fmla="*/ 57 h 638"/>
                <a:gd name="T38" fmla="*/ 508 w 746"/>
                <a:gd name="T39" fmla="*/ 125 h 638"/>
                <a:gd name="T40" fmla="*/ 239 w 746"/>
                <a:gd name="T41" fmla="*/ 125 h 638"/>
                <a:gd name="T42" fmla="*/ 239 w 746"/>
                <a:gd name="T43" fmla="*/ 57 h 638"/>
                <a:gd name="T44" fmla="*/ 57 w 746"/>
                <a:gd name="T45" fmla="*/ 169 h 638"/>
                <a:gd name="T46" fmla="*/ 689 w 746"/>
                <a:gd name="T47" fmla="*/ 169 h 638"/>
                <a:gd name="T48" fmla="*/ 703 w 746"/>
                <a:gd name="T49" fmla="*/ 182 h 638"/>
                <a:gd name="T50" fmla="*/ 703 w 746"/>
                <a:gd name="T51" fmla="*/ 295 h 638"/>
                <a:gd name="T52" fmla="*/ 545 w 746"/>
                <a:gd name="T53" fmla="*/ 295 h 638"/>
                <a:gd name="T54" fmla="*/ 545 w 746"/>
                <a:gd name="T55" fmla="*/ 267 h 638"/>
                <a:gd name="T56" fmla="*/ 501 w 746"/>
                <a:gd name="T57" fmla="*/ 267 h 638"/>
                <a:gd name="T58" fmla="*/ 501 w 746"/>
                <a:gd name="T59" fmla="*/ 295 h 638"/>
                <a:gd name="T60" fmla="*/ 245 w 746"/>
                <a:gd name="T61" fmla="*/ 295 h 638"/>
                <a:gd name="T62" fmla="*/ 245 w 746"/>
                <a:gd name="T63" fmla="*/ 266 h 638"/>
                <a:gd name="T64" fmla="*/ 201 w 746"/>
                <a:gd name="T65" fmla="*/ 266 h 638"/>
                <a:gd name="T66" fmla="*/ 201 w 746"/>
                <a:gd name="T67" fmla="*/ 295 h 638"/>
                <a:gd name="T68" fmla="*/ 43 w 746"/>
                <a:gd name="T69" fmla="*/ 295 h 638"/>
                <a:gd name="T70" fmla="*/ 43 w 746"/>
                <a:gd name="T71" fmla="*/ 182 h 638"/>
                <a:gd name="T72" fmla="*/ 57 w 746"/>
                <a:gd name="T73" fmla="*/ 169 h 638"/>
                <a:gd name="T74" fmla="*/ 689 w 746"/>
                <a:gd name="T75" fmla="*/ 594 h 638"/>
                <a:gd name="T76" fmla="*/ 57 w 746"/>
                <a:gd name="T77" fmla="*/ 594 h 638"/>
                <a:gd name="T78" fmla="*/ 43 w 746"/>
                <a:gd name="T79" fmla="*/ 581 h 638"/>
                <a:gd name="T80" fmla="*/ 43 w 746"/>
                <a:gd name="T81" fmla="*/ 338 h 638"/>
                <a:gd name="T82" fmla="*/ 201 w 746"/>
                <a:gd name="T83" fmla="*/ 338 h 638"/>
                <a:gd name="T84" fmla="*/ 201 w 746"/>
                <a:gd name="T85" fmla="*/ 368 h 638"/>
                <a:gd name="T86" fmla="*/ 245 w 746"/>
                <a:gd name="T87" fmla="*/ 368 h 638"/>
                <a:gd name="T88" fmla="*/ 245 w 746"/>
                <a:gd name="T89" fmla="*/ 338 h 638"/>
                <a:gd name="T90" fmla="*/ 501 w 746"/>
                <a:gd name="T91" fmla="*/ 338 h 638"/>
                <a:gd name="T92" fmla="*/ 501 w 746"/>
                <a:gd name="T93" fmla="*/ 369 h 638"/>
                <a:gd name="T94" fmla="*/ 545 w 746"/>
                <a:gd name="T95" fmla="*/ 369 h 638"/>
                <a:gd name="T96" fmla="*/ 545 w 746"/>
                <a:gd name="T97" fmla="*/ 338 h 638"/>
                <a:gd name="T98" fmla="*/ 703 w 746"/>
                <a:gd name="T99" fmla="*/ 338 h 638"/>
                <a:gd name="T100" fmla="*/ 703 w 746"/>
                <a:gd name="T101" fmla="*/ 581 h 638"/>
                <a:gd name="T102" fmla="*/ 689 w 746"/>
                <a:gd name="T103" fmla="*/ 594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6" h="638">
                  <a:moveTo>
                    <a:pt x="689" y="125"/>
                  </a:moveTo>
                  <a:cubicBezTo>
                    <a:pt x="552" y="125"/>
                    <a:pt x="552" y="125"/>
                    <a:pt x="552" y="125"/>
                  </a:cubicBezTo>
                  <a:cubicBezTo>
                    <a:pt x="552" y="57"/>
                    <a:pt x="552" y="57"/>
                    <a:pt x="552" y="57"/>
                  </a:cubicBezTo>
                  <a:cubicBezTo>
                    <a:pt x="552" y="26"/>
                    <a:pt x="526" y="0"/>
                    <a:pt x="495" y="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21" y="0"/>
                    <a:pt x="196" y="26"/>
                    <a:pt x="196" y="57"/>
                  </a:cubicBezTo>
                  <a:cubicBezTo>
                    <a:pt x="196" y="125"/>
                    <a:pt x="196" y="125"/>
                    <a:pt x="196" y="125"/>
                  </a:cubicBezTo>
                  <a:cubicBezTo>
                    <a:pt x="57" y="125"/>
                    <a:pt x="57" y="125"/>
                    <a:pt x="57" y="125"/>
                  </a:cubicBezTo>
                  <a:cubicBezTo>
                    <a:pt x="25" y="125"/>
                    <a:pt x="0" y="151"/>
                    <a:pt x="0" y="182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0" y="612"/>
                    <a:pt x="25" y="638"/>
                    <a:pt x="57" y="638"/>
                  </a:cubicBezTo>
                  <a:cubicBezTo>
                    <a:pt x="689" y="638"/>
                    <a:pt x="689" y="638"/>
                    <a:pt x="689" y="638"/>
                  </a:cubicBezTo>
                  <a:cubicBezTo>
                    <a:pt x="721" y="638"/>
                    <a:pt x="746" y="612"/>
                    <a:pt x="746" y="581"/>
                  </a:cubicBezTo>
                  <a:cubicBezTo>
                    <a:pt x="746" y="182"/>
                    <a:pt x="746" y="182"/>
                    <a:pt x="746" y="182"/>
                  </a:cubicBezTo>
                  <a:cubicBezTo>
                    <a:pt x="746" y="151"/>
                    <a:pt x="721" y="125"/>
                    <a:pt x="689" y="125"/>
                  </a:cubicBezTo>
                  <a:close/>
                  <a:moveTo>
                    <a:pt x="239" y="57"/>
                  </a:moveTo>
                  <a:cubicBezTo>
                    <a:pt x="239" y="50"/>
                    <a:pt x="245" y="44"/>
                    <a:pt x="253" y="44"/>
                  </a:cubicBezTo>
                  <a:cubicBezTo>
                    <a:pt x="495" y="44"/>
                    <a:pt x="495" y="44"/>
                    <a:pt x="495" y="44"/>
                  </a:cubicBezTo>
                  <a:cubicBezTo>
                    <a:pt x="502" y="44"/>
                    <a:pt x="508" y="50"/>
                    <a:pt x="508" y="57"/>
                  </a:cubicBezTo>
                  <a:cubicBezTo>
                    <a:pt x="508" y="125"/>
                    <a:pt x="508" y="125"/>
                    <a:pt x="508" y="125"/>
                  </a:cubicBezTo>
                  <a:cubicBezTo>
                    <a:pt x="239" y="125"/>
                    <a:pt x="239" y="125"/>
                    <a:pt x="239" y="125"/>
                  </a:cubicBezTo>
                  <a:lnTo>
                    <a:pt x="239" y="57"/>
                  </a:lnTo>
                  <a:close/>
                  <a:moveTo>
                    <a:pt x="57" y="169"/>
                  </a:moveTo>
                  <a:cubicBezTo>
                    <a:pt x="689" y="169"/>
                    <a:pt x="689" y="169"/>
                    <a:pt x="689" y="169"/>
                  </a:cubicBezTo>
                  <a:cubicBezTo>
                    <a:pt x="697" y="169"/>
                    <a:pt x="703" y="175"/>
                    <a:pt x="703" y="182"/>
                  </a:cubicBezTo>
                  <a:cubicBezTo>
                    <a:pt x="703" y="295"/>
                    <a:pt x="703" y="295"/>
                    <a:pt x="703" y="295"/>
                  </a:cubicBezTo>
                  <a:cubicBezTo>
                    <a:pt x="545" y="295"/>
                    <a:pt x="545" y="295"/>
                    <a:pt x="545" y="295"/>
                  </a:cubicBezTo>
                  <a:cubicBezTo>
                    <a:pt x="545" y="267"/>
                    <a:pt x="545" y="267"/>
                    <a:pt x="545" y="267"/>
                  </a:cubicBezTo>
                  <a:cubicBezTo>
                    <a:pt x="501" y="267"/>
                    <a:pt x="501" y="267"/>
                    <a:pt x="501" y="267"/>
                  </a:cubicBezTo>
                  <a:cubicBezTo>
                    <a:pt x="501" y="295"/>
                    <a:pt x="501" y="295"/>
                    <a:pt x="501" y="295"/>
                  </a:cubicBezTo>
                  <a:cubicBezTo>
                    <a:pt x="245" y="295"/>
                    <a:pt x="245" y="295"/>
                    <a:pt x="245" y="295"/>
                  </a:cubicBezTo>
                  <a:cubicBezTo>
                    <a:pt x="245" y="266"/>
                    <a:pt x="245" y="266"/>
                    <a:pt x="245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95"/>
                    <a:pt x="201" y="295"/>
                    <a:pt x="201" y="295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3" y="182"/>
                    <a:pt x="43" y="182"/>
                    <a:pt x="43" y="182"/>
                  </a:cubicBezTo>
                  <a:cubicBezTo>
                    <a:pt x="43" y="175"/>
                    <a:pt x="49" y="169"/>
                    <a:pt x="57" y="169"/>
                  </a:cubicBezTo>
                  <a:close/>
                  <a:moveTo>
                    <a:pt x="689" y="594"/>
                  </a:moveTo>
                  <a:cubicBezTo>
                    <a:pt x="57" y="594"/>
                    <a:pt x="57" y="594"/>
                    <a:pt x="57" y="594"/>
                  </a:cubicBezTo>
                  <a:cubicBezTo>
                    <a:pt x="49" y="594"/>
                    <a:pt x="43" y="588"/>
                    <a:pt x="43" y="581"/>
                  </a:cubicBezTo>
                  <a:cubicBezTo>
                    <a:pt x="43" y="338"/>
                    <a:pt x="43" y="338"/>
                    <a:pt x="43" y="338"/>
                  </a:cubicBezTo>
                  <a:cubicBezTo>
                    <a:pt x="201" y="338"/>
                    <a:pt x="201" y="338"/>
                    <a:pt x="201" y="338"/>
                  </a:cubicBezTo>
                  <a:cubicBezTo>
                    <a:pt x="201" y="368"/>
                    <a:pt x="201" y="368"/>
                    <a:pt x="201" y="368"/>
                  </a:cubicBezTo>
                  <a:cubicBezTo>
                    <a:pt x="245" y="368"/>
                    <a:pt x="245" y="368"/>
                    <a:pt x="245" y="368"/>
                  </a:cubicBezTo>
                  <a:cubicBezTo>
                    <a:pt x="245" y="338"/>
                    <a:pt x="245" y="338"/>
                    <a:pt x="245" y="338"/>
                  </a:cubicBezTo>
                  <a:cubicBezTo>
                    <a:pt x="501" y="338"/>
                    <a:pt x="501" y="338"/>
                    <a:pt x="501" y="338"/>
                  </a:cubicBezTo>
                  <a:cubicBezTo>
                    <a:pt x="501" y="369"/>
                    <a:pt x="501" y="369"/>
                    <a:pt x="501" y="369"/>
                  </a:cubicBezTo>
                  <a:cubicBezTo>
                    <a:pt x="545" y="369"/>
                    <a:pt x="545" y="369"/>
                    <a:pt x="545" y="369"/>
                  </a:cubicBezTo>
                  <a:cubicBezTo>
                    <a:pt x="545" y="338"/>
                    <a:pt x="545" y="338"/>
                    <a:pt x="545" y="338"/>
                  </a:cubicBezTo>
                  <a:cubicBezTo>
                    <a:pt x="703" y="338"/>
                    <a:pt x="703" y="338"/>
                    <a:pt x="703" y="338"/>
                  </a:cubicBezTo>
                  <a:cubicBezTo>
                    <a:pt x="703" y="581"/>
                    <a:pt x="703" y="581"/>
                    <a:pt x="703" y="581"/>
                  </a:cubicBezTo>
                  <a:cubicBezTo>
                    <a:pt x="703" y="588"/>
                    <a:pt x="697" y="594"/>
                    <a:pt x="689" y="59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endParaRPr>
            </a:p>
          </p:txBody>
        </p:sp>
        <p:grpSp>
          <p:nvGrpSpPr>
            <p:cNvPr id="9" name="Group 8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GrpSpPr>
              <a:grpSpLocks noChangeAspect="1"/>
            </p:cNvGrpSpPr>
            <p:nvPr/>
          </p:nvGrpSpPr>
          <p:grpSpPr>
            <a:xfrm>
              <a:off x="6476702" y="2054203"/>
              <a:ext cx="316082" cy="368492"/>
              <a:chOff x="2492" y="1167"/>
              <a:chExt cx="778" cy="907"/>
            </a:xfrm>
            <a:solidFill>
              <a:schemeClr val="bg1"/>
            </a:solidFill>
          </p:grpSpPr>
          <p:sp>
            <p:nvSpPr>
              <p:cNvPr id="10" name="Freeform 9"/>
              <p:cNvSpPr>
                <a:spLocks noEditPoints="1"/>
              </p:cNvSpPr>
              <p:nvPr/>
            </p:nvSpPr>
            <p:spPr bwMode="auto">
              <a:xfrm>
                <a:off x="2492" y="1167"/>
                <a:ext cx="778" cy="907"/>
              </a:xfrm>
              <a:custGeom>
                <a:avLst/>
                <a:gdLst>
                  <a:gd name="T0" fmla="*/ 579 w 636"/>
                  <a:gd name="T1" fmla="*/ 0 h 746"/>
                  <a:gd name="T2" fmla="*/ 57 w 636"/>
                  <a:gd name="T3" fmla="*/ 0 h 746"/>
                  <a:gd name="T4" fmla="*/ 0 w 636"/>
                  <a:gd name="T5" fmla="*/ 57 h 746"/>
                  <a:gd name="T6" fmla="*/ 0 w 636"/>
                  <a:gd name="T7" fmla="*/ 689 h 746"/>
                  <a:gd name="T8" fmla="*/ 57 w 636"/>
                  <a:gd name="T9" fmla="*/ 746 h 746"/>
                  <a:gd name="T10" fmla="*/ 579 w 636"/>
                  <a:gd name="T11" fmla="*/ 746 h 746"/>
                  <a:gd name="T12" fmla="*/ 636 w 636"/>
                  <a:gd name="T13" fmla="*/ 689 h 746"/>
                  <a:gd name="T14" fmla="*/ 636 w 636"/>
                  <a:gd name="T15" fmla="*/ 57 h 746"/>
                  <a:gd name="T16" fmla="*/ 579 w 636"/>
                  <a:gd name="T17" fmla="*/ 0 h 746"/>
                  <a:gd name="T18" fmla="*/ 43 w 636"/>
                  <a:gd name="T19" fmla="*/ 689 h 746"/>
                  <a:gd name="T20" fmla="*/ 43 w 636"/>
                  <a:gd name="T21" fmla="*/ 57 h 746"/>
                  <a:gd name="T22" fmla="*/ 57 w 636"/>
                  <a:gd name="T23" fmla="*/ 43 h 746"/>
                  <a:gd name="T24" fmla="*/ 94 w 636"/>
                  <a:gd name="T25" fmla="*/ 43 h 746"/>
                  <a:gd name="T26" fmla="*/ 94 w 636"/>
                  <a:gd name="T27" fmla="*/ 703 h 746"/>
                  <a:gd name="T28" fmla="*/ 57 w 636"/>
                  <a:gd name="T29" fmla="*/ 703 h 746"/>
                  <a:gd name="T30" fmla="*/ 43 w 636"/>
                  <a:gd name="T31" fmla="*/ 689 h 746"/>
                  <a:gd name="T32" fmla="*/ 593 w 636"/>
                  <a:gd name="T33" fmla="*/ 689 h 746"/>
                  <a:gd name="T34" fmla="*/ 579 w 636"/>
                  <a:gd name="T35" fmla="*/ 703 h 746"/>
                  <a:gd name="T36" fmla="*/ 138 w 636"/>
                  <a:gd name="T37" fmla="*/ 703 h 746"/>
                  <a:gd name="T38" fmla="*/ 138 w 636"/>
                  <a:gd name="T39" fmla="*/ 43 h 746"/>
                  <a:gd name="T40" fmla="*/ 579 w 636"/>
                  <a:gd name="T41" fmla="*/ 43 h 746"/>
                  <a:gd name="T42" fmla="*/ 593 w 636"/>
                  <a:gd name="T43" fmla="*/ 57 h 746"/>
                  <a:gd name="T44" fmla="*/ 593 w 636"/>
                  <a:gd name="T45" fmla="*/ 689 h 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36" h="746">
                    <a:moveTo>
                      <a:pt x="579" y="0"/>
                    </a:moveTo>
                    <a:cubicBezTo>
                      <a:pt x="57" y="0"/>
                      <a:pt x="57" y="0"/>
                      <a:pt x="57" y="0"/>
                    </a:cubicBezTo>
                    <a:cubicBezTo>
                      <a:pt x="25" y="0"/>
                      <a:pt x="0" y="25"/>
                      <a:pt x="0" y="57"/>
                    </a:cubicBezTo>
                    <a:cubicBezTo>
                      <a:pt x="0" y="689"/>
                      <a:pt x="0" y="689"/>
                      <a:pt x="0" y="689"/>
                    </a:cubicBezTo>
                    <a:cubicBezTo>
                      <a:pt x="0" y="721"/>
                      <a:pt x="25" y="746"/>
                      <a:pt x="57" y="746"/>
                    </a:cubicBezTo>
                    <a:cubicBezTo>
                      <a:pt x="579" y="746"/>
                      <a:pt x="579" y="746"/>
                      <a:pt x="579" y="746"/>
                    </a:cubicBezTo>
                    <a:cubicBezTo>
                      <a:pt x="611" y="746"/>
                      <a:pt x="636" y="721"/>
                      <a:pt x="636" y="689"/>
                    </a:cubicBezTo>
                    <a:cubicBezTo>
                      <a:pt x="636" y="57"/>
                      <a:pt x="636" y="57"/>
                      <a:pt x="636" y="57"/>
                    </a:cubicBezTo>
                    <a:cubicBezTo>
                      <a:pt x="636" y="25"/>
                      <a:pt x="611" y="0"/>
                      <a:pt x="579" y="0"/>
                    </a:cubicBezTo>
                    <a:close/>
                    <a:moveTo>
                      <a:pt x="43" y="689"/>
                    </a:moveTo>
                    <a:cubicBezTo>
                      <a:pt x="43" y="57"/>
                      <a:pt x="43" y="57"/>
                      <a:pt x="43" y="57"/>
                    </a:cubicBezTo>
                    <a:cubicBezTo>
                      <a:pt x="43" y="49"/>
                      <a:pt x="49" y="43"/>
                      <a:pt x="57" y="43"/>
                    </a:cubicBezTo>
                    <a:cubicBezTo>
                      <a:pt x="94" y="43"/>
                      <a:pt x="94" y="43"/>
                      <a:pt x="94" y="43"/>
                    </a:cubicBezTo>
                    <a:cubicBezTo>
                      <a:pt x="94" y="703"/>
                      <a:pt x="94" y="703"/>
                      <a:pt x="94" y="703"/>
                    </a:cubicBezTo>
                    <a:cubicBezTo>
                      <a:pt x="57" y="703"/>
                      <a:pt x="57" y="703"/>
                      <a:pt x="57" y="703"/>
                    </a:cubicBezTo>
                    <a:cubicBezTo>
                      <a:pt x="49" y="703"/>
                      <a:pt x="43" y="697"/>
                      <a:pt x="43" y="689"/>
                    </a:cubicBezTo>
                    <a:close/>
                    <a:moveTo>
                      <a:pt x="593" y="689"/>
                    </a:moveTo>
                    <a:cubicBezTo>
                      <a:pt x="593" y="697"/>
                      <a:pt x="587" y="703"/>
                      <a:pt x="579" y="703"/>
                    </a:cubicBezTo>
                    <a:cubicBezTo>
                      <a:pt x="138" y="703"/>
                      <a:pt x="138" y="703"/>
                      <a:pt x="138" y="703"/>
                    </a:cubicBezTo>
                    <a:cubicBezTo>
                      <a:pt x="138" y="43"/>
                      <a:pt x="138" y="43"/>
                      <a:pt x="138" y="43"/>
                    </a:cubicBezTo>
                    <a:cubicBezTo>
                      <a:pt x="579" y="43"/>
                      <a:pt x="579" y="43"/>
                      <a:pt x="579" y="43"/>
                    </a:cubicBezTo>
                    <a:cubicBezTo>
                      <a:pt x="587" y="43"/>
                      <a:pt x="593" y="49"/>
                      <a:pt x="593" y="57"/>
                    </a:cubicBezTo>
                    <a:lnTo>
                      <a:pt x="593" y="6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2694" y="1474"/>
                <a:ext cx="184" cy="5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2694" y="1352"/>
                <a:ext cx="245" cy="5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13" name="Freeform 12"/>
              <p:cNvSpPr>
                <a:spLocks noEditPoints="1"/>
              </p:cNvSpPr>
              <p:nvPr/>
            </p:nvSpPr>
            <p:spPr bwMode="auto">
              <a:xfrm>
                <a:off x="2968" y="1381"/>
                <a:ext cx="187" cy="606"/>
              </a:xfrm>
              <a:custGeom>
                <a:avLst/>
                <a:gdLst>
                  <a:gd name="T0" fmla="*/ 0 w 153"/>
                  <a:gd name="T1" fmla="*/ 76 h 498"/>
                  <a:gd name="T2" fmla="*/ 0 w 153"/>
                  <a:gd name="T3" fmla="*/ 441 h 498"/>
                  <a:gd name="T4" fmla="*/ 57 w 153"/>
                  <a:gd name="T5" fmla="*/ 498 h 498"/>
                  <a:gd name="T6" fmla="*/ 96 w 153"/>
                  <a:gd name="T7" fmla="*/ 498 h 498"/>
                  <a:gd name="T8" fmla="*/ 153 w 153"/>
                  <a:gd name="T9" fmla="*/ 441 h 498"/>
                  <a:gd name="T10" fmla="*/ 153 w 153"/>
                  <a:gd name="T11" fmla="*/ 76 h 498"/>
                  <a:gd name="T12" fmla="*/ 77 w 153"/>
                  <a:gd name="T13" fmla="*/ 0 h 498"/>
                  <a:gd name="T14" fmla="*/ 0 w 153"/>
                  <a:gd name="T15" fmla="*/ 76 h 498"/>
                  <a:gd name="T16" fmla="*/ 109 w 153"/>
                  <a:gd name="T17" fmla="*/ 441 h 498"/>
                  <a:gd name="T18" fmla="*/ 96 w 153"/>
                  <a:gd name="T19" fmla="*/ 454 h 498"/>
                  <a:gd name="T20" fmla="*/ 57 w 153"/>
                  <a:gd name="T21" fmla="*/ 454 h 498"/>
                  <a:gd name="T22" fmla="*/ 44 w 153"/>
                  <a:gd name="T23" fmla="*/ 441 h 498"/>
                  <a:gd name="T24" fmla="*/ 44 w 153"/>
                  <a:gd name="T25" fmla="*/ 94 h 498"/>
                  <a:gd name="T26" fmla="*/ 77 w 153"/>
                  <a:gd name="T27" fmla="*/ 62 h 498"/>
                  <a:gd name="T28" fmla="*/ 109 w 153"/>
                  <a:gd name="T29" fmla="*/ 94 h 498"/>
                  <a:gd name="T30" fmla="*/ 109 w 153"/>
                  <a:gd name="T31" fmla="*/ 441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3" h="498">
                    <a:moveTo>
                      <a:pt x="0" y="76"/>
                    </a:moveTo>
                    <a:cubicBezTo>
                      <a:pt x="0" y="441"/>
                      <a:pt x="0" y="441"/>
                      <a:pt x="0" y="441"/>
                    </a:cubicBezTo>
                    <a:cubicBezTo>
                      <a:pt x="0" y="472"/>
                      <a:pt x="26" y="498"/>
                      <a:pt x="57" y="498"/>
                    </a:cubicBezTo>
                    <a:cubicBezTo>
                      <a:pt x="96" y="498"/>
                      <a:pt x="96" y="498"/>
                      <a:pt x="96" y="498"/>
                    </a:cubicBezTo>
                    <a:cubicBezTo>
                      <a:pt x="128" y="498"/>
                      <a:pt x="153" y="472"/>
                      <a:pt x="153" y="441"/>
                    </a:cubicBezTo>
                    <a:cubicBezTo>
                      <a:pt x="153" y="76"/>
                      <a:pt x="153" y="76"/>
                      <a:pt x="153" y="76"/>
                    </a:cubicBezTo>
                    <a:cubicBezTo>
                      <a:pt x="77" y="0"/>
                      <a:pt x="77" y="0"/>
                      <a:pt x="77" y="0"/>
                    </a:cubicBezTo>
                    <a:lnTo>
                      <a:pt x="0" y="76"/>
                    </a:lnTo>
                    <a:close/>
                    <a:moveTo>
                      <a:pt x="109" y="441"/>
                    </a:moveTo>
                    <a:cubicBezTo>
                      <a:pt x="109" y="448"/>
                      <a:pt x="104" y="454"/>
                      <a:pt x="96" y="454"/>
                    </a:cubicBezTo>
                    <a:cubicBezTo>
                      <a:pt x="57" y="454"/>
                      <a:pt x="57" y="454"/>
                      <a:pt x="57" y="454"/>
                    </a:cubicBezTo>
                    <a:cubicBezTo>
                      <a:pt x="50" y="454"/>
                      <a:pt x="44" y="448"/>
                      <a:pt x="44" y="441"/>
                    </a:cubicBezTo>
                    <a:cubicBezTo>
                      <a:pt x="44" y="94"/>
                      <a:pt x="44" y="94"/>
                      <a:pt x="44" y="94"/>
                    </a:cubicBezTo>
                    <a:cubicBezTo>
                      <a:pt x="77" y="62"/>
                      <a:pt x="77" y="62"/>
                      <a:pt x="77" y="62"/>
                    </a:cubicBezTo>
                    <a:cubicBezTo>
                      <a:pt x="109" y="94"/>
                      <a:pt x="109" y="94"/>
                      <a:pt x="109" y="94"/>
                    </a:cubicBezTo>
                    <a:lnTo>
                      <a:pt x="109" y="4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</p:grpSp>
        <p:grpSp>
          <p:nvGrpSpPr>
            <p:cNvPr id="14" name="Group 20" descr="e7d195523061f1c09e9d68d7cf438b91ef959ecb14fc25d26BBA7F7DBC18E55DFF4014AF651F0BF2569D4B6C1DA7F1A4683A481403BD872FC687266AD13265C1DE7C373772FD8728ABDD69ADD03BFF5BE2862BC891DBB79E0B47DAFC0B20EFAF86558955B7FCCFA41E28A044B7497A4E125C32C7866AC7A0A29318354D69FB08035F876A7B69DF41D87DD94CF3B228A2C836566B61DAB7E6"/>
            <p:cNvGrpSpPr>
              <a:grpSpLocks noChangeAspect="1"/>
            </p:cNvGrpSpPr>
            <p:nvPr/>
          </p:nvGrpSpPr>
          <p:grpSpPr>
            <a:xfrm>
              <a:off x="3612787" y="2061444"/>
              <a:ext cx="472704" cy="354011"/>
              <a:chOff x="2423" y="1278"/>
              <a:chExt cx="912" cy="683"/>
            </a:xfrm>
            <a:solidFill>
              <a:schemeClr val="bg1"/>
            </a:solidFill>
          </p:grpSpPr>
          <p:sp>
            <p:nvSpPr>
              <p:cNvPr id="15" name="Freeform 21"/>
              <p:cNvSpPr/>
              <p:nvPr/>
            </p:nvSpPr>
            <p:spPr bwMode="auto">
              <a:xfrm>
                <a:off x="2746" y="1582"/>
                <a:ext cx="265" cy="281"/>
              </a:xfrm>
              <a:custGeom>
                <a:avLst/>
                <a:gdLst>
                  <a:gd name="T0" fmla="*/ 0 w 265"/>
                  <a:gd name="T1" fmla="*/ 131 h 281"/>
                  <a:gd name="T2" fmla="*/ 38 w 265"/>
                  <a:gd name="T3" fmla="*/ 169 h 281"/>
                  <a:gd name="T4" fmla="*/ 107 w 265"/>
                  <a:gd name="T5" fmla="*/ 102 h 281"/>
                  <a:gd name="T6" fmla="*/ 105 w 265"/>
                  <a:gd name="T7" fmla="*/ 281 h 281"/>
                  <a:gd name="T8" fmla="*/ 159 w 265"/>
                  <a:gd name="T9" fmla="*/ 281 h 281"/>
                  <a:gd name="T10" fmla="*/ 159 w 265"/>
                  <a:gd name="T11" fmla="*/ 102 h 281"/>
                  <a:gd name="T12" fmla="*/ 227 w 265"/>
                  <a:gd name="T13" fmla="*/ 169 h 281"/>
                  <a:gd name="T14" fmla="*/ 265 w 265"/>
                  <a:gd name="T15" fmla="*/ 131 h 281"/>
                  <a:gd name="T16" fmla="*/ 132 w 265"/>
                  <a:gd name="T17" fmla="*/ 0 h 281"/>
                  <a:gd name="T18" fmla="*/ 0 w 265"/>
                  <a:gd name="T19" fmla="*/ 131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5" h="281">
                    <a:moveTo>
                      <a:pt x="0" y="131"/>
                    </a:moveTo>
                    <a:lnTo>
                      <a:pt x="38" y="169"/>
                    </a:lnTo>
                    <a:lnTo>
                      <a:pt x="107" y="102"/>
                    </a:lnTo>
                    <a:lnTo>
                      <a:pt x="105" y="281"/>
                    </a:lnTo>
                    <a:lnTo>
                      <a:pt x="159" y="281"/>
                    </a:lnTo>
                    <a:lnTo>
                      <a:pt x="159" y="102"/>
                    </a:lnTo>
                    <a:lnTo>
                      <a:pt x="227" y="169"/>
                    </a:lnTo>
                    <a:lnTo>
                      <a:pt x="265" y="131"/>
                    </a:lnTo>
                    <a:lnTo>
                      <a:pt x="132" y="0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  <p:sp>
            <p:nvSpPr>
              <p:cNvPr id="16" name="Freeform 22"/>
              <p:cNvSpPr>
                <a:spLocks noEditPoints="1"/>
              </p:cNvSpPr>
              <p:nvPr/>
            </p:nvSpPr>
            <p:spPr bwMode="auto">
              <a:xfrm>
                <a:off x="2423" y="1278"/>
                <a:ext cx="912" cy="683"/>
              </a:xfrm>
              <a:custGeom>
                <a:avLst/>
                <a:gdLst>
                  <a:gd name="T0" fmla="*/ 692 w 747"/>
                  <a:gd name="T1" fmla="*/ 240 h 562"/>
                  <a:gd name="T2" fmla="*/ 579 w 747"/>
                  <a:gd name="T3" fmla="*/ 186 h 562"/>
                  <a:gd name="T4" fmla="*/ 520 w 747"/>
                  <a:gd name="T5" fmla="*/ 61 h 562"/>
                  <a:gd name="T6" fmla="*/ 374 w 747"/>
                  <a:gd name="T7" fmla="*/ 0 h 562"/>
                  <a:gd name="T8" fmla="*/ 228 w 747"/>
                  <a:gd name="T9" fmla="*/ 61 h 562"/>
                  <a:gd name="T10" fmla="*/ 168 w 747"/>
                  <a:gd name="T11" fmla="*/ 186 h 562"/>
                  <a:gd name="T12" fmla="*/ 55 w 747"/>
                  <a:gd name="T13" fmla="*/ 240 h 562"/>
                  <a:gd name="T14" fmla="*/ 0 w 747"/>
                  <a:gd name="T15" fmla="*/ 374 h 562"/>
                  <a:gd name="T16" fmla="*/ 55 w 747"/>
                  <a:gd name="T17" fmla="*/ 507 h 562"/>
                  <a:gd name="T18" fmla="*/ 189 w 747"/>
                  <a:gd name="T19" fmla="*/ 562 h 562"/>
                  <a:gd name="T20" fmla="*/ 559 w 747"/>
                  <a:gd name="T21" fmla="*/ 562 h 562"/>
                  <a:gd name="T22" fmla="*/ 692 w 747"/>
                  <a:gd name="T23" fmla="*/ 507 h 562"/>
                  <a:gd name="T24" fmla="*/ 747 w 747"/>
                  <a:gd name="T25" fmla="*/ 374 h 562"/>
                  <a:gd name="T26" fmla="*/ 692 w 747"/>
                  <a:gd name="T27" fmla="*/ 240 h 562"/>
                  <a:gd name="T28" fmla="*/ 559 w 747"/>
                  <a:gd name="T29" fmla="*/ 518 h 562"/>
                  <a:gd name="T30" fmla="*/ 189 w 747"/>
                  <a:gd name="T31" fmla="*/ 518 h 562"/>
                  <a:gd name="T32" fmla="*/ 44 w 747"/>
                  <a:gd name="T33" fmla="*/ 374 h 562"/>
                  <a:gd name="T34" fmla="*/ 188 w 747"/>
                  <a:gd name="T35" fmla="*/ 229 h 562"/>
                  <a:gd name="T36" fmla="*/ 211 w 747"/>
                  <a:gd name="T37" fmla="*/ 229 h 562"/>
                  <a:gd name="T38" fmla="*/ 211 w 747"/>
                  <a:gd name="T39" fmla="*/ 207 h 562"/>
                  <a:gd name="T40" fmla="*/ 211 w 747"/>
                  <a:gd name="T41" fmla="*/ 207 h 562"/>
                  <a:gd name="T42" fmla="*/ 374 w 747"/>
                  <a:gd name="T43" fmla="*/ 44 h 562"/>
                  <a:gd name="T44" fmla="*/ 536 w 747"/>
                  <a:gd name="T45" fmla="*/ 206 h 562"/>
                  <a:gd name="T46" fmla="*/ 536 w 747"/>
                  <a:gd name="T47" fmla="*/ 207 h 562"/>
                  <a:gd name="T48" fmla="*/ 536 w 747"/>
                  <a:gd name="T49" fmla="*/ 229 h 562"/>
                  <a:gd name="T50" fmla="*/ 558 w 747"/>
                  <a:gd name="T51" fmla="*/ 229 h 562"/>
                  <a:gd name="T52" fmla="*/ 559 w 747"/>
                  <a:gd name="T53" fmla="*/ 229 h 562"/>
                  <a:gd name="T54" fmla="*/ 704 w 747"/>
                  <a:gd name="T55" fmla="*/ 374 h 562"/>
                  <a:gd name="T56" fmla="*/ 559 w 747"/>
                  <a:gd name="T57" fmla="*/ 518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47" h="562">
                    <a:moveTo>
                      <a:pt x="692" y="240"/>
                    </a:moveTo>
                    <a:cubicBezTo>
                      <a:pt x="661" y="210"/>
                      <a:pt x="622" y="191"/>
                      <a:pt x="579" y="186"/>
                    </a:cubicBezTo>
                    <a:cubicBezTo>
                      <a:pt x="574" y="139"/>
                      <a:pt x="554" y="95"/>
                      <a:pt x="520" y="61"/>
                    </a:cubicBezTo>
                    <a:cubicBezTo>
                      <a:pt x="481" y="22"/>
                      <a:pt x="429" y="0"/>
                      <a:pt x="374" y="0"/>
                    </a:cubicBezTo>
                    <a:cubicBezTo>
                      <a:pt x="318" y="0"/>
                      <a:pt x="267" y="22"/>
                      <a:pt x="228" y="61"/>
                    </a:cubicBezTo>
                    <a:cubicBezTo>
                      <a:pt x="193" y="95"/>
                      <a:pt x="173" y="139"/>
                      <a:pt x="168" y="186"/>
                    </a:cubicBezTo>
                    <a:cubicBezTo>
                      <a:pt x="125" y="191"/>
                      <a:pt x="86" y="210"/>
                      <a:pt x="55" y="240"/>
                    </a:cubicBezTo>
                    <a:cubicBezTo>
                      <a:pt x="20" y="276"/>
                      <a:pt x="0" y="323"/>
                      <a:pt x="0" y="374"/>
                    </a:cubicBezTo>
                    <a:cubicBezTo>
                      <a:pt x="0" y="424"/>
                      <a:pt x="20" y="471"/>
                      <a:pt x="55" y="507"/>
                    </a:cubicBezTo>
                    <a:cubicBezTo>
                      <a:pt x="91" y="542"/>
                      <a:pt x="138" y="562"/>
                      <a:pt x="189" y="562"/>
                    </a:cubicBezTo>
                    <a:cubicBezTo>
                      <a:pt x="559" y="562"/>
                      <a:pt x="559" y="562"/>
                      <a:pt x="559" y="562"/>
                    </a:cubicBezTo>
                    <a:cubicBezTo>
                      <a:pt x="609" y="562"/>
                      <a:pt x="657" y="542"/>
                      <a:pt x="692" y="507"/>
                    </a:cubicBezTo>
                    <a:cubicBezTo>
                      <a:pt x="728" y="471"/>
                      <a:pt x="747" y="424"/>
                      <a:pt x="747" y="374"/>
                    </a:cubicBezTo>
                    <a:cubicBezTo>
                      <a:pt x="747" y="323"/>
                      <a:pt x="728" y="276"/>
                      <a:pt x="692" y="240"/>
                    </a:cubicBezTo>
                    <a:close/>
                    <a:moveTo>
                      <a:pt x="559" y="518"/>
                    </a:moveTo>
                    <a:cubicBezTo>
                      <a:pt x="189" y="518"/>
                      <a:pt x="189" y="518"/>
                      <a:pt x="189" y="518"/>
                    </a:cubicBezTo>
                    <a:cubicBezTo>
                      <a:pt x="109" y="518"/>
                      <a:pt x="44" y="453"/>
                      <a:pt x="44" y="374"/>
                    </a:cubicBezTo>
                    <a:cubicBezTo>
                      <a:pt x="44" y="294"/>
                      <a:pt x="109" y="229"/>
                      <a:pt x="188" y="229"/>
                    </a:cubicBezTo>
                    <a:cubicBezTo>
                      <a:pt x="211" y="229"/>
                      <a:pt x="211" y="229"/>
                      <a:pt x="211" y="229"/>
                    </a:cubicBezTo>
                    <a:cubicBezTo>
                      <a:pt x="211" y="207"/>
                      <a:pt x="211" y="207"/>
                      <a:pt x="211" y="207"/>
                    </a:cubicBezTo>
                    <a:cubicBezTo>
                      <a:pt x="211" y="207"/>
                      <a:pt x="211" y="207"/>
                      <a:pt x="211" y="207"/>
                    </a:cubicBezTo>
                    <a:cubicBezTo>
                      <a:pt x="211" y="117"/>
                      <a:pt x="284" y="44"/>
                      <a:pt x="374" y="44"/>
                    </a:cubicBezTo>
                    <a:cubicBezTo>
                      <a:pt x="463" y="44"/>
                      <a:pt x="536" y="117"/>
                      <a:pt x="536" y="206"/>
                    </a:cubicBezTo>
                    <a:cubicBezTo>
                      <a:pt x="536" y="207"/>
                      <a:pt x="536" y="207"/>
                      <a:pt x="536" y="207"/>
                    </a:cubicBezTo>
                    <a:cubicBezTo>
                      <a:pt x="536" y="229"/>
                      <a:pt x="536" y="229"/>
                      <a:pt x="536" y="229"/>
                    </a:cubicBezTo>
                    <a:cubicBezTo>
                      <a:pt x="558" y="229"/>
                      <a:pt x="558" y="229"/>
                      <a:pt x="558" y="229"/>
                    </a:cubicBezTo>
                    <a:cubicBezTo>
                      <a:pt x="559" y="229"/>
                      <a:pt x="559" y="229"/>
                      <a:pt x="559" y="229"/>
                    </a:cubicBezTo>
                    <a:cubicBezTo>
                      <a:pt x="639" y="229"/>
                      <a:pt x="704" y="294"/>
                      <a:pt x="704" y="374"/>
                    </a:cubicBezTo>
                    <a:cubicBezTo>
                      <a:pt x="704" y="453"/>
                      <a:pt x="639" y="518"/>
                      <a:pt x="559" y="5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solidFill>
                    <a:srgbClr val="6A4678"/>
                  </a:solidFill>
                  <a:latin typeface="微软雅黑" panose="020B0503020204020204" pitchFamily="34" charset="-122"/>
                  <a:cs typeface="思源黑体 CN Regular" panose="020B0500000000000000" charset="-122"/>
                </a:endParaRPr>
              </a:p>
            </p:txBody>
          </p:sp>
        </p:grpSp>
        <p:sp>
          <p:nvSpPr>
            <p:cNvPr id="17" name="矩形 16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  <p:cNvSpPr/>
            <p:nvPr/>
          </p:nvSpPr>
          <p:spPr>
            <a:xfrm>
              <a:off x="1535420" y="1722485"/>
              <a:ext cx="2251693" cy="313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6A4678"/>
                  </a:solidFill>
                  <a:latin typeface="微软雅黑" panose="020B0503020204020204" pitchFamily="34" charset="-122"/>
                  <a:ea typeface="+mj-ea"/>
                  <a:cs typeface="思源黑体 CN Regular" panose="020B0500000000000000" charset="-122"/>
                  <a:sym typeface="+mn-lt"/>
                </a:rPr>
                <a:t>Planning</a:t>
              </a:r>
            </a:p>
          </p:txBody>
        </p:sp>
        <p:sp>
          <p:nvSpPr>
            <p:cNvPr id="18" name="矩形 17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  <p:cNvSpPr/>
            <p:nvPr/>
          </p:nvSpPr>
          <p:spPr>
            <a:xfrm>
              <a:off x="1535342" y="1996795"/>
              <a:ext cx="1518700" cy="758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. </a:t>
              </a:r>
            </a:p>
          </p:txBody>
        </p:sp>
        <p:sp>
          <p:nvSpPr>
            <p:cNvPr id="19" name="矩形 18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  <p:cNvSpPr/>
            <p:nvPr/>
          </p:nvSpPr>
          <p:spPr>
            <a:xfrm>
              <a:off x="4377576" y="1739497"/>
              <a:ext cx="2251693" cy="313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6A4678"/>
                  </a:solidFill>
                  <a:latin typeface="微软雅黑" panose="020B0503020204020204" pitchFamily="34" charset="-122"/>
                  <a:ea typeface="+mj-ea"/>
                  <a:cs typeface="思源黑体 CN Regular" panose="020B0500000000000000" charset="-122"/>
                  <a:sym typeface="+mn-lt"/>
                </a:rPr>
                <a:t>Planning</a:t>
              </a:r>
            </a:p>
          </p:txBody>
        </p:sp>
        <p:sp>
          <p:nvSpPr>
  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  <p:cNvSpPr/>
            <p:nvPr/>
          </p:nvSpPr>
          <p:spPr>
            <a:xfrm>
              <a:off x="4377465" y="2013853"/>
              <a:ext cx="1511642" cy="758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. </a:t>
              </a:r>
            </a:p>
          </p:txBody>
        </p:sp>
        <p:sp>
          <p:nvSpPr>
            <p:cNvPr id="21" name="矩形 2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  <p:cNvSpPr/>
            <p:nvPr/>
          </p:nvSpPr>
          <p:spPr>
            <a:xfrm>
              <a:off x="7142555" y="1739497"/>
              <a:ext cx="2251693" cy="3135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6A4678"/>
                  </a:solidFill>
                  <a:latin typeface="微软雅黑" panose="020B0503020204020204" pitchFamily="34" charset="-122"/>
                  <a:ea typeface="+mj-ea"/>
                  <a:cs typeface="思源黑体 CN Regular" panose="020B0500000000000000" charset="-122"/>
                  <a:sym typeface="+mn-lt"/>
                </a:rPr>
                <a:t>Planning</a:t>
              </a:r>
            </a:p>
          </p:txBody>
        </p:sp>
        <p:sp>
          <p:nvSpPr>
  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  <p:cNvSpPr/>
            <p:nvPr/>
          </p:nvSpPr>
          <p:spPr>
            <a:xfrm>
              <a:off x="7142535" y="2013853"/>
              <a:ext cx="1511642" cy="758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Lorem ipsum dolor sit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amet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,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consectetuer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adipiscing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 </a:t>
              </a:r>
              <a:r>
                <a:rPr lang="en-US" altLang="zh-CN" sz="10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elit</a:t>
              </a:r>
              <a:r>
                <a:rPr lang="en-US" altLang="zh-CN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思源黑体 CN Regular"/>
                </a:rPr>
                <a:t>. </a:t>
              </a:r>
            </a:p>
          </p:txBody>
        </p:sp>
      </p:grpSp>
      <p:sp>
        <p:nvSpPr>
          <p:cNvPr id="27" name="矩形 26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/>
          <p:nvPr/>
        </p:nvSpPr>
        <p:spPr>
          <a:xfrm>
            <a:off x="1398819" y="3793189"/>
            <a:ext cx="6345454" cy="79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Lorem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dolor. Cum sociis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natoque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penatibus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et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magnis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dis parturient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montesLorem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ipsum dolor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consectetuer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adipiscing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elit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. Aenean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commodo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ligula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eget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思源黑体 CN Regular"/>
              </a:rPr>
              <a:t> dolor</a:t>
            </a:r>
          </a:p>
        </p:txBody>
      </p:sp>
      <p:pic>
        <p:nvPicPr>
          <p:cNvPr id="28" name="墨迹 6"/>
          <p:cNvPicPr/>
          <p:nvPr/>
        </p:nvPicPr>
        <p:blipFill>
          <a:blip r:embed="rId4"/>
          <a:stretch>
            <a:fillRect/>
          </a:stretch>
        </p:blipFill>
        <p:spPr>
          <a:xfrm>
            <a:off x="-1286677" y="471795"/>
            <a:ext cx="36000" cy="162000"/>
          </a:xfrm>
          <a:prstGeom prst="rect">
            <a:avLst/>
          </a:prstGeom>
        </p:spPr>
      </p:pic>
      <p:sp>
        <p:nvSpPr>
          <p:cNvPr id="29" name="TextBox 4"/>
          <p:cNvSpPr txBox="1"/>
          <p:nvPr/>
        </p:nvSpPr>
        <p:spPr>
          <a:xfrm>
            <a:off x="0" y="5"/>
            <a:ext cx="453650" cy="9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8FBFF"/>
            </a:gs>
            <a:gs pos="33000">
              <a:srgbClr val="F7D1D9"/>
            </a:gs>
            <a:gs pos="71000">
              <a:srgbClr val="FAB0D1"/>
            </a:gs>
            <a:gs pos="100000">
              <a:srgbClr val="EEC9F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7049730" y="-648929"/>
            <a:ext cx="2408903" cy="2408903"/>
          </a:xfrm>
          <a:prstGeom prst="ellipse">
            <a:avLst/>
          </a:prstGeom>
          <a:solidFill>
            <a:srgbClr val="FEA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-550606" y="3559277"/>
            <a:ext cx="2408903" cy="2408903"/>
          </a:xfrm>
          <a:prstGeom prst="ellipse">
            <a:avLst/>
          </a:prstGeom>
          <a:solidFill>
            <a:srgbClr val="565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76519" y="456080"/>
            <a:ext cx="8390963" cy="4231340"/>
          </a:xfrm>
          <a:prstGeom prst="roundRect">
            <a:avLst>
              <a:gd name="adj" fmla="val 7107"/>
            </a:avLst>
          </a:prstGeom>
          <a:gradFill>
            <a:gsLst>
              <a:gs pos="0">
                <a:srgbClr val="FFE6E2"/>
              </a:gs>
              <a:gs pos="58000">
                <a:srgbClr val="FCFBF9"/>
              </a:gs>
              <a:gs pos="100000">
                <a:srgbClr val="FEFDFC"/>
              </a:gs>
            </a:gsLst>
            <a:lin ang="18900000" scaled="1"/>
          </a:gradFill>
          <a:ln>
            <a:noFill/>
          </a:ln>
          <a:effectLst>
            <a:outerShdw blurRad="127000" dist="127000" dir="5400000" algn="t" rotWithShape="0">
              <a:srgbClr val="EB81A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0522" y="2526613"/>
            <a:ext cx="4372923" cy="694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Donec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luctus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nibh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sem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vulputate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venenatis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bibendum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orci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pulvinar. Lorem ipsum dolor sit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amet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,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consectetur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adipiscing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elit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. </a:t>
            </a:r>
          </a:p>
        </p:txBody>
      </p:sp>
      <p:sp>
        <p:nvSpPr>
          <p:cNvPr id="16" name="矩形 15"/>
          <p:cNvSpPr/>
          <p:nvPr/>
        </p:nvSpPr>
        <p:spPr>
          <a:xfrm>
            <a:off x="700522" y="2218836"/>
            <a:ext cx="41462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3D</a:t>
            </a:r>
            <a:r>
              <a:rPr lang="zh-CN" altLang="en-US" sz="1400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玻璃拟物化风格年终总结汇报模板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00522" y="1437359"/>
            <a:ext cx="55846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solidFill>
                  <a:srgbClr val="6A4678"/>
                </a:solidFill>
                <a:latin typeface="微软雅黑" panose="020B0503020204020204" pitchFamily="34" charset="-122"/>
                <a:cs typeface="思源黑体 CN Regular" panose="020B0500000000000000" charset="-122"/>
              </a:rPr>
              <a:t>Thank You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864" y="344129"/>
            <a:ext cx="4351136" cy="4351136"/>
          </a:xfrm>
          <a:prstGeom prst="rect">
            <a:avLst/>
          </a:prstGeom>
        </p:spPr>
      </p:pic>
      <p:sp>
        <p:nvSpPr>
          <p:cNvPr id="10" name="矩形: 圆角 9"/>
          <p:cNvSpPr/>
          <p:nvPr/>
        </p:nvSpPr>
        <p:spPr>
          <a:xfrm>
            <a:off x="734518" y="3381677"/>
            <a:ext cx="1500681" cy="3688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93663"/>
              </a:gs>
              <a:gs pos="64000">
                <a:srgbClr val="5E4276"/>
              </a:gs>
              <a:gs pos="100000">
                <a:srgbClr val="6D437C"/>
              </a:gs>
            </a:gsLst>
            <a:lin ang="0" scaled="1"/>
          </a:gradFill>
          <a:ln>
            <a:noFill/>
          </a:ln>
          <a:effectLst>
            <a:outerShdw blurRad="127000" dist="127000" dir="5400000" algn="t" rotWithShape="0">
              <a:srgbClr val="393663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汇报人：</a:t>
            </a:r>
            <a:r>
              <a:rPr lang="zh-CN" altLang="en-US" sz="1200" b="1" dirty="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第一</a:t>
            </a:r>
            <a:r>
              <a:rPr lang="en-US" altLang="zh-CN" sz="1200" b="1" dirty="0"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 Light"/>
                <a:cs typeface="思源黑体 CN Regular" panose="020B0500000000000000" charset="-122"/>
              </a:rPr>
              <a:t>PPT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 Light"/>
              <a:cs typeface="思源黑体 CN Regular" panose="020B0500000000000000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307692" y="727587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72000" y="3296037"/>
            <a:ext cx="757084" cy="75708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37471" y="1160206"/>
            <a:ext cx="392524" cy="392524"/>
          </a:xfrm>
          <a:prstGeom prst="ellipse">
            <a:avLst/>
          </a:prstGeom>
          <a:solidFill>
            <a:srgbClr val="FEE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cs typeface="思源黑体 CN Regular" panose="020B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47664" y="3327834"/>
            <a:ext cx="6768753" cy="1620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248707"/>
            <a:ext cx="9144000" cy="102512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8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05188" y="2323015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8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10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580880" y="2323015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8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000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10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0536" y="-303379"/>
            <a:ext cx="5919787" cy="2552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  <p:tag name="COMMONDATA" val="eyJjb3VudCI6MSwiaGRpZCI6IjQ5MzIyZmJhM2I1Zjk0ODdiYjFkODI3OWU0ZDE1MTRkIiwidXNlckNvdW50IjoxfQ=="/>
  <p:tag name="KSO_WPP_MARK_KEY" val="90527a8c-bfdb-4b59-95f1-119b6bfe05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自定义 6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思源黑体 CN Regular"/>
        <a:ea typeface="微软雅黑"/>
        <a:cs typeface="Arial"/>
      </a:majorFont>
      <a:minorFont>
        <a:latin typeface="思源黑体 CN Regular"/>
        <a:ea typeface="微软雅黑 Light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1522</Words>
  <Application>Microsoft Office PowerPoint</Application>
  <PresentationFormat>全屏显示(16:9)</PresentationFormat>
  <Paragraphs>160</Paragraphs>
  <Slides>20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华文细黑</vt:lpstr>
      <vt:lpstr>微软雅黑</vt:lpstr>
      <vt:lpstr>Arial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3D立体</dc:title>
  <dc:creator>第一PPT</dc:creator>
  <cp:keywords>www.1ppt.com</cp:keywords>
  <dc:description>www.1ppt.com</dc:description>
  <cp:lastModifiedBy>PC</cp:lastModifiedBy>
  <cp:revision>1069</cp:revision>
  <dcterms:created xsi:type="dcterms:W3CDTF">2018-09-07T02:09:00Z</dcterms:created>
  <dcterms:modified xsi:type="dcterms:W3CDTF">2026-06-03T02:39:49Z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CD78CBB8959A4C13BF0969F0A0CCBED6</vt:lpwstr>
  </property>
  <property fmtid="{D5CDD505-2E9C-101B-9397-08002B2CF9AE}" pid="3" name="KSOProductBuildVer">
    <vt:lpwstr>2052-12.1.0.26375</vt:lpwstr>
  </property>
  <property fmtid="{D5CDD505-2E9C-101B-9397-08002B2CF9AE}" pid="4" name="KSOTemplateUUID">
    <vt:lpwstr>v1.0_mb_V67fLtQrHXAP3ht5eHtqeQ==</vt:lpwstr>
  </property>
</Properties>
</file>